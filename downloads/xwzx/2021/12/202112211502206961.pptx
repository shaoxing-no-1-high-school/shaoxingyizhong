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52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3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74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76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19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78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34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31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06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44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16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ECAC7-B142-4627-B03E-A1251D7023D7}" type="datetimeFigureOut">
              <a:rPr lang="zh-CN" altLang="en-US" smtClean="0"/>
              <a:t>2021/12/21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868C7-B340-4C90-96ED-B387B1046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365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团日活动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名称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活动时间：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活动内容：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字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以内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*请勿更改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格式</a:t>
            </a:r>
            <a:endParaRPr lang="en-US" altLang="zh-CN" sz="18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*右侧放两张本活动最具代表性的高质量照片，</a:t>
            </a:r>
            <a:r>
              <a:rPr lang="zh-CN" altLang="en-US" sz="1800" b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请勿添加任何图片效果</a:t>
            </a:r>
            <a:endParaRPr lang="en-US" altLang="zh-CN" sz="1800" b="1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*若有多项团日活动，请复制本页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，并在标题上标注好序号</a:t>
            </a:r>
            <a:endParaRPr lang="zh-CN" altLang="en-US" sz="1800" b="1" u="sng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404998"/>
            <a:ext cx="4752528" cy="31683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60648"/>
            <a:ext cx="4752529" cy="26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14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团日活动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名称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活动时间：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活动内容：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字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以内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*请勿更改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格式</a:t>
            </a:r>
            <a:endParaRPr lang="en-US" altLang="zh-CN" sz="1800" b="1" u="sng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*右侧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放两张本活动最具代表性的高质量照片，</a:t>
            </a:r>
            <a:r>
              <a:rPr lang="zh-CN" altLang="en-US" sz="1800" b="1" u="sng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请勿添加任何图片</a:t>
            </a:r>
            <a:r>
              <a:rPr lang="zh-CN" altLang="en-US" sz="1800" b="1" u="sng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效果</a:t>
            </a:r>
            <a:endParaRPr lang="en-US" altLang="zh-CN" sz="1800" b="1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*若有多项团日活动，请复制本页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序号</a:t>
            </a:r>
            <a:endParaRPr lang="zh-CN" altLang="en-US" sz="1800" b="1" u="sng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404998"/>
            <a:ext cx="4752528" cy="31683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60648"/>
            <a:ext cx="4752529" cy="26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86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主题团会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名称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活动时间：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活动内容：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字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以内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*请勿更改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格式</a:t>
            </a:r>
            <a:endParaRPr lang="en-US" altLang="zh-CN" sz="1800" b="1" u="sng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*右侧放两张本活动最具代表性的高质量照片，</a:t>
            </a:r>
            <a:r>
              <a:rPr lang="zh-CN" altLang="en-US" sz="1800" b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请勿添加任何图片效果</a:t>
            </a:r>
            <a:endParaRPr lang="en-US" altLang="zh-CN" sz="1800" b="1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*若有多项主题团会，请复制本页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序号</a:t>
            </a:r>
            <a:endParaRPr lang="zh-CN" altLang="en-US" sz="1800" b="1" u="sng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404998"/>
            <a:ext cx="4752528" cy="31683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60648"/>
            <a:ext cx="4752529" cy="26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27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主题团会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名称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活动时间：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活动内容：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字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以内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*请勿更改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格式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*右侧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放两张本活动最具代表性的高质量照片，</a:t>
            </a:r>
            <a:r>
              <a:rPr lang="zh-CN" altLang="en-US" sz="1800" b="1" u="sng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请勿添加任何图片</a:t>
            </a:r>
            <a:r>
              <a:rPr lang="zh-CN" altLang="en-US" sz="1800" b="1" u="sng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效果</a:t>
            </a:r>
            <a:endParaRPr lang="en-US" altLang="zh-CN" sz="1800" b="1" u="sng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*若有多项主题团会，请复制本页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序号</a:t>
            </a:r>
            <a:endParaRPr lang="zh-CN" altLang="en-US" sz="1800" b="1" u="sng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404998"/>
            <a:ext cx="4752528" cy="31683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60648"/>
            <a:ext cx="4752529" cy="26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5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报道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/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刊登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作者：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刊登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媒体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刊登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日期：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刊登版面：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报道标题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链接（若为纸媒则不用）：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*请勿更改格式</a:t>
            </a:r>
            <a:endParaRPr lang="en-US" altLang="zh-CN" sz="18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*右侧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放报道截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800" b="1" u="sng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版面照片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高清为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佳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800" b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请勿添加任何图片</a:t>
            </a:r>
            <a:r>
              <a:rPr lang="zh-CN" altLang="en-US" sz="1800" b="1" u="sng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效果</a:t>
            </a:r>
            <a:endParaRPr lang="en-US" altLang="zh-CN" sz="1800" b="1" u="sng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*包括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主流媒体、微信公众号、各类正规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报刊杂志</a:t>
            </a:r>
            <a:endParaRPr lang="en-US" altLang="zh-CN" sz="1800" b="1" u="sng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若有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多个报道、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刊登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序号</a:t>
            </a:r>
            <a:endParaRPr lang="en-US" altLang="zh-CN" sz="18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61"/>
          <a:stretch/>
        </p:blipFill>
        <p:spPr>
          <a:xfrm>
            <a:off x="4190788" y="836712"/>
            <a:ext cx="4701691" cy="573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6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404664"/>
            <a:ext cx="3553672" cy="103043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报道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/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刊登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endParaRPr lang="zh-CN" altLang="en-US" sz="28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323528" y="1435100"/>
            <a:ext cx="3553672" cy="513825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作者：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刊登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媒体：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刊登日期：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刊登版面：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报道标题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链接（若为纸媒则不用）：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*请勿更改格式</a:t>
            </a:r>
            <a:endParaRPr lang="en-US" altLang="zh-CN" sz="1800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右侧放报道截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800" b="1" u="sng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版面照片，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高清为</a:t>
            </a:r>
            <a:r>
              <a:rPr lang="zh-CN" altLang="en-US" sz="1800" b="1" u="sng" dirty="0" smtClean="0">
                <a:latin typeface="微软雅黑" pitchFamily="34" charset="-122"/>
                <a:ea typeface="微软雅黑" pitchFamily="34" charset="-122"/>
              </a:rPr>
              <a:t>佳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800" b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请勿添加任何图片</a:t>
            </a:r>
            <a:r>
              <a:rPr lang="zh-CN" altLang="en-US" sz="1800" b="1" u="sng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效果</a:t>
            </a:r>
            <a:endParaRPr lang="en-US" altLang="zh-CN" sz="1800" b="1" u="sng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*包括主流媒体、微信公众号、各类正规报刊杂志</a:t>
            </a:r>
            <a:endParaRPr lang="en-US" altLang="zh-CN" sz="1800" b="1" u="sng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*若有多个报道、刊登，请复制本页</a:t>
            </a:r>
            <a:r>
              <a:rPr lang="en-US" altLang="zh-CN" sz="1800" b="1" u="sng" dirty="0" err="1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800" b="1" u="sng" dirty="0">
                <a:latin typeface="微软雅黑" pitchFamily="34" charset="-122"/>
                <a:ea typeface="微软雅黑" pitchFamily="34" charset="-122"/>
              </a:rPr>
              <a:t>，并在标题上标注好序号</a:t>
            </a:r>
            <a:endParaRPr lang="en-US" altLang="zh-CN" sz="1800" b="1" u="sng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99" t="5742" r="-1"/>
          <a:stretch/>
        </p:blipFill>
        <p:spPr>
          <a:xfrm>
            <a:off x="4165600" y="548680"/>
            <a:ext cx="4726881" cy="596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6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398</Words>
  <Application>Microsoft Office PowerPoint</Application>
  <PresentationFormat>全屏显示(4:3)</PresentationFormat>
  <Paragraphs>52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主题​​</vt:lpstr>
      <vt:lpstr>团日活动1名称</vt:lpstr>
      <vt:lpstr>团日活动2名称</vt:lpstr>
      <vt:lpstr>主题团会1名称</vt:lpstr>
      <vt:lpstr>主题团会2名称</vt:lpstr>
      <vt:lpstr>报道/刊登1</vt:lpstr>
      <vt:lpstr>报道/刊登2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团日活动1名称</dc:title>
  <dc:creator>微软用户</dc:creator>
  <cp:lastModifiedBy>微软用户</cp:lastModifiedBy>
  <cp:revision>5</cp:revision>
  <dcterms:created xsi:type="dcterms:W3CDTF">2021-12-18T03:03:27Z</dcterms:created>
  <dcterms:modified xsi:type="dcterms:W3CDTF">2021-12-21T07:01:21Z</dcterms:modified>
</cp:coreProperties>
</file>