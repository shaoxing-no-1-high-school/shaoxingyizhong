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52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3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4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6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19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8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34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31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6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4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6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ECAC7-B142-4627-B03E-A1251D7023D7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36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团日活动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*右侧放两张本活动最具代表性的高质量照片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，图片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添加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任何特殊效果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*若有多项团日活动，请复制本页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，并在标题上标注好序号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1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团日活动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*右侧放两张本活动最具代表性的高质量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照片，图片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请勿添加任何特殊效果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*若有多项团日活动，请复制本页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8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主题团会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*右侧放两张本活动最具代表性的高质量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照片，图片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请勿添加任何特殊效果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*若有多项主题团会，请复制本页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2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主题团会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*右侧放两张本活动最具代表性的高质量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照片，图片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请勿添加任何特殊效果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*若有多项主题团会，请复制本页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报道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/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刊登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作者：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媒体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日期：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刊登版面：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报道标题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链接（若为纸媒则不用）：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放报道截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800" b="1" u="sng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版面照片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高清为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佳，图片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请勿添加任何特殊效果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*包括主流媒体、微信公众号、各类正规报刊杂志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若有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多个报道、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1"/>
          <a:stretch/>
        </p:blipFill>
        <p:spPr>
          <a:xfrm>
            <a:off x="4190788" y="836712"/>
            <a:ext cx="4701691" cy="57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6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报道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/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刊登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作者：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媒体：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刊登日期：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刊登版面：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报道标题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链接（若为纸媒则不用）：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右侧放报道截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800" b="1" u="sng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版面照片，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高清为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佳，图片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请勿添加任何特殊效果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*包括主流媒体、微信公众号、各类正规报刊杂志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*若有多个报道、刊登，请复制本页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，并在标题上标注好序号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99" t="5742" r="-1"/>
          <a:stretch/>
        </p:blipFill>
        <p:spPr>
          <a:xfrm>
            <a:off x="4165600" y="548680"/>
            <a:ext cx="4726881" cy="59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6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406</Words>
  <Application>Microsoft Office PowerPoint</Application>
  <PresentationFormat>全屏显示(4:3)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团日活动1名称</vt:lpstr>
      <vt:lpstr>团日活动2名称</vt:lpstr>
      <vt:lpstr>主题团会1名称</vt:lpstr>
      <vt:lpstr>主题团会2名称</vt:lpstr>
      <vt:lpstr>报道/刊登1</vt:lpstr>
      <vt:lpstr>报道/刊登2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团日活动1名称</dc:title>
  <dc:creator>微软用户</dc:creator>
  <cp:lastModifiedBy>微软用户</cp:lastModifiedBy>
  <cp:revision>6</cp:revision>
  <dcterms:created xsi:type="dcterms:W3CDTF">2021-12-18T03:03:27Z</dcterms:created>
  <dcterms:modified xsi:type="dcterms:W3CDTF">2022-06-15T07:37:05Z</dcterms:modified>
</cp:coreProperties>
</file>