
<file path=[Content_Types].xml><?xml version="1.0" encoding="utf-8"?>
<Types xmlns="http://schemas.openxmlformats.org/package/2006/content-types">
  <Default Extension="png" ContentType="image/png"/>
  <Default Extension="jpeg" ContentType="image/jpeg"/>
  <Default Extension="JPG" ContentType="image/.jp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handoutMasters/handoutMaster1.xml" ContentType="application/vnd.openxmlformats-officedocument.presentationml.handoutMaster+xml"/>
  <Override PartName="/ppt/media/image11.svg" ContentType="image/svg+xml"/>
  <Override PartName="/ppt/media/image13.svg" ContentType="image/svg+xml"/>
  <Override PartName="/ppt/media/image15.svg" ContentType="image/svg+xml"/>
  <Override PartName="/ppt/media/image17.svg" ContentType="image/svg+xml"/>
  <Override PartName="/ppt/media/image19.svg" ContentType="image/svg+xml"/>
  <Override PartName="/ppt/media/image35.svg" ContentType="image/svg+xml"/>
  <Override PartName="/ppt/media/image37.svg" ContentType="image/svg+xml"/>
  <Override PartName="/ppt/media/image39.svg" ContentType="image/svg+xml"/>
  <Override PartName="/ppt/media/image41.svg" ContentType="image/svg+xml"/>
  <Override PartName="/ppt/media/image44.svg" ContentType="image/svg+xml"/>
  <Override PartName="/ppt/media/image5.svg" ContentType="image/svg+xml"/>
  <Override PartName="/ppt/media/image50.svg" ContentType="image/svg+xml"/>
  <Override PartName="/ppt/media/image52.svg" ContentType="image/svg+xml"/>
  <Override PartName="/ppt/media/image54.svg" ContentType="image/svg+xml"/>
  <Override PartName="/ppt/media/image60.svg" ContentType="image/svg+xml"/>
  <Override PartName="/ppt/media/image62.svg" ContentType="image/svg+xml"/>
  <Override PartName="/ppt/media/image64.svg" ContentType="image/svg+xml"/>
  <Override PartName="/ppt/media/image66.svg" ContentType="image/svg+xml"/>
  <Override PartName="/ppt/media/image68.svg" ContentType="image/svg+xml"/>
  <Override PartName="/ppt/media/image7.svg" ContentType="image/svg+xml"/>
  <Override PartName="/ppt/media/image76.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660" r:id="rId3"/>
    <p:sldMasterId id="2147483672" r:id="rId4"/>
    <p:sldMasterId id="2147483684" r:id="rId5"/>
    <p:sldMasterId id="2147483696" r:id="rId6"/>
    <p:sldMasterId id="2147483708" r:id="rId7"/>
    <p:sldMasterId id="2147483720" r:id="rId8"/>
  </p:sldMasterIdLst>
  <p:notesMasterIdLst>
    <p:notesMasterId r:id="rId10"/>
  </p:notesMasterIdLst>
  <p:handoutMasterIdLst>
    <p:handoutMasterId r:id="rId49"/>
  </p:handoutMasterIdLst>
  <p:sldIdLst>
    <p:sldId id="259" r:id="rId9"/>
    <p:sldId id="260" r:id="rId11"/>
    <p:sldId id="269" r:id="rId12"/>
    <p:sldId id="261" r:id="rId13"/>
    <p:sldId id="262" r:id="rId14"/>
    <p:sldId id="263" r:id="rId15"/>
    <p:sldId id="264" r:id="rId16"/>
    <p:sldId id="270" r:id="rId17"/>
    <p:sldId id="265" r:id="rId18"/>
    <p:sldId id="267" r:id="rId19"/>
    <p:sldId id="268" r:id="rId20"/>
    <p:sldId id="271" r:id="rId21"/>
    <p:sldId id="272" r:id="rId22"/>
    <p:sldId id="275" r:id="rId23"/>
    <p:sldId id="273" r:id="rId24"/>
    <p:sldId id="274" r:id="rId25"/>
    <p:sldId id="280" r:id="rId26"/>
    <p:sldId id="277" r:id="rId27"/>
    <p:sldId id="278" r:id="rId28"/>
    <p:sldId id="279" r:id="rId29"/>
    <p:sldId id="282" r:id="rId30"/>
    <p:sldId id="283" r:id="rId31"/>
    <p:sldId id="284" r:id="rId32"/>
    <p:sldId id="285" r:id="rId33"/>
    <p:sldId id="286" r:id="rId34"/>
    <p:sldId id="287" r:id="rId35"/>
    <p:sldId id="289" r:id="rId36"/>
    <p:sldId id="288" r:id="rId37"/>
    <p:sldId id="290" r:id="rId38"/>
    <p:sldId id="291" r:id="rId39"/>
    <p:sldId id="292" r:id="rId40"/>
    <p:sldId id="296" r:id="rId41"/>
    <p:sldId id="297" r:id="rId42"/>
    <p:sldId id="294" r:id="rId43"/>
    <p:sldId id="298" r:id="rId44"/>
    <p:sldId id="295" r:id="rId45"/>
    <p:sldId id="299" r:id="rId46"/>
    <p:sldId id="300" r:id="rId47"/>
    <p:sldId id="302" r:id="rId48"/>
  </p:sldIdLst>
  <p:sldSz cx="12192000" cy="6858000"/>
  <p:notesSz cx="6858000" cy="9144000"/>
  <p:embeddedFontLst>
    <p:embeddedFont>
      <p:font typeface="汉仪文黑-55简" panose="00020600040101010101" charset="-122"/>
      <p:regular r:id="rId53"/>
    </p:embeddedFont>
    <p:embeddedFont>
      <p:font typeface="汉仪颜楷简" panose="00020600040101010101" charset="-122"/>
      <p:regular r:id="rId54"/>
    </p:embeddedFont>
  </p:embeddedFontLst>
  <p:custDataLst>
    <p:tags r:id="rId5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1" userDrawn="1">
          <p15:clr>
            <a:srgbClr val="A4A3A4"/>
          </p15:clr>
        </p15:guide>
        <p15:guide id="2" pos="3840" userDrawn="1">
          <p15:clr>
            <a:srgbClr val="A4A3A4"/>
          </p15:clr>
        </p15:guide>
        <p15:guide id="3" orient="horz" pos="285" userDrawn="1">
          <p15:clr>
            <a:srgbClr val="A4A3A4"/>
          </p15:clr>
        </p15:guide>
        <p15:guide id="4" orient="horz" pos="4059" userDrawn="1">
          <p15:clr>
            <a:srgbClr val="A4A3A4"/>
          </p15:clr>
        </p15:guide>
        <p15:guide id="5" pos="294" userDrawn="1">
          <p15:clr>
            <a:srgbClr val="A4A3A4"/>
          </p15:clr>
        </p15:guide>
        <p15:guide id="6" pos="738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8A6D"/>
    <a:srgbClr val="CE5041"/>
    <a:srgbClr val="FFFFFF"/>
    <a:srgbClr val="A80000"/>
    <a:srgbClr val="A20000"/>
    <a:srgbClr val="AC0000"/>
    <a:srgbClr val="A00000"/>
    <a:srgbClr val="B20000"/>
    <a:srgbClr val="60773B"/>
    <a:srgbClr val="6A844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51"/>
        <p:guide pos="3840"/>
        <p:guide orient="horz" pos="285"/>
        <p:guide orient="horz" pos="4059"/>
        <p:guide pos="294"/>
        <p:guide pos="7386"/>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1.xml"/><Relationship Id="rId8" Type="http://schemas.openxmlformats.org/officeDocument/2006/relationships/slideMaster" Target="slideMasters/slideMaster7.xml"/><Relationship Id="rId7" Type="http://schemas.openxmlformats.org/officeDocument/2006/relationships/slideMaster" Target="slideMasters/slideMaster6.xml"/><Relationship Id="rId6" Type="http://schemas.openxmlformats.org/officeDocument/2006/relationships/slideMaster" Target="slideMasters/slideMaster5.xml"/><Relationship Id="rId55" Type="http://schemas.openxmlformats.org/officeDocument/2006/relationships/tags" Target="tags/tag369.xml"/><Relationship Id="rId54" Type="http://schemas.openxmlformats.org/officeDocument/2006/relationships/font" Target="fonts/font2.fntdata"/><Relationship Id="rId53" Type="http://schemas.openxmlformats.org/officeDocument/2006/relationships/font" Target="fonts/font1.fntdata"/><Relationship Id="rId52" Type="http://schemas.openxmlformats.org/officeDocument/2006/relationships/tableStyles" Target="tableStyles.xml"/><Relationship Id="rId51" Type="http://schemas.openxmlformats.org/officeDocument/2006/relationships/viewProps" Target="viewProps.xml"/><Relationship Id="rId50" Type="http://schemas.openxmlformats.org/officeDocument/2006/relationships/presProps" Target="presProps.xml"/><Relationship Id="rId5" Type="http://schemas.openxmlformats.org/officeDocument/2006/relationships/slideMaster" Target="slideMasters/slideMaster4.xml"/><Relationship Id="rId49" Type="http://schemas.openxmlformats.org/officeDocument/2006/relationships/handoutMaster" Target="handoutMasters/handoutMaster1.xml"/><Relationship Id="rId48" Type="http://schemas.openxmlformats.org/officeDocument/2006/relationships/slide" Target="slides/slide39.xml"/><Relationship Id="rId47" Type="http://schemas.openxmlformats.org/officeDocument/2006/relationships/slide" Target="slides/slide38.xml"/><Relationship Id="rId46" Type="http://schemas.openxmlformats.org/officeDocument/2006/relationships/slide" Target="slides/slide37.xml"/><Relationship Id="rId45" Type="http://schemas.openxmlformats.org/officeDocument/2006/relationships/slide" Target="slides/slide36.xml"/><Relationship Id="rId44" Type="http://schemas.openxmlformats.org/officeDocument/2006/relationships/slide" Target="slides/slide35.xml"/><Relationship Id="rId43" Type="http://schemas.openxmlformats.org/officeDocument/2006/relationships/slide" Target="slides/slide34.xml"/><Relationship Id="rId42" Type="http://schemas.openxmlformats.org/officeDocument/2006/relationships/slide" Target="slides/slide33.xml"/><Relationship Id="rId41" Type="http://schemas.openxmlformats.org/officeDocument/2006/relationships/slide" Target="slides/slide32.xml"/><Relationship Id="rId40" Type="http://schemas.openxmlformats.org/officeDocument/2006/relationships/slide" Target="slides/slide31.xml"/><Relationship Id="rId4" Type="http://schemas.openxmlformats.org/officeDocument/2006/relationships/slideMaster" Target="slideMasters/slideMaster3.xml"/><Relationship Id="rId39" Type="http://schemas.openxmlformats.org/officeDocument/2006/relationships/slide" Target="slides/slide30.xml"/><Relationship Id="rId38" Type="http://schemas.openxmlformats.org/officeDocument/2006/relationships/slide" Target="slides/slide29.xml"/><Relationship Id="rId37" Type="http://schemas.openxmlformats.org/officeDocument/2006/relationships/slide" Target="slides/slide28.xml"/><Relationship Id="rId36" Type="http://schemas.openxmlformats.org/officeDocument/2006/relationships/slide" Target="slides/slide27.xml"/><Relationship Id="rId35" Type="http://schemas.openxmlformats.org/officeDocument/2006/relationships/slide" Target="slides/slide26.xml"/><Relationship Id="rId34" Type="http://schemas.openxmlformats.org/officeDocument/2006/relationships/slide" Target="slides/slide25.xml"/><Relationship Id="rId33" Type="http://schemas.openxmlformats.org/officeDocument/2006/relationships/slide" Target="slides/slide24.xml"/><Relationship Id="rId32" Type="http://schemas.openxmlformats.org/officeDocument/2006/relationships/slide" Target="slides/slide23.xml"/><Relationship Id="rId31" Type="http://schemas.openxmlformats.org/officeDocument/2006/relationships/slide" Target="slides/slide22.xml"/><Relationship Id="rId30" Type="http://schemas.openxmlformats.org/officeDocument/2006/relationships/slide" Target="slides/slide21.xml"/><Relationship Id="rId3" Type="http://schemas.openxmlformats.org/officeDocument/2006/relationships/slideMaster" Target="slideMasters/slideMaster2.xml"/><Relationship Id="rId29" Type="http://schemas.openxmlformats.org/officeDocument/2006/relationships/slide" Target="slides/slide20.xml"/><Relationship Id="rId28" Type="http://schemas.openxmlformats.org/officeDocument/2006/relationships/slide" Target="slides/slide19.xml"/><Relationship Id="rId27" Type="http://schemas.openxmlformats.org/officeDocument/2006/relationships/slide" Target="slides/slide18.xml"/><Relationship Id="rId26" Type="http://schemas.openxmlformats.org/officeDocument/2006/relationships/slide" Target="slides/slide17.xml"/><Relationship Id="rId25" Type="http://schemas.openxmlformats.org/officeDocument/2006/relationships/slide" Target="slides/slide16.xml"/><Relationship Id="rId24" Type="http://schemas.openxmlformats.org/officeDocument/2006/relationships/slide" Target="slides/slide15.xml"/><Relationship Id="rId23" Type="http://schemas.openxmlformats.org/officeDocument/2006/relationships/slide" Target="slides/slide14.xml"/><Relationship Id="rId22" Type="http://schemas.openxmlformats.org/officeDocument/2006/relationships/slide" Target="slides/slide13.xml"/><Relationship Id="rId21" Type="http://schemas.openxmlformats.org/officeDocument/2006/relationships/slide" Target="slides/slide12.xml"/><Relationship Id="rId20" Type="http://schemas.openxmlformats.org/officeDocument/2006/relationships/slide" Target="slides/slide11.xml"/><Relationship Id="rId2" Type="http://schemas.openxmlformats.org/officeDocument/2006/relationships/theme" Target="theme/theme1.xml"/><Relationship Id="rId19" Type="http://schemas.openxmlformats.org/officeDocument/2006/relationships/slide" Target="slides/slide10.xml"/><Relationship Id="rId18" Type="http://schemas.openxmlformats.org/officeDocument/2006/relationships/slide" Target="slides/slide9.xml"/><Relationship Id="rId17" Type="http://schemas.openxmlformats.org/officeDocument/2006/relationships/slide" Target="slides/slide8.xml"/><Relationship Id="rId16" Type="http://schemas.openxmlformats.org/officeDocument/2006/relationships/slide" Target="slides/slide7.xml"/><Relationship Id="rId15" Type="http://schemas.openxmlformats.org/officeDocument/2006/relationships/slide" Target="slides/slide6.xml"/><Relationship Id="rId14" Type="http://schemas.openxmlformats.org/officeDocument/2006/relationships/slide" Target="slides/slide5.xml"/><Relationship Id="rId13" Type="http://schemas.openxmlformats.org/officeDocument/2006/relationships/slide" Target="slides/slide4.xml"/><Relationship Id="rId12" Type="http://schemas.openxmlformats.org/officeDocument/2006/relationships/slide" Target="slides/slide3.xml"/><Relationship Id="rId11" Type="http://schemas.openxmlformats.org/officeDocument/2006/relationships/slide" Target="slides/slide2.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汉仪文黑-55简" panose="00020600040101010101" charset="-122"/>
              <a:ea typeface="汉仪文黑-55简" panose="00020600040101010101" charset="-122"/>
              <a:cs typeface="汉仪文黑-55简" panose="00020600040101010101"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cs typeface="汉仪文黑-55简" panose="00020600040101010101" charset="-122"/>
              </a:rPr>
            </a:fld>
            <a:endParaRPr lang="zh-CN" altLang="en-US">
              <a:cs typeface="汉仪文黑-55简" panose="00020600040101010101"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汉仪文黑-55简" panose="00020600040101010101" charset="-122"/>
              <a:ea typeface="汉仪文黑-55简" panose="00020600040101010101" charset="-122"/>
              <a:cs typeface="汉仪文黑-55简" panose="00020600040101010101"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cs typeface="汉仪文黑-55简" panose="00020600040101010101" charset="-122"/>
              </a:rPr>
            </a:fld>
            <a:endParaRPr lang="zh-CN" altLang="en-US">
              <a:cs typeface="汉仪文黑-55简" panose="00020600040101010101"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汉仪文黑-55简" panose="00020600040101010101" charset="-122"/>
                <a:ea typeface="汉仪文黑-55简" panose="00020600040101010101" charset="-122"/>
                <a:cs typeface="汉仪文黑-55简" panose="00020600040101010101"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汉仪文黑-55简" panose="00020600040101010101" charset="-122"/>
                <a:ea typeface="汉仪文黑-55简" panose="00020600040101010101" charset="-122"/>
                <a:cs typeface="汉仪文黑-55简" panose="00020600040101010101"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汉仪文黑-55简" panose="00020600040101010101" charset="-122"/>
                <a:ea typeface="汉仪文黑-55简" panose="00020600040101010101" charset="-122"/>
                <a:cs typeface="汉仪文黑-55简" panose="00020600040101010101"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汉仪文黑-55简" panose="00020600040101010101" charset="-122"/>
                <a:ea typeface="汉仪文黑-55简" panose="00020600040101010101" charset="-122"/>
                <a:cs typeface="汉仪文黑-55简" panose="00020600040101010101"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汉仪文黑-55简" panose="00020600040101010101" charset="-122"/>
        <a:ea typeface="汉仪文黑-55简" panose="00020600040101010101" charset="-122"/>
        <a:cs typeface="汉仪文黑-55简" panose="00020600040101010101" charset="-122"/>
      </a:defRPr>
    </a:lvl1pPr>
    <a:lvl2pPr marL="457200" algn="l" defTabSz="914400" rtl="0" eaLnBrk="1" latinLnBrk="0" hangingPunct="1">
      <a:defRPr sz="1200" kern="1200">
        <a:solidFill>
          <a:schemeClr val="tx1"/>
        </a:solidFill>
        <a:latin typeface="汉仪文黑-55简" panose="00020600040101010101" charset="-122"/>
        <a:ea typeface="汉仪文黑-55简" panose="00020600040101010101" charset="-122"/>
        <a:cs typeface="汉仪文黑-55简" panose="00020600040101010101" charset="-122"/>
      </a:defRPr>
    </a:lvl2pPr>
    <a:lvl3pPr marL="914400" algn="l" defTabSz="914400" rtl="0" eaLnBrk="1" latinLnBrk="0" hangingPunct="1">
      <a:defRPr sz="1200" kern="1200">
        <a:solidFill>
          <a:schemeClr val="tx1"/>
        </a:solidFill>
        <a:latin typeface="汉仪文黑-55简" panose="00020600040101010101" charset="-122"/>
        <a:ea typeface="汉仪文黑-55简" panose="00020600040101010101" charset="-122"/>
        <a:cs typeface="汉仪文黑-55简" panose="00020600040101010101" charset="-122"/>
      </a:defRPr>
    </a:lvl3pPr>
    <a:lvl4pPr marL="1371600" algn="l" defTabSz="914400" rtl="0" eaLnBrk="1" latinLnBrk="0" hangingPunct="1">
      <a:defRPr sz="1200" kern="1200">
        <a:solidFill>
          <a:schemeClr val="tx1"/>
        </a:solidFill>
        <a:latin typeface="汉仪文黑-55简" panose="00020600040101010101" charset="-122"/>
        <a:ea typeface="汉仪文黑-55简" panose="00020600040101010101" charset="-122"/>
        <a:cs typeface="汉仪文黑-55简" panose="00020600040101010101" charset="-122"/>
      </a:defRPr>
    </a:lvl4pPr>
    <a:lvl5pPr marL="1828800" algn="l" defTabSz="914400" rtl="0" eaLnBrk="1" latinLnBrk="0" hangingPunct="1">
      <a:defRPr sz="1200" kern="1200">
        <a:solidFill>
          <a:schemeClr val="tx1"/>
        </a:solidFill>
        <a:latin typeface="汉仪文黑-55简" panose="00020600040101010101" charset="-122"/>
        <a:ea typeface="汉仪文黑-55简" panose="00020600040101010101" charset="-122"/>
        <a:cs typeface="汉仪文黑-55简" panose="00020600040101010101"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GIF"/><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14.xml"/><Relationship Id="rId8" Type="http://schemas.openxmlformats.org/officeDocument/2006/relationships/tags" Target="../tags/tag13.xml"/><Relationship Id="rId7" Type="http://schemas.openxmlformats.org/officeDocument/2006/relationships/tags" Target="../tags/tag12.xml"/><Relationship Id="rId6" Type="http://schemas.openxmlformats.org/officeDocument/2006/relationships/tags" Target="../tags/tag11.xml"/><Relationship Id="rId5" Type="http://schemas.openxmlformats.org/officeDocument/2006/relationships/tags" Target="../tags/tag10.xml"/><Relationship Id="rId4" Type="http://schemas.openxmlformats.org/officeDocument/2006/relationships/tags" Target="../tags/tag9.xml"/><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18.xml"/><Relationship Id="rId4" Type="http://schemas.openxmlformats.org/officeDocument/2006/relationships/tags" Target="../tags/tag17.xml"/><Relationship Id="rId3" Type="http://schemas.openxmlformats.org/officeDocument/2006/relationships/tags" Target="../tags/tag16.xml"/><Relationship Id="rId2" Type="http://schemas.openxmlformats.org/officeDocument/2006/relationships/tags" Target="../tags/tag15.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32.xml"/><Relationship Id="rId5" Type="http://schemas.openxmlformats.org/officeDocument/2006/relationships/tags" Target="../tags/tag31.xml"/><Relationship Id="rId4" Type="http://schemas.openxmlformats.org/officeDocument/2006/relationships/tags" Target="../tags/tag30.xml"/><Relationship Id="rId3" Type="http://schemas.openxmlformats.org/officeDocument/2006/relationships/tags" Target="../tags/tag29.xml"/><Relationship Id="rId2" Type="http://schemas.openxmlformats.org/officeDocument/2006/relationships/tags" Target="../tags/tag28.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36.xml"/><Relationship Id="rId4" Type="http://schemas.openxmlformats.org/officeDocument/2006/relationships/tags" Target="../tags/tag35.xml"/><Relationship Id="rId3" Type="http://schemas.openxmlformats.org/officeDocument/2006/relationships/tags" Target="../tags/tag34.xml"/><Relationship Id="rId2" Type="http://schemas.openxmlformats.org/officeDocument/2006/relationships/tags" Target="../tags/tag33.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GIF"/><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7" Type="http://schemas.openxmlformats.org/officeDocument/2006/relationships/tags" Target="../tags/tag53.xml"/><Relationship Id="rId6" Type="http://schemas.openxmlformats.org/officeDocument/2006/relationships/tags" Target="../tags/tag52.xml"/><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9" Type="http://schemas.openxmlformats.org/officeDocument/2006/relationships/tags" Target="../tags/tag61.xml"/><Relationship Id="rId8" Type="http://schemas.openxmlformats.org/officeDocument/2006/relationships/tags" Target="../tags/tag60.xml"/><Relationship Id="rId7" Type="http://schemas.openxmlformats.org/officeDocument/2006/relationships/tags" Target="../tags/tag59.xml"/><Relationship Id="rId6" Type="http://schemas.openxmlformats.org/officeDocument/2006/relationships/tags" Target="../tags/tag58.xml"/><Relationship Id="rId5" Type="http://schemas.openxmlformats.org/officeDocument/2006/relationships/tags" Target="../tags/tag57.xml"/><Relationship Id="rId4" Type="http://schemas.openxmlformats.org/officeDocument/2006/relationships/tags" Target="../tags/tag56.xml"/><Relationship Id="rId3" Type="http://schemas.openxmlformats.org/officeDocument/2006/relationships/tags" Target="../tags/tag55.xml"/><Relationship Id="rId2" Type="http://schemas.openxmlformats.org/officeDocument/2006/relationships/tags" Target="../tags/tag54.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5" Type="http://schemas.openxmlformats.org/officeDocument/2006/relationships/tags" Target="../tags/tag65.xml"/><Relationship Id="rId4" Type="http://schemas.openxmlformats.org/officeDocument/2006/relationships/tags" Target="../tags/tag64.xml"/><Relationship Id="rId3" Type="http://schemas.openxmlformats.org/officeDocument/2006/relationships/tags" Target="../tags/tag63.xml"/><Relationship Id="rId2" Type="http://schemas.openxmlformats.org/officeDocument/2006/relationships/tags" Target="../tags/tag62.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4" Type="http://schemas.openxmlformats.org/officeDocument/2006/relationships/tags" Target="../tags/tag68.xml"/><Relationship Id="rId3" Type="http://schemas.openxmlformats.org/officeDocument/2006/relationships/tags" Target="../tags/tag67.xml"/><Relationship Id="rId2" Type="http://schemas.openxmlformats.org/officeDocument/2006/relationships/tags" Target="../tags/tag66.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7" Type="http://schemas.openxmlformats.org/officeDocument/2006/relationships/tags" Target="../tags/tag74.xml"/><Relationship Id="rId6" Type="http://schemas.openxmlformats.org/officeDocument/2006/relationships/tags" Target="../tags/tag73.xml"/><Relationship Id="rId5" Type="http://schemas.openxmlformats.org/officeDocument/2006/relationships/tags" Target="../tags/tag72.xml"/><Relationship Id="rId4" Type="http://schemas.openxmlformats.org/officeDocument/2006/relationships/tags" Target="../tags/tag71.xml"/><Relationship Id="rId3" Type="http://schemas.openxmlformats.org/officeDocument/2006/relationships/tags" Target="../tags/tag70.xml"/><Relationship Id="rId2" Type="http://schemas.openxmlformats.org/officeDocument/2006/relationships/tags" Target="../tags/tag69.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6" Type="http://schemas.openxmlformats.org/officeDocument/2006/relationships/tags" Target="../tags/tag79.xml"/><Relationship Id="rId5" Type="http://schemas.openxmlformats.org/officeDocument/2006/relationships/tags" Target="../tags/tag78.xml"/><Relationship Id="rId4" Type="http://schemas.openxmlformats.org/officeDocument/2006/relationships/tags" Target="../tags/tag77.xml"/><Relationship Id="rId3" Type="http://schemas.openxmlformats.org/officeDocument/2006/relationships/tags" Target="../tags/tag76.xml"/><Relationship Id="rId2" Type="http://schemas.openxmlformats.org/officeDocument/2006/relationships/tags" Target="../tags/tag75.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5" Type="http://schemas.openxmlformats.org/officeDocument/2006/relationships/tags" Target="../tags/tag83.xml"/><Relationship Id="rId4" Type="http://schemas.openxmlformats.org/officeDocument/2006/relationships/tags" Target="../tags/tag82.xml"/><Relationship Id="rId3" Type="http://schemas.openxmlformats.org/officeDocument/2006/relationships/tags" Target="../tags/tag81.xml"/><Relationship Id="rId2" Type="http://schemas.openxmlformats.org/officeDocument/2006/relationships/tags" Target="../tags/tag80.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6" Type="http://schemas.openxmlformats.org/officeDocument/2006/relationships/tags" Target="../tags/tag88.xml"/><Relationship Id="rId5" Type="http://schemas.openxmlformats.org/officeDocument/2006/relationships/tags" Target="../tags/tag87.xml"/><Relationship Id="rId4" Type="http://schemas.openxmlformats.org/officeDocument/2006/relationships/tags" Target="../tags/tag86.xml"/><Relationship Id="rId3" Type="http://schemas.openxmlformats.org/officeDocument/2006/relationships/tags" Target="../tags/tag85.xml"/><Relationship Id="rId2" Type="http://schemas.openxmlformats.org/officeDocument/2006/relationships/tags" Target="../tags/tag84.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GIF"/><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7" Type="http://schemas.openxmlformats.org/officeDocument/2006/relationships/tags" Target="../tags/tag100.xml"/><Relationship Id="rId6" Type="http://schemas.openxmlformats.org/officeDocument/2006/relationships/tags" Target="../tags/tag99.xml"/><Relationship Id="rId5" Type="http://schemas.openxmlformats.org/officeDocument/2006/relationships/tags" Target="../tags/tag98.xml"/><Relationship Id="rId4" Type="http://schemas.openxmlformats.org/officeDocument/2006/relationships/tags" Target="../tags/tag97.xml"/><Relationship Id="rId3" Type="http://schemas.openxmlformats.org/officeDocument/2006/relationships/tags" Target="../tags/tag96.xml"/><Relationship Id="rId2" Type="http://schemas.openxmlformats.org/officeDocument/2006/relationships/tags" Target="../tags/tag95.xml"/><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9" Type="http://schemas.openxmlformats.org/officeDocument/2006/relationships/tags" Target="../tags/tag108.xml"/><Relationship Id="rId8" Type="http://schemas.openxmlformats.org/officeDocument/2006/relationships/tags" Target="../tags/tag107.xml"/><Relationship Id="rId7" Type="http://schemas.openxmlformats.org/officeDocument/2006/relationships/tags" Target="../tags/tag106.xml"/><Relationship Id="rId6" Type="http://schemas.openxmlformats.org/officeDocument/2006/relationships/tags" Target="../tags/tag105.xml"/><Relationship Id="rId5" Type="http://schemas.openxmlformats.org/officeDocument/2006/relationships/tags" Target="../tags/tag104.xml"/><Relationship Id="rId4" Type="http://schemas.openxmlformats.org/officeDocument/2006/relationships/tags" Target="../tags/tag103.xml"/><Relationship Id="rId3" Type="http://schemas.openxmlformats.org/officeDocument/2006/relationships/tags" Target="../tags/tag102.xml"/><Relationship Id="rId2" Type="http://schemas.openxmlformats.org/officeDocument/2006/relationships/tags" Target="../tags/tag101.xml"/><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5" Type="http://schemas.openxmlformats.org/officeDocument/2006/relationships/tags" Target="../tags/tag112.xml"/><Relationship Id="rId4" Type="http://schemas.openxmlformats.org/officeDocument/2006/relationships/tags" Target="../tags/tag111.xml"/><Relationship Id="rId3" Type="http://schemas.openxmlformats.org/officeDocument/2006/relationships/tags" Target="../tags/tag110.xml"/><Relationship Id="rId2" Type="http://schemas.openxmlformats.org/officeDocument/2006/relationships/tags" Target="../tags/tag109.xml"/><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4" Type="http://schemas.openxmlformats.org/officeDocument/2006/relationships/tags" Target="../tags/tag115.xml"/><Relationship Id="rId3" Type="http://schemas.openxmlformats.org/officeDocument/2006/relationships/tags" Target="../tags/tag114.xml"/><Relationship Id="rId2" Type="http://schemas.openxmlformats.org/officeDocument/2006/relationships/tags" Target="../tags/tag113.xml"/><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7" Type="http://schemas.openxmlformats.org/officeDocument/2006/relationships/tags" Target="../tags/tag121.xml"/><Relationship Id="rId6" Type="http://schemas.openxmlformats.org/officeDocument/2006/relationships/tags" Target="../tags/tag120.xml"/><Relationship Id="rId5" Type="http://schemas.openxmlformats.org/officeDocument/2006/relationships/tags" Target="../tags/tag119.xml"/><Relationship Id="rId4" Type="http://schemas.openxmlformats.org/officeDocument/2006/relationships/tags" Target="../tags/tag118.xml"/><Relationship Id="rId3" Type="http://schemas.openxmlformats.org/officeDocument/2006/relationships/tags" Target="../tags/tag117.xml"/><Relationship Id="rId2" Type="http://schemas.openxmlformats.org/officeDocument/2006/relationships/tags" Target="../tags/tag116.xml"/><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6" Type="http://schemas.openxmlformats.org/officeDocument/2006/relationships/tags" Target="../tags/tag126.xml"/><Relationship Id="rId5" Type="http://schemas.openxmlformats.org/officeDocument/2006/relationships/tags" Target="../tags/tag125.xml"/><Relationship Id="rId4" Type="http://schemas.openxmlformats.org/officeDocument/2006/relationships/tags" Target="../tags/tag124.xml"/><Relationship Id="rId3" Type="http://schemas.openxmlformats.org/officeDocument/2006/relationships/tags" Target="../tags/tag123.xml"/><Relationship Id="rId2" Type="http://schemas.openxmlformats.org/officeDocument/2006/relationships/tags" Target="../tags/tag122.xml"/><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5" Type="http://schemas.openxmlformats.org/officeDocument/2006/relationships/tags" Target="../tags/tag130.xml"/><Relationship Id="rId4" Type="http://schemas.openxmlformats.org/officeDocument/2006/relationships/tags" Target="../tags/tag129.xml"/><Relationship Id="rId3" Type="http://schemas.openxmlformats.org/officeDocument/2006/relationships/tags" Target="../tags/tag128.xml"/><Relationship Id="rId2" Type="http://schemas.openxmlformats.org/officeDocument/2006/relationships/tags" Target="../tags/tag127.xml"/><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6" Type="http://schemas.openxmlformats.org/officeDocument/2006/relationships/tags" Target="../tags/tag135.xml"/><Relationship Id="rId5" Type="http://schemas.openxmlformats.org/officeDocument/2006/relationships/tags" Target="../tags/tag134.xml"/><Relationship Id="rId4" Type="http://schemas.openxmlformats.org/officeDocument/2006/relationships/tags" Target="../tags/tag133.xml"/><Relationship Id="rId3" Type="http://schemas.openxmlformats.org/officeDocument/2006/relationships/tags" Target="../tags/tag132.xml"/><Relationship Id="rId2" Type="http://schemas.openxmlformats.org/officeDocument/2006/relationships/tags" Target="../tags/tag131.xml"/><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GIF"/><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7" Type="http://schemas.openxmlformats.org/officeDocument/2006/relationships/tags" Target="../tags/tag147.xml"/><Relationship Id="rId6" Type="http://schemas.openxmlformats.org/officeDocument/2006/relationships/tags" Target="../tags/tag146.xml"/><Relationship Id="rId5" Type="http://schemas.openxmlformats.org/officeDocument/2006/relationships/tags" Target="../tags/tag145.xml"/><Relationship Id="rId4" Type="http://schemas.openxmlformats.org/officeDocument/2006/relationships/tags" Target="../tags/tag144.xml"/><Relationship Id="rId3" Type="http://schemas.openxmlformats.org/officeDocument/2006/relationships/tags" Target="../tags/tag143.xml"/><Relationship Id="rId2" Type="http://schemas.openxmlformats.org/officeDocument/2006/relationships/tags" Target="../tags/tag142.xml"/><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9" Type="http://schemas.openxmlformats.org/officeDocument/2006/relationships/tags" Target="../tags/tag155.xml"/><Relationship Id="rId8" Type="http://schemas.openxmlformats.org/officeDocument/2006/relationships/tags" Target="../tags/tag154.xml"/><Relationship Id="rId7" Type="http://schemas.openxmlformats.org/officeDocument/2006/relationships/tags" Target="../tags/tag153.xml"/><Relationship Id="rId6" Type="http://schemas.openxmlformats.org/officeDocument/2006/relationships/tags" Target="../tags/tag152.xml"/><Relationship Id="rId5" Type="http://schemas.openxmlformats.org/officeDocument/2006/relationships/tags" Target="../tags/tag151.xml"/><Relationship Id="rId4" Type="http://schemas.openxmlformats.org/officeDocument/2006/relationships/tags" Target="../tags/tag150.xml"/><Relationship Id="rId3" Type="http://schemas.openxmlformats.org/officeDocument/2006/relationships/tags" Target="../tags/tag149.xml"/><Relationship Id="rId2" Type="http://schemas.openxmlformats.org/officeDocument/2006/relationships/tags" Target="../tags/tag148.xml"/><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5" Type="http://schemas.openxmlformats.org/officeDocument/2006/relationships/tags" Target="../tags/tag159.xml"/><Relationship Id="rId4" Type="http://schemas.openxmlformats.org/officeDocument/2006/relationships/tags" Target="../tags/tag158.xml"/><Relationship Id="rId3" Type="http://schemas.openxmlformats.org/officeDocument/2006/relationships/tags" Target="../tags/tag157.xml"/><Relationship Id="rId2" Type="http://schemas.openxmlformats.org/officeDocument/2006/relationships/tags" Target="../tags/tag156.xml"/><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4" Type="http://schemas.openxmlformats.org/officeDocument/2006/relationships/tags" Target="../tags/tag162.xml"/><Relationship Id="rId3" Type="http://schemas.openxmlformats.org/officeDocument/2006/relationships/tags" Target="../tags/tag161.xml"/><Relationship Id="rId2" Type="http://schemas.openxmlformats.org/officeDocument/2006/relationships/tags" Target="../tags/tag160.xml"/><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7" Type="http://schemas.openxmlformats.org/officeDocument/2006/relationships/tags" Target="../tags/tag168.xml"/><Relationship Id="rId6" Type="http://schemas.openxmlformats.org/officeDocument/2006/relationships/tags" Target="../tags/tag167.xml"/><Relationship Id="rId5" Type="http://schemas.openxmlformats.org/officeDocument/2006/relationships/tags" Target="../tags/tag166.xml"/><Relationship Id="rId4" Type="http://schemas.openxmlformats.org/officeDocument/2006/relationships/tags" Target="../tags/tag165.xml"/><Relationship Id="rId3" Type="http://schemas.openxmlformats.org/officeDocument/2006/relationships/tags" Target="../tags/tag164.xml"/><Relationship Id="rId2" Type="http://schemas.openxmlformats.org/officeDocument/2006/relationships/tags" Target="../tags/tag163.xml"/><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6" Type="http://schemas.openxmlformats.org/officeDocument/2006/relationships/tags" Target="../tags/tag173.xml"/><Relationship Id="rId5" Type="http://schemas.openxmlformats.org/officeDocument/2006/relationships/tags" Target="../tags/tag172.xml"/><Relationship Id="rId4" Type="http://schemas.openxmlformats.org/officeDocument/2006/relationships/tags" Target="../tags/tag171.xml"/><Relationship Id="rId3" Type="http://schemas.openxmlformats.org/officeDocument/2006/relationships/tags" Target="../tags/tag170.xml"/><Relationship Id="rId2" Type="http://schemas.openxmlformats.org/officeDocument/2006/relationships/tags" Target="../tags/tag169.xml"/><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5" Type="http://schemas.openxmlformats.org/officeDocument/2006/relationships/tags" Target="../tags/tag177.xml"/><Relationship Id="rId4" Type="http://schemas.openxmlformats.org/officeDocument/2006/relationships/tags" Target="../tags/tag176.xml"/><Relationship Id="rId3" Type="http://schemas.openxmlformats.org/officeDocument/2006/relationships/tags" Target="../tags/tag175.xml"/><Relationship Id="rId2" Type="http://schemas.openxmlformats.org/officeDocument/2006/relationships/tags" Target="../tags/tag174.xml"/><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6" Type="http://schemas.openxmlformats.org/officeDocument/2006/relationships/tags" Target="../tags/tag182.xml"/><Relationship Id="rId5" Type="http://schemas.openxmlformats.org/officeDocument/2006/relationships/tags" Target="../tags/tag181.xml"/><Relationship Id="rId4" Type="http://schemas.openxmlformats.org/officeDocument/2006/relationships/tags" Target="../tags/tag180.xml"/><Relationship Id="rId3" Type="http://schemas.openxmlformats.org/officeDocument/2006/relationships/tags" Target="../tags/tag179.xml"/><Relationship Id="rId2" Type="http://schemas.openxmlformats.org/officeDocument/2006/relationships/tags" Target="../tags/tag178.xml"/><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GIF"/><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7" Type="http://schemas.openxmlformats.org/officeDocument/2006/relationships/tags" Target="../tags/tag194.xml"/><Relationship Id="rId6" Type="http://schemas.openxmlformats.org/officeDocument/2006/relationships/tags" Target="../tags/tag193.xml"/><Relationship Id="rId5" Type="http://schemas.openxmlformats.org/officeDocument/2006/relationships/tags" Target="../tags/tag192.xml"/><Relationship Id="rId4" Type="http://schemas.openxmlformats.org/officeDocument/2006/relationships/tags" Target="../tags/tag191.xml"/><Relationship Id="rId3" Type="http://schemas.openxmlformats.org/officeDocument/2006/relationships/tags" Target="../tags/tag190.xml"/><Relationship Id="rId2" Type="http://schemas.openxmlformats.org/officeDocument/2006/relationships/tags" Target="../tags/tag189.xml"/><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9" Type="http://schemas.openxmlformats.org/officeDocument/2006/relationships/tags" Target="../tags/tag202.xml"/><Relationship Id="rId8" Type="http://schemas.openxmlformats.org/officeDocument/2006/relationships/tags" Target="../tags/tag201.xml"/><Relationship Id="rId7" Type="http://schemas.openxmlformats.org/officeDocument/2006/relationships/tags" Target="../tags/tag200.xml"/><Relationship Id="rId6" Type="http://schemas.openxmlformats.org/officeDocument/2006/relationships/tags" Target="../tags/tag199.xml"/><Relationship Id="rId5" Type="http://schemas.openxmlformats.org/officeDocument/2006/relationships/tags" Target="../tags/tag198.xml"/><Relationship Id="rId4" Type="http://schemas.openxmlformats.org/officeDocument/2006/relationships/tags" Target="../tags/tag197.xml"/><Relationship Id="rId3" Type="http://schemas.openxmlformats.org/officeDocument/2006/relationships/tags" Target="../tags/tag196.xml"/><Relationship Id="rId2" Type="http://schemas.openxmlformats.org/officeDocument/2006/relationships/tags" Target="../tags/tag195.xml"/><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5" Type="http://schemas.openxmlformats.org/officeDocument/2006/relationships/tags" Target="../tags/tag206.xml"/><Relationship Id="rId4" Type="http://schemas.openxmlformats.org/officeDocument/2006/relationships/tags" Target="../tags/tag205.xml"/><Relationship Id="rId3" Type="http://schemas.openxmlformats.org/officeDocument/2006/relationships/tags" Target="../tags/tag204.xml"/><Relationship Id="rId2" Type="http://schemas.openxmlformats.org/officeDocument/2006/relationships/tags" Target="../tags/tag203.xml"/><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4" Type="http://schemas.openxmlformats.org/officeDocument/2006/relationships/tags" Target="../tags/tag209.xml"/><Relationship Id="rId3" Type="http://schemas.openxmlformats.org/officeDocument/2006/relationships/tags" Target="../tags/tag208.xml"/><Relationship Id="rId2" Type="http://schemas.openxmlformats.org/officeDocument/2006/relationships/tags" Target="../tags/tag207.xml"/><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7" Type="http://schemas.openxmlformats.org/officeDocument/2006/relationships/tags" Target="../tags/tag215.xml"/><Relationship Id="rId6" Type="http://schemas.openxmlformats.org/officeDocument/2006/relationships/tags" Target="../tags/tag214.xml"/><Relationship Id="rId5" Type="http://schemas.openxmlformats.org/officeDocument/2006/relationships/tags" Target="../tags/tag213.xml"/><Relationship Id="rId4" Type="http://schemas.openxmlformats.org/officeDocument/2006/relationships/tags" Target="../tags/tag212.xml"/><Relationship Id="rId3" Type="http://schemas.openxmlformats.org/officeDocument/2006/relationships/tags" Target="../tags/tag211.xml"/><Relationship Id="rId2" Type="http://schemas.openxmlformats.org/officeDocument/2006/relationships/tags" Target="../tags/tag210.xml"/><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6" Type="http://schemas.openxmlformats.org/officeDocument/2006/relationships/tags" Target="../tags/tag220.xml"/><Relationship Id="rId5" Type="http://schemas.openxmlformats.org/officeDocument/2006/relationships/tags" Target="../tags/tag219.xml"/><Relationship Id="rId4" Type="http://schemas.openxmlformats.org/officeDocument/2006/relationships/tags" Target="../tags/tag218.xml"/><Relationship Id="rId3" Type="http://schemas.openxmlformats.org/officeDocument/2006/relationships/tags" Target="../tags/tag217.xml"/><Relationship Id="rId2" Type="http://schemas.openxmlformats.org/officeDocument/2006/relationships/tags" Target="../tags/tag216.xml"/><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5" Type="http://schemas.openxmlformats.org/officeDocument/2006/relationships/tags" Target="../tags/tag224.xml"/><Relationship Id="rId4" Type="http://schemas.openxmlformats.org/officeDocument/2006/relationships/tags" Target="../tags/tag223.xml"/><Relationship Id="rId3" Type="http://schemas.openxmlformats.org/officeDocument/2006/relationships/tags" Target="../tags/tag222.xml"/><Relationship Id="rId2" Type="http://schemas.openxmlformats.org/officeDocument/2006/relationships/tags" Target="../tags/tag221.xml"/><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6" Type="http://schemas.openxmlformats.org/officeDocument/2006/relationships/tags" Target="../tags/tag229.xml"/><Relationship Id="rId5" Type="http://schemas.openxmlformats.org/officeDocument/2006/relationships/tags" Target="../tags/tag228.xml"/><Relationship Id="rId4" Type="http://schemas.openxmlformats.org/officeDocument/2006/relationships/tags" Target="../tags/tag227.xml"/><Relationship Id="rId3" Type="http://schemas.openxmlformats.org/officeDocument/2006/relationships/tags" Target="../tags/tag226.xml"/><Relationship Id="rId2" Type="http://schemas.openxmlformats.org/officeDocument/2006/relationships/tags" Target="../tags/tag225.xml"/><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GIF"/><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7" Type="http://schemas.openxmlformats.org/officeDocument/2006/relationships/tags" Target="../tags/tag241.xml"/><Relationship Id="rId6" Type="http://schemas.openxmlformats.org/officeDocument/2006/relationships/tags" Target="../tags/tag240.xml"/><Relationship Id="rId5" Type="http://schemas.openxmlformats.org/officeDocument/2006/relationships/tags" Target="../tags/tag239.xml"/><Relationship Id="rId4" Type="http://schemas.openxmlformats.org/officeDocument/2006/relationships/tags" Target="../tags/tag238.xml"/><Relationship Id="rId3" Type="http://schemas.openxmlformats.org/officeDocument/2006/relationships/tags" Target="../tags/tag237.xml"/><Relationship Id="rId2" Type="http://schemas.openxmlformats.org/officeDocument/2006/relationships/tags" Target="../tags/tag236.xml"/><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9" Type="http://schemas.openxmlformats.org/officeDocument/2006/relationships/tags" Target="../tags/tag249.xml"/><Relationship Id="rId8" Type="http://schemas.openxmlformats.org/officeDocument/2006/relationships/tags" Target="../tags/tag248.xml"/><Relationship Id="rId7" Type="http://schemas.openxmlformats.org/officeDocument/2006/relationships/tags" Target="../tags/tag247.xml"/><Relationship Id="rId6" Type="http://schemas.openxmlformats.org/officeDocument/2006/relationships/tags" Target="../tags/tag246.xml"/><Relationship Id="rId5" Type="http://schemas.openxmlformats.org/officeDocument/2006/relationships/tags" Target="../tags/tag245.xml"/><Relationship Id="rId4" Type="http://schemas.openxmlformats.org/officeDocument/2006/relationships/tags" Target="../tags/tag244.xml"/><Relationship Id="rId3" Type="http://schemas.openxmlformats.org/officeDocument/2006/relationships/tags" Target="../tags/tag243.xml"/><Relationship Id="rId2" Type="http://schemas.openxmlformats.org/officeDocument/2006/relationships/tags" Target="../tags/tag242.xml"/><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5" Type="http://schemas.openxmlformats.org/officeDocument/2006/relationships/tags" Target="../tags/tag253.xml"/><Relationship Id="rId4" Type="http://schemas.openxmlformats.org/officeDocument/2006/relationships/tags" Target="../tags/tag252.xml"/><Relationship Id="rId3" Type="http://schemas.openxmlformats.org/officeDocument/2006/relationships/tags" Target="../tags/tag251.xml"/><Relationship Id="rId2" Type="http://schemas.openxmlformats.org/officeDocument/2006/relationships/tags" Target="../tags/tag250.xml"/><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4" Type="http://schemas.openxmlformats.org/officeDocument/2006/relationships/tags" Target="../tags/tag256.xml"/><Relationship Id="rId3" Type="http://schemas.openxmlformats.org/officeDocument/2006/relationships/tags" Target="../tags/tag255.xml"/><Relationship Id="rId2" Type="http://schemas.openxmlformats.org/officeDocument/2006/relationships/tags" Target="../tags/tag254.xml"/><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7" Type="http://schemas.openxmlformats.org/officeDocument/2006/relationships/tags" Target="../tags/tag262.xml"/><Relationship Id="rId6" Type="http://schemas.openxmlformats.org/officeDocument/2006/relationships/tags" Target="../tags/tag261.xml"/><Relationship Id="rId5" Type="http://schemas.openxmlformats.org/officeDocument/2006/relationships/tags" Target="../tags/tag260.xml"/><Relationship Id="rId4" Type="http://schemas.openxmlformats.org/officeDocument/2006/relationships/tags" Target="../tags/tag259.xml"/><Relationship Id="rId3" Type="http://schemas.openxmlformats.org/officeDocument/2006/relationships/tags" Target="../tags/tag258.xml"/><Relationship Id="rId2" Type="http://schemas.openxmlformats.org/officeDocument/2006/relationships/tags" Target="../tags/tag257.xml"/><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6" Type="http://schemas.openxmlformats.org/officeDocument/2006/relationships/tags" Target="../tags/tag267.xml"/><Relationship Id="rId5" Type="http://schemas.openxmlformats.org/officeDocument/2006/relationships/tags" Target="../tags/tag266.xml"/><Relationship Id="rId4" Type="http://schemas.openxmlformats.org/officeDocument/2006/relationships/tags" Target="../tags/tag265.xml"/><Relationship Id="rId3" Type="http://schemas.openxmlformats.org/officeDocument/2006/relationships/tags" Target="../tags/tag264.xml"/><Relationship Id="rId2" Type="http://schemas.openxmlformats.org/officeDocument/2006/relationships/tags" Target="../tags/tag263.xml"/><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5" Type="http://schemas.openxmlformats.org/officeDocument/2006/relationships/tags" Target="../tags/tag271.xml"/><Relationship Id="rId4" Type="http://schemas.openxmlformats.org/officeDocument/2006/relationships/tags" Target="../tags/tag270.xml"/><Relationship Id="rId3" Type="http://schemas.openxmlformats.org/officeDocument/2006/relationships/tags" Target="../tags/tag269.xml"/><Relationship Id="rId2" Type="http://schemas.openxmlformats.org/officeDocument/2006/relationships/tags" Target="../tags/tag268.xml"/><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6" Type="http://schemas.openxmlformats.org/officeDocument/2006/relationships/tags" Target="../tags/tag276.xml"/><Relationship Id="rId5" Type="http://schemas.openxmlformats.org/officeDocument/2006/relationships/tags" Target="../tags/tag275.xml"/><Relationship Id="rId4" Type="http://schemas.openxmlformats.org/officeDocument/2006/relationships/tags" Target="../tags/tag274.xml"/><Relationship Id="rId3" Type="http://schemas.openxmlformats.org/officeDocument/2006/relationships/tags" Target="../tags/tag273.xml"/><Relationship Id="rId2" Type="http://schemas.openxmlformats.org/officeDocument/2006/relationships/tags" Target="../tags/tag272.xml"/><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GIF"/><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7" Type="http://schemas.openxmlformats.org/officeDocument/2006/relationships/tags" Target="../tags/tag288.xml"/><Relationship Id="rId6" Type="http://schemas.openxmlformats.org/officeDocument/2006/relationships/tags" Target="../tags/tag287.xml"/><Relationship Id="rId5" Type="http://schemas.openxmlformats.org/officeDocument/2006/relationships/tags" Target="../tags/tag286.xml"/><Relationship Id="rId4" Type="http://schemas.openxmlformats.org/officeDocument/2006/relationships/tags" Target="../tags/tag285.xml"/><Relationship Id="rId3" Type="http://schemas.openxmlformats.org/officeDocument/2006/relationships/tags" Target="../tags/tag284.xml"/><Relationship Id="rId2" Type="http://schemas.openxmlformats.org/officeDocument/2006/relationships/tags" Target="../tags/tag283.xml"/><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9" Type="http://schemas.openxmlformats.org/officeDocument/2006/relationships/tags" Target="../tags/tag296.xml"/><Relationship Id="rId8" Type="http://schemas.openxmlformats.org/officeDocument/2006/relationships/tags" Target="../tags/tag295.xml"/><Relationship Id="rId7" Type="http://schemas.openxmlformats.org/officeDocument/2006/relationships/tags" Target="../tags/tag294.xml"/><Relationship Id="rId6" Type="http://schemas.openxmlformats.org/officeDocument/2006/relationships/tags" Target="../tags/tag293.xml"/><Relationship Id="rId5" Type="http://schemas.openxmlformats.org/officeDocument/2006/relationships/tags" Target="../tags/tag292.xml"/><Relationship Id="rId4" Type="http://schemas.openxmlformats.org/officeDocument/2006/relationships/tags" Target="../tags/tag291.xml"/><Relationship Id="rId3" Type="http://schemas.openxmlformats.org/officeDocument/2006/relationships/tags" Target="../tags/tag290.xml"/><Relationship Id="rId2" Type="http://schemas.openxmlformats.org/officeDocument/2006/relationships/tags" Target="../tags/tag289.xml"/><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5" Type="http://schemas.openxmlformats.org/officeDocument/2006/relationships/tags" Target="../tags/tag300.xml"/><Relationship Id="rId4" Type="http://schemas.openxmlformats.org/officeDocument/2006/relationships/tags" Target="../tags/tag299.xml"/><Relationship Id="rId3" Type="http://schemas.openxmlformats.org/officeDocument/2006/relationships/tags" Target="../tags/tag298.xml"/><Relationship Id="rId2" Type="http://schemas.openxmlformats.org/officeDocument/2006/relationships/tags" Target="../tags/tag297.xml"/><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4" Type="http://schemas.openxmlformats.org/officeDocument/2006/relationships/tags" Target="../tags/tag303.xml"/><Relationship Id="rId3" Type="http://schemas.openxmlformats.org/officeDocument/2006/relationships/tags" Target="../tags/tag302.xml"/><Relationship Id="rId2" Type="http://schemas.openxmlformats.org/officeDocument/2006/relationships/tags" Target="../tags/tag301.xml"/><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7" Type="http://schemas.openxmlformats.org/officeDocument/2006/relationships/tags" Target="../tags/tag309.xml"/><Relationship Id="rId6" Type="http://schemas.openxmlformats.org/officeDocument/2006/relationships/tags" Target="../tags/tag308.xml"/><Relationship Id="rId5" Type="http://schemas.openxmlformats.org/officeDocument/2006/relationships/tags" Target="../tags/tag307.xml"/><Relationship Id="rId4" Type="http://schemas.openxmlformats.org/officeDocument/2006/relationships/tags" Target="../tags/tag306.xml"/><Relationship Id="rId3" Type="http://schemas.openxmlformats.org/officeDocument/2006/relationships/tags" Target="../tags/tag305.xml"/><Relationship Id="rId2" Type="http://schemas.openxmlformats.org/officeDocument/2006/relationships/tags" Target="../tags/tag304.xml"/><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6" Type="http://schemas.openxmlformats.org/officeDocument/2006/relationships/tags" Target="../tags/tag314.xml"/><Relationship Id="rId5" Type="http://schemas.openxmlformats.org/officeDocument/2006/relationships/tags" Target="../tags/tag313.xml"/><Relationship Id="rId4" Type="http://schemas.openxmlformats.org/officeDocument/2006/relationships/tags" Target="../tags/tag312.xml"/><Relationship Id="rId3" Type="http://schemas.openxmlformats.org/officeDocument/2006/relationships/tags" Target="../tags/tag311.xml"/><Relationship Id="rId2" Type="http://schemas.openxmlformats.org/officeDocument/2006/relationships/tags" Target="../tags/tag310.xml"/><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5" Type="http://schemas.openxmlformats.org/officeDocument/2006/relationships/tags" Target="../tags/tag318.xml"/><Relationship Id="rId4" Type="http://schemas.openxmlformats.org/officeDocument/2006/relationships/tags" Target="../tags/tag317.xml"/><Relationship Id="rId3" Type="http://schemas.openxmlformats.org/officeDocument/2006/relationships/tags" Target="../tags/tag316.xml"/><Relationship Id="rId2" Type="http://schemas.openxmlformats.org/officeDocument/2006/relationships/tags" Target="../tags/tag315.xml"/><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6" Type="http://schemas.openxmlformats.org/officeDocument/2006/relationships/tags" Target="../tags/tag323.xml"/><Relationship Id="rId5" Type="http://schemas.openxmlformats.org/officeDocument/2006/relationships/tags" Target="../tags/tag322.xml"/><Relationship Id="rId4" Type="http://schemas.openxmlformats.org/officeDocument/2006/relationships/tags" Target="../tags/tag321.xml"/><Relationship Id="rId3" Type="http://schemas.openxmlformats.org/officeDocument/2006/relationships/tags" Target="../tags/tag320.xml"/><Relationship Id="rId2" Type="http://schemas.openxmlformats.org/officeDocument/2006/relationships/tags" Target="../tags/tag319.xml"/><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36" name="组合 35"/>
          <p:cNvGrpSpPr/>
          <p:nvPr userDrawn="1"/>
        </p:nvGrpSpPr>
        <p:grpSpPr>
          <a:xfrm>
            <a:off x="-6985" y="0"/>
            <a:ext cx="12205970" cy="6858000"/>
            <a:chOff x="-11" y="0"/>
            <a:chExt cx="19222" cy="10800"/>
          </a:xfrm>
        </p:grpSpPr>
        <p:sp>
          <p:nvSpPr>
            <p:cNvPr id="5" name="矩形 4"/>
            <p:cNvSpPr/>
            <p:nvPr/>
          </p:nvSpPr>
          <p:spPr>
            <a:xfrm>
              <a:off x="0" y="0"/>
              <a:ext cx="19200" cy="10800"/>
            </a:xfrm>
            <a:prstGeom prst="rect">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pic>
          <p:nvPicPr>
            <p:cNvPr id="11" name="图片 10" descr="4"/>
            <p:cNvPicPr>
              <a:picLocks noChangeAspect="1"/>
            </p:cNvPicPr>
            <p:nvPr/>
          </p:nvPicPr>
          <p:blipFill>
            <a:blip r:embed="rId2"/>
            <a:srcRect t="7662"/>
            <a:stretch>
              <a:fillRect/>
            </a:stretch>
          </p:blipFill>
          <p:spPr>
            <a:xfrm>
              <a:off x="6136" y="5087"/>
              <a:ext cx="6929" cy="5578"/>
            </a:xfrm>
            <a:prstGeom prst="rect">
              <a:avLst/>
            </a:prstGeom>
          </p:spPr>
        </p:pic>
        <p:pic>
          <p:nvPicPr>
            <p:cNvPr id="4" name="图片 3" descr="4"/>
            <p:cNvPicPr>
              <a:picLocks noChangeAspect="1"/>
            </p:cNvPicPr>
            <p:nvPr/>
          </p:nvPicPr>
          <p:blipFill>
            <a:blip r:embed="rId3"/>
            <a:stretch>
              <a:fillRect/>
            </a:stretch>
          </p:blipFill>
          <p:spPr>
            <a:xfrm flipH="1">
              <a:off x="13490" y="8184"/>
              <a:ext cx="1541" cy="1455"/>
            </a:xfrm>
            <a:prstGeom prst="rect">
              <a:avLst/>
            </a:prstGeom>
          </p:spPr>
        </p:pic>
        <p:pic>
          <p:nvPicPr>
            <p:cNvPr id="12" name="图片 11" descr="4"/>
            <p:cNvPicPr>
              <a:picLocks noChangeAspect="1"/>
            </p:cNvPicPr>
            <p:nvPr/>
          </p:nvPicPr>
          <p:blipFill>
            <a:blip r:embed="rId3"/>
            <a:stretch>
              <a:fillRect/>
            </a:stretch>
          </p:blipFill>
          <p:spPr>
            <a:xfrm>
              <a:off x="4170" y="8434"/>
              <a:ext cx="1541" cy="1455"/>
            </a:xfrm>
            <a:prstGeom prst="rect">
              <a:avLst/>
            </a:prstGeom>
          </p:spPr>
        </p:pic>
        <p:pic>
          <p:nvPicPr>
            <p:cNvPr id="10" name="图片 9" descr="红绸1"/>
            <p:cNvPicPr>
              <a:picLocks noChangeAspect="1"/>
            </p:cNvPicPr>
            <p:nvPr userDrawn="1"/>
          </p:nvPicPr>
          <p:blipFill>
            <a:blip r:embed="rId4"/>
            <a:srcRect l="2573" r="3667" b="18834"/>
            <a:stretch>
              <a:fillRect/>
            </a:stretch>
          </p:blipFill>
          <p:spPr>
            <a:xfrm>
              <a:off x="-11" y="7572"/>
              <a:ext cx="19222" cy="3228"/>
            </a:xfrm>
            <a:prstGeom prst="rect">
              <a:avLst/>
            </a:prstGeom>
          </p:spPr>
        </p:pic>
        <p:sp>
          <p:nvSpPr>
            <p:cNvPr id="26" name="五角星 25"/>
            <p:cNvSpPr/>
            <p:nvPr/>
          </p:nvSpPr>
          <p:spPr>
            <a:xfrm>
              <a:off x="1125" y="1387"/>
              <a:ext cx="170" cy="170"/>
            </a:xfrm>
            <a:prstGeom prst="star5">
              <a:avLst>
                <a:gd name="adj" fmla="val 24749"/>
                <a:gd name="hf" fmla="val 105146"/>
                <a:gd name="vf" fmla="val 110557"/>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27" name="五角星 26"/>
            <p:cNvSpPr/>
            <p:nvPr/>
          </p:nvSpPr>
          <p:spPr>
            <a:xfrm>
              <a:off x="2364" y="6807"/>
              <a:ext cx="397" cy="397"/>
            </a:xfrm>
            <a:prstGeom prst="star5">
              <a:avLst>
                <a:gd name="adj" fmla="val 24749"/>
                <a:gd name="hf" fmla="val 105146"/>
                <a:gd name="vf" fmla="val 110557"/>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pic>
          <p:nvPicPr>
            <p:cNvPr id="28" name="图片 27" descr="32313535313633383b32313535313730313bc4f1"/>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21060000" flipH="1">
              <a:off x="16290" y="840"/>
              <a:ext cx="510" cy="510"/>
            </a:xfrm>
            <a:prstGeom prst="rect">
              <a:avLst/>
            </a:prstGeom>
          </p:spPr>
        </p:pic>
        <p:pic>
          <p:nvPicPr>
            <p:cNvPr id="34" name="图片 33" descr="32313535313633383b32313535313730313bc4f1"/>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20460000" flipH="1">
              <a:off x="17371" y="1136"/>
              <a:ext cx="964" cy="964"/>
            </a:xfrm>
            <a:prstGeom prst="rect">
              <a:avLst/>
            </a:prstGeom>
          </p:spPr>
        </p:pic>
        <p:sp>
          <p:nvSpPr>
            <p:cNvPr id="35" name="五角星 34"/>
            <p:cNvSpPr/>
            <p:nvPr/>
          </p:nvSpPr>
          <p:spPr>
            <a:xfrm>
              <a:off x="16900" y="5712"/>
              <a:ext cx="283" cy="283"/>
            </a:xfrm>
            <a:prstGeom prst="star5">
              <a:avLst>
                <a:gd name="adj" fmla="val 24749"/>
                <a:gd name="hf" fmla="val 105146"/>
                <a:gd name="vf" fmla="val 110557"/>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矩形 6"/>
          <p:cNvSpPr/>
          <p:nvPr userDrawn="1"/>
        </p:nvSpPr>
        <p:spPr>
          <a:xfrm>
            <a:off x="0" y="0"/>
            <a:ext cx="12192000" cy="6858000"/>
          </a:xfrm>
          <a:prstGeom prst="rect">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pic>
        <p:nvPicPr>
          <p:cNvPr id="10" name="图片 9" descr="红绸1"/>
          <p:cNvPicPr>
            <a:picLocks noChangeAspect="1"/>
          </p:cNvPicPr>
          <p:nvPr userDrawn="1"/>
        </p:nvPicPr>
        <p:blipFill>
          <a:blip r:embed="rId2"/>
          <a:srcRect l="2573" r="3667" b="18834"/>
          <a:stretch>
            <a:fillRect/>
          </a:stretch>
        </p:blipFill>
        <p:spPr>
          <a:xfrm>
            <a:off x="-6985" y="4808220"/>
            <a:ext cx="12205970" cy="2049780"/>
          </a:xfrm>
          <a:prstGeom prst="rect">
            <a:avLst/>
          </a:prstGeom>
        </p:spPr>
      </p:pic>
      <p:sp>
        <p:nvSpPr>
          <p:cNvPr id="8" name="圆角矩形 7"/>
          <p:cNvSpPr/>
          <p:nvPr userDrawn="1"/>
        </p:nvSpPr>
        <p:spPr>
          <a:xfrm>
            <a:off x="102000" y="99000"/>
            <a:ext cx="11988000" cy="6660000"/>
          </a:xfrm>
          <a:prstGeom prst="roundRect">
            <a:avLst>
              <a:gd name="adj" fmla="val 596"/>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userDrawn="1"/>
        </p:nvSpPr>
        <p:spPr>
          <a:xfrm>
            <a:off x="0" y="0"/>
            <a:ext cx="12192000" cy="6858000"/>
          </a:xfrm>
          <a:prstGeom prst="rect">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36" name="组合 35"/>
          <p:cNvGrpSpPr/>
          <p:nvPr userDrawn="1"/>
        </p:nvGrpSpPr>
        <p:grpSpPr>
          <a:xfrm>
            <a:off x="-6985" y="0"/>
            <a:ext cx="12205970" cy="6858000"/>
            <a:chOff x="-11" y="0"/>
            <a:chExt cx="19222" cy="10800"/>
          </a:xfrm>
        </p:grpSpPr>
        <p:sp>
          <p:nvSpPr>
            <p:cNvPr id="5" name="矩形 4"/>
            <p:cNvSpPr/>
            <p:nvPr/>
          </p:nvSpPr>
          <p:spPr>
            <a:xfrm>
              <a:off x="0" y="0"/>
              <a:ext cx="19200" cy="10800"/>
            </a:xfrm>
            <a:prstGeom prst="rect">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pic>
          <p:nvPicPr>
            <p:cNvPr id="11" name="图片 10" descr="4"/>
            <p:cNvPicPr>
              <a:picLocks noChangeAspect="1"/>
            </p:cNvPicPr>
            <p:nvPr/>
          </p:nvPicPr>
          <p:blipFill>
            <a:blip r:embed="rId2"/>
            <a:srcRect t="7662"/>
            <a:stretch>
              <a:fillRect/>
            </a:stretch>
          </p:blipFill>
          <p:spPr>
            <a:xfrm>
              <a:off x="6136" y="5087"/>
              <a:ext cx="6929" cy="5578"/>
            </a:xfrm>
            <a:prstGeom prst="rect">
              <a:avLst/>
            </a:prstGeom>
          </p:spPr>
        </p:pic>
        <p:pic>
          <p:nvPicPr>
            <p:cNvPr id="4" name="图片 3" descr="4"/>
            <p:cNvPicPr>
              <a:picLocks noChangeAspect="1"/>
            </p:cNvPicPr>
            <p:nvPr/>
          </p:nvPicPr>
          <p:blipFill>
            <a:blip r:embed="rId3"/>
            <a:stretch>
              <a:fillRect/>
            </a:stretch>
          </p:blipFill>
          <p:spPr>
            <a:xfrm flipH="1">
              <a:off x="13490" y="8184"/>
              <a:ext cx="1541" cy="1455"/>
            </a:xfrm>
            <a:prstGeom prst="rect">
              <a:avLst/>
            </a:prstGeom>
          </p:spPr>
        </p:pic>
        <p:pic>
          <p:nvPicPr>
            <p:cNvPr id="12" name="图片 11" descr="4"/>
            <p:cNvPicPr>
              <a:picLocks noChangeAspect="1"/>
            </p:cNvPicPr>
            <p:nvPr/>
          </p:nvPicPr>
          <p:blipFill>
            <a:blip r:embed="rId3"/>
            <a:stretch>
              <a:fillRect/>
            </a:stretch>
          </p:blipFill>
          <p:spPr>
            <a:xfrm>
              <a:off x="4170" y="8434"/>
              <a:ext cx="1541" cy="1455"/>
            </a:xfrm>
            <a:prstGeom prst="rect">
              <a:avLst/>
            </a:prstGeom>
          </p:spPr>
        </p:pic>
        <p:pic>
          <p:nvPicPr>
            <p:cNvPr id="10" name="图片 9" descr="红绸1"/>
            <p:cNvPicPr>
              <a:picLocks noChangeAspect="1"/>
            </p:cNvPicPr>
            <p:nvPr userDrawn="1"/>
          </p:nvPicPr>
          <p:blipFill>
            <a:blip r:embed="rId4"/>
            <a:srcRect l="2573" r="3667" b="18834"/>
            <a:stretch>
              <a:fillRect/>
            </a:stretch>
          </p:blipFill>
          <p:spPr>
            <a:xfrm>
              <a:off x="-11" y="7572"/>
              <a:ext cx="19222" cy="3228"/>
            </a:xfrm>
            <a:prstGeom prst="rect">
              <a:avLst/>
            </a:prstGeom>
          </p:spPr>
        </p:pic>
        <p:sp>
          <p:nvSpPr>
            <p:cNvPr id="26" name="五角星 25"/>
            <p:cNvSpPr/>
            <p:nvPr/>
          </p:nvSpPr>
          <p:spPr>
            <a:xfrm>
              <a:off x="1125" y="1387"/>
              <a:ext cx="170" cy="170"/>
            </a:xfrm>
            <a:prstGeom prst="star5">
              <a:avLst>
                <a:gd name="adj" fmla="val 24749"/>
                <a:gd name="hf" fmla="val 105146"/>
                <a:gd name="vf" fmla="val 110557"/>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27" name="五角星 26"/>
            <p:cNvSpPr/>
            <p:nvPr/>
          </p:nvSpPr>
          <p:spPr>
            <a:xfrm>
              <a:off x="2364" y="6807"/>
              <a:ext cx="397" cy="397"/>
            </a:xfrm>
            <a:prstGeom prst="star5">
              <a:avLst>
                <a:gd name="adj" fmla="val 24749"/>
                <a:gd name="hf" fmla="val 105146"/>
                <a:gd name="vf" fmla="val 110557"/>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pic>
          <p:nvPicPr>
            <p:cNvPr id="28" name="图片 27" descr="32313535313633383b32313535313730313bc4f1"/>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21060000" flipH="1">
              <a:off x="16290" y="840"/>
              <a:ext cx="510" cy="510"/>
            </a:xfrm>
            <a:prstGeom prst="rect">
              <a:avLst/>
            </a:prstGeom>
          </p:spPr>
        </p:pic>
        <p:pic>
          <p:nvPicPr>
            <p:cNvPr id="34" name="图片 33" descr="32313535313633383b32313535313730313bc4f1"/>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20460000" flipH="1">
              <a:off x="17371" y="1136"/>
              <a:ext cx="964" cy="964"/>
            </a:xfrm>
            <a:prstGeom prst="rect">
              <a:avLst/>
            </a:prstGeom>
          </p:spPr>
        </p:pic>
        <p:sp>
          <p:nvSpPr>
            <p:cNvPr id="35" name="五角星 34"/>
            <p:cNvSpPr/>
            <p:nvPr/>
          </p:nvSpPr>
          <p:spPr>
            <a:xfrm>
              <a:off x="16900" y="5712"/>
              <a:ext cx="283" cy="283"/>
            </a:xfrm>
            <a:prstGeom prst="star5">
              <a:avLst>
                <a:gd name="adj" fmla="val 24749"/>
                <a:gd name="hf" fmla="val 105146"/>
                <a:gd name="vf" fmla="val 110557"/>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矩形 6"/>
          <p:cNvSpPr/>
          <p:nvPr userDrawn="1"/>
        </p:nvSpPr>
        <p:spPr>
          <a:xfrm>
            <a:off x="0" y="0"/>
            <a:ext cx="12192000" cy="6858000"/>
          </a:xfrm>
          <a:prstGeom prst="rect">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pic>
        <p:nvPicPr>
          <p:cNvPr id="10" name="图片 9" descr="红绸1"/>
          <p:cNvPicPr>
            <a:picLocks noChangeAspect="1"/>
          </p:cNvPicPr>
          <p:nvPr userDrawn="1"/>
        </p:nvPicPr>
        <p:blipFill>
          <a:blip r:embed="rId2"/>
          <a:srcRect l="2573" r="3667" b="18834"/>
          <a:stretch>
            <a:fillRect/>
          </a:stretch>
        </p:blipFill>
        <p:spPr>
          <a:xfrm>
            <a:off x="-6985" y="4808220"/>
            <a:ext cx="12205970" cy="2049780"/>
          </a:xfrm>
          <a:prstGeom prst="rect">
            <a:avLst/>
          </a:prstGeom>
        </p:spPr>
      </p:pic>
      <p:sp>
        <p:nvSpPr>
          <p:cNvPr id="8" name="圆角矩形 7"/>
          <p:cNvSpPr/>
          <p:nvPr userDrawn="1"/>
        </p:nvSpPr>
        <p:spPr>
          <a:xfrm>
            <a:off x="102000" y="99000"/>
            <a:ext cx="11988000" cy="6660000"/>
          </a:xfrm>
          <a:prstGeom prst="roundRect">
            <a:avLst>
              <a:gd name="adj" fmla="val 596"/>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userDrawn="1"/>
        </p:nvSpPr>
        <p:spPr>
          <a:xfrm>
            <a:off x="0" y="0"/>
            <a:ext cx="12192000" cy="6858000"/>
          </a:xfrm>
          <a:prstGeom prst="rect">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36" name="组合 35"/>
          <p:cNvGrpSpPr/>
          <p:nvPr userDrawn="1"/>
        </p:nvGrpSpPr>
        <p:grpSpPr>
          <a:xfrm>
            <a:off x="-6985" y="0"/>
            <a:ext cx="12205970" cy="6858000"/>
            <a:chOff x="-11" y="0"/>
            <a:chExt cx="19222" cy="10800"/>
          </a:xfrm>
        </p:grpSpPr>
        <p:sp>
          <p:nvSpPr>
            <p:cNvPr id="5" name="矩形 4"/>
            <p:cNvSpPr/>
            <p:nvPr/>
          </p:nvSpPr>
          <p:spPr>
            <a:xfrm>
              <a:off x="0" y="0"/>
              <a:ext cx="19200" cy="10800"/>
            </a:xfrm>
            <a:prstGeom prst="rect">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pic>
          <p:nvPicPr>
            <p:cNvPr id="11" name="图片 10" descr="4"/>
            <p:cNvPicPr>
              <a:picLocks noChangeAspect="1"/>
            </p:cNvPicPr>
            <p:nvPr/>
          </p:nvPicPr>
          <p:blipFill>
            <a:blip r:embed="rId2"/>
            <a:srcRect t="7662"/>
            <a:stretch>
              <a:fillRect/>
            </a:stretch>
          </p:blipFill>
          <p:spPr>
            <a:xfrm>
              <a:off x="6136" y="5087"/>
              <a:ext cx="6929" cy="5578"/>
            </a:xfrm>
            <a:prstGeom prst="rect">
              <a:avLst/>
            </a:prstGeom>
          </p:spPr>
        </p:pic>
        <p:pic>
          <p:nvPicPr>
            <p:cNvPr id="4" name="图片 3" descr="4"/>
            <p:cNvPicPr>
              <a:picLocks noChangeAspect="1"/>
            </p:cNvPicPr>
            <p:nvPr/>
          </p:nvPicPr>
          <p:blipFill>
            <a:blip r:embed="rId3"/>
            <a:stretch>
              <a:fillRect/>
            </a:stretch>
          </p:blipFill>
          <p:spPr>
            <a:xfrm flipH="1">
              <a:off x="13490" y="8184"/>
              <a:ext cx="1541" cy="1455"/>
            </a:xfrm>
            <a:prstGeom prst="rect">
              <a:avLst/>
            </a:prstGeom>
          </p:spPr>
        </p:pic>
        <p:pic>
          <p:nvPicPr>
            <p:cNvPr id="12" name="图片 11" descr="4"/>
            <p:cNvPicPr>
              <a:picLocks noChangeAspect="1"/>
            </p:cNvPicPr>
            <p:nvPr/>
          </p:nvPicPr>
          <p:blipFill>
            <a:blip r:embed="rId3"/>
            <a:stretch>
              <a:fillRect/>
            </a:stretch>
          </p:blipFill>
          <p:spPr>
            <a:xfrm>
              <a:off x="4170" y="8434"/>
              <a:ext cx="1541" cy="1455"/>
            </a:xfrm>
            <a:prstGeom prst="rect">
              <a:avLst/>
            </a:prstGeom>
          </p:spPr>
        </p:pic>
        <p:pic>
          <p:nvPicPr>
            <p:cNvPr id="10" name="图片 9" descr="红绸1"/>
            <p:cNvPicPr>
              <a:picLocks noChangeAspect="1"/>
            </p:cNvPicPr>
            <p:nvPr userDrawn="1"/>
          </p:nvPicPr>
          <p:blipFill>
            <a:blip r:embed="rId4"/>
            <a:srcRect l="2573" r="3667" b="18834"/>
            <a:stretch>
              <a:fillRect/>
            </a:stretch>
          </p:blipFill>
          <p:spPr>
            <a:xfrm>
              <a:off x="-11" y="7572"/>
              <a:ext cx="19222" cy="3228"/>
            </a:xfrm>
            <a:prstGeom prst="rect">
              <a:avLst/>
            </a:prstGeom>
          </p:spPr>
        </p:pic>
        <p:sp>
          <p:nvSpPr>
            <p:cNvPr id="26" name="五角星 25"/>
            <p:cNvSpPr/>
            <p:nvPr/>
          </p:nvSpPr>
          <p:spPr>
            <a:xfrm>
              <a:off x="1125" y="1387"/>
              <a:ext cx="170" cy="170"/>
            </a:xfrm>
            <a:prstGeom prst="star5">
              <a:avLst>
                <a:gd name="adj" fmla="val 24749"/>
                <a:gd name="hf" fmla="val 105146"/>
                <a:gd name="vf" fmla="val 110557"/>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27" name="五角星 26"/>
            <p:cNvSpPr/>
            <p:nvPr/>
          </p:nvSpPr>
          <p:spPr>
            <a:xfrm>
              <a:off x="2364" y="6807"/>
              <a:ext cx="397" cy="397"/>
            </a:xfrm>
            <a:prstGeom prst="star5">
              <a:avLst>
                <a:gd name="adj" fmla="val 24749"/>
                <a:gd name="hf" fmla="val 105146"/>
                <a:gd name="vf" fmla="val 110557"/>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pic>
          <p:nvPicPr>
            <p:cNvPr id="28" name="图片 27" descr="32313535313633383b32313535313730313bc4f1"/>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21060000" flipH="1">
              <a:off x="16290" y="840"/>
              <a:ext cx="510" cy="510"/>
            </a:xfrm>
            <a:prstGeom prst="rect">
              <a:avLst/>
            </a:prstGeom>
          </p:spPr>
        </p:pic>
        <p:pic>
          <p:nvPicPr>
            <p:cNvPr id="34" name="图片 33" descr="32313535313633383b32313535313730313bc4f1"/>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20460000" flipH="1">
              <a:off x="17371" y="1136"/>
              <a:ext cx="964" cy="964"/>
            </a:xfrm>
            <a:prstGeom prst="rect">
              <a:avLst/>
            </a:prstGeom>
          </p:spPr>
        </p:pic>
        <p:sp>
          <p:nvSpPr>
            <p:cNvPr id="35" name="五角星 34"/>
            <p:cNvSpPr/>
            <p:nvPr/>
          </p:nvSpPr>
          <p:spPr>
            <a:xfrm>
              <a:off x="16900" y="5712"/>
              <a:ext cx="283" cy="283"/>
            </a:xfrm>
            <a:prstGeom prst="star5">
              <a:avLst>
                <a:gd name="adj" fmla="val 24749"/>
                <a:gd name="hf" fmla="val 105146"/>
                <a:gd name="vf" fmla="val 110557"/>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矩形 6"/>
          <p:cNvSpPr/>
          <p:nvPr userDrawn="1"/>
        </p:nvSpPr>
        <p:spPr>
          <a:xfrm>
            <a:off x="0" y="0"/>
            <a:ext cx="12192000" cy="6858000"/>
          </a:xfrm>
          <a:prstGeom prst="rect">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pic>
        <p:nvPicPr>
          <p:cNvPr id="10" name="图片 9" descr="红绸1"/>
          <p:cNvPicPr>
            <a:picLocks noChangeAspect="1"/>
          </p:cNvPicPr>
          <p:nvPr userDrawn="1"/>
        </p:nvPicPr>
        <p:blipFill>
          <a:blip r:embed="rId2"/>
          <a:srcRect l="2573" r="3667" b="18834"/>
          <a:stretch>
            <a:fillRect/>
          </a:stretch>
        </p:blipFill>
        <p:spPr>
          <a:xfrm>
            <a:off x="-6985" y="4808220"/>
            <a:ext cx="12205970" cy="2049780"/>
          </a:xfrm>
          <a:prstGeom prst="rect">
            <a:avLst/>
          </a:prstGeom>
        </p:spPr>
      </p:pic>
      <p:sp>
        <p:nvSpPr>
          <p:cNvPr id="8" name="圆角矩形 7"/>
          <p:cNvSpPr/>
          <p:nvPr userDrawn="1"/>
        </p:nvSpPr>
        <p:spPr>
          <a:xfrm>
            <a:off x="102000" y="99000"/>
            <a:ext cx="11988000" cy="6660000"/>
          </a:xfrm>
          <a:prstGeom prst="roundRect">
            <a:avLst>
              <a:gd name="adj" fmla="val 596"/>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userDrawn="1"/>
        </p:nvSpPr>
        <p:spPr>
          <a:xfrm>
            <a:off x="0" y="0"/>
            <a:ext cx="12192000" cy="6858000"/>
          </a:xfrm>
          <a:prstGeom prst="rect">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36" name="组合 35"/>
          <p:cNvGrpSpPr/>
          <p:nvPr userDrawn="1"/>
        </p:nvGrpSpPr>
        <p:grpSpPr>
          <a:xfrm>
            <a:off x="-6985" y="0"/>
            <a:ext cx="12205970" cy="6858000"/>
            <a:chOff x="-11" y="0"/>
            <a:chExt cx="19222" cy="10800"/>
          </a:xfrm>
        </p:grpSpPr>
        <p:sp>
          <p:nvSpPr>
            <p:cNvPr id="5" name="矩形 4"/>
            <p:cNvSpPr/>
            <p:nvPr/>
          </p:nvSpPr>
          <p:spPr>
            <a:xfrm>
              <a:off x="0" y="0"/>
              <a:ext cx="19200" cy="10800"/>
            </a:xfrm>
            <a:prstGeom prst="rect">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pic>
          <p:nvPicPr>
            <p:cNvPr id="11" name="图片 10" descr="4"/>
            <p:cNvPicPr>
              <a:picLocks noChangeAspect="1"/>
            </p:cNvPicPr>
            <p:nvPr/>
          </p:nvPicPr>
          <p:blipFill>
            <a:blip r:embed="rId2"/>
            <a:srcRect t="7662"/>
            <a:stretch>
              <a:fillRect/>
            </a:stretch>
          </p:blipFill>
          <p:spPr>
            <a:xfrm>
              <a:off x="6136" y="5087"/>
              <a:ext cx="6929" cy="5578"/>
            </a:xfrm>
            <a:prstGeom prst="rect">
              <a:avLst/>
            </a:prstGeom>
          </p:spPr>
        </p:pic>
        <p:pic>
          <p:nvPicPr>
            <p:cNvPr id="4" name="图片 3" descr="4"/>
            <p:cNvPicPr>
              <a:picLocks noChangeAspect="1"/>
            </p:cNvPicPr>
            <p:nvPr/>
          </p:nvPicPr>
          <p:blipFill>
            <a:blip r:embed="rId3"/>
            <a:stretch>
              <a:fillRect/>
            </a:stretch>
          </p:blipFill>
          <p:spPr>
            <a:xfrm flipH="1">
              <a:off x="13490" y="8184"/>
              <a:ext cx="1541" cy="1455"/>
            </a:xfrm>
            <a:prstGeom prst="rect">
              <a:avLst/>
            </a:prstGeom>
          </p:spPr>
        </p:pic>
        <p:pic>
          <p:nvPicPr>
            <p:cNvPr id="12" name="图片 11" descr="4"/>
            <p:cNvPicPr>
              <a:picLocks noChangeAspect="1"/>
            </p:cNvPicPr>
            <p:nvPr/>
          </p:nvPicPr>
          <p:blipFill>
            <a:blip r:embed="rId3"/>
            <a:stretch>
              <a:fillRect/>
            </a:stretch>
          </p:blipFill>
          <p:spPr>
            <a:xfrm>
              <a:off x="4170" y="8434"/>
              <a:ext cx="1541" cy="1455"/>
            </a:xfrm>
            <a:prstGeom prst="rect">
              <a:avLst/>
            </a:prstGeom>
          </p:spPr>
        </p:pic>
        <p:pic>
          <p:nvPicPr>
            <p:cNvPr id="10" name="图片 9" descr="红绸1"/>
            <p:cNvPicPr>
              <a:picLocks noChangeAspect="1"/>
            </p:cNvPicPr>
            <p:nvPr userDrawn="1"/>
          </p:nvPicPr>
          <p:blipFill>
            <a:blip r:embed="rId4"/>
            <a:srcRect l="2573" r="3667" b="18834"/>
            <a:stretch>
              <a:fillRect/>
            </a:stretch>
          </p:blipFill>
          <p:spPr>
            <a:xfrm>
              <a:off x="-11" y="7572"/>
              <a:ext cx="19222" cy="3228"/>
            </a:xfrm>
            <a:prstGeom prst="rect">
              <a:avLst/>
            </a:prstGeom>
          </p:spPr>
        </p:pic>
        <p:sp>
          <p:nvSpPr>
            <p:cNvPr id="26" name="五角星 25"/>
            <p:cNvSpPr/>
            <p:nvPr/>
          </p:nvSpPr>
          <p:spPr>
            <a:xfrm>
              <a:off x="1125" y="1387"/>
              <a:ext cx="170" cy="170"/>
            </a:xfrm>
            <a:prstGeom prst="star5">
              <a:avLst>
                <a:gd name="adj" fmla="val 24749"/>
                <a:gd name="hf" fmla="val 105146"/>
                <a:gd name="vf" fmla="val 110557"/>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27" name="五角星 26"/>
            <p:cNvSpPr/>
            <p:nvPr/>
          </p:nvSpPr>
          <p:spPr>
            <a:xfrm>
              <a:off x="2364" y="6807"/>
              <a:ext cx="397" cy="397"/>
            </a:xfrm>
            <a:prstGeom prst="star5">
              <a:avLst>
                <a:gd name="adj" fmla="val 24749"/>
                <a:gd name="hf" fmla="val 105146"/>
                <a:gd name="vf" fmla="val 110557"/>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pic>
          <p:nvPicPr>
            <p:cNvPr id="28" name="图片 27" descr="32313535313633383b32313535313730313bc4f1"/>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21060000" flipH="1">
              <a:off x="16290" y="840"/>
              <a:ext cx="510" cy="510"/>
            </a:xfrm>
            <a:prstGeom prst="rect">
              <a:avLst/>
            </a:prstGeom>
          </p:spPr>
        </p:pic>
        <p:pic>
          <p:nvPicPr>
            <p:cNvPr id="34" name="图片 33" descr="32313535313633383b32313535313730313bc4f1"/>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20460000" flipH="1">
              <a:off x="17371" y="1136"/>
              <a:ext cx="964" cy="964"/>
            </a:xfrm>
            <a:prstGeom prst="rect">
              <a:avLst/>
            </a:prstGeom>
          </p:spPr>
        </p:pic>
        <p:sp>
          <p:nvSpPr>
            <p:cNvPr id="35" name="五角星 34"/>
            <p:cNvSpPr/>
            <p:nvPr/>
          </p:nvSpPr>
          <p:spPr>
            <a:xfrm>
              <a:off x="16900" y="5712"/>
              <a:ext cx="283" cy="283"/>
            </a:xfrm>
            <a:prstGeom prst="star5">
              <a:avLst>
                <a:gd name="adj" fmla="val 24749"/>
                <a:gd name="hf" fmla="val 105146"/>
                <a:gd name="vf" fmla="val 110557"/>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矩形 6"/>
          <p:cNvSpPr/>
          <p:nvPr userDrawn="1"/>
        </p:nvSpPr>
        <p:spPr>
          <a:xfrm>
            <a:off x="0" y="0"/>
            <a:ext cx="12192000" cy="6858000"/>
          </a:xfrm>
          <a:prstGeom prst="rect">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pic>
        <p:nvPicPr>
          <p:cNvPr id="10" name="图片 9" descr="红绸1"/>
          <p:cNvPicPr>
            <a:picLocks noChangeAspect="1"/>
          </p:cNvPicPr>
          <p:nvPr userDrawn="1"/>
        </p:nvPicPr>
        <p:blipFill>
          <a:blip r:embed="rId2"/>
          <a:srcRect l="2573" r="3667" b="18834"/>
          <a:stretch>
            <a:fillRect/>
          </a:stretch>
        </p:blipFill>
        <p:spPr>
          <a:xfrm>
            <a:off x="-6985" y="4808220"/>
            <a:ext cx="12205970" cy="2049780"/>
          </a:xfrm>
          <a:prstGeom prst="rect">
            <a:avLst/>
          </a:prstGeom>
        </p:spPr>
      </p:pic>
      <p:sp>
        <p:nvSpPr>
          <p:cNvPr id="8" name="圆角矩形 7"/>
          <p:cNvSpPr/>
          <p:nvPr userDrawn="1"/>
        </p:nvSpPr>
        <p:spPr>
          <a:xfrm>
            <a:off x="102000" y="99000"/>
            <a:ext cx="11988000" cy="6660000"/>
          </a:xfrm>
          <a:prstGeom prst="roundRect">
            <a:avLst>
              <a:gd name="adj" fmla="val 596"/>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userDrawn="1"/>
        </p:nvSpPr>
        <p:spPr>
          <a:xfrm>
            <a:off x="0" y="0"/>
            <a:ext cx="12192000" cy="6858000"/>
          </a:xfrm>
          <a:prstGeom prst="rect">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36" name="组合 35"/>
          <p:cNvGrpSpPr/>
          <p:nvPr userDrawn="1"/>
        </p:nvGrpSpPr>
        <p:grpSpPr>
          <a:xfrm>
            <a:off x="-6985" y="0"/>
            <a:ext cx="12205970" cy="6858000"/>
            <a:chOff x="-11" y="0"/>
            <a:chExt cx="19222" cy="10800"/>
          </a:xfrm>
        </p:grpSpPr>
        <p:sp>
          <p:nvSpPr>
            <p:cNvPr id="5" name="矩形 4"/>
            <p:cNvSpPr/>
            <p:nvPr/>
          </p:nvSpPr>
          <p:spPr>
            <a:xfrm>
              <a:off x="0" y="0"/>
              <a:ext cx="19200" cy="10800"/>
            </a:xfrm>
            <a:prstGeom prst="rect">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pic>
          <p:nvPicPr>
            <p:cNvPr id="11" name="图片 10" descr="4"/>
            <p:cNvPicPr>
              <a:picLocks noChangeAspect="1"/>
            </p:cNvPicPr>
            <p:nvPr/>
          </p:nvPicPr>
          <p:blipFill>
            <a:blip r:embed="rId2"/>
            <a:srcRect t="7662"/>
            <a:stretch>
              <a:fillRect/>
            </a:stretch>
          </p:blipFill>
          <p:spPr>
            <a:xfrm>
              <a:off x="6136" y="5087"/>
              <a:ext cx="6929" cy="5578"/>
            </a:xfrm>
            <a:prstGeom prst="rect">
              <a:avLst/>
            </a:prstGeom>
          </p:spPr>
        </p:pic>
        <p:pic>
          <p:nvPicPr>
            <p:cNvPr id="4" name="图片 3" descr="4"/>
            <p:cNvPicPr>
              <a:picLocks noChangeAspect="1"/>
            </p:cNvPicPr>
            <p:nvPr/>
          </p:nvPicPr>
          <p:blipFill>
            <a:blip r:embed="rId3"/>
            <a:stretch>
              <a:fillRect/>
            </a:stretch>
          </p:blipFill>
          <p:spPr>
            <a:xfrm flipH="1">
              <a:off x="13490" y="8184"/>
              <a:ext cx="1541" cy="1455"/>
            </a:xfrm>
            <a:prstGeom prst="rect">
              <a:avLst/>
            </a:prstGeom>
          </p:spPr>
        </p:pic>
        <p:pic>
          <p:nvPicPr>
            <p:cNvPr id="12" name="图片 11" descr="4"/>
            <p:cNvPicPr>
              <a:picLocks noChangeAspect="1"/>
            </p:cNvPicPr>
            <p:nvPr/>
          </p:nvPicPr>
          <p:blipFill>
            <a:blip r:embed="rId3"/>
            <a:stretch>
              <a:fillRect/>
            </a:stretch>
          </p:blipFill>
          <p:spPr>
            <a:xfrm>
              <a:off x="4170" y="8434"/>
              <a:ext cx="1541" cy="1455"/>
            </a:xfrm>
            <a:prstGeom prst="rect">
              <a:avLst/>
            </a:prstGeom>
          </p:spPr>
        </p:pic>
        <p:pic>
          <p:nvPicPr>
            <p:cNvPr id="10" name="图片 9" descr="红绸1"/>
            <p:cNvPicPr>
              <a:picLocks noChangeAspect="1"/>
            </p:cNvPicPr>
            <p:nvPr userDrawn="1"/>
          </p:nvPicPr>
          <p:blipFill>
            <a:blip r:embed="rId4"/>
            <a:srcRect l="2573" r="3667" b="18834"/>
            <a:stretch>
              <a:fillRect/>
            </a:stretch>
          </p:blipFill>
          <p:spPr>
            <a:xfrm>
              <a:off x="-11" y="7572"/>
              <a:ext cx="19222" cy="3228"/>
            </a:xfrm>
            <a:prstGeom prst="rect">
              <a:avLst/>
            </a:prstGeom>
          </p:spPr>
        </p:pic>
        <p:sp>
          <p:nvSpPr>
            <p:cNvPr id="26" name="五角星 25"/>
            <p:cNvSpPr/>
            <p:nvPr/>
          </p:nvSpPr>
          <p:spPr>
            <a:xfrm>
              <a:off x="1125" y="1387"/>
              <a:ext cx="170" cy="170"/>
            </a:xfrm>
            <a:prstGeom prst="star5">
              <a:avLst>
                <a:gd name="adj" fmla="val 24749"/>
                <a:gd name="hf" fmla="val 105146"/>
                <a:gd name="vf" fmla="val 110557"/>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27" name="五角星 26"/>
            <p:cNvSpPr/>
            <p:nvPr/>
          </p:nvSpPr>
          <p:spPr>
            <a:xfrm>
              <a:off x="2364" y="6807"/>
              <a:ext cx="397" cy="397"/>
            </a:xfrm>
            <a:prstGeom prst="star5">
              <a:avLst>
                <a:gd name="adj" fmla="val 24749"/>
                <a:gd name="hf" fmla="val 105146"/>
                <a:gd name="vf" fmla="val 110557"/>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pic>
          <p:nvPicPr>
            <p:cNvPr id="28" name="图片 27" descr="32313535313633383b32313535313730313bc4f1"/>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21060000" flipH="1">
              <a:off x="16290" y="840"/>
              <a:ext cx="510" cy="510"/>
            </a:xfrm>
            <a:prstGeom prst="rect">
              <a:avLst/>
            </a:prstGeom>
          </p:spPr>
        </p:pic>
        <p:pic>
          <p:nvPicPr>
            <p:cNvPr id="34" name="图片 33" descr="32313535313633383b32313535313730313bc4f1"/>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20460000" flipH="1">
              <a:off x="17371" y="1136"/>
              <a:ext cx="964" cy="964"/>
            </a:xfrm>
            <a:prstGeom prst="rect">
              <a:avLst/>
            </a:prstGeom>
          </p:spPr>
        </p:pic>
        <p:sp>
          <p:nvSpPr>
            <p:cNvPr id="35" name="五角星 34"/>
            <p:cNvSpPr/>
            <p:nvPr/>
          </p:nvSpPr>
          <p:spPr>
            <a:xfrm>
              <a:off x="16900" y="5712"/>
              <a:ext cx="283" cy="283"/>
            </a:xfrm>
            <a:prstGeom prst="star5">
              <a:avLst>
                <a:gd name="adj" fmla="val 24749"/>
                <a:gd name="hf" fmla="val 105146"/>
                <a:gd name="vf" fmla="val 110557"/>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gr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矩形 6"/>
          <p:cNvSpPr/>
          <p:nvPr userDrawn="1"/>
        </p:nvSpPr>
        <p:spPr>
          <a:xfrm>
            <a:off x="0" y="0"/>
            <a:ext cx="12192000" cy="6858000"/>
          </a:xfrm>
          <a:prstGeom prst="rect">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pic>
        <p:nvPicPr>
          <p:cNvPr id="10" name="图片 9" descr="红绸1"/>
          <p:cNvPicPr>
            <a:picLocks noChangeAspect="1"/>
          </p:cNvPicPr>
          <p:nvPr userDrawn="1"/>
        </p:nvPicPr>
        <p:blipFill>
          <a:blip r:embed="rId2"/>
          <a:srcRect l="2573" r="3667" b="18834"/>
          <a:stretch>
            <a:fillRect/>
          </a:stretch>
        </p:blipFill>
        <p:spPr>
          <a:xfrm>
            <a:off x="-6985" y="4808220"/>
            <a:ext cx="12205970" cy="2049780"/>
          </a:xfrm>
          <a:prstGeom prst="rect">
            <a:avLst/>
          </a:prstGeom>
        </p:spPr>
      </p:pic>
      <p:sp>
        <p:nvSpPr>
          <p:cNvPr id="8" name="圆角矩形 7"/>
          <p:cNvSpPr/>
          <p:nvPr userDrawn="1"/>
        </p:nvSpPr>
        <p:spPr>
          <a:xfrm>
            <a:off x="102000" y="99000"/>
            <a:ext cx="11988000" cy="6660000"/>
          </a:xfrm>
          <a:prstGeom prst="roundRect">
            <a:avLst>
              <a:gd name="adj" fmla="val 596"/>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userDrawn="1"/>
        </p:nvSpPr>
        <p:spPr>
          <a:xfrm>
            <a:off x="0" y="0"/>
            <a:ext cx="12192000" cy="6858000"/>
          </a:xfrm>
          <a:prstGeom prst="rect">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36" name="组合 35"/>
          <p:cNvGrpSpPr/>
          <p:nvPr userDrawn="1"/>
        </p:nvGrpSpPr>
        <p:grpSpPr>
          <a:xfrm>
            <a:off x="-6985" y="0"/>
            <a:ext cx="12205970" cy="6858000"/>
            <a:chOff x="-11" y="0"/>
            <a:chExt cx="19222" cy="10800"/>
          </a:xfrm>
        </p:grpSpPr>
        <p:sp>
          <p:nvSpPr>
            <p:cNvPr id="5" name="矩形 4"/>
            <p:cNvSpPr/>
            <p:nvPr/>
          </p:nvSpPr>
          <p:spPr>
            <a:xfrm>
              <a:off x="0" y="0"/>
              <a:ext cx="19200" cy="10800"/>
            </a:xfrm>
            <a:prstGeom prst="rect">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pic>
          <p:nvPicPr>
            <p:cNvPr id="11" name="图片 10" descr="4"/>
            <p:cNvPicPr>
              <a:picLocks noChangeAspect="1"/>
            </p:cNvPicPr>
            <p:nvPr/>
          </p:nvPicPr>
          <p:blipFill>
            <a:blip r:embed="rId2"/>
            <a:srcRect t="7662"/>
            <a:stretch>
              <a:fillRect/>
            </a:stretch>
          </p:blipFill>
          <p:spPr>
            <a:xfrm>
              <a:off x="6136" y="5087"/>
              <a:ext cx="6929" cy="5578"/>
            </a:xfrm>
            <a:prstGeom prst="rect">
              <a:avLst/>
            </a:prstGeom>
          </p:spPr>
        </p:pic>
        <p:pic>
          <p:nvPicPr>
            <p:cNvPr id="4" name="图片 3" descr="4"/>
            <p:cNvPicPr>
              <a:picLocks noChangeAspect="1"/>
            </p:cNvPicPr>
            <p:nvPr/>
          </p:nvPicPr>
          <p:blipFill>
            <a:blip r:embed="rId3"/>
            <a:stretch>
              <a:fillRect/>
            </a:stretch>
          </p:blipFill>
          <p:spPr>
            <a:xfrm flipH="1">
              <a:off x="13490" y="8184"/>
              <a:ext cx="1541" cy="1455"/>
            </a:xfrm>
            <a:prstGeom prst="rect">
              <a:avLst/>
            </a:prstGeom>
          </p:spPr>
        </p:pic>
        <p:pic>
          <p:nvPicPr>
            <p:cNvPr id="12" name="图片 11" descr="4"/>
            <p:cNvPicPr>
              <a:picLocks noChangeAspect="1"/>
            </p:cNvPicPr>
            <p:nvPr/>
          </p:nvPicPr>
          <p:blipFill>
            <a:blip r:embed="rId3"/>
            <a:stretch>
              <a:fillRect/>
            </a:stretch>
          </p:blipFill>
          <p:spPr>
            <a:xfrm>
              <a:off x="4170" y="8434"/>
              <a:ext cx="1541" cy="1455"/>
            </a:xfrm>
            <a:prstGeom prst="rect">
              <a:avLst/>
            </a:prstGeom>
          </p:spPr>
        </p:pic>
        <p:pic>
          <p:nvPicPr>
            <p:cNvPr id="10" name="图片 9" descr="红绸1"/>
            <p:cNvPicPr>
              <a:picLocks noChangeAspect="1"/>
            </p:cNvPicPr>
            <p:nvPr userDrawn="1"/>
          </p:nvPicPr>
          <p:blipFill>
            <a:blip r:embed="rId4"/>
            <a:srcRect l="2573" r="3667" b="18834"/>
            <a:stretch>
              <a:fillRect/>
            </a:stretch>
          </p:blipFill>
          <p:spPr>
            <a:xfrm>
              <a:off x="-11" y="7572"/>
              <a:ext cx="19222" cy="3228"/>
            </a:xfrm>
            <a:prstGeom prst="rect">
              <a:avLst/>
            </a:prstGeom>
          </p:spPr>
        </p:pic>
        <p:sp>
          <p:nvSpPr>
            <p:cNvPr id="26" name="五角星 25"/>
            <p:cNvSpPr/>
            <p:nvPr/>
          </p:nvSpPr>
          <p:spPr>
            <a:xfrm>
              <a:off x="1125" y="1387"/>
              <a:ext cx="170" cy="170"/>
            </a:xfrm>
            <a:prstGeom prst="star5">
              <a:avLst>
                <a:gd name="adj" fmla="val 24749"/>
                <a:gd name="hf" fmla="val 105146"/>
                <a:gd name="vf" fmla="val 110557"/>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27" name="五角星 26"/>
            <p:cNvSpPr/>
            <p:nvPr/>
          </p:nvSpPr>
          <p:spPr>
            <a:xfrm>
              <a:off x="2364" y="6807"/>
              <a:ext cx="397" cy="397"/>
            </a:xfrm>
            <a:prstGeom prst="star5">
              <a:avLst>
                <a:gd name="adj" fmla="val 24749"/>
                <a:gd name="hf" fmla="val 105146"/>
                <a:gd name="vf" fmla="val 110557"/>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pic>
          <p:nvPicPr>
            <p:cNvPr id="28" name="图片 27" descr="32313535313633383b32313535313730313bc4f1"/>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21060000" flipH="1">
              <a:off x="16290" y="840"/>
              <a:ext cx="510" cy="510"/>
            </a:xfrm>
            <a:prstGeom prst="rect">
              <a:avLst/>
            </a:prstGeom>
          </p:spPr>
        </p:pic>
        <p:pic>
          <p:nvPicPr>
            <p:cNvPr id="34" name="图片 33" descr="32313535313633383b32313535313730313bc4f1"/>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20460000" flipH="1">
              <a:off x="17371" y="1136"/>
              <a:ext cx="964" cy="964"/>
            </a:xfrm>
            <a:prstGeom prst="rect">
              <a:avLst/>
            </a:prstGeom>
          </p:spPr>
        </p:pic>
        <p:sp>
          <p:nvSpPr>
            <p:cNvPr id="35" name="五角星 34"/>
            <p:cNvSpPr/>
            <p:nvPr/>
          </p:nvSpPr>
          <p:spPr>
            <a:xfrm>
              <a:off x="16900" y="5712"/>
              <a:ext cx="283" cy="283"/>
            </a:xfrm>
            <a:prstGeom prst="star5">
              <a:avLst>
                <a:gd name="adj" fmla="val 24749"/>
                <a:gd name="hf" fmla="val 105146"/>
                <a:gd name="vf" fmla="val 110557"/>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gr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矩形 6"/>
          <p:cNvSpPr/>
          <p:nvPr userDrawn="1"/>
        </p:nvSpPr>
        <p:spPr>
          <a:xfrm>
            <a:off x="0" y="0"/>
            <a:ext cx="12192000" cy="6858000"/>
          </a:xfrm>
          <a:prstGeom prst="rect">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pic>
        <p:nvPicPr>
          <p:cNvPr id="10" name="图片 9" descr="红绸1"/>
          <p:cNvPicPr>
            <a:picLocks noChangeAspect="1"/>
          </p:cNvPicPr>
          <p:nvPr userDrawn="1"/>
        </p:nvPicPr>
        <p:blipFill>
          <a:blip r:embed="rId2"/>
          <a:srcRect l="2573" r="3667" b="18834"/>
          <a:stretch>
            <a:fillRect/>
          </a:stretch>
        </p:blipFill>
        <p:spPr>
          <a:xfrm>
            <a:off x="-6985" y="4808220"/>
            <a:ext cx="12205970" cy="2049780"/>
          </a:xfrm>
          <a:prstGeom prst="rect">
            <a:avLst/>
          </a:prstGeom>
        </p:spPr>
      </p:pic>
      <p:sp>
        <p:nvSpPr>
          <p:cNvPr id="8" name="圆角矩形 7"/>
          <p:cNvSpPr/>
          <p:nvPr userDrawn="1"/>
        </p:nvSpPr>
        <p:spPr>
          <a:xfrm>
            <a:off x="102000" y="99000"/>
            <a:ext cx="11988000" cy="6660000"/>
          </a:xfrm>
          <a:prstGeom prst="roundRect">
            <a:avLst>
              <a:gd name="adj" fmla="val 596"/>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userDrawn="1"/>
        </p:nvSpPr>
        <p:spPr>
          <a:xfrm>
            <a:off x="0" y="0"/>
            <a:ext cx="12192000" cy="6858000"/>
          </a:xfrm>
          <a:prstGeom prst="rect">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36" name="组合 35"/>
          <p:cNvGrpSpPr/>
          <p:nvPr userDrawn="1"/>
        </p:nvGrpSpPr>
        <p:grpSpPr>
          <a:xfrm>
            <a:off x="-6985" y="0"/>
            <a:ext cx="12205970" cy="6858000"/>
            <a:chOff x="-11" y="0"/>
            <a:chExt cx="19222" cy="10800"/>
          </a:xfrm>
        </p:grpSpPr>
        <p:sp>
          <p:nvSpPr>
            <p:cNvPr id="5" name="矩形 4"/>
            <p:cNvSpPr/>
            <p:nvPr/>
          </p:nvSpPr>
          <p:spPr>
            <a:xfrm>
              <a:off x="0" y="0"/>
              <a:ext cx="19200" cy="10800"/>
            </a:xfrm>
            <a:prstGeom prst="rect">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pic>
          <p:nvPicPr>
            <p:cNvPr id="11" name="图片 10" descr="4"/>
            <p:cNvPicPr>
              <a:picLocks noChangeAspect="1"/>
            </p:cNvPicPr>
            <p:nvPr/>
          </p:nvPicPr>
          <p:blipFill>
            <a:blip r:embed="rId2"/>
            <a:srcRect t="7662"/>
            <a:stretch>
              <a:fillRect/>
            </a:stretch>
          </p:blipFill>
          <p:spPr>
            <a:xfrm>
              <a:off x="6136" y="5087"/>
              <a:ext cx="6929" cy="5578"/>
            </a:xfrm>
            <a:prstGeom prst="rect">
              <a:avLst/>
            </a:prstGeom>
          </p:spPr>
        </p:pic>
        <p:pic>
          <p:nvPicPr>
            <p:cNvPr id="4" name="图片 3" descr="4"/>
            <p:cNvPicPr>
              <a:picLocks noChangeAspect="1"/>
            </p:cNvPicPr>
            <p:nvPr/>
          </p:nvPicPr>
          <p:blipFill>
            <a:blip r:embed="rId3"/>
            <a:stretch>
              <a:fillRect/>
            </a:stretch>
          </p:blipFill>
          <p:spPr>
            <a:xfrm flipH="1">
              <a:off x="13490" y="8184"/>
              <a:ext cx="1541" cy="1455"/>
            </a:xfrm>
            <a:prstGeom prst="rect">
              <a:avLst/>
            </a:prstGeom>
          </p:spPr>
        </p:pic>
        <p:pic>
          <p:nvPicPr>
            <p:cNvPr id="12" name="图片 11" descr="4"/>
            <p:cNvPicPr>
              <a:picLocks noChangeAspect="1"/>
            </p:cNvPicPr>
            <p:nvPr/>
          </p:nvPicPr>
          <p:blipFill>
            <a:blip r:embed="rId3"/>
            <a:stretch>
              <a:fillRect/>
            </a:stretch>
          </p:blipFill>
          <p:spPr>
            <a:xfrm>
              <a:off x="4170" y="8434"/>
              <a:ext cx="1541" cy="1455"/>
            </a:xfrm>
            <a:prstGeom prst="rect">
              <a:avLst/>
            </a:prstGeom>
          </p:spPr>
        </p:pic>
        <p:pic>
          <p:nvPicPr>
            <p:cNvPr id="10" name="图片 9" descr="红绸1"/>
            <p:cNvPicPr>
              <a:picLocks noChangeAspect="1"/>
            </p:cNvPicPr>
            <p:nvPr userDrawn="1"/>
          </p:nvPicPr>
          <p:blipFill>
            <a:blip r:embed="rId4"/>
            <a:srcRect l="2573" r="3667" b="18834"/>
            <a:stretch>
              <a:fillRect/>
            </a:stretch>
          </p:blipFill>
          <p:spPr>
            <a:xfrm>
              <a:off x="-11" y="7572"/>
              <a:ext cx="19222" cy="3228"/>
            </a:xfrm>
            <a:prstGeom prst="rect">
              <a:avLst/>
            </a:prstGeom>
          </p:spPr>
        </p:pic>
        <p:sp>
          <p:nvSpPr>
            <p:cNvPr id="26" name="五角星 25"/>
            <p:cNvSpPr/>
            <p:nvPr/>
          </p:nvSpPr>
          <p:spPr>
            <a:xfrm>
              <a:off x="1125" y="1387"/>
              <a:ext cx="170" cy="170"/>
            </a:xfrm>
            <a:prstGeom prst="star5">
              <a:avLst>
                <a:gd name="adj" fmla="val 24749"/>
                <a:gd name="hf" fmla="val 105146"/>
                <a:gd name="vf" fmla="val 110557"/>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27" name="五角星 26"/>
            <p:cNvSpPr/>
            <p:nvPr/>
          </p:nvSpPr>
          <p:spPr>
            <a:xfrm>
              <a:off x="2364" y="6807"/>
              <a:ext cx="397" cy="397"/>
            </a:xfrm>
            <a:prstGeom prst="star5">
              <a:avLst>
                <a:gd name="adj" fmla="val 24749"/>
                <a:gd name="hf" fmla="val 105146"/>
                <a:gd name="vf" fmla="val 110557"/>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pic>
          <p:nvPicPr>
            <p:cNvPr id="28" name="图片 27" descr="32313535313633383b32313535313730313bc4f1"/>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21060000" flipH="1">
              <a:off x="16290" y="840"/>
              <a:ext cx="510" cy="510"/>
            </a:xfrm>
            <a:prstGeom prst="rect">
              <a:avLst/>
            </a:prstGeom>
          </p:spPr>
        </p:pic>
        <p:pic>
          <p:nvPicPr>
            <p:cNvPr id="34" name="图片 33" descr="32313535313633383b32313535313730313bc4f1"/>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20460000" flipH="1">
              <a:off x="17371" y="1136"/>
              <a:ext cx="964" cy="964"/>
            </a:xfrm>
            <a:prstGeom prst="rect">
              <a:avLst/>
            </a:prstGeom>
          </p:spPr>
        </p:pic>
        <p:sp>
          <p:nvSpPr>
            <p:cNvPr id="35" name="五角星 34"/>
            <p:cNvSpPr/>
            <p:nvPr/>
          </p:nvSpPr>
          <p:spPr>
            <a:xfrm>
              <a:off x="16900" y="5712"/>
              <a:ext cx="283" cy="283"/>
            </a:xfrm>
            <a:prstGeom prst="star5">
              <a:avLst>
                <a:gd name="adj" fmla="val 24749"/>
                <a:gd name="hf" fmla="val 105146"/>
                <a:gd name="vf" fmla="val 110557"/>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gr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矩形 6"/>
          <p:cNvSpPr/>
          <p:nvPr userDrawn="1"/>
        </p:nvSpPr>
        <p:spPr>
          <a:xfrm>
            <a:off x="0" y="0"/>
            <a:ext cx="12192000" cy="6858000"/>
          </a:xfrm>
          <a:prstGeom prst="rect">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pic>
        <p:nvPicPr>
          <p:cNvPr id="10" name="图片 9" descr="红绸1"/>
          <p:cNvPicPr>
            <a:picLocks noChangeAspect="1"/>
          </p:cNvPicPr>
          <p:nvPr userDrawn="1"/>
        </p:nvPicPr>
        <p:blipFill>
          <a:blip r:embed="rId2"/>
          <a:srcRect l="2573" r="3667" b="18834"/>
          <a:stretch>
            <a:fillRect/>
          </a:stretch>
        </p:blipFill>
        <p:spPr>
          <a:xfrm>
            <a:off x="-6985" y="4808220"/>
            <a:ext cx="12205970" cy="2049780"/>
          </a:xfrm>
          <a:prstGeom prst="rect">
            <a:avLst/>
          </a:prstGeom>
        </p:spPr>
      </p:pic>
      <p:sp>
        <p:nvSpPr>
          <p:cNvPr id="8" name="圆角矩形 7"/>
          <p:cNvSpPr/>
          <p:nvPr userDrawn="1"/>
        </p:nvSpPr>
        <p:spPr>
          <a:xfrm>
            <a:off x="102000" y="99000"/>
            <a:ext cx="11988000" cy="6660000"/>
          </a:xfrm>
          <a:prstGeom prst="roundRect">
            <a:avLst>
              <a:gd name="adj" fmla="val 596"/>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userDrawn="1"/>
        </p:nvSpPr>
        <p:spPr>
          <a:xfrm>
            <a:off x="0" y="0"/>
            <a:ext cx="12192000" cy="6858000"/>
          </a:xfrm>
          <a:prstGeom prst="rect">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47.xml"/><Relationship Id="rId16" Type="http://schemas.openxmlformats.org/officeDocument/2006/relationships/tags" Target="../tags/tag46.xml"/><Relationship Id="rId15" Type="http://schemas.openxmlformats.org/officeDocument/2006/relationships/tags" Target="../tags/tag45.xml"/><Relationship Id="rId14" Type="http://schemas.openxmlformats.org/officeDocument/2006/relationships/tags" Target="../tags/tag44.xml"/><Relationship Id="rId13" Type="http://schemas.openxmlformats.org/officeDocument/2006/relationships/tags" Target="../tags/tag43.xml"/><Relationship Id="rId12" Type="http://schemas.openxmlformats.org/officeDocument/2006/relationships/tags" Target="../tags/tag4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8" Type="http://schemas.openxmlformats.org/officeDocument/2006/relationships/theme" Target="../theme/theme2.xml"/><Relationship Id="rId17" Type="http://schemas.openxmlformats.org/officeDocument/2006/relationships/tags" Target="../tags/tag94.xml"/><Relationship Id="rId16" Type="http://schemas.openxmlformats.org/officeDocument/2006/relationships/tags" Target="../tags/tag93.xml"/><Relationship Id="rId15" Type="http://schemas.openxmlformats.org/officeDocument/2006/relationships/tags" Target="../tags/tag92.xml"/><Relationship Id="rId14" Type="http://schemas.openxmlformats.org/officeDocument/2006/relationships/tags" Target="../tags/tag91.xml"/><Relationship Id="rId13" Type="http://schemas.openxmlformats.org/officeDocument/2006/relationships/tags" Target="../tags/tag90.xml"/><Relationship Id="rId12" Type="http://schemas.openxmlformats.org/officeDocument/2006/relationships/tags" Target="../tags/tag89.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8" Type="http://schemas.openxmlformats.org/officeDocument/2006/relationships/theme" Target="../theme/theme3.xml"/><Relationship Id="rId17" Type="http://schemas.openxmlformats.org/officeDocument/2006/relationships/tags" Target="../tags/tag141.xml"/><Relationship Id="rId16" Type="http://schemas.openxmlformats.org/officeDocument/2006/relationships/tags" Target="../tags/tag140.xml"/><Relationship Id="rId15" Type="http://schemas.openxmlformats.org/officeDocument/2006/relationships/tags" Target="../tags/tag139.xml"/><Relationship Id="rId14" Type="http://schemas.openxmlformats.org/officeDocument/2006/relationships/tags" Target="../tags/tag138.xml"/><Relationship Id="rId13" Type="http://schemas.openxmlformats.org/officeDocument/2006/relationships/tags" Target="../tags/tag137.xml"/><Relationship Id="rId12" Type="http://schemas.openxmlformats.org/officeDocument/2006/relationships/tags" Target="../tags/tag136.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8" Type="http://schemas.openxmlformats.org/officeDocument/2006/relationships/theme" Target="../theme/theme4.xml"/><Relationship Id="rId17" Type="http://schemas.openxmlformats.org/officeDocument/2006/relationships/tags" Target="../tags/tag188.xml"/><Relationship Id="rId16" Type="http://schemas.openxmlformats.org/officeDocument/2006/relationships/tags" Target="../tags/tag187.xml"/><Relationship Id="rId15" Type="http://schemas.openxmlformats.org/officeDocument/2006/relationships/tags" Target="../tags/tag186.xml"/><Relationship Id="rId14" Type="http://schemas.openxmlformats.org/officeDocument/2006/relationships/tags" Target="../tags/tag185.xml"/><Relationship Id="rId13" Type="http://schemas.openxmlformats.org/officeDocument/2006/relationships/tags" Target="../tags/tag184.xml"/><Relationship Id="rId12" Type="http://schemas.openxmlformats.org/officeDocument/2006/relationships/tags" Target="../tags/tag183.xml"/><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3.xml"/><Relationship Id="rId8" Type="http://schemas.openxmlformats.org/officeDocument/2006/relationships/slideLayout" Target="../slideLayouts/slideLayout52.xml"/><Relationship Id="rId7" Type="http://schemas.openxmlformats.org/officeDocument/2006/relationships/slideLayout" Target="../slideLayouts/slideLayout51.xml"/><Relationship Id="rId6" Type="http://schemas.openxmlformats.org/officeDocument/2006/relationships/slideLayout" Target="../slideLayouts/slideLayout50.xml"/><Relationship Id="rId5" Type="http://schemas.openxmlformats.org/officeDocument/2006/relationships/slideLayout" Target="../slideLayouts/slideLayout49.xml"/><Relationship Id="rId4" Type="http://schemas.openxmlformats.org/officeDocument/2006/relationships/slideLayout" Target="../slideLayouts/slideLayout48.xml"/><Relationship Id="rId3" Type="http://schemas.openxmlformats.org/officeDocument/2006/relationships/slideLayout" Target="../slideLayouts/slideLayout47.xml"/><Relationship Id="rId2" Type="http://schemas.openxmlformats.org/officeDocument/2006/relationships/slideLayout" Target="../slideLayouts/slideLayout46.xml"/><Relationship Id="rId18" Type="http://schemas.openxmlformats.org/officeDocument/2006/relationships/theme" Target="../theme/theme5.xml"/><Relationship Id="rId17" Type="http://schemas.openxmlformats.org/officeDocument/2006/relationships/tags" Target="../tags/tag235.xml"/><Relationship Id="rId16" Type="http://schemas.openxmlformats.org/officeDocument/2006/relationships/tags" Target="../tags/tag234.xml"/><Relationship Id="rId15" Type="http://schemas.openxmlformats.org/officeDocument/2006/relationships/tags" Target="../tags/tag233.xml"/><Relationship Id="rId14" Type="http://schemas.openxmlformats.org/officeDocument/2006/relationships/tags" Target="../tags/tag232.xml"/><Relationship Id="rId13" Type="http://schemas.openxmlformats.org/officeDocument/2006/relationships/tags" Target="../tags/tag231.xml"/><Relationship Id="rId12" Type="http://schemas.openxmlformats.org/officeDocument/2006/relationships/tags" Target="../tags/tag230.xml"/><Relationship Id="rId11" Type="http://schemas.openxmlformats.org/officeDocument/2006/relationships/slideLayout" Target="../slideLayouts/slideLayout55.xml"/><Relationship Id="rId10" Type="http://schemas.openxmlformats.org/officeDocument/2006/relationships/slideLayout" Target="../slideLayouts/slideLayout54.xml"/><Relationship Id="rId1" Type="http://schemas.openxmlformats.org/officeDocument/2006/relationships/slideLayout" Target="../slideLayouts/slideLayout45.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64.xml"/><Relationship Id="rId8" Type="http://schemas.openxmlformats.org/officeDocument/2006/relationships/slideLayout" Target="../slideLayouts/slideLayout63.xml"/><Relationship Id="rId7" Type="http://schemas.openxmlformats.org/officeDocument/2006/relationships/slideLayout" Target="../slideLayouts/slideLayout62.xml"/><Relationship Id="rId6" Type="http://schemas.openxmlformats.org/officeDocument/2006/relationships/slideLayout" Target="../slideLayouts/slideLayout61.xml"/><Relationship Id="rId5" Type="http://schemas.openxmlformats.org/officeDocument/2006/relationships/slideLayout" Target="../slideLayouts/slideLayout60.xml"/><Relationship Id="rId4" Type="http://schemas.openxmlformats.org/officeDocument/2006/relationships/slideLayout" Target="../slideLayouts/slideLayout59.xml"/><Relationship Id="rId3" Type="http://schemas.openxmlformats.org/officeDocument/2006/relationships/slideLayout" Target="../slideLayouts/slideLayout58.xml"/><Relationship Id="rId2" Type="http://schemas.openxmlformats.org/officeDocument/2006/relationships/slideLayout" Target="../slideLayouts/slideLayout57.xml"/><Relationship Id="rId18" Type="http://schemas.openxmlformats.org/officeDocument/2006/relationships/theme" Target="../theme/theme6.xml"/><Relationship Id="rId17" Type="http://schemas.openxmlformats.org/officeDocument/2006/relationships/tags" Target="../tags/tag282.xml"/><Relationship Id="rId16" Type="http://schemas.openxmlformats.org/officeDocument/2006/relationships/tags" Target="../tags/tag281.xml"/><Relationship Id="rId15" Type="http://schemas.openxmlformats.org/officeDocument/2006/relationships/tags" Target="../tags/tag280.xml"/><Relationship Id="rId14" Type="http://schemas.openxmlformats.org/officeDocument/2006/relationships/tags" Target="../tags/tag279.xml"/><Relationship Id="rId13" Type="http://schemas.openxmlformats.org/officeDocument/2006/relationships/tags" Target="../tags/tag278.xml"/><Relationship Id="rId12" Type="http://schemas.openxmlformats.org/officeDocument/2006/relationships/tags" Target="../tags/tag277.xml"/><Relationship Id="rId11" Type="http://schemas.openxmlformats.org/officeDocument/2006/relationships/slideLayout" Target="../slideLayouts/slideLayout66.xml"/><Relationship Id="rId10" Type="http://schemas.openxmlformats.org/officeDocument/2006/relationships/slideLayout" Target="../slideLayouts/slideLayout65.xml"/><Relationship Id="rId1" Type="http://schemas.openxmlformats.org/officeDocument/2006/relationships/slideLayout" Target="../slideLayouts/slideLayout56.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75.xml"/><Relationship Id="rId8" Type="http://schemas.openxmlformats.org/officeDocument/2006/relationships/slideLayout" Target="../slideLayouts/slideLayout74.xml"/><Relationship Id="rId7" Type="http://schemas.openxmlformats.org/officeDocument/2006/relationships/slideLayout" Target="../slideLayouts/slideLayout73.xml"/><Relationship Id="rId6" Type="http://schemas.openxmlformats.org/officeDocument/2006/relationships/slideLayout" Target="../slideLayouts/slideLayout72.xml"/><Relationship Id="rId5" Type="http://schemas.openxmlformats.org/officeDocument/2006/relationships/slideLayout" Target="../slideLayouts/slideLayout71.xml"/><Relationship Id="rId4" Type="http://schemas.openxmlformats.org/officeDocument/2006/relationships/slideLayout" Target="../slideLayouts/slideLayout70.xml"/><Relationship Id="rId3" Type="http://schemas.openxmlformats.org/officeDocument/2006/relationships/slideLayout" Target="../slideLayouts/slideLayout69.xml"/><Relationship Id="rId2" Type="http://schemas.openxmlformats.org/officeDocument/2006/relationships/slideLayout" Target="../slideLayouts/slideLayout68.xml"/><Relationship Id="rId18" Type="http://schemas.openxmlformats.org/officeDocument/2006/relationships/theme" Target="../theme/theme7.xml"/><Relationship Id="rId17" Type="http://schemas.openxmlformats.org/officeDocument/2006/relationships/tags" Target="../tags/tag329.xml"/><Relationship Id="rId16" Type="http://schemas.openxmlformats.org/officeDocument/2006/relationships/tags" Target="../tags/tag328.xml"/><Relationship Id="rId15" Type="http://schemas.openxmlformats.org/officeDocument/2006/relationships/tags" Target="../tags/tag327.xml"/><Relationship Id="rId14" Type="http://schemas.openxmlformats.org/officeDocument/2006/relationships/tags" Target="../tags/tag326.xml"/><Relationship Id="rId13" Type="http://schemas.openxmlformats.org/officeDocument/2006/relationships/tags" Target="../tags/tag325.xml"/><Relationship Id="rId12" Type="http://schemas.openxmlformats.org/officeDocument/2006/relationships/tags" Target="../tags/tag324.xml"/><Relationship Id="rId11" Type="http://schemas.openxmlformats.org/officeDocument/2006/relationships/slideLayout" Target="../slideLayouts/slideLayout77.xml"/><Relationship Id="rId10" Type="http://schemas.openxmlformats.org/officeDocument/2006/relationships/slideLayout" Target="../slideLayouts/slideLayout76.xml"/><Relationship Id="rId1" Type="http://schemas.openxmlformats.org/officeDocument/2006/relationships/slideLayout" Target="../slideLayouts/slideLayout6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汉仪文黑-55简" panose="00020600040101010101" charset="-122"/>
                <a:ea typeface="汉仪文黑-55简" panose="00020600040101010101" charset="-122"/>
                <a:cs typeface="汉仪文黑-55简" panose="00020600040101010101"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汉仪文黑-55简" panose="00020600040101010101" charset="-122"/>
                <a:ea typeface="汉仪文黑-55简" panose="00020600040101010101" charset="-122"/>
                <a:cs typeface="汉仪文黑-55简" panose="00020600040101010101" charset="-122"/>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汉仪文黑-55简" panose="00020600040101010101" charset="-122"/>
                <a:ea typeface="汉仪文黑-55简" panose="00020600040101010101" charset="-122"/>
                <a:cs typeface="汉仪文黑-55简" panose="00020600040101010101" charset="-122"/>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汉仪文黑-55简" panose="00020600040101010101" charset="-122"/>
          <a:ea typeface="汉仪文黑-55简" panose="00020600040101010101" charset="-122"/>
          <a:cs typeface="汉仪文黑-55简" panose="00020600040101010101"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汉仪文黑-55简" panose="00020600040101010101" charset="-122"/>
          <a:ea typeface="汉仪文黑-55简" panose="00020600040101010101" charset="-122"/>
          <a:cs typeface="汉仪文黑-55简" panose="00020600040101010101"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汉仪文黑-55简" panose="00020600040101010101" charset="-122"/>
          <a:ea typeface="汉仪文黑-55简" panose="00020600040101010101" charset="-122"/>
          <a:cs typeface="汉仪文黑-55简" panose="00020600040101010101"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汉仪文黑-55简" panose="00020600040101010101" charset="-122"/>
          <a:ea typeface="汉仪文黑-55简" panose="00020600040101010101" charset="-122"/>
          <a:cs typeface="汉仪文黑-55简" panose="00020600040101010101"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汉仪文黑-55简" panose="00020600040101010101" charset="-122"/>
          <a:ea typeface="汉仪文黑-55简" panose="00020600040101010101" charset="-122"/>
          <a:cs typeface="汉仪文黑-55简" panose="00020600040101010101"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汉仪文黑-55简" panose="00020600040101010101" charset="-122"/>
          <a:ea typeface="汉仪文黑-55简" panose="00020600040101010101" charset="-122"/>
          <a:cs typeface="汉仪文黑-55简" panose="00020600040101010101"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汉仪文黑-55简" panose="00020600040101010101" charset="-122"/>
                <a:ea typeface="汉仪文黑-55简" panose="00020600040101010101" charset="-122"/>
                <a:cs typeface="汉仪文黑-55简" panose="00020600040101010101"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汉仪文黑-55简" panose="00020600040101010101" charset="-122"/>
                <a:ea typeface="汉仪文黑-55简" panose="00020600040101010101" charset="-122"/>
                <a:cs typeface="汉仪文黑-55简" panose="00020600040101010101" charset="-122"/>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汉仪文黑-55简" panose="00020600040101010101" charset="-122"/>
                <a:ea typeface="汉仪文黑-55简" panose="00020600040101010101" charset="-122"/>
                <a:cs typeface="汉仪文黑-55简" panose="00020600040101010101" charset="-122"/>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汉仪文黑-55简" panose="00020600040101010101" charset="-122"/>
          <a:ea typeface="汉仪文黑-55简" panose="00020600040101010101" charset="-122"/>
          <a:cs typeface="汉仪文黑-55简" panose="00020600040101010101"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汉仪文黑-55简" panose="00020600040101010101" charset="-122"/>
          <a:ea typeface="汉仪文黑-55简" panose="00020600040101010101" charset="-122"/>
          <a:cs typeface="汉仪文黑-55简" panose="00020600040101010101"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汉仪文黑-55简" panose="00020600040101010101" charset="-122"/>
          <a:ea typeface="汉仪文黑-55简" panose="00020600040101010101" charset="-122"/>
          <a:cs typeface="汉仪文黑-55简" panose="00020600040101010101"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汉仪文黑-55简" panose="00020600040101010101" charset="-122"/>
          <a:ea typeface="汉仪文黑-55简" panose="00020600040101010101" charset="-122"/>
          <a:cs typeface="汉仪文黑-55简" panose="00020600040101010101"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汉仪文黑-55简" panose="00020600040101010101" charset="-122"/>
          <a:ea typeface="汉仪文黑-55简" panose="00020600040101010101" charset="-122"/>
          <a:cs typeface="汉仪文黑-55简" panose="00020600040101010101"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汉仪文黑-55简" panose="00020600040101010101" charset="-122"/>
          <a:ea typeface="汉仪文黑-55简" panose="00020600040101010101" charset="-122"/>
          <a:cs typeface="汉仪文黑-55简" panose="00020600040101010101"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汉仪文黑-55简" panose="00020600040101010101" charset="-122"/>
                <a:ea typeface="汉仪文黑-55简" panose="00020600040101010101" charset="-122"/>
                <a:cs typeface="汉仪文黑-55简" panose="00020600040101010101"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汉仪文黑-55简" panose="00020600040101010101" charset="-122"/>
                <a:ea typeface="汉仪文黑-55简" panose="00020600040101010101" charset="-122"/>
                <a:cs typeface="汉仪文黑-55简" panose="00020600040101010101" charset="-122"/>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汉仪文黑-55简" panose="00020600040101010101" charset="-122"/>
                <a:ea typeface="汉仪文黑-55简" panose="00020600040101010101" charset="-122"/>
                <a:cs typeface="汉仪文黑-55简" panose="00020600040101010101" charset="-122"/>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汉仪文黑-55简" panose="00020600040101010101" charset="-122"/>
          <a:ea typeface="汉仪文黑-55简" panose="00020600040101010101" charset="-122"/>
          <a:cs typeface="汉仪文黑-55简" panose="00020600040101010101"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汉仪文黑-55简" panose="00020600040101010101" charset="-122"/>
          <a:ea typeface="汉仪文黑-55简" panose="00020600040101010101" charset="-122"/>
          <a:cs typeface="汉仪文黑-55简" panose="00020600040101010101"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汉仪文黑-55简" panose="00020600040101010101" charset="-122"/>
          <a:ea typeface="汉仪文黑-55简" panose="00020600040101010101" charset="-122"/>
          <a:cs typeface="汉仪文黑-55简" panose="00020600040101010101"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汉仪文黑-55简" panose="00020600040101010101" charset="-122"/>
          <a:ea typeface="汉仪文黑-55简" panose="00020600040101010101" charset="-122"/>
          <a:cs typeface="汉仪文黑-55简" panose="00020600040101010101"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汉仪文黑-55简" panose="00020600040101010101" charset="-122"/>
          <a:ea typeface="汉仪文黑-55简" panose="00020600040101010101" charset="-122"/>
          <a:cs typeface="汉仪文黑-55简" panose="00020600040101010101"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汉仪文黑-55简" panose="00020600040101010101" charset="-122"/>
          <a:ea typeface="汉仪文黑-55简" panose="00020600040101010101" charset="-122"/>
          <a:cs typeface="汉仪文黑-55简" panose="00020600040101010101"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汉仪文黑-55简" panose="00020600040101010101" charset="-122"/>
                <a:ea typeface="汉仪文黑-55简" panose="00020600040101010101" charset="-122"/>
                <a:cs typeface="汉仪文黑-55简" panose="00020600040101010101"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汉仪文黑-55简" panose="00020600040101010101" charset="-122"/>
                <a:ea typeface="汉仪文黑-55简" panose="00020600040101010101" charset="-122"/>
                <a:cs typeface="汉仪文黑-55简" panose="00020600040101010101" charset="-122"/>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汉仪文黑-55简" panose="00020600040101010101" charset="-122"/>
                <a:ea typeface="汉仪文黑-55简" panose="00020600040101010101" charset="-122"/>
                <a:cs typeface="汉仪文黑-55简" panose="00020600040101010101" charset="-122"/>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汉仪文黑-55简" panose="00020600040101010101" charset="-122"/>
          <a:ea typeface="汉仪文黑-55简" panose="00020600040101010101" charset="-122"/>
          <a:cs typeface="汉仪文黑-55简" panose="00020600040101010101"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汉仪文黑-55简" panose="00020600040101010101" charset="-122"/>
          <a:ea typeface="汉仪文黑-55简" panose="00020600040101010101" charset="-122"/>
          <a:cs typeface="汉仪文黑-55简" panose="00020600040101010101"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汉仪文黑-55简" panose="00020600040101010101" charset="-122"/>
          <a:ea typeface="汉仪文黑-55简" panose="00020600040101010101" charset="-122"/>
          <a:cs typeface="汉仪文黑-55简" panose="00020600040101010101"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汉仪文黑-55简" panose="00020600040101010101" charset="-122"/>
          <a:ea typeface="汉仪文黑-55简" panose="00020600040101010101" charset="-122"/>
          <a:cs typeface="汉仪文黑-55简" panose="00020600040101010101"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汉仪文黑-55简" panose="00020600040101010101" charset="-122"/>
          <a:ea typeface="汉仪文黑-55简" panose="00020600040101010101" charset="-122"/>
          <a:cs typeface="汉仪文黑-55简" panose="00020600040101010101"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汉仪文黑-55简" panose="00020600040101010101" charset="-122"/>
          <a:ea typeface="汉仪文黑-55简" panose="00020600040101010101" charset="-122"/>
          <a:cs typeface="汉仪文黑-55简" panose="00020600040101010101"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汉仪文黑-55简" panose="00020600040101010101" charset="-122"/>
                <a:ea typeface="汉仪文黑-55简" panose="00020600040101010101" charset="-122"/>
                <a:cs typeface="汉仪文黑-55简" panose="00020600040101010101"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汉仪文黑-55简" panose="00020600040101010101" charset="-122"/>
                <a:ea typeface="汉仪文黑-55简" panose="00020600040101010101" charset="-122"/>
                <a:cs typeface="汉仪文黑-55简" panose="00020600040101010101" charset="-122"/>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汉仪文黑-55简" panose="00020600040101010101" charset="-122"/>
                <a:ea typeface="汉仪文黑-55简" panose="00020600040101010101" charset="-122"/>
                <a:cs typeface="汉仪文黑-55简" panose="00020600040101010101" charset="-122"/>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汉仪文黑-55简" panose="00020600040101010101" charset="-122"/>
          <a:ea typeface="汉仪文黑-55简" panose="00020600040101010101" charset="-122"/>
          <a:cs typeface="汉仪文黑-55简" panose="00020600040101010101"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汉仪文黑-55简" panose="00020600040101010101" charset="-122"/>
          <a:ea typeface="汉仪文黑-55简" panose="00020600040101010101" charset="-122"/>
          <a:cs typeface="汉仪文黑-55简" panose="00020600040101010101"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汉仪文黑-55简" panose="00020600040101010101" charset="-122"/>
          <a:ea typeface="汉仪文黑-55简" panose="00020600040101010101" charset="-122"/>
          <a:cs typeface="汉仪文黑-55简" panose="00020600040101010101"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汉仪文黑-55简" panose="00020600040101010101" charset="-122"/>
          <a:ea typeface="汉仪文黑-55简" panose="00020600040101010101" charset="-122"/>
          <a:cs typeface="汉仪文黑-55简" panose="00020600040101010101"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汉仪文黑-55简" panose="00020600040101010101" charset="-122"/>
          <a:ea typeface="汉仪文黑-55简" panose="00020600040101010101" charset="-122"/>
          <a:cs typeface="汉仪文黑-55简" panose="00020600040101010101"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汉仪文黑-55简" panose="00020600040101010101" charset="-122"/>
          <a:ea typeface="汉仪文黑-55简" panose="00020600040101010101" charset="-122"/>
          <a:cs typeface="汉仪文黑-55简" panose="00020600040101010101"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汉仪文黑-55简" panose="00020600040101010101" charset="-122"/>
                <a:ea typeface="汉仪文黑-55简" panose="00020600040101010101" charset="-122"/>
                <a:cs typeface="汉仪文黑-55简" panose="00020600040101010101"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汉仪文黑-55简" panose="00020600040101010101" charset="-122"/>
                <a:ea typeface="汉仪文黑-55简" panose="00020600040101010101" charset="-122"/>
                <a:cs typeface="汉仪文黑-55简" panose="00020600040101010101" charset="-122"/>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汉仪文黑-55简" panose="00020600040101010101" charset="-122"/>
                <a:ea typeface="汉仪文黑-55简" panose="00020600040101010101" charset="-122"/>
                <a:cs typeface="汉仪文黑-55简" panose="00020600040101010101" charset="-122"/>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汉仪文黑-55简" panose="00020600040101010101" charset="-122"/>
          <a:ea typeface="汉仪文黑-55简" panose="00020600040101010101" charset="-122"/>
          <a:cs typeface="汉仪文黑-55简" panose="00020600040101010101"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汉仪文黑-55简" panose="00020600040101010101" charset="-122"/>
          <a:ea typeface="汉仪文黑-55简" panose="00020600040101010101" charset="-122"/>
          <a:cs typeface="汉仪文黑-55简" panose="00020600040101010101"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汉仪文黑-55简" panose="00020600040101010101" charset="-122"/>
          <a:ea typeface="汉仪文黑-55简" panose="00020600040101010101" charset="-122"/>
          <a:cs typeface="汉仪文黑-55简" panose="00020600040101010101"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汉仪文黑-55简" panose="00020600040101010101" charset="-122"/>
          <a:ea typeface="汉仪文黑-55简" panose="00020600040101010101" charset="-122"/>
          <a:cs typeface="汉仪文黑-55简" panose="00020600040101010101"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汉仪文黑-55简" panose="00020600040101010101" charset="-122"/>
          <a:ea typeface="汉仪文黑-55简" panose="00020600040101010101" charset="-122"/>
          <a:cs typeface="汉仪文黑-55简" panose="00020600040101010101"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汉仪文黑-55简" panose="00020600040101010101" charset="-122"/>
          <a:ea typeface="汉仪文黑-55简" panose="00020600040101010101" charset="-122"/>
          <a:cs typeface="汉仪文黑-55简" panose="00020600040101010101"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汉仪文黑-55简" panose="00020600040101010101" charset="-122"/>
                <a:ea typeface="汉仪文黑-55简" panose="00020600040101010101" charset="-122"/>
                <a:cs typeface="汉仪文黑-55简" panose="00020600040101010101"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汉仪文黑-55简" panose="00020600040101010101" charset="-122"/>
                <a:ea typeface="汉仪文黑-55简" panose="00020600040101010101" charset="-122"/>
                <a:cs typeface="汉仪文黑-55简" panose="00020600040101010101" charset="-122"/>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汉仪文黑-55简" panose="00020600040101010101" charset="-122"/>
                <a:ea typeface="汉仪文黑-55简" panose="00020600040101010101" charset="-122"/>
                <a:cs typeface="汉仪文黑-55简" panose="00020600040101010101" charset="-122"/>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汉仪文黑-55简" panose="00020600040101010101" charset="-122"/>
          <a:ea typeface="汉仪文黑-55简" panose="00020600040101010101" charset="-122"/>
          <a:cs typeface="汉仪文黑-55简" panose="00020600040101010101"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汉仪文黑-55简" panose="00020600040101010101" charset="-122"/>
          <a:ea typeface="汉仪文黑-55简" panose="00020600040101010101" charset="-122"/>
          <a:cs typeface="汉仪文黑-55简" panose="00020600040101010101"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汉仪文黑-55简" panose="00020600040101010101" charset="-122"/>
          <a:ea typeface="汉仪文黑-55简" panose="00020600040101010101" charset="-122"/>
          <a:cs typeface="汉仪文黑-55简" panose="00020600040101010101"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汉仪文黑-55简" panose="00020600040101010101" charset="-122"/>
          <a:ea typeface="汉仪文黑-55简" panose="00020600040101010101" charset="-122"/>
          <a:cs typeface="汉仪文黑-55简" panose="00020600040101010101"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汉仪文黑-55简" panose="00020600040101010101" charset="-122"/>
          <a:ea typeface="汉仪文黑-55简" panose="00020600040101010101" charset="-122"/>
          <a:cs typeface="汉仪文黑-55简" panose="00020600040101010101"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汉仪文黑-55简" panose="00020600040101010101" charset="-122"/>
          <a:ea typeface="汉仪文黑-55简" panose="00020600040101010101" charset="-122"/>
          <a:cs typeface="汉仪文黑-55简" panose="00020600040101010101"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tags" Target="../tags/tag330.xml"/><Relationship Id="rId2" Type="http://schemas.openxmlformats.org/officeDocument/2006/relationships/image" Target="../media/image7.svg"/><Relationship Id="rId1"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331.xml"/><Relationship Id="rId1" Type="http://schemas.openxmlformats.org/officeDocument/2006/relationships/image" Target="../media/image3.GIF"/></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1.xml"/><Relationship Id="rId3" Type="http://schemas.openxmlformats.org/officeDocument/2006/relationships/tags" Target="../tags/tag332.xml"/><Relationship Id="rId2" Type="http://schemas.openxmlformats.org/officeDocument/2006/relationships/image" Target="../media/image7.svg"/><Relationship Id="rId1" Type="http://schemas.openxmlformats.org/officeDocument/2006/relationships/image" Target="../media/image6.png"/></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333.xml"/><Relationship Id="rId2" Type="http://schemas.openxmlformats.org/officeDocument/2006/relationships/image" Target="../media/image9.svg"/><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9" Type="http://schemas.openxmlformats.org/officeDocument/2006/relationships/image" Target="../media/image18.png"/><Relationship Id="rId8" Type="http://schemas.openxmlformats.org/officeDocument/2006/relationships/image" Target="../media/image17.svg"/><Relationship Id="rId7" Type="http://schemas.openxmlformats.org/officeDocument/2006/relationships/image" Target="../media/image16.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 Id="rId3" Type="http://schemas.openxmlformats.org/officeDocument/2006/relationships/image" Target="../media/image12.png"/><Relationship Id="rId2" Type="http://schemas.openxmlformats.org/officeDocument/2006/relationships/image" Target="../media/image11.svg"/><Relationship Id="rId12" Type="http://schemas.openxmlformats.org/officeDocument/2006/relationships/slideLayout" Target="../slideLayouts/slideLayout2.xml"/><Relationship Id="rId11" Type="http://schemas.openxmlformats.org/officeDocument/2006/relationships/tags" Target="../tags/tag334.xml"/><Relationship Id="rId10" Type="http://schemas.openxmlformats.org/officeDocument/2006/relationships/image" Target="../media/image19.svg"/><Relationship Id="rId1"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35.xml"/><Relationship Id="rId1" Type="http://schemas.openxmlformats.org/officeDocument/2006/relationships/image" Target="../media/image20.jpe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36.xml"/><Relationship Id="rId1" Type="http://schemas.openxmlformats.org/officeDocument/2006/relationships/image" Target="../media/image21.jpe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2.xml"/><Relationship Id="rId3" Type="http://schemas.openxmlformats.org/officeDocument/2006/relationships/tags" Target="../tags/tag337.xml"/><Relationship Id="rId2" Type="http://schemas.openxmlformats.org/officeDocument/2006/relationships/image" Target="../media/image7.svg"/><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338.xml"/><Relationship Id="rId2" Type="http://schemas.openxmlformats.org/officeDocument/2006/relationships/image" Target="../media/image23.jpeg"/><Relationship Id="rId1" Type="http://schemas.openxmlformats.org/officeDocument/2006/relationships/image" Target="../media/image22.jpe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339.xml"/><Relationship Id="rId2" Type="http://schemas.openxmlformats.org/officeDocument/2006/relationships/image" Target="../media/image25.jpeg"/><Relationship Id="rId1" Type="http://schemas.openxmlformats.org/officeDocument/2006/relationships/image" Target="../media/image24.jpeg"/></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340.xml"/><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image" Target="../media/image26.jpe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41.xml"/><Relationship Id="rId1" Type="http://schemas.openxmlformats.org/officeDocument/2006/relationships/image" Target="../media/image29.jpe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42.xml"/><Relationship Id="rId1" Type="http://schemas.openxmlformats.org/officeDocument/2006/relationships/image" Target="../media/image30.jpe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3.xml"/><Relationship Id="rId2" Type="http://schemas.openxmlformats.org/officeDocument/2006/relationships/tags" Target="../tags/tag343.xml"/><Relationship Id="rId1"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44.xml"/><Relationship Id="rId1" Type="http://schemas.openxmlformats.org/officeDocument/2006/relationships/image" Target="../media/image31.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45.xml"/><Relationship Id="rId1" Type="http://schemas.openxmlformats.org/officeDocument/2006/relationships/image" Target="../media/image32.jpeg"/></Relationships>
</file>

<file path=ppt/slides/_rels/slide17.xml.rels><?xml version="1.0" encoding="UTF-8" standalone="yes"?>
<Relationships xmlns="http://schemas.openxmlformats.org/package/2006/relationships"><Relationship Id="rId9" Type="http://schemas.openxmlformats.org/officeDocument/2006/relationships/image" Target="../media/image41.svg"/><Relationship Id="rId8" Type="http://schemas.openxmlformats.org/officeDocument/2006/relationships/image" Target="../media/image40.png"/><Relationship Id="rId7" Type="http://schemas.openxmlformats.org/officeDocument/2006/relationships/image" Target="../media/image39.svg"/><Relationship Id="rId6" Type="http://schemas.openxmlformats.org/officeDocument/2006/relationships/image" Target="../media/image38.png"/><Relationship Id="rId5" Type="http://schemas.openxmlformats.org/officeDocument/2006/relationships/image" Target="../media/image37.svg"/><Relationship Id="rId4" Type="http://schemas.openxmlformats.org/officeDocument/2006/relationships/image" Target="../media/image36.png"/><Relationship Id="rId3" Type="http://schemas.openxmlformats.org/officeDocument/2006/relationships/image" Target="../media/image35.svg"/><Relationship Id="rId2" Type="http://schemas.openxmlformats.org/officeDocument/2006/relationships/image" Target="../media/image34.png"/><Relationship Id="rId11" Type="http://schemas.openxmlformats.org/officeDocument/2006/relationships/slideLayout" Target="../slideLayouts/slideLayout2.xml"/><Relationship Id="rId10" Type="http://schemas.openxmlformats.org/officeDocument/2006/relationships/tags" Target="../tags/tag346.xml"/><Relationship Id="rId1" Type="http://schemas.openxmlformats.org/officeDocument/2006/relationships/image" Target="../media/image33.jpeg"/></Relationships>
</file>

<file path=ppt/slides/_rels/slide1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347.xml"/><Relationship Id="rId3" Type="http://schemas.openxmlformats.org/officeDocument/2006/relationships/image" Target="../media/image44.svg"/><Relationship Id="rId2" Type="http://schemas.openxmlformats.org/officeDocument/2006/relationships/image" Target="../media/image43.png"/><Relationship Id="rId1" Type="http://schemas.openxmlformats.org/officeDocument/2006/relationships/image" Target="../media/image42.jpe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48.xml"/><Relationship Id="rId1" Type="http://schemas.openxmlformats.org/officeDocument/2006/relationships/image" Target="../media/image45.jpeg"/></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349.xml"/><Relationship Id="rId2" Type="http://schemas.openxmlformats.org/officeDocument/2006/relationships/image" Target="../media/image47.jpeg"/><Relationship Id="rId1" Type="http://schemas.openxmlformats.org/officeDocument/2006/relationships/image" Target="../media/image46.jpe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50.xml"/><Relationship Id="rId1" Type="http://schemas.openxmlformats.org/officeDocument/2006/relationships/image" Target="../media/image21.jpeg"/></Relationships>
</file>

<file path=ppt/slides/_rels/slide22.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351.xml"/><Relationship Id="rId7" Type="http://schemas.openxmlformats.org/officeDocument/2006/relationships/image" Target="../media/image54.svg"/><Relationship Id="rId6" Type="http://schemas.openxmlformats.org/officeDocument/2006/relationships/image" Target="../media/image53.png"/><Relationship Id="rId5" Type="http://schemas.openxmlformats.org/officeDocument/2006/relationships/image" Target="../media/image52.svg"/><Relationship Id="rId4" Type="http://schemas.openxmlformats.org/officeDocument/2006/relationships/image" Target="../media/image51.png"/><Relationship Id="rId3" Type="http://schemas.openxmlformats.org/officeDocument/2006/relationships/image" Target="../media/image50.svg"/><Relationship Id="rId2" Type="http://schemas.openxmlformats.org/officeDocument/2006/relationships/image" Target="../media/image49.png"/><Relationship Id="rId1" Type="http://schemas.openxmlformats.org/officeDocument/2006/relationships/image" Target="../media/image48.jpe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52.xml"/><Relationship Id="rId1" Type="http://schemas.openxmlformats.org/officeDocument/2006/relationships/image" Target="../media/image55.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53.xml"/><Relationship Id="rId1" Type="http://schemas.openxmlformats.org/officeDocument/2006/relationships/image" Target="../media/image56.jpe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54.xml"/><Relationship Id="rId1" Type="http://schemas.openxmlformats.org/officeDocument/2006/relationships/image" Target="../media/image57.jpeg"/></Relationships>
</file>

<file path=ppt/slides/_rels/slide2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355.xml"/><Relationship Id="rId3" Type="http://schemas.openxmlformats.org/officeDocument/2006/relationships/image" Target="../media/image60.svg"/><Relationship Id="rId2" Type="http://schemas.openxmlformats.org/officeDocument/2006/relationships/image" Target="../media/image59.png"/><Relationship Id="rId1" Type="http://schemas.openxmlformats.org/officeDocument/2006/relationships/image" Target="../media/image58.png"/></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34.xml"/><Relationship Id="rId2" Type="http://schemas.openxmlformats.org/officeDocument/2006/relationships/tags" Target="../tags/tag356.xml"/><Relationship Id="rId1" Type="http://schemas.openxmlformats.org/officeDocument/2006/relationships/image" Target="../media/image6.png"/></Relationships>
</file>

<file path=ppt/slides/_rels/slide28.xml.rels><?xml version="1.0" encoding="UTF-8" standalone="yes"?>
<Relationships xmlns="http://schemas.openxmlformats.org/package/2006/relationships"><Relationship Id="rId9" Type="http://schemas.openxmlformats.org/officeDocument/2006/relationships/tags" Target="../tags/tag357.xml"/><Relationship Id="rId8" Type="http://schemas.openxmlformats.org/officeDocument/2006/relationships/image" Target="../media/image68.svg"/><Relationship Id="rId7" Type="http://schemas.openxmlformats.org/officeDocument/2006/relationships/image" Target="../media/image67.png"/><Relationship Id="rId6" Type="http://schemas.openxmlformats.org/officeDocument/2006/relationships/image" Target="../media/image66.svg"/><Relationship Id="rId5" Type="http://schemas.openxmlformats.org/officeDocument/2006/relationships/image" Target="../media/image65.png"/><Relationship Id="rId4" Type="http://schemas.openxmlformats.org/officeDocument/2006/relationships/image" Target="../media/image64.svg"/><Relationship Id="rId3" Type="http://schemas.openxmlformats.org/officeDocument/2006/relationships/image" Target="../media/image63.png"/><Relationship Id="rId2" Type="http://schemas.openxmlformats.org/officeDocument/2006/relationships/image" Target="../media/image62.svg"/><Relationship Id="rId10" Type="http://schemas.openxmlformats.org/officeDocument/2006/relationships/slideLayout" Target="../slideLayouts/slideLayout2.xml"/><Relationship Id="rId1" Type="http://schemas.openxmlformats.org/officeDocument/2006/relationships/image" Target="../media/image61.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58.xml"/><Relationship Id="rId1" Type="http://schemas.openxmlformats.org/officeDocument/2006/relationships/image" Target="../media/image69.jpe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59.xml"/><Relationship Id="rId1" Type="http://schemas.openxmlformats.org/officeDocument/2006/relationships/image" Target="../media/image70.jpe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60.xml"/><Relationship Id="rId1" Type="http://schemas.openxmlformats.org/officeDocument/2006/relationships/image" Target="../media/image71.jpeg"/></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45.xml"/><Relationship Id="rId2" Type="http://schemas.openxmlformats.org/officeDocument/2006/relationships/tags" Target="../tags/tag361.xml"/><Relationship Id="rId1" Type="http://schemas.openxmlformats.org/officeDocument/2006/relationships/image" Target="../media/image6.pn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62.xml"/><Relationship Id="rId1" Type="http://schemas.openxmlformats.org/officeDocument/2006/relationships/image" Target="../media/image72.jpe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63.xml"/><Relationship Id="rId1" Type="http://schemas.openxmlformats.org/officeDocument/2006/relationships/image" Target="../media/image73.jpeg"/></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56.xml"/><Relationship Id="rId2" Type="http://schemas.openxmlformats.org/officeDocument/2006/relationships/tags" Target="../tags/tag364.xml"/><Relationship Id="rId1" Type="http://schemas.openxmlformats.org/officeDocument/2006/relationships/image" Target="../media/image6.pn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65.xml"/><Relationship Id="rId1" Type="http://schemas.openxmlformats.org/officeDocument/2006/relationships/image" Target="../media/image74.jpeg"/></Relationships>
</file>

<file path=ppt/slides/_rels/slide3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366.xml"/><Relationship Id="rId2" Type="http://schemas.openxmlformats.org/officeDocument/2006/relationships/image" Target="../media/image76.svg"/><Relationship Id="rId1" Type="http://schemas.openxmlformats.org/officeDocument/2006/relationships/image" Target="../media/image75.png"/></Relationships>
</file>

<file path=ppt/slides/_rels/slide3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367.xml"/><Relationship Id="rId2" Type="http://schemas.openxmlformats.org/officeDocument/2006/relationships/image" Target="../media/image76.svg"/><Relationship Id="rId1" Type="http://schemas.openxmlformats.org/officeDocument/2006/relationships/image" Target="../media/image75.png"/></Relationships>
</file>

<file path=ppt/slides/_rels/slide39.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67.xml"/><Relationship Id="rId2" Type="http://schemas.openxmlformats.org/officeDocument/2006/relationships/tags" Target="../tags/tag368.xml"/><Relationship Id="rId1"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1500823" y="1576070"/>
            <a:ext cx="9190355" cy="1568450"/>
          </a:xfrm>
          <a:prstGeom prst="rect">
            <a:avLst/>
          </a:prstGeom>
          <a:noFill/>
        </p:spPr>
        <p:txBody>
          <a:bodyPr wrap="square" rtlCol="0">
            <a:spAutoFit/>
          </a:bodyPr>
          <a:p>
            <a:pPr algn="dist"/>
            <a:r>
              <a:rPr lang="zh-CN" altLang="en-US" sz="9600">
                <a:solidFill>
                  <a:schemeClr val="accent4">
                    <a:lumMod val="60000"/>
                    <a:lumOff val="40000"/>
                  </a:schemeClr>
                </a:solidFill>
                <a:latin typeface="汉仪颜楷简" panose="00020600040101010101" charset="-122"/>
                <a:ea typeface="汉仪颜楷简" panose="00020600040101010101" charset="-122"/>
                <a:cs typeface="汉仪文黑-55简" panose="00020600040101010101" charset="-122"/>
              </a:rPr>
              <a:t>全国防灾减灾日</a:t>
            </a:r>
            <a:endParaRPr lang="zh-CN" altLang="en-US" sz="9600">
              <a:solidFill>
                <a:schemeClr val="accent4">
                  <a:lumMod val="60000"/>
                  <a:lumOff val="40000"/>
                </a:schemeClr>
              </a:solidFill>
              <a:latin typeface="汉仪颜楷简" panose="00020600040101010101" charset="-122"/>
              <a:ea typeface="汉仪颜楷简" panose="00020600040101010101" charset="-122"/>
              <a:cs typeface="汉仪文黑-55简" panose="00020600040101010101" charset="-122"/>
            </a:endParaRPr>
          </a:p>
        </p:txBody>
      </p:sp>
      <p:sp>
        <p:nvSpPr>
          <p:cNvPr id="20" name="文本框 19"/>
          <p:cNvSpPr txBox="1"/>
          <p:nvPr/>
        </p:nvSpPr>
        <p:spPr>
          <a:xfrm>
            <a:off x="3580765" y="880745"/>
            <a:ext cx="5030470" cy="398780"/>
          </a:xfrm>
          <a:prstGeom prst="rect">
            <a:avLst/>
          </a:prstGeom>
          <a:noFill/>
        </p:spPr>
        <p:txBody>
          <a:bodyPr wrap="square" rtlCol="0">
            <a:spAutoFit/>
          </a:bodyPr>
          <a:p>
            <a:pPr algn="dist"/>
            <a:r>
              <a:rPr lang="zh-CN" altLang="en-US" sz="2000">
                <a:solidFill>
                  <a:schemeClr val="accent4">
                    <a:lumMod val="60000"/>
                    <a:lumOff val="40000"/>
                  </a:schemeClr>
                </a:solidFill>
                <a:latin typeface="汉仪文黑-55简" panose="00020600040101010101" charset="-122"/>
                <a:ea typeface="汉仪文黑-55简" panose="00020600040101010101" charset="-122"/>
                <a:cs typeface="汉仪文黑-55简" panose="00020600040101010101" charset="-122"/>
              </a:rPr>
              <a:t>防范灾害风险</a:t>
            </a:r>
            <a:r>
              <a:rPr lang="en-US" altLang="zh-CN" sz="2000">
                <a:solidFill>
                  <a:schemeClr val="accent4">
                    <a:lumMod val="60000"/>
                    <a:lumOff val="40000"/>
                  </a:schemeClr>
                </a:solidFill>
                <a:latin typeface="汉仪文黑-55简" panose="00020600040101010101" charset="-122"/>
                <a:ea typeface="汉仪文黑-55简" panose="00020600040101010101" charset="-122"/>
                <a:cs typeface="汉仪文黑-55简" panose="00020600040101010101" charset="-122"/>
              </a:rPr>
              <a:t>       </a:t>
            </a:r>
            <a:r>
              <a:rPr lang="zh-CN" altLang="en-US" sz="2000">
                <a:solidFill>
                  <a:schemeClr val="accent4">
                    <a:lumMod val="60000"/>
                    <a:lumOff val="40000"/>
                  </a:schemeClr>
                </a:solidFill>
                <a:latin typeface="汉仪文黑-55简" panose="00020600040101010101" charset="-122"/>
                <a:ea typeface="汉仪文黑-55简" panose="00020600040101010101" charset="-122"/>
                <a:cs typeface="汉仪文黑-55简" panose="00020600040101010101" charset="-122"/>
              </a:rPr>
              <a:t>护航高质量发展</a:t>
            </a:r>
            <a:endParaRPr lang="zh-CN" altLang="en-US" sz="2000">
              <a:solidFill>
                <a:schemeClr val="accent4">
                  <a:lumMod val="60000"/>
                  <a:lumOff val="40000"/>
                </a:schemeClr>
              </a:solidFill>
              <a:latin typeface="汉仪文黑-55简" panose="00020600040101010101" charset="-122"/>
              <a:ea typeface="汉仪文黑-55简" panose="00020600040101010101" charset="-122"/>
              <a:cs typeface="汉仪文黑-55简" panose="00020600040101010101" charset="-122"/>
            </a:endParaRPr>
          </a:p>
        </p:txBody>
      </p:sp>
      <p:pic>
        <p:nvPicPr>
          <p:cNvPr id="21" name="图片 20" descr="32313538313137343b32303238393936333bb0aed0c4"/>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711825" y="850265"/>
            <a:ext cx="429260" cy="429260"/>
          </a:xfrm>
          <a:prstGeom prst="rect">
            <a:avLst/>
          </a:prstGeom>
        </p:spPr>
      </p:pic>
      <p:cxnSp>
        <p:nvCxnSpPr>
          <p:cNvPr id="22" name="直接连接符 21"/>
          <p:cNvCxnSpPr/>
          <p:nvPr/>
        </p:nvCxnSpPr>
        <p:spPr>
          <a:xfrm>
            <a:off x="2755265" y="1071245"/>
            <a:ext cx="819150" cy="0"/>
          </a:xfrm>
          <a:prstGeom prst="line">
            <a:avLst/>
          </a:prstGeom>
          <a:ln>
            <a:gradFill>
              <a:gsLst>
                <a:gs pos="0">
                  <a:schemeClr val="accent4">
                    <a:lumMod val="40000"/>
                    <a:lumOff val="60000"/>
                    <a:alpha val="0"/>
                  </a:schemeClr>
                </a:gs>
                <a:gs pos="100000">
                  <a:schemeClr val="accent4">
                    <a:lumMod val="40000"/>
                    <a:lumOff val="60000"/>
                  </a:schemeClr>
                </a:gs>
              </a:gsLst>
              <a:lin ang="0" scaled="1"/>
            </a:gra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8617585" y="1080135"/>
            <a:ext cx="819150" cy="0"/>
          </a:xfrm>
          <a:prstGeom prst="line">
            <a:avLst/>
          </a:prstGeom>
          <a:ln>
            <a:gradFill>
              <a:gsLst>
                <a:gs pos="0">
                  <a:schemeClr val="accent4">
                    <a:lumMod val="40000"/>
                    <a:lumOff val="60000"/>
                    <a:alpha val="0"/>
                  </a:schemeClr>
                </a:gs>
                <a:gs pos="100000">
                  <a:schemeClr val="accent4">
                    <a:lumMod val="40000"/>
                    <a:lumOff val="60000"/>
                  </a:schemeClr>
                </a:gs>
              </a:gsLst>
              <a:lin ang="0" scaled="1"/>
            </a:gradFill>
          </a:ln>
        </p:spPr>
        <p:style>
          <a:lnRef idx="1">
            <a:schemeClr val="accent1"/>
          </a:lnRef>
          <a:fillRef idx="0">
            <a:schemeClr val="accent1"/>
          </a:fillRef>
          <a:effectRef idx="0">
            <a:schemeClr val="accent1"/>
          </a:effectRef>
          <a:fontRef idx="minor">
            <a:schemeClr val="tx1"/>
          </a:fontRef>
        </p:style>
      </p:cxnSp>
    </p:spTree>
    <p:custDataLst>
      <p:tags r:id="rId3"/>
    </p:custData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4933633" y="356870"/>
            <a:ext cx="2324735" cy="1106805"/>
          </a:xfrm>
          <a:prstGeom prst="rect">
            <a:avLst/>
          </a:prstGeom>
          <a:noFill/>
        </p:spPr>
        <p:txBody>
          <a:bodyPr wrap="square" rtlCol="0">
            <a:spAutoFit/>
          </a:bodyPr>
          <a:p>
            <a:pPr algn="dist"/>
            <a:r>
              <a:rPr lang="zh-CN" altLang="en-US" sz="6600">
                <a:solidFill>
                  <a:schemeClr val="accent4">
                    <a:lumMod val="60000"/>
                    <a:lumOff val="40000"/>
                  </a:schemeClr>
                </a:solidFill>
                <a:latin typeface="汉仪颜楷简" panose="00020600040101010101" charset="-122"/>
                <a:ea typeface="汉仪颜楷简" panose="00020600040101010101" charset="-122"/>
                <a:cs typeface="汉仪文黑-55简" panose="00020600040101010101" charset="-122"/>
              </a:rPr>
              <a:t>目录</a:t>
            </a:r>
            <a:endParaRPr lang="zh-CN" altLang="en-US" sz="6600">
              <a:solidFill>
                <a:schemeClr val="accent4">
                  <a:lumMod val="60000"/>
                  <a:lumOff val="40000"/>
                </a:schemeClr>
              </a:solidFill>
              <a:latin typeface="汉仪颜楷简" panose="00020600040101010101" charset="-122"/>
              <a:ea typeface="汉仪颜楷简" panose="00020600040101010101" charset="-122"/>
              <a:cs typeface="汉仪文黑-55简" panose="00020600040101010101" charset="-122"/>
            </a:endParaRPr>
          </a:p>
        </p:txBody>
      </p:sp>
      <p:cxnSp>
        <p:nvCxnSpPr>
          <p:cNvPr id="22" name="直接连接符 21"/>
          <p:cNvCxnSpPr/>
          <p:nvPr/>
        </p:nvCxnSpPr>
        <p:spPr>
          <a:xfrm>
            <a:off x="3573145" y="910590"/>
            <a:ext cx="1080135" cy="0"/>
          </a:xfrm>
          <a:prstGeom prst="line">
            <a:avLst/>
          </a:prstGeom>
          <a:ln>
            <a:gradFill>
              <a:gsLst>
                <a:gs pos="0">
                  <a:schemeClr val="accent4">
                    <a:lumMod val="40000"/>
                    <a:lumOff val="60000"/>
                    <a:alpha val="0"/>
                  </a:schemeClr>
                </a:gs>
                <a:gs pos="100000">
                  <a:schemeClr val="accent4">
                    <a:lumMod val="40000"/>
                    <a:lumOff val="60000"/>
                  </a:schemeClr>
                </a:gs>
              </a:gsLst>
              <a:lin ang="0" scaled="1"/>
            </a:gra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7539990" y="910590"/>
            <a:ext cx="1080135" cy="0"/>
          </a:xfrm>
          <a:prstGeom prst="line">
            <a:avLst/>
          </a:prstGeom>
          <a:ln>
            <a:gradFill>
              <a:gsLst>
                <a:gs pos="0">
                  <a:schemeClr val="accent4">
                    <a:lumMod val="40000"/>
                    <a:lumOff val="60000"/>
                    <a:alpha val="0"/>
                  </a:schemeClr>
                </a:gs>
                <a:gs pos="100000">
                  <a:schemeClr val="accent4">
                    <a:lumMod val="40000"/>
                    <a:lumOff val="60000"/>
                  </a:schemeClr>
                </a:gs>
              </a:gsLst>
              <a:lin ang="0" scaled="1"/>
            </a:gradFill>
          </a:ln>
        </p:spPr>
        <p:style>
          <a:lnRef idx="1">
            <a:schemeClr val="accent1"/>
          </a:lnRef>
          <a:fillRef idx="0">
            <a:schemeClr val="accent1"/>
          </a:fillRef>
          <a:effectRef idx="0">
            <a:schemeClr val="accent1"/>
          </a:effectRef>
          <a:fontRef idx="minor">
            <a:schemeClr val="tx1"/>
          </a:fontRef>
        </p:style>
      </p:cxnSp>
      <p:grpSp>
        <p:nvGrpSpPr>
          <p:cNvPr id="33" name="组合 32"/>
          <p:cNvGrpSpPr/>
          <p:nvPr/>
        </p:nvGrpSpPr>
        <p:grpSpPr>
          <a:xfrm>
            <a:off x="466725" y="2147570"/>
            <a:ext cx="5180330" cy="866140"/>
            <a:chOff x="735" y="3382"/>
            <a:chExt cx="8158" cy="1364"/>
          </a:xfrm>
        </p:grpSpPr>
        <p:sp>
          <p:nvSpPr>
            <p:cNvPr id="26" name="矩形 25"/>
            <p:cNvSpPr/>
            <p:nvPr/>
          </p:nvSpPr>
          <p:spPr>
            <a:xfrm>
              <a:off x="735" y="3382"/>
              <a:ext cx="8158" cy="1365"/>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32" name="矩形 31"/>
            <p:cNvSpPr/>
            <p:nvPr/>
          </p:nvSpPr>
          <p:spPr>
            <a:xfrm>
              <a:off x="735" y="3382"/>
              <a:ext cx="1380" cy="1365"/>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grpSp>
      <p:grpSp>
        <p:nvGrpSpPr>
          <p:cNvPr id="34" name="组合 33"/>
          <p:cNvGrpSpPr/>
          <p:nvPr/>
        </p:nvGrpSpPr>
        <p:grpSpPr>
          <a:xfrm>
            <a:off x="466725" y="3376930"/>
            <a:ext cx="5180330" cy="866140"/>
            <a:chOff x="735" y="3382"/>
            <a:chExt cx="8158" cy="1364"/>
          </a:xfrm>
        </p:grpSpPr>
        <p:sp>
          <p:nvSpPr>
            <p:cNvPr id="35" name="矩形 34"/>
            <p:cNvSpPr/>
            <p:nvPr/>
          </p:nvSpPr>
          <p:spPr>
            <a:xfrm>
              <a:off x="735" y="3382"/>
              <a:ext cx="8158" cy="1365"/>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36" name="矩形 35"/>
            <p:cNvSpPr/>
            <p:nvPr/>
          </p:nvSpPr>
          <p:spPr>
            <a:xfrm>
              <a:off x="735" y="3382"/>
              <a:ext cx="1380" cy="1365"/>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grpSp>
      <p:grpSp>
        <p:nvGrpSpPr>
          <p:cNvPr id="37" name="组合 36"/>
          <p:cNvGrpSpPr/>
          <p:nvPr/>
        </p:nvGrpSpPr>
        <p:grpSpPr>
          <a:xfrm>
            <a:off x="466725" y="4606290"/>
            <a:ext cx="5180330" cy="866140"/>
            <a:chOff x="735" y="3382"/>
            <a:chExt cx="8158" cy="1364"/>
          </a:xfrm>
        </p:grpSpPr>
        <p:sp>
          <p:nvSpPr>
            <p:cNvPr id="38" name="矩形 37"/>
            <p:cNvSpPr/>
            <p:nvPr/>
          </p:nvSpPr>
          <p:spPr>
            <a:xfrm>
              <a:off x="735" y="3382"/>
              <a:ext cx="8158" cy="1365"/>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39" name="矩形 38"/>
            <p:cNvSpPr/>
            <p:nvPr/>
          </p:nvSpPr>
          <p:spPr>
            <a:xfrm>
              <a:off x="735" y="3382"/>
              <a:ext cx="1380" cy="1365"/>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grpSp>
      <p:grpSp>
        <p:nvGrpSpPr>
          <p:cNvPr id="40" name="组合 39"/>
          <p:cNvGrpSpPr/>
          <p:nvPr/>
        </p:nvGrpSpPr>
        <p:grpSpPr>
          <a:xfrm>
            <a:off x="6543675" y="2147570"/>
            <a:ext cx="5180330" cy="866140"/>
            <a:chOff x="735" y="3382"/>
            <a:chExt cx="8158" cy="1364"/>
          </a:xfrm>
        </p:grpSpPr>
        <p:sp>
          <p:nvSpPr>
            <p:cNvPr id="41" name="矩形 40"/>
            <p:cNvSpPr/>
            <p:nvPr/>
          </p:nvSpPr>
          <p:spPr>
            <a:xfrm>
              <a:off x="735" y="3382"/>
              <a:ext cx="8158" cy="1365"/>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42" name="矩形 41"/>
            <p:cNvSpPr/>
            <p:nvPr/>
          </p:nvSpPr>
          <p:spPr>
            <a:xfrm>
              <a:off x="735" y="3382"/>
              <a:ext cx="1380" cy="1365"/>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grpSp>
      <p:grpSp>
        <p:nvGrpSpPr>
          <p:cNvPr id="43" name="组合 42"/>
          <p:cNvGrpSpPr/>
          <p:nvPr/>
        </p:nvGrpSpPr>
        <p:grpSpPr>
          <a:xfrm>
            <a:off x="6543675" y="3376930"/>
            <a:ext cx="5180330" cy="866140"/>
            <a:chOff x="735" y="3382"/>
            <a:chExt cx="8158" cy="1364"/>
          </a:xfrm>
        </p:grpSpPr>
        <p:sp>
          <p:nvSpPr>
            <p:cNvPr id="44" name="矩形 43"/>
            <p:cNvSpPr/>
            <p:nvPr/>
          </p:nvSpPr>
          <p:spPr>
            <a:xfrm>
              <a:off x="735" y="3382"/>
              <a:ext cx="8158" cy="1365"/>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45" name="矩形 44"/>
            <p:cNvSpPr/>
            <p:nvPr/>
          </p:nvSpPr>
          <p:spPr>
            <a:xfrm>
              <a:off x="735" y="3382"/>
              <a:ext cx="1380" cy="1365"/>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grpSp>
      <p:grpSp>
        <p:nvGrpSpPr>
          <p:cNvPr id="46" name="组合 45"/>
          <p:cNvGrpSpPr/>
          <p:nvPr/>
        </p:nvGrpSpPr>
        <p:grpSpPr>
          <a:xfrm>
            <a:off x="6543675" y="4606290"/>
            <a:ext cx="5180330" cy="866140"/>
            <a:chOff x="735" y="3382"/>
            <a:chExt cx="8158" cy="1364"/>
          </a:xfrm>
        </p:grpSpPr>
        <p:sp>
          <p:nvSpPr>
            <p:cNvPr id="47" name="矩形 46"/>
            <p:cNvSpPr/>
            <p:nvPr/>
          </p:nvSpPr>
          <p:spPr>
            <a:xfrm>
              <a:off x="735" y="3382"/>
              <a:ext cx="8158" cy="1365"/>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48" name="矩形 47"/>
            <p:cNvSpPr/>
            <p:nvPr/>
          </p:nvSpPr>
          <p:spPr>
            <a:xfrm>
              <a:off x="735" y="3382"/>
              <a:ext cx="1380" cy="1365"/>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grpSp>
      <p:pic>
        <p:nvPicPr>
          <p:cNvPr id="10" name="图片 9" descr="红绸1"/>
          <p:cNvPicPr>
            <a:picLocks noChangeAspect="1"/>
          </p:cNvPicPr>
          <p:nvPr userDrawn="1"/>
        </p:nvPicPr>
        <p:blipFill>
          <a:blip r:embed="rId1"/>
          <a:srcRect l="2573" r="3667" b="18834"/>
          <a:stretch>
            <a:fillRect/>
          </a:stretch>
        </p:blipFill>
        <p:spPr>
          <a:xfrm>
            <a:off x="-6985" y="4980305"/>
            <a:ext cx="12205970" cy="1877695"/>
          </a:xfrm>
          <a:prstGeom prst="rect">
            <a:avLst/>
          </a:prstGeom>
        </p:spPr>
      </p:pic>
      <p:sp>
        <p:nvSpPr>
          <p:cNvPr id="49" name="文本框 48"/>
          <p:cNvSpPr txBox="1"/>
          <p:nvPr/>
        </p:nvSpPr>
        <p:spPr>
          <a:xfrm>
            <a:off x="647700" y="2367915"/>
            <a:ext cx="485775" cy="953135"/>
          </a:xfrm>
          <a:prstGeom prst="rect">
            <a:avLst/>
          </a:prstGeom>
          <a:noFill/>
        </p:spPr>
        <p:txBody>
          <a:bodyPr wrap="square" rtlCol="0">
            <a:spAutoFit/>
          </a:bodyPr>
          <a:p>
            <a:r>
              <a:rPr lang="en-US" altLang="zh-CN" sz="2800">
                <a:latin typeface="汉仪颜楷简" panose="00020600040101010101" charset="-122"/>
                <a:ea typeface="汉仪颜楷简" panose="00020600040101010101" charset="-122"/>
                <a:cs typeface="汉仪文黑-55简" panose="00020600040101010101" charset="-122"/>
              </a:rPr>
              <a:t>1</a:t>
            </a:r>
            <a:r>
              <a:rPr lang="zh-CN" altLang="en-US" sz="2800">
                <a:latin typeface="汉仪颜楷简" panose="00020600040101010101" charset="-122"/>
                <a:ea typeface="汉仪颜楷简" panose="00020600040101010101" charset="-122"/>
                <a:cs typeface="汉仪文黑-55简" panose="00020600040101010101" charset="-122"/>
              </a:rPr>
              <a:t>一</a:t>
            </a:r>
            <a:endParaRPr lang="zh-CN" altLang="en-US" sz="2800">
              <a:latin typeface="汉仪颜楷简" panose="00020600040101010101" charset="-122"/>
              <a:ea typeface="汉仪颜楷简" panose="00020600040101010101" charset="-122"/>
              <a:cs typeface="汉仪文黑-55简" panose="00020600040101010101" charset="-122"/>
            </a:endParaRPr>
          </a:p>
        </p:txBody>
      </p:sp>
      <p:sp>
        <p:nvSpPr>
          <p:cNvPr id="50" name="文本框 49"/>
          <p:cNvSpPr txBox="1"/>
          <p:nvPr/>
        </p:nvSpPr>
        <p:spPr>
          <a:xfrm>
            <a:off x="6724650" y="2367915"/>
            <a:ext cx="485775" cy="521970"/>
          </a:xfrm>
          <a:prstGeom prst="rect">
            <a:avLst/>
          </a:prstGeom>
          <a:noFill/>
        </p:spPr>
        <p:txBody>
          <a:bodyPr wrap="square" rtlCol="0">
            <a:spAutoFit/>
          </a:bodyPr>
          <a:p>
            <a:r>
              <a:rPr lang="en-US" altLang="zh-CN" sz="2800">
                <a:latin typeface="汉仪颜楷简" panose="00020600040101010101" charset="-122"/>
                <a:ea typeface="汉仪颜楷简" panose="00020600040101010101" charset="-122"/>
                <a:cs typeface="汉仪文黑-55简" panose="00020600040101010101" charset="-122"/>
              </a:rPr>
              <a:t>2</a:t>
            </a:r>
            <a:endParaRPr lang="en-US" altLang="zh-CN" sz="2800">
              <a:latin typeface="汉仪颜楷简" panose="00020600040101010101" charset="-122"/>
              <a:ea typeface="汉仪颜楷简" panose="00020600040101010101" charset="-122"/>
              <a:cs typeface="汉仪文黑-55简" panose="00020600040101010101" charset="-122"/>
            </a:endParaRPr>
          </a:p>
        </p:txBody>
      </p:sp>
      <p:sp>
        <p:nvSpPr>
          <p:cNvPr id="51" name="文本框 50"/>
          <p:cNvSpPr txBox="1"/>
          <p:nvPr/>
        </p:nvSpPr>
        <p:spPr>
          <a:xfrm>
            <a:off x="647700" y="3596640"/>
            <a:ext cx="485775" cy="521970"/>
          </a:xfrm>
          <a:prstGeom prst="rect">
            <a:avLst/>
          </a:prstGeom>
          <a:noFill/>
        </p:spPr>
        <p:txBody>
          <a:bodyPr wrap="square" rtlCol="0">
            <a:spAutoFit/>
          </a:bodyPr>
          <a:p>
            <a:r>
              <a:rPr lang="en-US" altLang="zh-CN" sz="2800">
                <a:latin typeface="汉仪颜楷简" panose="00020600040101010101" charset="-122"/>
                <a:ea typeface="汉仪颜楷简" panose="00020600040101010101" charset="-122"/>
                <a:cs typeface="汉仪文黑-55简" panose="00020600040101010101" charset="-122"/>
              </a:rPr>
              <a:t>3</a:t>
            </a:r>
            <a:endParaRPr lang="en-US" altLang="zh-CN" sz="2800">
              <a:latin typeface="汉仪颜楷简" panose="00020600040101010101" charset="-122"/>
              <a:ea typeface="汉仪颜楷简" panose="00020600040101010101" charset="-122"/>
              <a:cs typeface="汉仪文黑-55简" panose="00020600040101010101" charset="-122"/>
            </a:endParaRPr>
          </a:p>
        </p:txBody>
      </p:sp>
      <p:sp>
        <p:nvSpPr>
          <p:cNvPr id="52" name="文本框 51"/>
          <p:cNvSpPr txBox="1"/>
          <p:nvPr/>
        </p:nvSpPr>
        <p:spPr>
          <a:xfrm>
            <a:off x="6724650" y="3596640"/>
            <a:ext cx="485775" cy="521970"/>
          </a:xfrm>
          <a:prstGeom prst="rect">
            <a:avLst/>
          </a:prstGeom>
          <a:noFill/>
        </p:spPr>
        <p:txBody>
          <a:bodyPr wrap="square" rtlCol="0">
            <a:spAutoFit/>
          </a:bodyPr>
          <a:p>
            <a:r>
              <a:rPr lang="en-US" altLang="zh-CN" sz="2800">
                <a:latin typeface="汉仪颜楷简" panose="00020600040101010101" charset="-122"/>
                <a:ea typeface="汉仪颜楷简" panose="00020600040101010101" charset="-122"/>
                <a:cs typeface="汉仪文黑-55简" panose="00020600040101010101" charset="-122"/>
              </a:rPr>
              <a:t>4</a:t>
            </a:r>
            <a:endParaRPr lang="en-US" altLang="zh-CN" sz="2800">
              <a:latin typeface="汉仪颜楷简" panose="00020600040101010101" charset="-122"/>
              <a:ea typeface="汉仪颜楷简" panose="00020600040101010101" charset="-122"/>
              <a:cs typeface="汉仪文黑-55简" panose="00020600040101010101" charset="-122"/>
            </a:endParaRPr>
          </a:p>
        </p:txBody>
      </p:sp>
      <p:sp>
        <p:nvSpPr>
          <p:cNvPr id="53" name="文本框 52"/>
          <p:cNvSpPr txBox="1"/>
          <p:nvPr/>
        </p:nvSpPr>
        <p:spPr>
          <a:xfrm>
            <a:off x="647700" y="4815840"/>
            <a:ext cx="485775" cy="521970"/>
          </a:xfrm>
          <a:prstGeom prst="rect">
            <a:avLst/>
          </a:prstGeom>
          <a:noFill/>
        </p:spPr>
        <p:txBody>
          <a:bodyPr wrap="square" rtlCol="0">
            <a:spAutoFit/>
          </a:bodyPr>
          <a:p>
            <a:r>
              <a:rPr lang="en-US" altLang="zh-CN" sz="2800">
                <a:latin typeface="汉仪颜楷简" panose="00020600040101010101" charset="-122"/>
                <a:ea typeface="汉仪颜楷简" panose="00020600040101010101" charset="-122"/>
                <a:cs typeface="汉仪文黑-55简" panose="00020600040101010101" charset="-122"/>
              </a:rPr>
              <a:t>5</a:t>
            </a:r>
            <a:endParaRPr lang="en-US" altLang="zh-CN" sz="2800">
              <a:latin typeface="汉仪颜楷简" panose="00020600040101010101" charset="-122"/>
              <a:ea typeface="汉仪颜楷简" panose="00020600040101010101" charset="-122"/>
              <a:cs typeface="汉仪文黑-55简" panose="00020600040101010101" charset="-122"/>
            </a:endParaRPr>
          </a:p>
        </p:txBody>
      </p:sp>
      <p:sp>
        <p:nvSpPr>
          <p:cNvPr id="54" name="文本框 53"/>
          <p:cNvSpPr txBox="1"/>
          <p:nvPr/>
        </p:nvSpPr>
        <p:spPr>
          <a:xfrm>
            <a:off x="6724650" y="4815840"/>
            <a:ext cx="485775" cy="521970"/>
          </a:xfrm>
          <a:prstGeom prst="rect">
            <a:avLst/>
          </a:prstGeom>
          <a:noFill/>
        </p:spPr>
        <p:txBody>
          <a:bodyPr wrap="square" rtlCol="0">
            <a:spAutoFit/>
          </a:bodyPr>
          <a:p>
            <a:r>
              <a:rPr lang="en-US" altLang="zh-CN" sz="2800">
                <a:latin typeface="汉仪颜楷简" panose="00020600040101010101" charset="-122"/>
                <a:ea typeface="汉仪颜楷简" panose="00020600040101010101" charset="-122"/>
                <a:cs typeface="汉仪文黑-55简" panose="00020600040101010101" charset="-122"/>
              </a:rPr>
              <a:t>6</a:t>
            </a:r>
            <a:endParaRPr lang="en-US" altLang="zh-CN" sz="2800">
              <a:latin typeface="汉仪颜楷简" panose="00020600040101010101" charset="-122"/>
              <a:ea typeface="汉仪颜楷简" panose="00020600040101010101" charset="-122"/>
              <a:cs typeface="汉仪文黑-55简" panose="00020600040101010101" charset="-122"/>
            </a:endParaRPr>
          </a:p>
        </p:txBody>
      </p:sp>
      <p:sp>
        <p:nvSpPr>
          <p:cNvPr id="55" name="文本框 54"/>
          <p:cNvSpPr txBox="1"/>
          <p:nvPr/>
        </p:nvSpPr>
        <p:spPr>
          <a:xfrm>
            <a:off x="1552575" y="2309495"/>
            <a:ext cx="3458210" cy="521970"/>
          </a:xfrm>
          <a:prstGeom prst="rect">
            <a:avLst/>
          </a:prstGeom>
          <a:noFill/>
        </p:spPr>
        <p:txBody>
          <a:bodyPr wrap="square" rtlCol="0">
            <a:spAutoFit/>
          </a:bodyPr>
          <a:p>
            <a:pPr algn="dist"/>
            <a:r>
              <a:rPr lang="zh-CN" altLang="en-US" sz="2800">
                <a:latin typeface="汉仪颜楷简" panose="00020600040101010101" charset="-122"/>
                <a:ea typeface="汉仪颜楷简" panose="00020600040101010101" charset="-122"/>
                <a:cs typeface="汉仪文黑-55简" panose="00020600040101010101" charset="-122"/>
              </a:rPr>
              <a:t>全国防灾减灾日简介</a:t>
            </a:r>
            <a:endParaRPr lang="zh-CN" altLang="en-US" sz="2800">
              <a:latin typeface="汉仪颜楷简" panose="00020600040101010101" charset="-122"/>
              <a:ea typeface="汉仪颜楷简" panose="00020600040101010101" charset="-122"/>
              <a:cs typeface="汉仪文黑-55简" panose="00020600040101010101" charset="-122"/>
            </a:endParaRPr>
          </a:p>
        </p:txBody>
      </p:sp>
      <p:sp>
        <p:nvSpPr>
          <p:cNvPr id="56" name="文本框 55"/>
          <p:cNvSpPr txBox="1"/>
          <p:nvPr/>
        </p:nvSpPr>
        <p:spPr>
          <a:xfrm>
            <a:off x="8048625" y="3549015"/>
            <a:ext cx="2343785" cy="521970"/>
          </a:xfrm>
          <a:prstGeom prst="rect">
            <a:avLst/>
          </a:prstGeom>
          <a:noFill/>
        </p:spPr>
        <p:txBody>
          <a:bodyPr wrap="square" rtlCol="0">
            <a:spAutoFit/>
          </a:bodyPr>
          <a:p>
            <a:pPr algn="dist"/>
            <a:r>
              <a:rPr lang="zh-CN" altLang="en-US" sz="2800">
                <a:latin typeface="汉仪颜楷简" panose="00020600040101010101" charset="-122"/>
                <a:ea typeface="汉仪颜楷简" panose="00020600040101010101" charset="-122"/>
                <a:cs typeface="汉仪文黑-55简" panose="00020600040101010101" charset="-122"/>
              </a:rPr>
              <a:t>洪水台风篇</a:t>
            </a:r>
            <a:endParaRPr lang="zh-CN" altLang="en-US" sz="2800">
              <a:latin typeface="汉仪颜楷简" panose="00020600040101010101" charset="-122"/>
              <a:ea typeface="汉仪颜楷简" panose="00020600040101010101" charset="-122"/>
              <a:cs typeface="汉仪文黑-55简" panose="00020600040101010101" charset="-122"/>
            </a:endParaRPr>
          </a:p>
        </p:txBody>
      </p:sp>
      <p:sp>
        <p:nvSpPr>
          <p:cNvPr id="57" name="文本框 56"/>
          <p:cNvSpPr txBox="1"/>
          <p:nvPr/>
        </p:nvSpPr>
        <p:spPr>
          <a:xfrm>
            <a:off x="8048625" y="2310765"/>
            <a:ext cx="1401445" cy="521970"/>
          </a:xfrm>
          <a:prstGeom prst="rect">
            <a:avLst/>
          </a:prstGeom>
          <a:noFill/>
        </p:spPr>
        <p:txBody>
          <a:bodyPr wrap="square" rtlCol="0">
            <a:spAutoFit/>
          </a:bodyPr>
          <a:p>
            <a:pPr algn="dist"/>
            <a:r>
              <a:rPr lang="zh-CN" altLang="en-US" sz="2800">
                <a:latin typeface="汉仪颜楷简" panose="00020600040101010101" charset="-122"/>
                <a:ea typeface="汉仪颜楷简" panose="00020600040101010101" charset="-122"/>
                <a:cs typeface="汉仪文黑-55简" panose="00020600040101010101" charset="-122"/>
              </a:rPr>
              <a:t>地震篇</a:t>
            </a:r>
            <a:endParaRPr lang="zh-CN" altLang="en-US" sz="2800">
              <a:latin typeface="汉仪颜楷简" panose="00020600040101010101" charset="-122"/>
              <a:ea typeface="汉仪颜楷简" panose="00020600040101010101" charset="-122"/>
              <a:cs typeface="汉仪文黑-55简" panose="00020600040101010101" charset="-122"/>
            </a:endParaRPr>
          </a:p>
        </p:txBody>
      </p:sp>
      <p:sp>
        <p:nvSpPr>
          <p:cNvPr id="58" name="文本框 57"/>
          <p:cNvSpPr txBox="1"/>
          <p:nvPr/>
        </p:nvSpPr>
        <p:spPr>
          <a:xfrm>
            <a:off x="1552575" y="4789805"/>
            <a:ext cx="3152140" cy="521970"/>
          </a:xfrm>
          <a:prstGeom prst="rect">
            <a:avLst/>
          </a:prstGeom>
          <a:noFill/>
        </p:spPr>
        <p:txBody>
          <a:bodyPr wrap="square" rtlCol="0">
            <a:spAutoFit/>
          </a:bodyPr>
          <a:p>
            <a:pPr algn="dist"/>
            <a:r>
              <a:rPr lang="zh-CN" altLang="en-US" sz="2800">
                <a:latin typeface="汉仪颜楷简" panose="00020600040101010101" charset="-122"/>
                <a:ea typeface="汉仪颜楷简" panose="00020600040101010101" charset="-122"/>
                <a:cs typeface="汉仪文黑-55简" panose="00020600040101010101" charset="-122"/>
              </a:rPr>
              <a:t>沙尘暴、泥石流篇</a:t>
            </a:r>
            <a:endParaRPr lang="zh-CN" altLang="en-US" sz="2800">
              <a:latin typeface="汉仪颜楷简" panose="00020600040101010101" charset="-122"/>
              <a:ea typeface="汉仪颜楷简" panose="00020600040101010101" charset="-122"/>
              <a:cs typeface="汉仪文黑-55简" panose="00020600040101010101" charset="-122"/>
            </a:endParaRPr>
          </a:p>
        </p:txBody>
      </p:sp>
      <p:sp>
        <p:nvSpPr>
          <p:cNvPr id="59" name="文本框 58"/>
          <p:cNvSpPr txBox="1"/>
          <p:nvPr/>
        </p:nvSpPr>
        <p:spPr>
          <a:xfrm>
            <a:off x="1552575" y="3549650"/>
            <a:ext cx="2343785" cy="521970"/>
          </a:xfrm>
          <a:prstGeom prst="rect">
            <a:avLst/>
          </a:prstGeom>
          <a:noFill/>
        </p:spPr>
        <p:txBody>
          <a:bodyPr wrap="square" rtlCol="0">
            <a:spAutoFit/>
          </a:bodyPr>
          <a:p>
            <a:pPr algn="dist"/>
            <a:r>
              <a:rPr lang="zh-CN" altLang="en-US" sz="2800">
                <a:latin typeface="汉仪颜楷简" panose="00020600040101010101" charset="-122"/>
                <a:ea typeface="汉仪颜楷简" panose="00020600040101010101" charset="-122"/>
                <a:cs typeface="汉仪文黑-55简" panose="00020600040101010101" charset="-122"/>
              </a:rPr>
              <a:t>雷电火灾篇</a:t>
            </a:r>
            <a:endParaRPr lang="zh-CN" altLang="en-US" sz="2800">
              <a:latin typeface="汉仪颜楷简" panose="00020600040101010101" charset="-122"/>
              <a:ea typeface="汉仪颜楷简" panose="00020600040101010101" charset="-122"/>
              <a:cs typeface="汉仪文黑-55简" panose="00020600040101010101" charset="-122"/>
            </a:endParaRPr>
          </a:p>
        </p:txBody>
      </p:sp>
      <p:sp>
        <p:nvSpPr>
          <p:cNvPr id="60" name="文本框 59"/>
          <p:cNvSpPr txBox="1"/>
          <p:nvPr/>
        </p:nvSpPr>
        <p:spPr>
          <a:xfrm>
            <a:off x="8048625" y="4806315"/>
            <a:ext cx="2696210" cy="521970"/>
          </a:xfrm>
          <a:prstGeom prst="rect">
            <a:avLst/>
          </a:prstGeom>
          <a:noFill/>
        </p:spPr>
        <p:txBody>
          <a:bodyPr wrap="square" rtlCol="0">
            <a:spAutoFit/>
          </a:bodyPr>
          <a:p>
            <a:pPr algn="dist"/>
            <a:r>
              <a:rPr lang="zh-CN" altLang="en-US" sz="2800">
                <a:latin typeface="汉仪颜楷简" panose="00020600040101010101" charset="-122"/>
                <a:ea typeface="汉仪颜楷简" panose="00020600040101010101" charset="-122"/>
                <a:cs typeface="汉仪文黑-55简" panose="00020600040101010101" charset="-122"/>
              </a:rPr>
              <a:t>防灾减灾小知识</a:t>
            </a:r>
            <a:endParaRPr lang="zh-CN" altLang="en-US" sz="2800">
              <a:latin typeface="汉仪颜楷简" panose="00020600040101010101" charset="-122"/>
              <a:ea typeface="汉仪颜楷简" panose="00020600040101010101" charset="-122"/>
              <a:cs typeface="汉仪文黑-55简" panose="00020600040101010101" charset="-122"/>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1500823" y="1718945"/>
            <a:ext cx="9190355" cy="1260475"/>
          </a:xfrm>
          <a:prstGeom prst="rect">
            <a:avLst/>
          </a:prstGeom>
          <a:noFill/>
        </p:spPr>
        <p:txBody>
          <a:bodyPr wrap="square" rtlCol="0">
            <a:spAutoFit/>
          </a:bodyPr>
          <a:p>
            <a:pPr algn="dist"/>
            <a:r>
              <a:rPr lang="zh-CN" altLang="en-US" sz="7600">
                <a:solidFill>
                  <a:schemeClr val="accent4">
                    <a:lumMod val="60000"/>
                    <a:lumOff val="40000"/>
                  </a:schemeClr>
                </a:solidFill>
                <a:latin typeface="汉仪颜楷简" panose="00020600040101010101" charset="-122"/>
                <a:ea typeface="汉仪颜楷简" panose="00020600040101010101" charset="-122"/>
                <a:cs typeface="汉仪文黑-55简" panose="00020600040101010101" charset="-122"/>
              </a:rPr>
              <a:t>全国防灾减灾日简介</a:t>
            </a:r>
            <a:endParaRPr lang="zh-CN" altLang="en-US" sz="7600">
              <a:solidFill>
                <a:schemeClr val="accent4">
                  <a:lumMod val="60000"/>
                  <a:lumOff val="40000"/>
                </a:schemeClr>
              </a:solidFill>
              <a:latin typeface="汉仪颜楷简" panose="00020600040101010101" charset="-122"/>
              <a:ea typeface="汉仪颜楷简" panose="00020600040101010101" charset="-122"/>
              <a:cs typeface="汉仪文黑-55简" panose="00020600040101010101" charset="-122"/>
            </a:endParaRPr>
          </a:p>
        </p:txBody>
      </p:sp>
      <p:pic>
        <p:nvPicPr>
          <p:cNvPr id="21" name="图片 20" descr="32313538313137343b32303238393936333bb0aed0c4"/>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720080" y="942340"/>
            <a:ext cx="429260" cy="429260"/>
          </a:xfrm>
          <a:prstGeom prst="rect">
            <a:avLst/>
          </a:prstGeom>
        </p:spPr>
      </p:pic>
      <p:cxnSp>
        <p:nvCxnSpPr>
          <p:cNvPr id="22" name="直接连接符 21"/>
          <p:cNvCxnSpPr/>
          <p:nvPr/>
        </p:nvCxnSpPr>
        <p:spPr>
          <a:xfrm>
            <a:off x="2755265" y="1156970"/>
            <a:ext cx="819150" cy="0"/>
          </a:xfrm>
          <a:prstGeom prst="line">
            <a:avLst/>
          </a:prstGeom>
          <a:ln>
            <a:gradFill>
              <a:gsLst>
                <a:gs pos="0">
                  <a:schemeClr val="accent4">
                    <a:lumMod val="40000"/>
                    <a:lumOff val="60000"/>
                    <a:alpha val="0"/>
                  </a:schemeClr>
                </a:gs>
                <a:gs pos="100000">
                  <a:schemeClr val="accent4">
                    <a:lumMod val="40000"/>
                    <a:lumOff val="60000"/>
                  </a:schemeClr>
                </a:gs>
              </a:gsLst>
              <a:lin ang="0" scaled="1"/>
            </a:gra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8617585" y="1165860"/>
            <a:ext cx="819150" cy="0"/>
          </a:xfrm>
          <a:prstGeom prst="line">
            <a:avLst/>
          </a:prstGeom>
          <a:ln>
            <a:gradFill>
              <a:gsLst>
                <a:gs pos="0">
                  <a:schemeClr val="accent4">
                    <a:lumMod val="40000"/>
                    <a:lumOff val="60000"/>
                    <a:alpha val="0"/>
                  </a:schemeClr>
                </a:gs>
                <a:gs pos="100000">
                  <a:schemeClr val="accent4">
                    <a:lumMod val="40000"/>
                    <a:lumOff val="60000"/>
                  </a:schemeClr>
                </a:gs>
              </a:gsLst>
              <a:lin ang="0" scaled="1"/>
            </a:gra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3574415" y="972820"/>
            <a:ext cx="5030470" cy="398780"/>
          </a:xfrm>
          <a:prstGeom prst="rect">
            <a:avLst/>
          </a:prstGeom>
          <a:noFill/>
        </p:spPr>
        <p:txBody>
          <a:bodyPr wrap="square" rtlCol="0">
            <a:spAutoFit/>
          </a:bodyPr>
          <a:p>
            <a:pPr algn="dist"/>
            <a:r>
              <a:rPr lang="zh-CN" altLang="en-US" sz="2000">
                <a:solidFill>
                  <a:schemeClr val="accent4">
                    <a:lumMod val="60000"/>
                    <a:lumOff val="40000"/>
                  </a:schemeClr>
                </a:solidFill>
                <a:latin typeface="汉仪文黑-55简" panose="00020600040101010101" charset="-122"/>
                <a:ea typeface="汉仪文黑-55简" panose="00020600040101010101" charset="-122"/>
                <a:cs typeface="汉仪文黑-55简" panose="00020600040101010101" charset="-122"/>
              </a:rPr>
              <a:t>人人讲安全</a:t>
            </a:r>
            <a:r>
              <a:rPr lang="en-US" altLang="zh-CN" sz="2000">
                <a:solidFill>
                  <a:schemeClr val="accent4">
                    <a:lumMod val="60000"/>
                    <a:lumOff val="40000"/>
                  </a:schemeClr>
                </a:solidFill>
                <a:latin typeface="汉仪文黑-55简" panose="00020600040101010101" charset="-122"/>
                <a:ea typeface="汉仪文黑-55简" panose="00020600040101010101" charset="-122"/>
                <a:cs typeface="汉仪文黑-55简" panose="00020600040101010101" charset="-122"/>
              </a:rPr>
              <a:t>     </a:t>
            </a:r>
            <a:r>
              <a:rPr lang="zh-CN" altLang="en-US" sz="2000">
                <a:solidFill>
                  <a:schemeClr val="accent4">
                    <a:lumMod val="60000"/>
                    <a:lumOff val="40000"/>
                  </a:schemeClr>
                </a:solidFill>
                <a:latin typeface="汉仪文黑-55简" panose="00020600040101010101" charset="-122"/>
                <a:ea typeface="汉仪文黑-55简" panose="00020600040101010101" charset="-122"/>
                <a:cs typeface="汉仪文黑-55简" panose="00020600040101010101" charset="-122"/>
              </a:rPr>
              <a:t>个个会应急</a:t>
            </a:r>
            <a:endParaRPr lang="zh-CN" altLang="en-US" sz="2000">
              <a:solidFill>
                <a:schemeClr val="accent4">
                  <a:lumMod val="60000"/>
                  <a:lumOff val="40000"/>
                </a:schemeClr>
              </a:solidFill>
              <a:latin typeface="汉仪文黑-55简" panose="00020600040101010101" charset="-122"/>
              <a:ea typeface="汉仪文黑-55简" panose="00020600040101010101" charset="-122"/>
              <a:cs typeface="汉仪文黑-55简" panose="00020600040101010101" charset="-122"/>
            </a:endParaRPr>
          </a:p>
        </p:txBody>
      </p:sp>
    </p:spTree>
    <p:custDataLst>
      <p:tags r:id="rId3"/>
    </p:custData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3905250" y="375920"/>
            <a:ext cx="4381500" cy="645160"/>
          </a:xfrm>
          <a:prstGeom prst="rect">
            <a:avLst/>
          </a:prstGeom>
          <a:noFill/>
        </p:spPr>
        <p:txBody>
          <a:bodyPr wrap="square" rtlCol="0">
            <a:spAutoFit/>
          </a:bodyPr>
          <a:p>
            <a:r>
              <a:rPr lang="zh-CN" altLang="en-US" sz="3600">
                <a:latin typeface="汉仪颜楷简" panose="00020600040101010101" charset="-122"/>
                <a:ea typeface="汉仪颜楷简" panose="00020600040101010101" charset="-122"/>
                <a:cs typeface="汉仪文黑-55简" panose="00020600040101010101" charset="-122"/>
              </a:rPr>
              <a:t>全国防灾减灾日简介</a:t>
            </a:r>
            <a:endParaRPr lang="zh-CN" altLang="en-US" sz="3600">
              <a:latin typeface="汉仪颜楷简" panose="00020600040101010101" charset="-122"/>
              <a:ea typeface="汉仪颜楷简" panose="00020600040101010101" charset="-122"/>
              <a:cs typeface="汉仪文黑-55简" panose="00020600040101010101" charset="-122"/>
            </a:endParaRPr>
          </a:p>
        </p:txBody>
      </p:sp>
      <p:grpSp>
        <p:nvGrpSpPr>
          <p:cNvPr id="6" name="组合 5"/>
          <p:cNvGrpSpPr/>
          <p:nvPr/>
        </p:nvGrpSpPr>
        <p:grpSpPr>
          <a:xfrm>
            <a:off x="8292465" y="2371090"/>
            <a:ext cx="3295650" cy="3295650"/>
            <a:chOff x="12130" y="2656"/>
            <a:chExt cx="5684" cy="5684"/>
          </a:xfrm>
        </p:grpSpPr>
        <p:pic>
          <p:nvPicPr>
            <p:cNvPr id="4" name="图片 3" descr="343638353633323b343638353930333bc8d5c0fa"/>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2130" y="2656"/>
              <a:ext cx="5685" cy="5685"/>
            </a:xfrm>
            <a:prstGeom prst="rect">
              <a:avLst/>
            </a:prstGeom>
          </p:spPr>
        </p:pic>
        <p:sp>
          <p:nvSpPr>
            <p:cNvPr id="5" name="矩形 4"/>
            <p:cNvSpPr/>
            <p:nvPr/>
          </p:nvSpPr>
          <p:spPr>
            <a:xfrm>
              <a:off x="12855" y="4672"/>
              <a:ext cx="4320" cy="310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grpSp>
      <p:sp>
        <p:nvSpPr>
          <p:cNvPr id="7" name="文本框 6"/>
          <p:cNvSpPr txBox="1"/>
          <p:nvPr/>
        </p:nvSpPr>
        <p:spPr>
          <a:xfrm>
            <a:off x="8893175" y="3779520"/>
            <a:ext cx="2324735" cy="1322070"/>
          </a:xfrm>
          <a:prstGeom prst="rect">
            <a:avLst/>
          </a:prstGeom>
          <a:noFill/>
        </p:spPr>
        <p:txBody>
          <a:bodyPr wrap="square" rtlCol="0">
            <a:spAutoFit/>
          </a:bodyPr>
          <a:p>
            <a:r>
              <a:rPr lang="en-US" altLang="zh-CN" sz="8000">
                <a:latin typeface="汉仪文黑-55简" panose="00020600040101010101" charset="-122"/>
                <a:ea typeface="汉仪文黑-55简" panose="00020600040101010101" charset="-122"/>
                <a:cs typeface="汉仪文黑-55简" panose="00020600040101010101" charset="-122"/>
              </a:rPr>
              <a:t>5.12</a:t>
            </a:r>
            <a:endParaRPr lang="en-US" altLang="zh-CN" sz="8000">
              <a:latin typeface="汉仪文黑-55简" panose="00020600040101010101" charset="-122"/>
              <a:ea typeface="汉仪文黑-55简" panose="00020600040101010101" charset="-122"/>
              <a:cs typeface="汉仪文黑-55简" panose="00020600040101010101" charset="-122"/>
            </a:endParaRPr>
          </a:p>
        </p:txBody>
      </p:sp>
      <p:sp>
        <p:nvSpPr>
          <p:cNvPr id="8" name="五边形 7"/>
          <p:cNvSpPr/>
          <p:nvPr/>
        </p:nvSpPr>
        <p:spPr>
          <a:xfrm>
            <a:off x="466725" y="2185670"/>
            <a:ext cx="1305560" cy="819785"/>
          </a:xfrm>
          <a:prstGeom prst="homePlate">
            <a:avLst/>
          </a:prstGeom>
          <a:solidFill>
            <a:schemeClr val="bg1"/>
          </a:solidFill>
          <a:ln>
            <a:solidFill>
              <a:srgbClr val="A8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9" name="五边形 8"/>
          <p:cNvSpPr/>
          <p:nvPr/>
        </p:nvSpPr>
        <p:spPr>
          <a:xfrm>
            <a:off x="466725" y="3615055"/>
            <a:ext cx="1305560" cy="819785"/>
          </a:xfrm>
          <a:prstGeom prst="homePlate">
            <a:avLst/>
          </a:prstGeom>
          <a:solidFill>
            <a:schemeClr val="bg1"/>
          </a:solidFill>
          <a:ln>
            <a:solidFill>
              <a:srgbClr val="A8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10" name="五边形 9"/>
          <p:cNvSpPr/>
          <p:nvPr/>
        </p:nvSpPr>
        <p:spPr>
          <a:xfrm>
            <a:off x="466725" y="5044440"/>
            <a:ext cx="1305560" cy="819785"/>
          </a:xfrm>
          <a:prstGeom prst="homePlate">
            <a:avLst/>
          </a:prstGeom>
          <a:solidFill>
            <a:schemeClr val="bg1"/>
          </a:solidFill>
          <a:ln>
            <a:solidFill>
              <a:srgbClr val="A8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11" name="文本框 10"/>
          <p:cNvSpPr txBox="1"/>
          <p:nvPr/>
        </p:nvSpPr>
        <p:spPr>
          <a:xfrm>
            <a:off x="638175" y="2396490"/>
            <a:ext cx="733425" cy="398780"/>
          </a:xfrm>
          <a:prstGeom prst="rect">
            <a:avLst/>
          </a:prstGeom>
          <a:noFill/>
        </p:spPr>
        <p:txBody>
          <a:bodyPr wrap="square" rtlCol="0">
            <a:spAutoFit/>
          </a:bodyPr>
          <a:p>
            <a:r>
              <a:rPr lang="zh-CN" altLang="en-US" sz="2000">
                <a:cs typeface="汉仪文黑-55简" panose="00020600040101010101" charset="-122"/>
              </a:rPr>
              <a:t>时间</a:t>
            </a:r>
            <a:endParaRPr lang="zh-CN" altLang="en-US" sz="2000">
              <a:cs typeface="汉仪文黑-55简" panose="00020600040101010101" charset="-122"/>
            </a:endParaRPr>
          </a:p>
        </p:txBody>
      </p:sp>
      <p:sp>
        <p:nvSpPr>
          <p:cNvPr id="12" name="文本框 11"/>
          <p:cNvSpPr txBox="1"/>
          <p:nvPr/>
        </p:nvSpPr>
        <p:spPr>
          <a:xfrm>
            <a:off x="638175" y="3834765"/>
            <a:ext cx="733425" cy="398780"/>
          </a:xfrm>
          <a:prstGeom prst="rect">
            <a:avLst/>
          </a:prstGeom>
          <a:noFill/>
        </p:spPr>
        <p:txBody>
          <a:bodyPr wrap="square" rtlCol="0">
            <a:spAutoFit/>
          </a:bodyPr>
          <a:p>
            <a:r>
              <a:rPr lang="zh-CN" altLang="en-US" sz="2000">
                <a:cs typeface="汉仪文黑-55简" panose="00020600040101010101" charset="-122"/>
              </a:rPr>
              <a:t>意义</a:t>
            </a:r>
            <a:endParaRPr lang="zh-CN" altLang="en-US" sz="2000">
              <a:cs typeface="汉仪文黑-55简" panose="00020600040101010101" charset="-122"/>
            </a:endParaRPr>
          </a:p>
        </p:txBody>
      </p:sp>
      <p:sp>
        <p:nvSpPr>
          <p:cNvPr id="13" name="文本框 12"/>
          <p:cNvSpPr txBox="1"/>
          <p:nvPr/>
        </p:nvSpPr>
        <p:spPr>
          <a:xfrm>
            <a:off x="638175" y="5292090"/>
            <a:ext cx="733425" cy="398780"/>
          </a:xfrm>
          <a:prstGeom prst="rect">
            <a:avLst/>
          </a:prstGeom>
          <a:noFill/>
        </p:spPr>
        <p:txBody>
          <a:bodyPr wrap="square" rtlCol="0">
            <a:spAutoFit/>
          </a:bodyPr>
          <a:p>
            <a:r>
              <a:rPr lang="zh-CN" altLang="en-US" sz="2000">
                <a:cs typeface="汉仪文黑-55简" panose="00020600040101010101" charset="-122"/>
              </a:rPr>
              <a:t>主题</a:t>
            </a:r>
            <a:endParaRPr lang="zh-CN" altLang="en-US" sz="2000">
              <a:cs typeface="汉仪文黑-55简" panose="00020600040101010101" charset="-122"/>
            </a:endParaRPr>
          </a:p>
        </p:txBody>
      </p:sp>
      <p:sp>
        <p:nvSpPr>
          <p:cNvPr id="14" name="文本框 13"/>
          <p:cNvSpPr txBox="1"/>
          <p:nvPr/>
        </p:nvSpPr>
        <p:spPr>
          <a:xfrm>
            <a:off x="1905635" y="2185670"/>
            <a:ext cx="5466715" cy="755650"/>
          </a:xfrm>
          <a:prstGeom prst="rect">
            <a:avLst/>
          </a:prstGeom>
          <a:noFill/>
        </p:spPr>
        <p:txBody>
          <a:bodyPr wrap="square" rtlCol="0">
            <a:spAutoFit/>
          </a:bodyPr>
          <a:p>
            <a:pPr>
              <a:lnSpc>
                <a:spcPct val="120000"/>
              </a:lnSpc>
              <a:spcBef>
                <a:spcPts val="0"/>
              </a:spcBef>
              <a:spcAft>
                <a:spcPts val="0"/>
              </a:spcAft>
            </a:pPr>
            <a:r>
              <a:rPr lang="zh-CN" altLang="en-US">
                <a:cs typeface="汉仪文黑-55简" panose="00020600040101010101" charset="-122"/>
              </a:rPr>
              <a:t>全国防灾减灾日是经中华人民共和国国务院批准而设立，自2009年起，每年5月12日为全国防灾减灾日。</a:t>
            </a:r>
            <a:endParaRPr lang="zh-CN" altLang="en-US">
              <a:cs typeface="汉仪文黑-55简" panose="00020600040101010101" charset="-122"/>
            </a:endParaRPr>
          </a:p>
        </p:txBody>
      </p:sp>
      <p:sp>
        <p:nvSpPr>
          <p:cNvPr id="15" name="文本框 14"/>
          <p:cNvSpPr txBox="1"/>
          <p:nvPr/>
        </p:nvSpPr>
        <p:spPr>
          <a:xfrm>
            <a:off x="1905635" y="3491230"/>
            <a:ext cx="5466715" cy="1087755"/>
          </a:xfrm>
          <a:prstGeom prst="rect">
            <a:avLst/>
          </a:prstGeom>
          <a:noFill/>
        </p:spPr>
        <p:txBody>
          <a:bodyPr wrap="square" rtlCol="0">
            <a:spAutoFit/>
          </a:bodyPr>
          <a:p>
            <a:pPr>
              <a:lnSpc>
                <a:spcPct val="120000"/>
              </a:lnSpc>
              <a:spcBef>
                <a:spcPts val="0"/>
              </a:spcBef>
              <a:spcAft>
                <a:spcPts val="0"/>
              </a:spcAft>
            </a:pPr>
            <a:r>
              <a:rPr lang="zh-CN" altLang="en-US">
                <a:cs typeface="汉仪文黑-55简" panose="00020600040101010101" charset="-122"/>
              </a:rPr>
              <a:t>一方面顺应社会各界对中国防灾减灾关注的诉求；另一方面提醒国民前事不忘、后事之师，更加重视防灾减灾，努力减少灾害损失。</a:t>
            </a:r>
            <a:endParaRPr lang="zh-CN" altLang="en-US">
              <a:cs typeface="汉仪文黑-55简" panose="00020600040101010101" charset="-122"/>
            </a:endParaRPr>
          </a:p>
        </p:txBody>
      </p:sp>
      <p:sp>
        <p:nvSpPr>
          <p:cNvPr id="16" name="文本框 15"/>
          <p:cNvSpPr txBox="1"/>
          <p:nvPr/>
        </p:nvSpPr>
        <p:spPr>
          <a:xfrm>
            <a:off x="1905635" y="5128895"/>
            <a:ext cx="5466715" cy="1087755"/>
          </a:xfrm>
          <a:prstGeom prst="rect">
            <a:avLst/>
          </a:prstGeom>
          <a:noFill/>
        </p:spPr>
        <p:txBody>
          <a:bodyPr wrap="square" rtlCol="0">
            <a:spAutoFit/>
          </a:bodyPr>
          <a:p>
            <a:pPr>
              <a:lnSpc>
                <a:spcPct val="120000"/>
              </a:lnSpc>
              <a:spcBef>
                <a:spcPts val="0"/>
              </a:spcBef>
              <a:spcAft>
                <a:spcPts val="0"/>
              </a:spcAft>
            </a:pPr>
            <a:r>
              <a:rPr lang="zh-CN" altLang="en-US">
                <a:cs typeface="汉仪文黑-55简" panose="00020600040101010101" charset="-122"/>
              </a:rPr>
              <a:t>202</a:t>
            </a:r>
            <a:r>
              <a:rPr lang="en-US" altLang="zh-CN">
                <a:cs typeface="汉仪文黑-55简" panose="00020600040101010101" charset="-122"/>
              </a:rPr>
              <a:t>4</a:t>
            </a:r>
            <a:r>
              <a:rPr lang="zh-CN" altLang="en-US">
                <a:cs typeface="汉仪文黑-55简" panose="00020600040101010101" charset="-122"/>
              </a:rPr>
              <a:t>年5月12日是中国第1</a:t>
            </a:r>
            <a:r>
              <a:rPr lang="en-US" altLang="zh-CN">
                <a:cs typeface="汉仪文黑-55简" panose="00020600040101010101" charset="-122"/>
              </a:rPr>
              <a:t>6</a:t>
            </a:r>
            <a:r>
              <a:rPr lang="zh-CN" altLang="en-US">
                <a:cs typeface="汉仪文黑-55简" panose="00020600040101010101" charset="-122"/>
              </a:rPr>
              <a:t>个全国防灾减灾日，主题是“人人讲安全、个个会应急——着力提升基层防灾避险能力”。</a:t>
            </a:r>
            <a:endParaRPr lang="zh-CN" altLang="en-US">
              <a:cs typeface="汉仪文黑-55简" panose="00020600040101010101" charset="-122"/>
            </a:endParaRPr>
          </a:p>
        </p:txBody>
      </p:sp>
    </p:spTree>
    <p:custDataLst>
      <p:tags r:id="rId3"/>
    </p:custData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 name="矩形 47"/>
          <p:cNvSpPr/>
          <p:nvPr/>
        </p:nvSpPr>
        <p:spPr>
          <a:xfrm>
            <a:off x="466725" y="5302885"/>
            <a:ext cx="11258550" cy="1102995"/>
          </a:xfrm>
          <a:prstGeom prst="rect">
            <a:avLst/>
          </a:prstGeom>
          <a:solidFill>
            <a:schemeClr val="bg1"/>
          </a:solidFill>
          <a:ln>
            <a:solidFill>
              <a:srgbClr val="A8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2" name="文本框 1"/>
          <p:cNvSpPr txBox="1"/>
          <p:nvPr/>
        </p:nvSpPr>
        <p:spPr>
          <a:xfrm>
            <a:off x="3905250" y="375920"/>
            <a:ext cx="4381500" cy="645160"/>
          </a:xfrm>
          <a:prstGeom prst="rect">
            <a:avLst/>
          </a:prstGeom>
          <a:noFill/>
        </p:spPr>
        <p:txBody>
          <a:bodyPr wrap="square" rtlCol="0">
            <a:spAutoFit/>
          </a:bodyPr>
          <a:p>
            <a:r>
              <a:rPr lang="zh-CN" altLang="en-US" sz="3600">
                <a:latin typeface="汉仪颜楷简" panose="00020600040101010101" charset="-122"/>
                <a:ea typeface="汉仪颜楷简" panose="00020600040101010101" charset="-122"/>
                <a:cs typeface="汉仪文黑-55简" panose="00020600040101010101" charset="-122"/>
              </a:rPr>
              <a:t>全国防灾减灾日由来</a:t>
            </a:r>
            <a:endParaRPr lang="zh-CN" altLang="en-US" sz="3600">
              <a:latin typeface="汉仪颜楷简" panose="00020600040101010101" charset="-122"/>
              <a:ea typeface="汉仪颜楷简" panose="00020600040101010101" charset="-122"/>
              <a:cs typeface="汉仪文黑-55简" panose="00020600040101010101" charset="-122"/>
            </a:endParaRPr>
          </a:p>
        </p:txBody>
      </p:sp>
      <p:sp>
        <p:nvSpPr>
          <p:cNvPr id="3" name="文本框 2"/>
          <p:cNvSpPr txBox="1"/>
          <p:nvPr/>
        </p:nvSpPr>
        <p:spPr>
          <a:xfrm>
            <a:off x="466725" y="2710180"/>
            <a:ext cx="1924050" cy="1751965"/>
          </a:xfrm>
          <a:prstGeom prst="rect">
            <a:avLst/>
          </a:prstGeom>
          <a:noFill/>
        </p:spPr>
        <p:txBody>
          <a:bodyPr wrap="square" rtlCol="0">
            <a:spAutoFit/>
          </a:bodyPr>
          <a:p>
            <a:pPr>
              <a:lnSpc>
                <a:spcPct val="120000"/>
              </a:lnSpc>
              <a:spcBef>
                <a:spcPts val="0"/>
              </a:spcBef>
              <a:spcAft>
                <a:spcPts val="0"/>
              </a:spcAft>
            </a:pPr>
            <a:r>
              <a:rPr lang="zh-CN" altLang="en-US">
                <a:cs typeface="汉仪文黑-55简" panose="00020600040101010101" charset="-122"/>
              </a:rPr>
              <a:t>2008年5月12日，四川汶川发生里氏8.0级特大地震，也就是汶川大地震。</a:t>
            </a:r>
            <a:endParaRPr lang="zh-CN" altLang="en-US">
              <a:cs typeface="汉仪文黑-55简" panose="00020600040101010101" charset="-122"/>
            </a:endParaRPr>
          </a:p>
        </p:txBody>
      </p:sp>
      <p:cxnSp>
        <p:nvCxnSpPr>
          <p:cNvPr id="4" name="直接箭头连接符 3"/>
          <p:cNvCxnSpPr/>
          <p:nvPr/>
        </p:nvCxnSpPr>
        <p:spPr>
          <a:xfrm>
            <a:off x="495300" y="2480945"/>
            <a:ext cx="11201400" cy="0"/>
          </a:xfrm>
          <a:prstGeom prst="straightConnector1">
            <a:avLst/>
          </a:prstGeom>
          <a:ln w="12700">
            <a:solidFill>
              <a:srgbClr val="A8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2900680" y="2710180"/>
            <a:ext cx="1828800" cy="2084070"/>
          </a:xfrm>
          <a:prstGeom prst="rect">
            <a:avLst/>
          </a:prstGeom>
          <a:noFill/>
        </p:spPr>
        <p:txBody>
          <a:bodyPr wrap="square" rtlCol="0">
            <a:spAutoFit/>
          </a:bodyPr>
          <a:p>
            <a:pPr>
              <a:lnSpc>
                <a:spcPct val="120000"/>
              </a:lnSpc>
              <a:spcBef>
                <a:spcPts val="0"/>
              </a:spcBef>
              <a:spcAft>
                <a:spcPts val="0"/>
              </a:spcAft>
            </a:pPr>
            <a:r>
              <a:rPr lang="zh-CN" altLang="en-US">
                <a:cs typeface="汉仪文黑-55简" panose="00020600040101010101" charset="-122"/>
              </a:rPr>
              <a:t>这场新中国成立以来破坏性最强的大地震仅四川全省就有68712人遇难、17912人失踪。</a:t>
            </a:r>
            <a:endParaRPr lang="zh-CN" altLang="en-US">
              <a:cs typeface="汉仪文黑-55简" panose="00020600040101010101" charset="-122"/>
            </a:endParaRPr>
          </a:p>
        </p:txBody>
      </p:sp>
      <p:sp>
        <p:nvSpPr>
          <p:cNvPr id="6" name="文本框 5"/>
          <p:cNvSpPr txBox="1"/>
          <p:nvPr/>
        </p:nvSpPr>
        <p:spPr>
          <a:xfrm>
            <a:off x="5153660" y="2710180"/>
            <a:ext cx="1828800" cy="2416175"/>
          </a:xfrm>
          <a:prstGeom prst="rect">
            <a:avLst/>
          </a:prstGeom>
          <a:noFill/>
        </p:spPr>
        <p:txBody>
          <a:bodyPr wrap="square" rtlCol="0">
            <a:spAutoFit/>
          </a:bodyPr>
          <a:p>
            <a:pPr>
              <a:lnSpc>
                <a:spcPct val="120000"/>
              </a:lnSpc>
              <a:spcBef>
                <a:spcPts val="0"/>
              </a:spcBef>
              <a:spcAft>
                <a:spcPts val="0"/>
              </a:spcAft>
            </a:pPr>
            <a:r>
              <a:rPr lang="zh-CN" altLang="en-US">
                <a:cs typeface="汉仪文黑-55简" panose="00020600040101010101" charset="-122"/>
              </a:rPr>
              <a:t>这场大地震给全国人民带来了巨大的心理压力和难以愈合的心灵创伤，堪称国家和民族史上的重大灾难。</a:t>
            </a:r>
            <a:endParaRPr lang="zh-CN" altLang="en-US">
              <a:cs typeface="汉仪文黑-55简" panose="00020600040101010101" charset="-122"/>
            </a:endParaRPr>
          </a:p>
        </p:txBody>
      </p:sp>
      <p:sp>
        <p:nvSpPr>
          <p:cNvPr id="7" name="文本框 6"/>
          <p:cNvSpPr txBox="1"/>
          <p:nvPr/>
        </p:nvSpPr>
        <p:spPr>
          <a:xfrm>
            <a:off x="7406640" y="2710180"/>
            <a:ext cx="1828800" cy="2416175"/>
          </a:xfrm>
          <a:prstGeom prst="rect">
            <a:avLst/>
          </a:prstGeom>
          <a:noFill/>
        </p:spPr>
        <p:txBody>
          <a:bodyPr wrap="square" rtlCol="0">
            <a:spAutoFit/>
          </a:bodyPr>
          <a:p>
            <a:pPr>
              <a:lnSpc>
                <a:spcPct val="120000"/>
              </a:lnSpc>
              <a:spcBef>
                <a:spcPts val="0"/>
              </a:spcBef>
              <a:spcAft>
                <a:spcPts val="0"/>
              </a:spcAft>
            </a:pPr>
            <a:r>
              <a:rPr lang="zh-CN" altLang="en-US">
                <a:cs typeface="汉仪文黑-55简" panose="00020600040101010101" charset="-122"/>
              </a:rPr>
              <a:t>灾害发生后，全国人民在党中央、国务院的领导下众志成城、抗震救灾，表现出了前所未有的团结与坚强。</a:t>
            </a:r>
            <a:endParaRPr lang="zh-CN" altLang="en-US">
              <a:cs typeface="汉仪文黑-55简" panose="00020600040101010101" charset="-122"/>
            </a:endParaRPr>
          </a:p>
        </p:txBody>
      </p:sp>
      <p:sp>
        <p:nvSpPr>
          <p:cNvPr id="8" name="文本框 7"/>
          <p:cNvSpPr txBox="1"/>
          <p:nvPr/>
        </p:nvSpPr>
        <p:spPr>
          <a:xfrm>
            <a:off x="9659620" y="2710180"/>
            <a:ext cx="2038350" cy="1419860"/>
          </a:xfrm>
          <a:prstGeom prst="rect">
            <a:avLst/>
          </a:prstGeom>
          <a:noFill/>
        </p:spPr>
        <p:txBody>
          <a:bodyPr wrap="square" rtlCol="0">
            <a:spAutoFit/>
          </a:bodyPr>
          <a:p>
            <a:pPr>
              <a:lnSpc>
                <a:spcPct val="120000"/>
              </a:lnSpc>
              <a:spcBef>
                <a:spcPts val="0"/>
              </a:spcBef>
              <a:spcAft>
                <a:spcPts val="0"/>
              </a:spcAft>
            </a:pPr>
            <a:r>
              <a:rPr lang="zh-CN" altLang="en-US">
                <a:cs typeface="汉仪文黑-55简" panose="00020600040101010101" charset="-122"/>
              </a:rPr>
              <a:t>2008年6月有政协委员提议，有必要设立防灾减灾日或中国赈灾日。</a:t>
            </a:r>
            <a:endParaRPr lang="en-US" altLang="zh-CN">
              <a:cs typeface="汉仪文黑-55简" panose="00020600040101010101" charset="-122"/>
            </a:endParaRPr>
          </a:p>
        </p:txBody>
      </p:sp>
      <p:grpSp>
        <p:nvGrpSpPr>
          <p:cNvPr id="21" name="组合 20"/>
          <p:cNvGrpSpPr/>
          <p:nvPr/>
        </p:nvGrpSpPr>
        <p:grpSpPr>
          <a:xfrm>
            <a:off x="1171575" y="2280920"/>
            <a:ext cx="361950" cy="361950"/>
            <a:chOff x="1845" y="3247"/>
            <a:chExt cx="570" cy="570"/>
          </a:xfrm>
        </p:grpSpPr>
        <p:sp>
          <p:nvSpPr>
            <p:cNvPr id="19" name="椭圆 18"/>
            <p:cNvSpPr/>
            <p:nvPr/>
          </p:nvSpPr>
          <p:spPr>
            <a:xfrm>
              <a:off x="1845" y="3247"/>
              <a:ext cx="570" cy="570"/>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20" name="椭圆 19"/>
            <p:cNvSpPr/>
            <p:nvPr/>
          </p:nvSpPr>
          <p:spPr>
            <a:xfrm>
              <a:off x="2005" y="3418"/>
              <a:ext cx="227" cy="227"/>
            </a:xfrm>
            <a:prstGeom prst="ellipse">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grpSp>
      <p:grpSp>
        <p:nvGrpSpPr>
          <p:cNvPr id="22" name="组合 21"/>
          <p:cNvGrpSpPr/>
          <p:nvPr/>
        </p:nvGrpSpPr>
        <p:grpSpPr>
          <a:xfrm>
            <a:off x="3491230" y="2280920"/>
            <a:ext cx="361950" cy="361950"/>
            <a:chOff x="1845" y="3247"/>
            <a:chExt cx="570" cy="570"/>
          </a:xfrm>
        </p:grpSpPr>
        <p:sp>
          <p:nvSpPr>
            <p:cNvPr id="23" name="椭圆 22"/>
            <p:cNvSpPr/>
            <p:nvPr/>
          </p:nvSpPr>
          <p:spPr>
            <a:xfrm>
              <a:off x="1845" y="3247"/>
              <a:ext cx="570" cy="570"/>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24" name="椭圆 23"/>
            <p:cNvSpPr/>
            <p:nvPr/>
          </p:nvSpPr>
          <p:spPr>
            <a:xfrm>
              <a:off x="2005" y="3418"/>
              <a:ext cx="227" cy="227"/>
            </a:xfrm>
            <a:prstGeom prst="ellipse">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grpSp>
      <p:grpSp>
        <p:nvGrpSpPr>
          <p:cNvPr id="25" name="组合 24"/>
          <p:cNvGrpSpPr/>
          <p:nvPr/>
        </p:nvGrpSpPr>
        <p:grpSpPr>
          <a:xfrm>
            <a:off x="5810885" y="2280920"/>
            <a:ext cx="361950" cy="361950"/>
            <a:chOff x="1845" y="3247"/>
            <a:chExt cx="570" cy="570"/>
          </a:xfrm>
        </p:grpSpPr>
        <p:sp>
          <p:nvSpPr>
            <p:cNvPr id="26" name="椭圆 25"/>
            <p:cNvSpPr/>
            <p:nvPr/>
          </p:nvSpPr>
          <p:spPr>
            <a:xfrm>
              <a:off x="1845" y="3247"/>
              <a:ext cx="570" cy="570"/>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27" name="椭圆 26"/>
            <p:cNvSpPr/>
            <p:nvPr/>
          </p:nvSpPr>
          <p:spPr>
            <a:xfrm>
              <a:off x="2005" y="3418"/>
              <a:ext cx="227" cy="227"/>
            </a:xfrm>
            <a:prstGeom prst="ellipse">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grpSp>
      <p:grpSp>
        <p:nvGrpSpPr>
          <p:cNvPr id="28" name="组合 27"/>
          <p:cNvGrpSpPr/>
          <p:nvPr/>
        </p:nvGrpSpPr>
        <p:grpSpPr>
          <a:xfrm>
            <a:off x="8130540" y="2280920"/>
            <a:ext cx="361950" cy="361950"/>
            <a:chOff x="1845" y="3247"/>
            <a:chExt cx="570" cy="570"/>
          </a:xfrm>
        </p:grpSpPr>
        <p:sp>
          <p:nvSpPr>
            <p:cNvPr id="29" name="椭圆 28"/>
            <p:cNvSpPr/>
            <p:nvPr/>
          </p:nvSpPr>
          <p:spPr>
            <a:xfrm>
              <a:off x="1845" y="3247"/>
              <a:ext cx="570" cy="570"/>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30" name="椭圆 29"/>
            <p:cNvSpPr/>
            <p:nvPr/>
          </p:nvSpPr>
          <p:spPr>
            <a:xfrm>
              <a:off x="2005" y="3418"/>
              <a:ext cx="227" cy="227"/>
            </a:xfrm>
            <a:prstGeom prst="ellipse">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grpSp>
      <p:grpSp>
        <p:nvGrpSpPr>
          <p:cNvPr id="31" name="组合 30"/>
          <p:cNvGrpSpPr/>
          <p:nvPr/>
        </p:nvGrpSpPr>
        <p:grpSpPr>
          <a:xfrm>
            <a:off x="10450195" y="2280920"/>
            <a:ext cx="361950" cy="361950"/>
            <a:chOff x="1845" y="3247"/>
            <a:chExt cx="570" cy="570"/>
          </a:xfrm>
        </p:grpSpPr>
        <p:sp>
          <p:nvSpPr>
            <p:cNvPr id="32" name="椭圆 31"/>
            <p:cNvSpPr/>
            <p:nvPr/>
          </p:nvSpPr>
          <p:spPr>
            <a:xfrm>
              <a:off x="1845" y="3247"/>
              <a:ext cx="570" cy="570"/>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33" name="椭圆 32"/>
            <p:cNvSpPr/>
            <p:nvPr/>
          </p:nvSpPr>
          <p:spPr>
            <a:xfrm>
              <a:off x="2005" y="3418"/>
              <a:ext cx="227" cy="227"/>
            </a:xfrm>
            <a:prstGeom prst="ellipse">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grpSp>
      <p:pic>
        <p:nvPicPr>
          <p:cNvPr id="41" name="图片 40" descr="32313534373134333b32313534373133393bb1cabcc7b1be"/>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43000" y="1752600"/>
            <a:ext cx="390525" cy="390525"/>
          </a:xfrm>
          <a:prstGeom prst="rect">
            <a:avLst/>
          </a:prstGeom>
        </p:spPr>
      </p:pic>
      <p:pic>
        <p:nvPicPr>
          <p:cNvPr id="42" name="图片 41" descr="32313534373134333b32313534373133333bc8d5c0fa"/>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62655" y="1752600"/>
            <a:ext cx="390525" cy="390525"/>
          </a:xfrm>
          <a:prstGeom prst="rect">
            <a:avLst/>
          </a:prstGeom>
        </p:spPr>
      </p:pic>
      <p:pic>
        <p:nvPicPr>
          <p:cNvPr id="43" name="图片 42" descr="32313534373134333b32313534373132383bc9cccef1bcc6cbe3c6f7"/>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782310" y="1752600"/>
            <a:ext cx="390525" cy="390525"/>
          </a:xfrm>
          <a:prstGeom prst="rect">
            <a:avLst/>
          </a:prstGeom>
        </p:spPr>
      </p:pic>
      <p:pic>
        <p:nvPicPr>
          <p:cNvPr id="44" name="图片 43" descr="32313534373134333b32313534373132393bc9cccef1c7aeb0fc"/>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130540" y="1752600"/>
            <a:ext cx="390525" cy="390525"/>
          </a:xfrm>
          <a:prstGeom prst="rect">
            <a:avLst/>
          </a:prstGeom>
        </p:spPr>
      </p:pic>
      <p:pic>
        <p:nvPicPr>
          <p:cNvPr id="45" name="图片 44" descr="32313534373134333b32313534373134303bd7cac1cfbcd0"/>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439400" y="1752600"/>
            <a:ext cx="390525" cy="390525"/>
          </a:xfrm>
          <a:prstGeom prst="rect">
            <a:avLst/>
          </a:prstGeom>
        </p:spPr>
      </p:pic>
      <p:sp>
        <p:nvSpPr>
          <p:cNvPr id="47" name="文本框 46"/>
          <p:cNvSpPr txBox="1"/>
          <p:nvPr/>
        </p:nvSpPr>
        <p:spPr>
          <a:xfrm>
            <a:off x="842645" y="5420360"/>
            <a:ext cx="10506710" cy="902970"/>
          </a:xfrm>
          <a:prstGeom prst="rect">
            <a:avLst/>
          </a:prstGeom>
          <a:noFill/>
        </p:spPr>
        <p:txBody>
          <a:bodyPr wrap="square" rtlCol="0">
            <a:spAutoFit/>
          </a:bodyPr>
          <a:p>
            <a:pPr>
              <a:lnSpc>
                <a:spcPct val="120000"/>
              </a:lnSpc>
              <a:spcBef>
                <a:spcPts val="0"/>
              </a:spcBef>
              <a:spcAft>
                <a:spcPts val="0"/>
              </a:spcAft>
            </a:pPr>
            <a:r>
              <a:rPr lang="zh-CN" altLang="en-US" sz="2200">
                <a:cs typeface="汉仪文黑-55简" panose="00020600040101010101" charset="-122"/>
              </a:rPr>
              <a:t>为进一步增强全民防灾减灾意识，推动提高防灾减灾救灾工作水平，经国务院批准，从2009年开始，每年的5月12日定为“全国防灾减灾日”。</a:t>
            </a:r>
            <a:endParaRPr lang="zh-CN" altLang="en-US" sz="2200">
              <a:cs typeface="汉仪文黑-55简" panose="00020600040101010101" charset="-122"/>
            </a:endParaRPr>
          </a:p>
        </p:txBody>
      </p:sp>
    </p:spTree>
    <p:custDataLst>
      <p:tags r:id="rId11"/>
    </p:custData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3905250" y="375920"/>
            <a:ext cx="4381500" cy="645160"/>
          </a:xfrm>
          <a:prstGeom prst="rect">
            <a:avLst/>
          </a:prstGeom>
          <a:noFill/>
        </p:spPr>
        <p:txBody>
          <a:bodyPr wrap="square" rtlCol="0">
            <a:spAutoFit/>
          </a:bodyPr>
          <a:p>
            <a:r>
              <a:rPr lang="zh-CN" altLang="en-US" sz="3600">
                <a:latin typeface="汉仪颜楷简" panose="00020600040101010101" charset="-122"/>
                <a:ea typeface="汉仪颜楷简" panose="00020600040101010101" charset="-122"/>
                <a:cs typeface="汉仪文黑-55简" panose="00020600040101010101" charset="-122"/>
              </a:rPr>
              <a:t>防灾减灾日设立背景</a:t>
            </a:r>
            <a:endParaRPr lang="zh-CN" altLang="en-US" sz="3600">
              <a:latin typeface="汉仪颜楷简" panose="00020600040101010101" charset="-122"/>
              <a:ea typeface="汉仪颜楷简" panose="00020600040101010101" charset="-122"/>
              <a:cs typeface="汉仪文黑-55简" panose="00020600040101010101" charset="-122"/>
            </a:endParaRPr>
          </a:p>
        </p:txBody>
      </p:sp>
      <p:grpSp>
        <p:nvGrpSpPr>
          <p:cNvPr id="26" name="组合 25"/>
          <p:cNvGrpSpPr/>
          <p:nvPr/>
        </p:nvGrpSpPr>
        <p:grpSpPr>
          <a:xfrm>
            <a:off x="466725" y="1880870"/>
            <a:ext cx="5457190" cy="1905000"/>
            <a:chOff x="735" y="2962"/>
            <a:chExt cx="8594" cy="3000"/>
          </a:xfrm>
        </p:grpSpPr>
        <p:grpSp>
          <p:nvGrpSpPr>
            <p:cNvPr id="9" name="组合 8"/>
            <p:cNvGrpSpPr/>
            <p:nvPr/>
          </p:nvGrpSpPr>
          <p:grpSpPr>
            <a:xfrm>
              <a:off x="735" y="2962"/>
              <a:ext cx="8594" cy="3000"/>
              <a:chOff x="735" y="3187"/>
              <a:chExt cx="8594" cy="3000"/>
            </a:xfrm>
          </p:grpSpPr>
          <p:sp>
            <p:nvSpPr>
              <p:cNvPr id="4" name="矩形 3"/>
              <p:cNvSpPr/>
              <p:nvPr/>
            </p:nvSpPr>
            <p:spPr>
              <a:xfrm>
                <a:off x="735" y="3187"/>
                <a:ext cx="8215" cy="3001"/>
              </a:xfrm>
              <a:prstGeom prst="rect">
                <a:avLst/>
              </a:prstGeom>
              <a:solidFill>
                <a:schemeClr val="bg1"/>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6" name="矩形 5"/>
              <p:cNvSpPr/>
              <p:nvPr/>
            </p:nvSpPr>
            <p:spPr>
              <a:xfrm>
                <a:off x="8529" y="3833"/>
                <a:ext cx="801" cy="1783"/>
              </a:xfrm>
              <a:prstGeom prst="rect">
                <a:avLst/>
              </a:prstGeom>
              <a:solidFill>
                <a:schemeClr val="accent4">
                  <a:lumMod val="40000"/>
                  <a:lumOff val="60000"/>
                </a:schemeClr>
              </a:solid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grpSp>
        <p:sp>
          <p:nvSpPr>
            <p:cNvPr id="17" name="文本框 16"/>
            <p:cNvSpPr txBox="1"/>
            <p:nvPr/>
          </p:nvSpPr>
          <p:spPr>
            <a:xfrm>
              <a:off x="1094" y="3485"/>
              <a:ext cx="6776" cy="1713"/>
            </a:xfrm>
            <a:prstGeom prst="rect">
              <a:avLst/>
            </a:prstGeom>
            <a:noFill/>
          </p:spPr>
          <p:txBody>
            <a:bodyPr wrap="square" rtlCol="0">
              <a:spAutoFit/>
            </a:bodyPr>
            <a:p>
              <a:pPr>
                <a:lnSpc>
                  <a:spcPct val="120000"/>
                </a:lnSpc>
                <a:spcBef>
                  <a:spcPts val="0"/>
                </a:spcBef>
                <a:spcAft>
                  <a:spcPts val="0"/>
                </a:spcAft>
              </a:pPr>
              <a:r>
                <a:rPr lang="zh-CN" altLang="en-US">
                  <a:cs typeface="汉仪文黑-55简" panose="00020600040101010101" charset="-122"/>
                </a:rPr>
                <a:t>中国是世界上自然灾害最为严重的国家之一，灾害种类多、分布地域广、发生频率高、造成损失重。</a:t>
              </a:r>
              <a:endParaRPr lang="zh-CN" altLang="en-US">
                <a:cs typeface="汉仪文黑-55简" panose="00020600040101010101" charset="-122"/>
              </a:endParaRPr>
            </a:p>
          </p:txBody>
        </p:sp>
        <p:sp>
          <p:nvSpPr>
            <p:cNvPr id="22" name="文本框 21"/>
            <p:cNvSpPr txBox="1"/>
            <p:nvPr/>
          </p:nvSpPr>
          <p:spPr>
            <a:xfrm>
              <a:off x="8519" y="3878"/>
              <a:ext cx="811" cy="1265"/>
            </a:xfrm>
            <a:prstGeom prst="rect">
              <a:avLst/>
            </a:prstGeom>
            <a:noFill/>
          </p:spPr>
          <p:txBody>
            <a:bodyPr vert="eaVert" wrap="square" rtlCol="0">
              <a:spAutoFit/>
            </a:bodyPr>
            <a:p>
              <a:pPr algn="dist">
                <a:lnSpc>
                  <a:spcPct val="120000"/>
                </a:lnSpc>
                <a:spcBef>
                  <a:spcPts val="0"/>
                </a:spcBef>
                <a:spcAft>
                  <a:spcPts val="0"/>
                </a:spcAft>
              </a:pPr>
              <a:r>
                <a:rPr lang="zh-CN" altLang="en-US">
                  <a:cs typeface="汉仪文黑-55简" panose="00020600040101010101" charset="-122"/>
                </a:rPr>
                <a:t>背景一</a:t>
              </a:r>
              <a:endParaRPr lang="zh-CN" altLang="en-US">
                <a:cs typeface="汉仪文黑-55简" panose="00020600040101010101" charset="-122"/>
              </a:endParaRPr>
            </a:p>
          </p:txBody>
        </p:sp>
      </p:grpSp>
      <p:grpSp>
        <p:nvGrpSpPr>
          <p:cNvPr id="27" name="组合 26"/>
          <p:cNvGrpSpPr/>
          <p:nvPr/>
        </p:nvGrpSpPr>
        <p:grpSpPr>
          <a:xfrm>
            <a:off x="466725" y="4338320"/>
            <a:ext cx="5457825" cy="1925320"/>
            <a:chOff x="735" y="2962"/>
            <a:chExt cx="8595" cy="3032"/>
          </a:xfrm>
        </p:grpSpPr>
        <p:grpSp>
          <p:nvGrpSpPr>
            <p:cNvPr id="28" name="组合 27"/>
            <p:cNvGrpSpPr/>
            <p:nvPr/>
          </p:nvGrpSpPr>
          <p:grpSpPr>
            <a:xfrm>
              <a:off x="735" y="2962"/>
              <a:ext cx="8594" cy="3000"/>
              <a:chOff x="735" y="3187"/>
              <a:chExt cx="8594" cy="3000"/>
            </a:xfrm>
          </p:grpSpPr>
          <p:sp>
            <p:nvSpPr>
              <p:cNvPr id="29" name="矩形 28"/>
              <p:cNvSpPr/>
              <p:nvPr/>
            </p:nvSpPr>
            <p:spPr>
              <a:xfrm>
                <a:off x="735" y="3187"/>
                <a:ext cx="8215" cy="3001"/>
              </a:xfrm>
              <a:prstGeom prst="rect">
                <a:avLst/>
              </a:prstGeom>
              <a:solidFill>
                <a:schemeClr val="bg1"/>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30" name="矩形 29"/>
              <p:cNvSpPr/>
              <p:nvPr/>
            </p:nvSpPr>
            <p:spPr>
              <a:xfrm>
                <a:off x="8529" y="3833"/>
                <a:ext cx="801" cy="1783"/>
              </a:xfrm>
              <a:prstGeom prst="rect">
                <a:avLst/>
              </a:prstGeom>
              <a:solidFill>
                <a:schemeClr val="accent4">
                  <a:lumMod val="40000"/>
                  <a:lumOff val="60000"/>
                </a:schemeClr>
              </a:solidFill>
              <a:ln>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grpSp>
        <p:sp>
          <p:nvSpPr>
            <p:cNvPr id="31" name="文本框 30"/>
            <p:cNvSpPr txBox="1"/>
            <p:nvPr/>
          </p:nvSpPr>
          <p:spPr>
            <a:xfrm>
              <a:off x="1094" y="3235"/>
              <a:ext cx="6776" cy="2759"/>
            </a:xfrm>
            <a:prstGeom prst="rect">
              <a:avLst/>
            </a:prstGeom>
            <a:noFill/>
          </p:spPr>
          <p:txBody>
            <a:bodyPr wrap="square" rtlCol="0">
              <a:spAutoFit/>
            </a:bodyPr>
            <a:p>
              <a:pPr>
                <a:lnSpc>
                  <a:spcPct val="120000"/>
                </a:lnSpc>
                <a:spcBef>
                  <a:spcPts val="0"/>
                </a:spcBef>
                <a:spcAft>
                  <a:spcPts val="0"/>
                </a:spcAft>
              </a:pPr>
              <a:r>
                <a:rPr lang="zh-CN" altLang="en-US">
                  <a:cs typeface="汉仪文黑-55简" panose="00020600040101010101" charset="-122"/>
                </a:rPr>
                <a:t>在全球气候变化和中国经济社会快速发展的背景下，中国自然灾害损失不断增加，重大自然灾害乃至巨灾时有发生，中国面临的自然灾害形势严峻复杂，灾害风险进一步加剧。</a:t>
              </a:r>
              <a:endParaRPr lang="zh-CN" altLang="en-US">
                <a:cs typeface="汉仪文黑-55简" panose="00020600040101010101" charset="-122"/>
              </a:endParaRPr>
            </a:p>
          </p:txBody>
        </p:sp>
        <p:sp>
          <p:nvSpPr>
            <p:cNvPr id="32" name="文本框 31"/>
            <p:cNvSpPr txBox="1"/>
            <p:nvPr/>
          </p:nvSpPr>
          <p:spPr>
            <a:xfrm>
              <a:off x="8519" y="3878"/>
              <a:ext cx="811" cy="1265"/>
            </a:xfrm>
            <a:prstGeom prst="rect">
              <a:avLst/>
            </a:prstGeom>
            <a:noFill/>
          </p:spPr>
          <p:txBody>
            <a:bodyPr vert="eaVert" wrap="square" rtlCol="0">
              <a:spAutoFit/>
            </a:bodyPr>
            <a:p>
              <a:pPr algn="dist">
                <a:lnSpc>
                  <a:spcPct val="120000"/>
                </a:lnSpc>
                <a:spcBef>
                  <a:spcPts val="0"/>
                </a:spcBef>
                <a:spcAft>
                  <a:spcPts val="0"/>
                </a:spcAft>
              </a:pPr>
              <a:r>
                <a:rPr lang="zh-CN" altLang="en-US">
                  <a:cs typeface="汉仪文黑-55简" panose="00020600040101010101" charset="-122"/>
                </a:rPr>
                <a:t>背景二</a:t>
              </a:r>
              <a:endParaRPr lang="zh-CN" altLang="en-US">
                <a:cs typeface="汉仪文黑-55简" panose="00020600040101010101" charset="-122"/>
              </a:endParaRPr>
            </a:p>
          </p:txBody>
        </p:sp>
      </p:grpSp>
      <p:pic>
        <p:nvPicPr>
          <p:cNvPr id="33" name="图片 32" descr="what-is-flood-isometric-poster-with-people-leaving-their-house-inflatable-boat_1284-26723.webp"/>
          <p:cNvPicPr>
            <a:picLocks noChangeAspect="1"/>
          </p:cNvPicPr>
          <p:nvPr/>
        </p:nvPicPr>
        <p:blipFill>
          <a:blip r:embed="rId1"/>
          <a:srcRect l="2928" r="3905"/>
          <a:stretch>
            <a:fillRect/>
          </a:stretch>
        </p:blipFill>
        <p:spPr>
          <a:xfrm>
            <a:off x="6270625" y="1938020"/>
            <a:ext cx="5454650" cy="4214495"/>
          </a:xfrm>
          <a:prstGeom prst="rect">
            <a:avLst/>
          </a:prstGeom>
        </p:spPr>
      </p:pic>
    </p:spTree>
    <p:custDataLst>
      <p:tags r:id="rId2"/>
    </p:custData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3905250" y="375920"/>
            <a:ext cx="4381500" cy="645160"/>
          </a:xfrm>
          <a:prstGeom prst="rect">
            <a:avLst/>
          </a:prstGeom>
          <a:noFill/>
        </p:spPr>
        <p:txBody>
          <a:bodyPr wrap="square" rtlCol="0">
            <a:spAutoFit/>
          </a:bodyPr>
          <a:p>
            <a:r>
              <a:rPr lang="zh-CN" altLang="en-US" sz="3600">
                <a:latin typeface="汉仪颜楷简" panose="00020600040101010101" charset="-122"/>
                <a:ea typeface="汉仪颜楷简" panose="00020600040101010101" charset="-122"/>
                <a:cs typeface="汉仪文黑-55简" panose="00020600040101010101" charset="-122"/>
              </a:rPr>
              <a:t>防灾减灾日设立意义</a:t>
            </a:r>
            <a:endParaRPr lang="zh-CN" altLang="en-US" sz="3600">
              <a:latin typeface="汉仪颜楷简" panose="00020600040101010101" charset="-122"/>
              <a:ea typeface="汉仪颜楷简" panose="00020600040101010101" charset="-122"/>
              <a:cs typeface="汉仪文黑-55简" panose="00020600040101010101" charset="-122"/>
            </a:endParaRPr>
          </a:p>
        </p:txBody>
      </p:sp>
      <p:grpSp>
        <p:nvGrpSpPr>
          <p:cNvPr id="3" name="组合 2"/>
          <p:cNvGrpSpPr/>
          <p:nvPr/>
        </p:nvGrpSpPr>
        <p:grpSpPr>
          <a:xfrm>
            <a:off x="6152515" y="4328795"/>
            <a:ext cx="5457825" cy="1905000"/>
            <a:chOff x="9794" y="6697"/>
            <a:chExt cx="8595" cy="3000"/>
          </a:xfrm>
        </p:grpSpPr>
        <p:grpSp>
          <p:nvGrpSpPr>
            <p:cNvPr id="14" name="组合 13"/>
            <p:cNvGrpSpPr/>
            <p:nvPr/>
          </p:nvGrpSpPr>
          <p:grpSpPr>
            <a:xfrm flipH="1">
              <a:off x="9795" y="6697"/>
              <a:ext cx="8594" cy="3000"/>
              <a:chOff x="735" y="6607"/>
              <a:chExt cx="8594" cy="3000"/>
            </a:xfrm>
          </p:grpSpPr>
          <p:sp>
            <p:nvSpPr>
              <p:cNvPr id="15" name="矩形 14"/>
              <p:cNvSpPr/>
              <p:nvPr/>
            </p:nvSpPr>
            <p:spPr>
              <a:xfrm>
                <a:off x="735" y="6607"/>
                <a:ext cx="8215" cy="3001"/>
              </a:xfrm>
              <a:prstGeom prst="rect">
                <a:avLst/>
              </a:prstGeom>
              <a:solidFill>
                <a:schemeClr val="bg1"/>
              </a:solidFill>
              <a:ln>
                <a:solidFill>
                  <a:srgbClr val="A8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16" name="矩形 15"/>
              <p:cNvSpPr/>
              <p:nvPr/>
            </p:nvSpPr>
            <p:spPr>
              <a:xfrm>
                <a:off x="8529" y="7208"/>
                <a:ext cx="801" cy="1783"/>
              </a:xfrm>
              <a:prstGeom prst="rect">
                <a:avLst/>
              </a:prstGeom>
              <a:solidFill>
                <a:srgbClr val="A80000"/>
              </a:solidFill>
              <a:ln>
                <a:solidFill>
                  <a:srgbClr val="A8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grpSp>
        <p:sp>
          <p:nvSpPr>
            <p:cNvPr id="20" name="文本框 19"/>
            <p:cNvSpPr txBox="1"/>
            <p:nvPr/>
          </p:nvSpPr>
          <p:spPr>
            <a:xfrm>
              <a:off x="10919" y="6939"/>
              <a:ext cx="7211" cy="2759"/>
            </a:xfrm>
            <a:prstGeom prst="rect">
              <a:avLst/>
            </a:prstGeom>
            <a:noFill/>
          </p:spPr>
          <p:txBody>
            <a:bodyPr wrap="square" rtlCol="0">
              <a:spAutoFit/>
            </a:bodyPr>
            <a:p>
              <a:pPr>
                <a:lnSpc>
                  <a:spcPct val="120000"/>
                </a:lnSpc>
                <a:spcBef>
                  <a:spcPts val="0"/>
                </a:spcBef>
                <a:spcAft>
                  <a:spcPts val="0"/>
                </a:spcAft>
              </a:pPr>
              <a:r>
                <a:rPr lang="zh-CN" altLang="en-US">
                  <a:cs typeface="汉仪文黑-55简" panose="00020600040101010101" charset="-122"/>
                </a:rPr>
                <a:t>有利于进一步唤起社会各界对防灾减灾工作的高度关注，增强全社会防灾减灾意识，普及推广全民防灾 减灾知识和避灾自救技能，提高各级综合减灾能力，最大限度地减轻自然灾害的损失。</a:t>
              </a:r>
              <a:endParaRPr lang="zh-CN" altLang="en-US">
                <a:cs typeface="汉仪文黑-55简" panose="00020600040101010101" charset="-122"/>
              </a:endParaRPr>
            </a:p>
          </p:txBody>
        </p:sp>
        <p:sp>
          <p:nvSpPr>
            <p:cNvPr id="25" name="文本框 24"/>
            <p:cNvSpPr txBox="1"/>
            <p:nvPr/>
          </p:nvSpPr>
          <p:spPr>
            <a:xfrm>
              <a:off x="9794" y="7538"/>
              <a:ext cx="811" cy="1265"/>
            </a:xfrm>
            <a:prstGeom prst="rect">
              <a:avLst/>
            </a:prstGeom>
            <a:noFill/>
          </p:spPr>
          <p:txBody>
            <a:bodyPr vert="eaVert" wrap="square" rtlCol="0">
              <a:spAutoFit/>
            </a:bodyPr>
            <a:p>
              <a:pPr algn="dist">
                <a:lnSpc>
                  <a:spcPct val="120000"/>
                </a:lnSpc>
                <a:spcBef>
                  <a:spcPts val="0"/>
                </a:spcBef>
                <a:spcAft>
                  <a:spcPts val="0"/>
                </a:spcAft>
              </a:pPr>
              <a:r>
                <a:rPr lang="zh-CN" altLang="en-US">
                  <a:solidFill>
                    <a:schemeClr val="accent4">
                      <a:lumMod val="60000"/>
                      <a:lumOff val="40000"/>
                    </a:schemeClr>
                  </a:solidFill>
                  <a:cs typeface="汉仪文黑-55简" panose="00020600040101010101" charset="-122"/>
                </a:rPr>
                <a:t>意义二</a:t>
              </a:r>
              <a:endParaRPr lang="zh-CN" altLang="en-US">
                <a:solidFill>
                  <a:schemeClr val="accent4">
                    <a:lumMod val="60000"/>
                    <a:lumOff val="40000"/>
                  </a:schemeClr>
                </a:solidFill>
                <a:cs typeface="汉仪文黑-55简" panose="00020600040101010101" charset="-122"/>
              </a:endParaRPr>
            </a:p>
          </p:txBody>
        </p:sp>
      </p:grpSp>
      <p:grpSp>
        <p:nvGrpSpPr>
          <p:cNvPr id="4" name="组合 3"/>
          <p:cNvGrpSpPr/>
          <p:nvPr/>
        </p:nvGrpSpPr>
        <p:grpSpPr>
          <a:xfrm>
            <a:off x="6152515" y="1976120"/>
            <a:ext cx="5457825" cy="1905000"/>
            <a:chOff x="9794" y="6697"/>
            <a:chExt cx="8595" cy="3000"/>
          </a:xfrm>
        </p:grpSpPr>
        <p:grpSp>
          <p:nvGrpSpPr>
            <p:cNvPr id="6" name="组合 5"/>
            <p:cNvGrpSpPr/>
            <p:nvPr/>
          </p:nvGrpSpPr>
          <p:grpSpPr>
            <a:xfrm flipH="1">
              <a:off x="9795" y="6697"/>
              <a:ext cx="8594" cy="3000"/>
              <a:chOff x="735" y="6607"/>
              <a:chExt cx="8594" cy="3000"/>
            </a:xfrm>
          </p:grpSpPr>
          <p:sp>
            <p:nvSpPr>
              <p:cNvPr id="9" name="矩形 8"/>
              <p:cNvSpPr/>
              <p:nvPr/>
            </p:nvSpPr>
            <p:spPr>
              <a:xfrm>
                <a:off x="735" y="6607"/>
                <a:ext cx="8215" cy="3001"/>
              </a:xfrm>
              <a:prstGeom prst="rect">
                <a:avLst/>
              </a:prstGeom>
              <a:solidFill>
                <a:schemeClr val="bg1"/>
              </a:solidFill>
              <a:ln>
                <a:solidFill>
                  <a:srgbClr val="A8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10" name="矩形 9"/>
              <p:cNvSpPr/>
              <p:nvPr/>
            </p:nvSpPr>
            <p:spPr>
              <a:xfrm>
                <a:off x="8529" y="7208"/>
                <a:ext cx="801" cy="1783"/>
              </a:xfrm>
              <a:prstGeom prst="rect">
                <a:avLst/>
              </a:prstGeom>
              <a:solidFill>
                <a:srgbClr val="A80000"/>
              </a:solidFill>
              <a:ln>
                <a:solidFill>
                  <a:srgbClr val="A8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grpSp>
        <p:sp>
          <p:nvSpPr>
            <p:cNvPr id="11" name="文本框 10"/>
            <p:cNvSpPr txBox="1"/>
            <p:nvPr/>
          </p:nvSpPr>
          <p:spPr>
            <a:xfrm>
              <a:off x="10919" y="6939"/>
              <a:ext cx="7211" cy="2236"/>
            </a:xfrm>
            <a:prstGeom prst="rect">
              <a:avLst/>
            </a:prstGeom>
            <a:noFill/>
          </p:spPr>
          <p:txBody>
            <a:bodyPr wrap="square" rtlCol="0">
              <a:spAutoFit/>
            </a:bodyPr>
            <a:p>
              <a:pPr>
                <a:lnSpc>
                  <a:spcPct val="120000"/>
                </a:lnSpc>
                <a:spcBef>
                  <a:spcPts val="0"/>
                </a:spcBef>
                <a:spcAft>
                  <a:spcPts val="0"/>
                </a:spcAft>
              </a:pPr>
              <a:r>
                <a:rPr lang="zh-CN" altLang="en-US">
                  <a:cs typeface="汉仪文黑-55简" panose="00020600040101010101" charset="-122"/>
                </a:rPr>
                <a:t>在这种背景下，设立“防灾减灾日”，既体现了国家对防灾减灾工作的高度重视，也是落实科学发展观，推进经济社会平稳发展，构建和谐社会的重要举措。</a:t>
              </a:r>
              <a:endParaRPr lang="zh-CN" altLang="en-US">
                <a:cs typeface="汉仪文黑-55简" panose="00020600040101010101" charset="-122"/>
              </a:endParaRPr>
            </a:p>
          </p:txBody>
        </p:sp>
        <p:sp>
          <p:nvSpPr>
            <p:cNvPr id="12" name="文本框 11"/>
            <p:cNvSpPr txBox="1"/>
            <p:nvPr/>
          </p:nvSpPr>
          <p:spPr>
            <a:xfrm>
              <a:off x="9794" y="7538"/>
              <a:ext cx="811" cy="1265"/>
            </a:xfrm>
            <a:prstGeom prst="rect">
              <a:avLst/>
            </a:prstGeom>
            <a:noFill/>
          </p:spPr>
          <p:txBody>
            <a:bodyPr vert="eaVert" wrap="square" rtlCol="0">
              <a:spAutoFit/>
            </a:bodyPr>
            <a:p>
              <a:pPr algn="dist">
                <a:lnSpc>
                  <a:spcPct val="120000"/>
                </a:lnSpc>
                <a:spcBef>
                  <a:spcPts val="0"/>
                </a:spcBef>
                <a:spcAft>
                  <a:spcPts val="0"/>
                </a:spcAft>
              </a:pPr>
              <a:r>
                <a:rPr lang="zh-CN" altLang="en-US">
                  <a:solidFill>
                    <a:schemeClr val="accent4">
                      <a:lumMod val="60000"/>
                      <a:lumOff val="40000"/>
                    </a:schemeClr>
                  </a:solidFill>
                  <a:cs typeface="汉仪文黑-55简" panose="00020600040101010101" charset="-122"/>
                </a:rPr>
                <a:t>意义一</a:t>
              </a:r>
              <a:endParaRPr lang="zh-CN" altLang="en-US">
                <a:solidFill>
                  <a:schemeClr val="accent4">
                    <a:lumMod val="60000"/>
                    <a:lumOff val="40000"/>
                  </a:schemeClr>
                </a:solidFill>
                <a:cs typeface="汉仪文黑-55简" panose="00020600040101010101" charset="-122"/>
              </a:endParaRPr>
            </a:p>
          </p:txBody>
        </p:sp>
      </p:grpSp>
      <p:pic>
        <p:nvPicPr>
          <p:cNvPr id="17" name="图片 16" descr="微信图片_20220429085443"/>
          <p:cNvPicPr>
            <a:picLocks noChangeAspect="1"/>
          </p:cNvPicPr>
          <p:nvPr/>
        </p:nvPicPr>
        <p:blipFill>
          <a:blip r:embed="rId1"/>
          <a:srcRect t="6614"/>
          <a:stretch>
            <a:fillRect/>
          </a:stretch>
        </p:blipFill>
        <p:spPr>
          <a:xfrm>
            <a:off x="514350" y="1899920"/>
            <a:ext cx="4733925" cy="4422140"/>
          </a:xfrm>
          <a:prstGeom prst="rect">
            <a:avLst/>
          </a:prstGeom>
        </p:spPr>
      </p:pic>
    </p:spTree>
    <p:custDataLst>
      <p:tags r:id="rId2"/>
    </p:custData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1500823" y="1766570"/>
            <a:ext cx="9190355" cy="1245235"/>
          </a:xfrm>
          <a:prstGeom prst="rect">
            <a:avLst/>
          </a:prstGeom>
          <a:noFill/>
        </p:spPr>
        <p:txBody>
          <a:bodyPr wrap="square" rtlCol="0">
            <a:spAutoFit/>
          </a:bodyPr>
          <a:p>
            <a:pPr algn="dist"/>
            <a:r>
              <a:rPr lang="zh-CN" altLang="en-US" sz="7500">
                <a:solidFill>
                  <a:schemeClr val="accent4">
                    <a:lumMod val="60000"/>
                    <a:lumOff val="40000"/>
                  </a:schemeClr>
                </a:solidFill>
                <a:latin typeface="汉仪颜楷简" panose="00020600040101010101" charset="-122"/>
                <a:ea typeface="汉仪颜楷简" panose="00020600040101010101" charset="-122"/>
                <a:cs typeface="汉仪文黑-55简" panose="00020600040101010101" charset="-122"/>
              </a:rPr>
              <a:t>防灾减灾之地震篇</a:t>
            </a:r>
            <a:endParaRPr lang="zh-CN" altLang="en-US" sz="7500">
              <a:solidFill>
                <a:schemeClr val="accent4">
                  <a:lumMod val="60000"/>
                  <a:lumOff val="40000"/>
                </a:schemeClr>
              </a:solidFill>
              <a:latin typeface="汉仪颜楷简" panose="00020600040101010101" charset="-122"/>
              <a:ea typeface="汉仪颜楷简" panose="00020600040101010101" charset="-122"/>
              <a:cs typeface="汉仪文黑-55简" panose="00020600040101010101" charset="-122"/>
            </a:endParaRPr>
          </a:p>
        </p:txBody>
      </p:sp>
      <p:pic>
        <p:nvPicPr>
          <p:cNvPr id="21" name="图片 20" descr="32313538313137343b32303238393936333bb0aed0c4"/>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881370" y="898525"/>
            <a:ext cx="429260" cy="429260"/>
          </a:xfrm>
          <a:prstGeom prst="rect">
            <a:avLst/>
          </a:prstGeom>
        </p:spPr>
      </p:pic>
      <p:cxnSp>
        <p:nvCxnSpPr>
          <p:cNvPr id="22" name="直接连接符 21"/>
          <p:cNvCxnSpPr/>
          <p:nvPr/>
        </p:nvCxnSpPr>
        <p:spPr>
          <a:xfrm>
            <a:off x="2755265" y="1156970"/>
            <a:ext cx="819150" cy="0"/>
          </a:xfrm>
          <a:prstGeom prst="line">
            <a:avLst/>
          </a:prstGeom>
          <a:ln>
            <a:gradFill>
              <a:gsLst>
                <a:gs pos="0">
                  <a:schemeClr val="accent4">
                    <a:lumMod val="40000"/>
                    <a:lumOff val="60000"/>
                    <a:alpha val="0"/>
                  </a:schemeClr>
                </a:gs>
                <a:gs pos="100000">
                  <a:schemeClr val="accent4">
                    <a:lumMod val="40000"/>
                    <a:lumOff val="60000"/>
                  </a:schemeClr>
                </a:gs>
              </a:gsLst>
              <a:lin ang="0" scaled="1"/>
            </a:gra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8617585" y="1165860"/>
            <a:ext cx="819150" cy="0"/>
          </a:xfrm>
          <a:prstGeom prst="line">
            <a:avLst/>
          </a:prstGeom>
          <a:ln>
            <a:gradFill>
              <a:gsLst>
                <a:gs pos="0">
                  <a:schemeClr val="accent4">
                    <a:lumMod val="40000"/>
                    <a:lumOff val="60000"/>
                    <a:alpha val="0"/>
                  </a:schemeClr>
                </a:gs>
                <a:gs pos="100000">
                  <a:schemeClr val="accent4">
                    <a:lumMod val="40000"/>
                    <a:lumOff val="60000"/>
                  </a:schemeClr>
                </a:gs>
              </a:gsLst>
              <a:lin ang="0" scaled="1"/>
            </a:gra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3580765" y="880745"/>
            <a:ext cx="5030470" cy="398780"/>
          </a:xfrm>
          <a:prstGeom prst="rect">
            <a:avLst/>
          </a:prstGeom>
          <a:noFill/>
        </p:spPr>
        <p:txBody>
          <a:bodyPr wrap="square" rtlCol="0">
            <a:spAutoFit/>
          </a:bodyPr>
          <a:p>
            <a:pPr algn="dist"/>
            <a:r>
              <a:rPr lang="zh-CN" altLang="en-US" sz="2000">
                <a:solidFill>
                  <a:schemeClr val="accent4">
                    <a:lumMod val="60000"/>
                    <a:lumOff val="40000"/>
                  </a:schemeClr>
                </a:solidFill>
                <a:latin typeface="汉仪文黑-55简" panose="00020600040101010101" charset="-122"/>
                <a:ea typeface="汉仪文黑-55简" panose="00020600040101010101" charset="-122"/>
                <a:cs typeface="汉仪文黑-55简" panose="00020600040101010101" charset="-122"/>
              </a:rPr>
              <a:t>防范灾害风险</a:t>
            </a:r>
            <a:r>
              <a:rPr lang="en-US" altLang="zh-CN" sz="2000">
                <a:solidFill>
                  <a:schemeClr val="accent4">
                    <a:lumMod val="60000"/>
                    <a:lumOff val="40000"/>
                  </a:schemeClr>
                </a:solidFill>
                <a:latin typeface="汉仪文黑-55简" panose="00020600040101010101" charset="-122"/>
                <a:ea typeface="汉仪文黑-55简" panose="00020600040101010101" charset="-122"/>
                <a:cs typeface="汉仪文黑-55简" panose="00020600040101010101" charset="-122"/>
              </a:rPr>
              <a:t>       </a:t>
            </a:r>
            <a:r>
              <a:rPr lang="zh-CN" altLang="en-US" sz="2000">
                <a:solidFill>
                  <a:schemeClr val="accent4">
                    <a:lumMod val="60000"/>
                    <a:lumOff val="40000"/>
                  </a:schemeClr>
                </a:solidFill>
                <a:latin typeface="汉仪文黑-55简" panose="00020600040101010101" charset="-122"/>
                <a:ea typeface="汉仪文黑-55简" panose="00020600040101010101" charset="-122"/>
                <a:cs typeface="汉仪文黑-55简" panose="00020600040101010101" charset="-122"/>
              </a:rPr>
              <a:t>护航高质量发展</a:t>
            </a:r>
            <a:endParaRPr lang="zh-CN" altLang="en-US" sz="2000">
              <a:solidFill>
                <a:schemeClr val="accent4">
                  <a:lumMod val="60000"/>
                  <a:lumOff val="40000"/>
                </a:schemeClr>
              </a:solidFill>
              <a:latin typeface="汉仪文黑-55简" panose="00020600040101010101" charset="-122"/>
              <a:ea typeface="汉仪文黑-55简" panose="00020600040101010101" charset="-122"/>
              <a:cs typeface="汉仪文黑-55简" panose="00020600040101010101" charset="-122"/>
            </a:endParaRPr>
          </a:p>
        </p:txBody>
      </p:sp>
    </p:spTree>
    <p:custDataLst>
      <p:tags r:id="rId3"/>
    </p:custData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 name="图片 7" descr="chaos-concept-illustration_114360-7000.webp"/>
          <p:cNvPicPr>
            <a:picLocks noChangeAspect="1"/>
          </p:cNvPicPr>
          <p:nvPr/>
        </p:nvPicPr>
        <p:blipFill>
          <a:blip r:embed="rId1"/>
          <a:srcRect l="24322" r="1638" b="8635"/>
          <a:stretch>
            <a:fillRect/>
          </a:stretch>
        </p:blipFill>
        <p:spPr>
          <a:xfrm>
            <a:off x="6119495" y="1677670"/>
            <a:ext cx="5596255" cy="4604385"/>
          </a:xfrm>
          <a:prstGeom prst="rect">
            <a:avLst/>
          </a:prstGeom>
          <a:ln>
            <a:solidFill>
              <a:srgbClr val="CE5041"/>
            </a:solidFill>
          </a:ln>
        </p:spPr>
      </p:pic>
      <p:sp>
        <p:nvSpPr>
          <p:cNvPr id="9" name="矩形 8"/>
          <p:cNvSpPr/>
          <p:nvPr/>
        </p:nvSpPr>
        <p:spPr>
          <a:xfrm>
            <a:off x="466725" y="1909445"/>
            <a:ext cx="6225540" cy="4114800"/>
          </a:xfrm>
          <a:prstGeom prst="rect">
            <a:avLst/>
          </a:prstGeom>
          <a:solidFill>
            <a:schemeClr val="bg1"/>
          </a:solidFill>
          <a:ln>
            <a:noFill/>
          </a:ln>
          <a:effectLst>
            <a:outerShdw blurRad="63500" sx="102000" sy="102000" algn="ctr" rotWithShape="0">
              <a:prstClr val="black">
                <a:alpha val="1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3" name="文本框 2"/>
          <p:cNvSpPr txBox="1"/>
          <p:nvPr/>
        </p:nvSpPr>
        <p:spPr>
          <a:xfrm>
            <a:off x="4776153" y="375920"/>
            <a:ext cx="2639695" cy="645160"/>
          </a:xfrm>
          <a:prstGeom prst="rect">
            <a:avLst/>
          </a:prstGeom>
          <a:noFill/>
        </p:spPr>
        <p:txBody>
          <a:bodyPr wrap="square" rtlCol="0">
            <a:spAutoFit/>
          </a:bodyPr>
          <a:p>
            <a:pPr algn="dist"/>
            <a:r>
              <a:rPr lang="zh-CN" altLang="en-US" sz="3600">
                <a:latin typeface="汉仪颜楷简" panose="00020600040101010101" charset="-122"/>
                <a:ea typeface="汉仪颜楷简" panose="00020600040101010101" charset="-122"/>
                <a:cs typeface="汉仪文黑-55简" panose="00020600040101010101" charset="-122"/>
              </a:rPr>
              <a:t>地震的定义</a:t>
            </a:r>
            <a:endParaRPr lang="zh-CN" altLang="en-US" sz="3600">
              <a:latin typeface="汉仪颜楷简" panose="00020600040101010101" charset="-122"/>
              <a:ea typeface="汉仪颜楷简" panose="00020600040101010101" charset="-122"/>
              <a:cs typeface="汉仪文黑-55简" panose="00020600040101010101" charset="-122"/>
            </a:endParaRPr>
          </a:p>
        </p:txBody>
      </p:sp>
      <p:sp>
        <p:nvSpPr>
          <p:cNvPr id="5" name="文本框 4"/>
          <p:cNvSpPr txBox="1"/>
          <p:nvPr/>
        </p:nvSpPr>
        <p:spPr>
          <a:xfrm>
            <a:off x="762000" y="2223770"/>
            <a:ext cx="1667510" cy="398780"/>
          </a:xfrm>
          <a:prstGeom prst="rect">
            <a:avLst/>
          </a:prstGeom>
          <a:noFill/>
        </p:spPr>
        <p:txBody>
          <a:bodyPr wrap="square" rtlCol="0">
            <a:spAutoFit/>
          </a:bodyPr>
          <a:p>
            <a:pPr algn="dist">
              <a:lnSpc>
                <a:spcPct val="100000"/>
              </a:lnSpc>
              <a:spcBef>
                <a:spcPts val="0"/>
              </a:spcBef>
              <a:spcAft>
                <a:spcPts val="0"/>
              </a:spcAft>
            </a:pPr>
            <a:r>
              <a:rPr lang="zh-CN" altLang="en-US" sz="2000" b="1">
                <a:cs typeface="汉仪文黑-55简" panose="00020600040101010101" charset="-122"/>
              </a:rPr>
              <a:t>地震定义：</a:t>
            </a:r>
            <a:endParaRPr lang="zh-CN" altLang="en-US" sz="2000" b="1">
              <a:cs typeface="汉仪文黑-55简" panose="00020600040101010101" charset="-122"/>
            </a:endParaRPr>
          </a:p>
        </p:txBody>
      </p:sp>
      <p:pic>
        <p:nvPicPr>
          <p:cNvPr id="11" name="图片 10" descr="ground-cracks-earthquake-cracking-holes-ruined-land-surface-crushed-texture_107791-4153.webp"/>
          <p:cNvPicPr>
            <a:picLocks noChangeAspect="1"/>
          </p:cNvPicPr>
          <p:nvPr/>
        </p:nvPicPr>
        <p:blipFill>
          <a:blip r:embed="rId2"/>
          <a:stretch>
            <a:fillRect/>
          </a:stretch>
        </p:blipFill>
        <p:spPr>
          <a:xfrm>
            <a:off x="3883660" y="5022850"/>
            <a:ext cx="1783715" cy="991870"/>
          </a:xfrm>
          <a:prstGeom prst="rect">
            <a:avLst/>
          </a:prstGeom>
        </p:spPr>
      </p:pic>
      <p:sp>
        <p:nvSpPr>
          <p:cNvPr id="4" name="文本框 3"/>
          <p:cNvSpPr txBox="1"/>
          <p:nvPr/>
        </p:nvSpPr>
        <p:spPr>
          <a:xfrm>
            <a:off x="771525" y="2633980"/>
            <a:ext cx="5533390" cy="3041015"/>
          </a:xfrm>
          <a:prstGeom prst="rect">
            <a:avLst/>
          </a:prstGeom>
          <a:noFill/>
        </p:spPr>
        <p:txBody>
          <a:bodyPr wrap="square" rtlCol="0">
            <a:spAutoFit/>
          </a:bodyPr>
          <a:p>
            <a:pPr>
              <a:lnSpc>
                <a:spcPct val="120000"/>
              </a:lnSpc>
              <a:spcBef>
                <a:spcPts val="0"/>
              </a:spcBef>
              <a:spcAft>
                <a:spcPts val="0"/>
              </a:spcAft>
            </a:pPr>
            <a:r>
              <a:rPr lang="zh-CN" altLang="en-US" sz="1600">
                <a:cs typeface="汉仪文黑-55简" panose="00020600040101010101" charset="-122"/>
              </a:rPr>
              <a:t>地震又称地动、地振动，是地壳快速释放能量过程中造成的振动，期间会产生地震波的一种自然现象。</a:t>
            </a:r>
            <a:endParaRPr lang="zh-CN" altLang="en-US" sz="1600">
              <a:cs typeface="汉仪文黑-55简" panose="00020600040101010101" charset="-122"/>
            </a:endParaRPr>
          </a:p>
          <a:p>
            <a:pPr>
              <a:lnSpc>
                <a:spcPct val="120000"/>
              </a:lnSpc>
              <a:spcBef>
                <a:spcPts val="0"/>
              </a:spcBef>
              <a:spcAft>
                <a:spcPts val="0"/>
              </a:spcAft>
            </a:pPr>
            <a:endParaRPr lang="zh-CN" altLang="en-US" sz="1600">
              <a:cs typeface="汉仪文黑-55简" panose="00020600040101010101" charset="-122"/>
            </a:endParaRPr>
          </a:p>
          <a:p>
            <a:pPr>
              <a:lnSpc>
                <a:spcPct val="120000"/>
              </a:lnSpc>
              <a:spcBef>
                <a:spcPts val="0"/>
              </a:spcBef>
              <a:spcAft>
                <a:spcPts val="0"/>
              </a:spcAft>
            </a:pPr>
            <a:r>
              <a:rPr lang="zh-CN" altLang="en-US" sz="1600">
                <a:cs typeface="汉仪文黑-55简" panose="00020600040101010101" charset="-122"/>
              </a:rPr>
              <a:t>地球上板块与板块之间相互挤压碰撞，造成板块边沿及板块内部产生错动和破裂，是引起地震的主要原因。</a:t>
            </a:r>
            <a:endParaRPr lang="zh-CN" altLang="en-US" sz="1600">
              <a:cs typeface="汉仪文黑-55简" panose="00020600040101010101" charset="-122"/>
            </a:endParaRPr>
          </a:p>
          <a:p>
            <a:pPr>
              <a:lnSpc>
                <a:spcPct val="120000"/>
              </a:lnSpc>
              <a:spcBef>
                <a:spcPts val="0"/>
              </a:spcBef>
              <a:spcAft>
                <a:spcPts val="0"/>
              </a:spcAft>
            </a:pPr>
            <a:endParaRPr lang="zh-CN" altLang="en-US" sz="1600">
              <a:cs typeface="汉仪文黑-55简" panose="00020600040101010101" charset="-122"/>
            </a:endParaRPr>
          </a:p>
          <a:p>
            <a:pPr>
              <a:lnSpc>
                <a:spcPct val="120000"/>
              </a:lnSpc>
              <a:spcBef>
                <a:spcPts val="0"/>
              </a:spcBef>
              <a:spcAft>
                <a:spcPts val="0"/>
              </a:spcAft>
            </a:pPr>
            <a:r>
              <a:rPr lang="zh-CN" altLang="en-US" sz="1600">
                <a:cs typeface="汉仪文黑-55简" panose="00020600040101010101" charset="-122"/>
              </a:rPr>
              <a:t>地震常常造成严重人员伤亡，能引起火灾、水灾、有毒气体泄漏、细菌及放射性物质扩散，还可能造成海啸、滑坡、崩塌、地裂缝等次生灾害。</a:t>
            </a:r>
            <a:endParaRPr lang="zh-CN" altLang="en-US" sz="1600">
              <a:cs typeface="汉仪文黑-55简" panose="00020600040101010101" charset="-122"/>
            </a:endParaRPr>
          </a:p>
          <a:p>
            <a:pPr>
              <a:lnSpc>
                <a:spcPct val="120000"/>
              </a:lnSpc>
              <a:spcBef>
                <a:spcPts val="0"/>
              </a:spcBef>
              <a:spcAft>
                <a:spcPts val="0"/>
              </a:spcAft>
            </a:pPr>
            <a:endParaRPr lang="zh-CN" altLang="en-US" sz="1600">
              <a:cs typeface="汉仪文黑-55简" panose="00020600040101010101" charset="-122"/>
            </a:endParaRPr>
          </a:p>
        </p:txBody>
      </p:sp>
    </p:spTree>
    <p:custDataLst>
      <p:tags r:id="rId3"/>
    </p:custData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4358005" y="375920"/>
            <a:ext cx="3475990" cy="645160"/>
          </a:xfrm>
          <a:prstGeom prst="rect">
            <a:avLst/>
          </a:prstGeom>
          <a:noFill/>
        </p:spPr>
        <p:txBody>
          <a:bodyPr wrap="square" rtlCol="0">
            <a:spAutoFit/>
          </a:bodyPr>
          <a:p>
            <a:pPr algn="dist"/>
            <a:r>
              <a:rPr lang="zh-CN" altLang="en-US" sz="3600">
                <a:latin typeface="汉仪颜楷简" panose="00020600040101010101" charset="-122"/>
                <a:ea typeface="汉仪颜楷简" panose="00020600040101010101" charset="-122"/>
                <a:cs typeface="汉仪文黑-55简" panose="00020600040101010101" charset="-122"/>
              </a:rPr>
              <a:t>地震时该怎么做</a:t>
            </a:r>
            <a:endParaRPr lang="zh-CN" altLang="en-US" sz="3600">
              <a:latin typeface="汉仪颜楷简" panose="00020600040101010101" charset="-122"/>
              <a:ea typeface="汉仪颜楷简" panose="00020600040101010101" charset="-122"/>
              <a:cs typeface="汉仪文黑-55简" panose="00020600040101010101" charset="-122"/>
            </a:endParaRPr>
          </a:p>
        </p:txBody>
      </p:sp>
      <p:sp>
        <p:nvSpPr>
          <p:cNvPr id="2" name="文本框 1"/>
          <p:cNvSpPr txBox="1"/>
          <p:nvPr/>
        </p:nvSpPr>
        <p:spPr>
          <a:xfrm>
            <a:off x="622935" y="4633595"/>
            <a:ext cx="4806315" cy="1751965"/>
          </a:xfrm>
          <a:prstGeom prst="rect">
            <a:avLst/>
          </a:prstGeom>
          <a:noFill/>
        </p:spPr>
        <p:txBody>
          <a:bodyPr wrap="square" rtlCol="0">
            <a:spAutoFit/>
          </a:bodyPr>
          <a:p>
            <a:pPr>
              <a:lnSpc>
                <a:spcPct val="120000"/>
              </a:lnSpc>
              <a:spcBef>
                <a:spcPts val="0"/>
              </a:spcBef>
              <a:spcAft>
                <a:spcPts val="0"/>
              </a:spcAft>
            </a:pPr>
            <a:r>
              <a:rPr lang="zh-CN" altLang="en-US">
                <a:cs typeface="汉仪文黑-55简" panose="00020600040101010101" charset="-122"/>
              </a:rPr>
              <a:t>首先，在重心较低、且结实牢固的桌子下面躲避，并紧紧抓牢桌子腿。</a:t>
            </a:r>
            <a:endParaRPr lang="zh-CN" altLang="en-US">
              <a:cs typeface="汉仪文黑-55简" panose="00020600040101010101" charset="-122"/>
            </a:endParaRPr>
          </a:p>
          <a:p>
            <a:pPr>
              <a:lnSpc>
                <a:spcPct val="120000"/>
              </a:lnSpc>
              <a:spcBef>
                <a:spcPts val="0"/>
              </a:spcBef>
              <a:spcAft>
                <a:spcPts val="0"/>
              </a:spcAft>
            </a:pPr>
            <a:endParaRPr lang="zh-CN" altLang="en-US">
              <a:cs typeface="汉仪文黑-55简" panose="00020600040101010101" charset="-122"/>
            </a:endParaRPr>
          </a:p>
          <a:p>
            <a:pPr>
              <a:lnSpc>
                <a:spcPct val="120000"/>
              </a:lnSpc>
              <a:spcBef>
                <a:spcPts val="0"/>
              </a:spcBef>
              <a:spcAft>
                <a:spcPts val="0"/>
              </a:spcAft>
            </a:pPr>
            <a:r>
              <a:rPr lang="zh-CN" altLang="en-US">
                <a:cs typeface="汉仪文黑-55简" panose="00020600040101010101" charset="-122"/>
              </a:rPr>
              <a:t>在没有桌子等可供藏身的场合，无论如何，也要用坐垫等物保护好头部。</a:t>
            </a:r>
            <a:endParaRPr lang="zh-CN" altLang="en-US">
              <a:cs typeface="汉仪文黑-55简" panose="00020600040101010101" charset="-122"/>
            </a:endParaRPr>
          </a:p>
        </p:txBody>
      </p:sp>
      <p:pic>
        <p:nvPicPr>
          <p:cNvPr id="4" name="图片 3" descr="earthquake-scene-with-cartoon-character_29937-7629 水印.webp"/>
          <p:cNvPicPr>
            <a:picLocks noChangeAspect="1"/>
          </p:cNvPicPr>
          <p:nvPr/>
        </p:nvPicPr>
        <p:blipFill>
          <a:blip r:embed="rId1"/>
          <a:srcRect l="3194" t="18472" r="2222" b="19583"/>
          <a:stretch>
            <a:fillRect/>
          </a:stretch>
        </p:blipFill>
        <p:spPr>
          <a:xfrm>
            <a:off x="1194435" y="1956435"/>
            <a:ext cx="3611880" cy="2366010"/>
          </a:xfrm>
          <a:prstGeom prst="rect">
            <a:avLst/>
          </a:prstGeom>
        </p:spPr>
      </p:pic>
      <p:sp>
        <p:nvSpPr>
          <p:cNvPr id="6" name="文本框 5"/>
          <p:cNvSpPr txBox="1"/>
          <p:nvPr/>
        </p:nvSpPr>
        <p:spPr>
          <a:xfrm>
            <a:off x="6637655" y="4633595"/>
            <a:ext cx="5087620" cy="1751965"/>
          </a:xfrm>
          <a:prstGeom prst="rect">
            <a:avLst/>
          </a:prstGeom>
          <a:noFill/>
        </p:spPr>
        <p:txBody>
          <a:bodyPr wrap="square" rtlCol="0">
            <a:spAutoFit/>
          </a:bodyPr>
          <a:p>
            <a:pPr>
              <a:lnSpc>
                <a:spcPct val="120000"/>
              </a:lnSpc>
              <a:spcBef>
                <a:spcPts val="0"/>
              </a:spcBef>
              <a:spcAft>
                <a:spcPts val="0"/>
              </a:spcAft>
            </a:pPr>
            <a:r>
              <a:rPr lang="zh-CN" altLang="en-US">
                <a:cs typeface="汉仪文黑-55简" panose="00020600040101010101" charset="-122"/>
              </a:rPr>
              <a:t>地震时，也会有不能依赖消防车来灭火的情形。</a:t>
            </a:r>
            <a:endParaRPr lang="zh-CN" altLang="en-US">
              <a:cs typeface="汉仪文黑-55简" panose="00020600040101010101" charset="-122"/>
            </a:endParaRPr>
          </a:p>
          <a:p>
            <a:pPr>
              <a:lnSpc>
                <a:spcPct val="120000"/>
              </a:lnSpc>
              <a:spcBef>
                <a:spcPts val="0"/>
              </a:spcBef>
              <a:spcAft>
                <a:spcPts val="0"/>
              </a:spcAft>
            </a:pPr>
            <a:endParaRPr lang="zh-CN" altLang="en-US">
              <a:cs typeface="汉仪文黑-55简" panose="00020600040101010101" charset="-122"/>
            </a:endParaRPr>
          </a:p>
          <a:p>
            <a:pPr>
              <a:lnSpc>
                <a:spcPct val="120000"/>
              </a:lnSpc>
              <a:spcBef>
                <a:spcPts val="0"/>
              </a:spcBef>
              <a:spcAft>
                <a:spcPts val="0"/>
              </a:spcAft>
            </a:pPr>
            <a:r>
              <a:rPr lang="zh-CN" altLang="en-US">
                <a:cs typeface="汉仪文黑-55简" panose="00020600040101010101" charset="-122"/>
              </a:rPr>
              <a:t>因此，我们每个人自主切断电源，主动关火、灭火的这种努力，是能否将地震灾害控制在最小程度的重要因素。</a:t>
            </a:r>
            <a:endParaRPr lang="zh-CN" altLang="en-US">
              <a:cs typeface="汉仪文黑-55简" panose="00020600040101010101" charset="-122"/>
            </a:endParaRPr>
          </a:p>
        </p:txBody>
      </p:sp>
      <p:pic>
        <p:nvPicPr>
          <p:cNvPr id="8" name="图片 7" descr="111"/>
          <p:cNvPicPr>
            <a:picLocks noChangeAspect="1"/>
          </p:cNvPicPr>
          <p:nvPr/>
        </p:nvPicPr>
        <p:blipFill>
          <a:blip r:embed="rId2"/>
          <a:stretch>
            <a:fillRect/>
          </a:stretch>
        </p:blipFill>
        <p:spPr>
          <a:xfrm>
            <a:off x="6866255" y="1729740"/>
            <a:ext cx="4383405" cy="2592705"/>
          </a:xfrm>
          <a:prstGeom prst="rect">
            <a:avLst/>
          </a:prstGeom>
        </p:spPr>
      </p:pic>
      <p:cxnSp>
        <p:nvCxnSpPr>
          <p:cNvPr id="9" name="直接连接符 8"/>
          <p:cNvCxnSpPr/>
          <p:nvPr/>
        </p:nvCxnSpPr>
        <p:spPr>
          <a:xfrm>
            <a:off x="6101715" y="1938020"/>
            <a:ext cx="0" cy="4229100"/>
          </a:xfrm>
          <a:prstGeom prst="line">
            <a:avLst/>
          </a:prstGeom>
          <a:ln>
            <a:solidFill>
              <a:srgbClr val="A80000"/>
            </a:solidFill>
          </a:ln>
        </p:spPr>
        <p:style>
          <a:lnRef idx="1">
            <a:schemeClr val="accent1"/>
          </a:lnRef>
          <a:fillRef idx="0">
            <a:schemeClr val="accent1"/>
          </a:fillRef>
          <a:effectRef idx="0">
            <a:schemeClr val="accent1"/>
          </a:effectRef>
          <a:fontRef idx="minor">
            <a:schemeClr val="tx1"/>
          </a:fontRef>
        </p:style>
      </p:cxnSp>
    </p:spTree>
    <p:custDataLst>
      <p:tags r:id="rId3"/>
    </p:custData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矩形 2"/>
          <p:cNvSpPr/>
          <p:nvPr/>
        </p:nvSpPr>
        <p:spPr>
          <a:xfrm>
            <a:off x="466725" y="1785620"/>
            <a:ext cx="3625850" cy="4620260"/>
          </a:xfrm>
          <a:prstGeom prst="rect">
            <a:avLst/>
          </a:prstGeom>
          <a:solidFill>
            <a:schemeClr val="bg1"/>
          </a:solidFill>
          <a:ln>
            <a:solidFill>
              <a:srgbClr val="A8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4" name="矩形 3"/>
          <p:cNvSpPr/>
          <p:nvPr/>
        </p:nvSpPr>
        <p:spPr>
          <a:xfrm>
            <a:off x="4283075" y="1785620"/>
            <a:ext cx="3625850" cy="4620260"/>
          </a:xfrm>
          <a:prstGeom prst="rect">
            <a:avLst/>
          </a:prstGeom>
          <a:solidFill>
            <a:schemeClr val="bg1"/>
          </a:solidFill>
          <a:ln>
            <a:solidFill>
              <a:srgbClr val="A8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6" name="矩形 5"/>
          <p:cNvSpPr/>
          <p:nvPr/>
        </p:nvSpPr>
        <p:spPr>
          <a:xfrm>
            <a:off x="8099425" y="1785620"/>
            <a:ext cx="3625850" cy="4620260"/>
          </a:xfrm>
          <a:prstGeom prst="rect">
            <a:avLst/>
          </a:prstGeom>
          <a:solidFill>
            <a:schemeClr val="bg1"/>
          </a:solidFill>
          <a:ln>
            <a:solidFill>
              <a:srgbClr val="A8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5" name="文本框 4"/>
          <p:cNvSpPr txBox="1"/>
          <p:nvPr/>
        </p:nvSpPr>
        <p:spPr>
          <a:xfrm>
            <a:off x="4358005" y="375920"/>
            <a:ext cx="3475990" cy="645160"/>
          </a:xfrm>
          <a:prstGeom prst="rect">
            <a:avLst/>
          </a:prstGeom>
          <a:noFill/>
        </p:spPr>
        <p:txBody>
          <a:bodyPr wrap="square" rtlCol="0">
            <a:spAutoFit/>
          </a:bodyPr>
          <a:p>
            <a:pPr algn="dist"/>
            <a:r>
              <a:rPr lang="zh-CN" altLang="en-US" sz="3600">
                <a:latin typeface="汉仪颜楷简" panose="00020600040101010101" charset="-122"/>
                <a:ea typeface="汉仪颜楷简" panose="00020600040101010101" charset="-122"/>
                <a:cs typeface="汉仪文黑-55简" panose="00020600040101010101" charset="-122"/>
              </a:rPr>
              <a:t>地震时该怎么做</a:t>
            </a:r>
            <a:endParaRPr lang="zh-CN" altLang="en-US" sz="3600">
              <a:latin typeface="汉仪颜楷简" panose="00020600040101010101" charset="-122"/>
              <a:ea typeface="汉仪颜楷简" panose="00020600040101010101" charset="-122"/>
              <a:cs typeface="汉仪文黑-55简" panose="00020600040101010101" charset="-122"/>
            </a:endParaRPr>
          </a:p>
        </p:txBody>
      </p:sp>
      <p:sp>
        <p:nvSpPr>
          <p:cNvPr id="2" name="文本框 1"/>
          <p:cNvSpPr txBox="1"/>
          <p:nvPr/>
        </p:nvSpPr>
        <p:spPr>
          <a:xfrm>
            <a:off x="690880" y="3767455"/>
            <a:ext cx="3158490" cy="2451100"/>
          </a:xfrm>
          <a:prstGeom prst="rect">
            <a:avLst/>
          </a:prstGeom>
          <a:noFill/>
        </p:spPr>
        <p:txBody>
          <a:bodyPr wrap="square" rtlCol="0">
            <a:spAutoFit/>
          </a:bodyPr>
          <a:p>
            <a:pPr>
              <a:lnSpc>
                <a:spcPct val="120000"/>
              </a:lnSpc>
              <a:spcBef>
                <a:spcPts val="0"/>
              </a:spcBef>
              <a:spcAft>
                <a:spcPts val="0"/>
              </a:spcAft>
            </a:pPr>
            <a:r>
              <a:rPr lang="zh-CN" altLang="en-US" sz="1600">
                <a:cs typeface="汉仪文黑-55简" panose="00020600040101010101" charset="-122"/>
              </a:rPr>
              <a:t>地震发生后，如果慌慌张张地向外跑,碎玻璃、屋顶上的砖瓦、广告牌等掉下来砸在身上，是很危险的。</a:t>
            </a:r>
            <a:endParaRPr lang="zh-CN" altLang="en-US" sz="1600">
              <a:cs typeface="汉仪文黑-55简" panose="00020600040101010101" charset="-122"/>
            </a:endParaRPr>
          </a:p>
          <a:p>
            <a:pPr>
              <a:lnSpc>
                <a:spcPct val="120000"/>
              </a:lnSpc>
              <a:spcBef>
                <a:spcPts val="0"/>
              </a:spcBef>
              <a:spcAft>
                <a:spcPts val="0"/>
              </a:spcAft>
            </a:pPr>
            <a:endParaRPr lang="zh-CN" altLang="en-US" sz="1600">
              <a:cs typeface="汉仪文黑-55简" panose="00020600040101010101" charset="-122"/>
            </a:endParaRPr>
          </a:p>
          <a:p>
            <a:pPr>
              <a:lnSpc>
                <a:spcPct val="120000"/>
              </a:lnSpc>
              <a:spcBef>
                <a:spcPts val="0"/>
              </a:spcBef>
              <a:spcAft>
                <a:spcPts val="0"/>
              </a:spcAft>
            </a:pPr>
            <a:r>
              <a:rPr lang="zh-CN" altLang="en-US" sz="1600">
                <a:cs typeface="汉仪文黑-55简" panose="00020600040101010101" charset="-122"/>
              </a:rPr>
              <a:t>钢筋水泥结构的房屋等，由于地震的晃动会造成门窗错位，打不开门。</a:t>
            </a:r>
            <a:endParaRPr lang="zh-CN" altLang="en-US" sz="1600">
              <a:cs typeface="汉仪文黑-55简" panose="00020600040101010101" charset="-122"/>
            </a:endParaRPr>
          </a:p>
        </p:txBody>
      </p:sp>
      <p:sp>
        <p:nvSpPr>
          <p:cNvPr id="7" name="文本框 6"/>
          <p:cNvSpPr txBox="1"/>
          <p:nvPr/>
        </p:nvSpPr>
        <p:spPr>
          <a:xfrm>
            <a:off x="4516755" y="3767455"/>
            <a:ext cx="3158490" cy="2155825"/>
          </a:xfrm>
          <a:prstGeom prst="rect">
            <a:avLst/>
          </a:prstGeom>
          <a:noFill/>
        </p:spPr>
        <p:txBody>
          <a:bodyPr wrap="square" rtlCol="0">
            <a:spAutoFit/>
          </a:bodyPr>
          <a:p>
            <a:pPr>
              <a:lnSpc>
                <a:spcPct val="120000"/>
              </a:lnSpc>
              <a:spcBef>
                <a:spcPts val="0"/>
              </a:spcBef>
              <a:spcAft>
                <a:spcPts val="0"/>
              </a:spcAft>
            </a:pPr>
            <a:r>
              <a:rPr lang="zh-CN" altLang="en-US" sz="1600">
                <a:cs typeface="汉仪文黑-55简" panose="00020600040101010101" charset="-122"/>
              </a:rPr>
              <a:t>大地剧烈摇晃，站立不稳的时候，人们都会有扶靠、抓住什么的心理。身边的门柱、墙壁大多会成为扶靠的对象。</a:t>
            </a:r>
            <a:endParaRPr lang="zh-CN" altLang="en-US" sz="1600">
              <a:cs typeface="汉仪文黑-55简" panose="00020600040101010101" charset="-122"/>
            </a:endParaRPr>
          </a:p>
          <a:p>
            <a:pPr>
              <a:lnSpc>
                <a:spcPct val="120000"/>
              </a:lnSpc>
              <a:spcBef>
                <a:spcPts val="0"/>
              </a:spcBef>
              <a:spcAft>
                <a:spcPts val="0"/>
              </a:spcAft>
            </a:pPr>
            <a:endParaRPr lang="zh-CN" altLang="en-US" sz="1600">
              <a:cs typeface="汉仪文黑-55简" panose="00020600040101010101" charset="-122"/>
            </a:endParaRPr>
          </a:p>
          <a:p>
            <a:pPr>
              <a:lnSpc>
                <a:spcPct val="120000"/>
              </a:lnSpc>
              <a:spcBef>
                <a:spcPts val="0"/>
              </a:spcBef>
              <a:spcAft>
                <a:spcPts val="0"/>
              </a:spcAft>
            </a:pPr>
            <a:r>
              <a:rPr lang="zh-CN" altLang="en-US" sz="1600">
                <a:cs typeface="汉仪文黑-55简" panose="00020600040101010101" charset="-122"/>
              </a:rPr>
              <a:t>但是，这些看上去挺结实牢固的东西，实际上却是危险的。</a:t>
            </a:r>
            <a:endParaRPr lang="zh-CN" altLang="en-US" sz="1600">
              <a:cs typeface="汉仪文黑-55简" panose="00020600040101010101" charset="-122"/>
            </a:endParaRPr>
          </a:p>
        </p:txBody>
      </p:sp>
      <p:sp>
        <p:nvSpPr>
          <p:cNvPr id="8" name="文本框 7"/>
          <p:cNvSpPr txBox="1"/>
          <p:nvPr/>
        </p:nvSpPr>
        <p:spPr>
          <a:xfrm>
            <a:off x="8336280" y="3767455"/>
            <a:ext cx="3158490" cy="2451100"/>
          </a:xfrm>
          <a:prstGeom prst="rect">
            <a:avLst/>
          </a:prstGeom>
          <a:noFill/>
        </p:spPr>
        <p:txBody>
          <a:bodyPr wrap="square" rtlCol="0">
            <a:spAutoFit/>
          </a:bodyPr>
          <a:p>
            <a:pPr>
              <a:lnSpc>
                <a:spcPct val="120000"/>
              </a:lnSpc>
              <a:spcBef>
                <a:spcPts val="0"/>
              </a:spcBef>
              <a:spcAft>
                <a:spcPts val="0"/>
              </a:spcAft>
            </a:pPr>
            <a:r>
              <a:rPr lang="zh-CN" altLang="en-US" sz="1600">
                <a:cs typeface="汉仪文黑-55简" panose="00020600040101010101" charset="-122"/>
              </a:rPr>
              <a:t>就地震而言，据说地下街是比较安全的。即便发生停电，紧急照明电也会即刻亮起来，请镇静地采取行动。</a:t>
            </a:r>
            <a:endParaRPr lang="zh-CN" altLang="en-US" sz="1600">
              <a:cs typeface="汉仪文黑-55简" panose="00020600040101010101" charset="-122"/>
            </a:endParaRPr>
          </a:p>
          <a:p>
            <a:pPr>
              <a:lnSpc>
                <a:spcPct val="120000"/>
              </a:lnSpc>
              <a:spcBef>
                <a:spcPts val="0"/>
              </a:spcBef>
              <a:spcAft>
                <a:spcPts val="0"/>
              </a:spcAft>
            </a:pPr>
            <a:endParaRPr lang="zh-CN" altLang="en-US" sz="1600">
              <a:cs typeface="汉仪文黑-55简" panose="00020600040101010101" charset="-122"/>
            </a:endParaRPr>
          </a:p>
          <a:p>
            <a:pPr>
              <a:lnSpc>
                <a:spcPct val="120000"/>
              </a:lnSpc>
              <a:spcBef>
                <a:spcPts val="0"/>
              </a:spcBef>
              <a:spcAft>
                <a:spcPts val="0"/>
              </a:spcAft>
            </a:pPr>
            <a:r>
              <a:rPr lang="zh-CN" altLang="en-US" sz="1600">
                <a:cs typeface="汉仪文黑-55简" panose="00020600040101010101" charset="-122"/>
              </a:rPr>
              <a:t>如发生火灾，即刻会充满烟雾。以压低身体的姿势避难，并做到绝对不吸烟。</a:t>
            </a:r>
            <a:endParaRPr lang="zh-CN" altLang="en-US" sz="1600">
              <a:cs typeface="汉仪文黑-55简" panose="00020600040101010101" charset="-122"/>
            </a:endParaRPr>
          </a:p>
        </p:txBody>
      </p:sp>
      <p:pic>
        <p:nvPicPr>
          <p:cNvPr id="10" name="图片 9" descr="earthquake-disaster-mitigation-illustration_469962-1"/>
          <p:cNvPicPr>
            <a:picLocks noChangeAspect="1"/>
          </p:cNvPicPr>
          <p:nvPr/>
        </p:nvPicPr>
        <p:blipFill>
          <a:blip r:embed="rId1">
            <a:clrChange>
              <a:clrFrom>
                <a:srgbClr val="DDFCFF">
                  <a:alpha val="100000"/>
                </a:srgbClr>
              </a:clrFrom>
              <a:clrTo>
                <a:srgbClr val="DDFCFF">
                  <a:alpha val="100000"/>
                  <a:alpha val="0"/>
                </a:srgbClr>
              </a:clrTo>
            </a:clrChange>
          </a:blip>
          <a:srcRect t="7761"/>
          <a:stretch>
            <a:fillRect/>
          </a:stretch>
        </p:blipFill>
        <p:spPr>
          <a:xfrm>
            <a:off x="1174115" y="1795145"/>
            <a:ext cx="2367915" cy="1711960"/>
          </a:xfrm>
          <a:prstGeom prst="rect">
            <a:avLst/>
          </a:prstGeom>
        </p:spPr>
      </p:pic>
      <p:pic>
        <p:nvPicPr>
          <p:cNvPr id="11" name="图片 10" descr="水印.webp"/>
          <p:cNvPicPr>
            <a:picLocks noChangeAspect="1"/>
          </p:cNvPicPr>
          <p:nvPr/>
        </p:nvPicPr>
        <p:blipFill>
          <a:blip r:embed="rId2">
            <a:clrChange>
              <a:clrFrom>
                <a:srgbClr val="E9E6E1">
                  <a:alpha val="100000"/>
                </a:srgbClr>
              </a:clrFrom>
              <a:clrTo>
                <a:srgbClr val="E9E6E1">
                  <a:alpha val="100000"/>
                  <a:alpha val="0"/>
                </a:srgbClr>
              </a:clrTo>
            </a:clrChange>
          </a:blip>
          <a:srcRect t="9594"/>
          <a:stretch>
            <a:fillRect/>
          </a:stretch>
        </p:blipFill>
        <p:spPr>
          <a:xfrm>
            <a:off x="5114925" y="1785620"/>
            <a:ext cx="1962150" cy="1774190"/>
          </a:xfrm>
          <a:prstGeom prst="rect">
            <a:avLst/>
          </a:prstGeom>
        </p:spPr>
      </p:pic>
      <p:pic>
        <p:nvPicPr>
          <p:cNvPr id="12" name="图片 11" descr="dark-tunnel-with-turned-lamps-ceiling_181624-9703.webp"/>
          <p:cNvPicPr>
            <a:picLocks noChangeAspect="1"/>
          </p:cNvPicPr>
          <p:nvPr/>
        </p:nvPicPr>
        <p:blipFill>
          <a:blip r:embed="rId3"/>
          <a:stretch>
            <a:fillRect/>
          </a:stretch>
        </p:blipFill>
        <p:spPr>
          <a:xfrm>
            <a:off x="8649970" y="1785620"/>
            <a:ext cx="2600960" cy="1734185"/>
          </a:xfrm>
          <a:prstGeom prst="rect">
            <a:avLst/>
          </a:prstGeom>
        </p:spPr>
      </p:pic>
    </p:spTree>
    <p:custDataLst>
      <p:tags r:id="rId4"/>
    </p:custData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4358005" y="375920"/>
            <a:ext cx="3475990" cy="645160"/>
          </a:xfrm>
          <a:prstGeom prst="rect">
            <a:avLst/>
          </a:prstGeom>
          <a:noFill/>
        </p:spPr>
        <p:txBody>
          <a:bodyPr wrap="square" rtlCol="0">
            <a:spAutoFit/>
          </a:bodyPr>
          <a:p>
            <a:pPr algn="dist"/>
            <a:r>
              <a:rPr lang="zh-CN" altLang="en-US" sz="3600">
                <a:latin typeface="汉仪颜楷简" panose="00020600040101010101" charset="-122"/>
                <a:ea typeface="汉仪颜楷简" panose="00020600040101010101" charset="-122"/>
                <a:cs typeface="汉仪文黑-55简" panose="00020600040101010101" charset="-122"/>
              </a:rPr>
              <a:t>地震时该怎么做</a:t>
            </a:r>
            <a:endParaRPr lang="zh-CN" altLang="en-US" sz="3600">
              <a:latin typeface="汉仪颜楷简" panose="00020600040101010101" charset="-122"/>
              <a:ea typeface="汉仪颜楷简" panose="00020600040101010101" charset="-122"/>
              <a:cs typeface="汉仪文黑-55简" panose="00020600040101010101" charset="-122"/>
            </a:endParaRPr>
          </a:p>
        </p:txBody>
      </p:sp>
      <p:sp>
        <p:nvSpPr>
          <p:cNvPr id="2" name="文本框 1"/>
          <p:cNvSpPr txBox="1"/>
          <p:nvPr/>
        </p:nvSpPr>
        <p:spPr>
          <a:xfrm>
            <a:off x="704850" y="2590165"/>
            <a:ext cx="5391150" cy="2306955"/>
          </a:xfrm>
          <a:prstGeom prst="rect">
            <a:avLst/>
          </a:prstGeom>
          <a:noFill/>
        </p:spPr>
        <p:txBody>
          <a:bodyPr wrap="square" rtlCol="0">
            <a:spAutoFit/>
          </a:bodyPr>
          <a:p>
            <a:pPr>
              <a:lnSpc>
                <a:spcPct val="120000"/>
              </a:lnSpc>
              <a:spcBef>
                <a:spcPts val="0"/>
              </a:spcBef>
              <a:spcAft>
                <a:spcPts val="0"/>
              </a:spcAft>
            </a:pPr>
            <a:r>
              <a:rPr lang="zh-CN" altLang="en-US" sz="2000">
                <a:cs typeface="汉仪文黑-55简" panose="00020600040101010101" charset="-122"/>
              </a:rPr>
              <a:t>当地震来临时，应该迅速找个大型、沉重的物体，比如衣柜、沙发，甚至是一沓堆高的报纸，卧倒在旁边；</a:t>
            </a:r>
            <a:endParaRPr lang="zh-CN" altLang="en-US" sz="2000">
              <a:cs typeface="汉仪文黑-55简" panose="00020600040101010101" charset="-122"/>
            </a:endParaRPr>
          </a:p>
          <a:p>
            <a:pPr>
              <a:lnSpc>
                <a:spcPct val="120000"/>
              </a:lnSpc>
              <a:spcBef>
                <a:spcPts val="0"/>
              </a:spcBef>
              <a:spcAft>
                <a:spcPts val="0"/>
              </a:spcAft>
            </a:pPr>
            <a:endParaRPr lang="zh-CN" altLang="en-US" sz="2000">
              <a:cs typeface="汉仪文黑-55简" panose="00020600040101010101" charset="-122"/>
            </a:endParaRPr>
          </a:p>
          <a:p>
            <a:pPr>
              <a:lnSpc>
                <a:spcPct val="120000"/>
              </a:lnSpc>
              <a:spcBef>
                <a:spcPts val="0"/>
              </a:spcBef>
              <a:spcAft>
                <a:spcPts val="0"/>
              </a:spcAft>
            </a:pPr>
            <a:r>
              <a:rPr lang="zh-CN" altLang="en-US" sz="2000">
                <a:cs typeface="汉仪文黑-55简" panose="00020600040101010101" charset="-122"/>
              </a:rPr>
              <a:t>天花板砸下后，物体周边会形成狭小的三角空间，挽救你的生命。</a:t>
            </a:r>
            <a:endParaRPr lang="zh-CN" altLang="en-US" sz="2000">
              <a:cs typeface="汉仪文黑-55简" panose="00020600040101010101" charset="-122"/>
            </a:endParaRPr>
          </a:p>
        </p:txBody>
      </p:sp>
      <p:pic>
        <p:nvPicPr>
          <p:cNvPr id="4" name="图片 3" descr="33"/>
          <p:cNvPicPr>
            <a:picLocks noChangeAspect="1"/>
          </p:cNvPicPr>
          <p:nvPr/>
        </p:nvPicPr>
        <p:blipFill>
          <a:blip r:embed="rId1"/>
          <a:srcRect l="5251" r="1463" b="1293"/>
          <a:stretch>
            <a:fillRect/>
          </a:stretch>
        </p:blipFill>
        <p:spPr>
          <a:xfrm>
            <a:off x="6605905" y="2112010"/>
            <a:ext cx="4871720" cy="3500120"/>
          </a:xfrm>
          <a:prstGeom prst="rect">
            <a:avLst/>
          </a:prstGeom>
        </p:spPr>
      </p:pic>
    </p:spTree>
    <p:custDataLst>
      <p:tags r:id="rId2"/>
    </p:custData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4358005" y="375920"/>
            <a:ext cx="3475990" cy="645160"/>
          </a:xfrm>
          <a:prstGeom prst="rect">
            <a:avLst/>
          </a:prstGeom>
          <a:noFill/>
        </p:spPr>
        <p:txBody>
          <a:bodyPr wrap="square" rtlCol="0">
            <a:spAutoFit/>
          </a:bodyPr>
          <a:p>
            <a:pPr algn="dist"/>
            <a:r>
              <a:rPr lang="zh-CN" altLang="en-US" sz="3600">
                <a:latin typeface="汉仪颜楷简" panose="00020600040101010101" charset="-122"/>
                <a:ea typeface="汉仪颜楷简" panose="00020600040101010101" charset="-122"/>
                <a:cs typeface="汉仪文黑-55简" panose="00020600040101010101" charset="-122"/>
              </a:rPr>
              <a:t>地震后怎么自救</a:t>
            </a:r>
            <a:endParaRPr lang="zh-CN" altLang="en-US" sz="3600">
              <a:latin typeface="汉仪颜楷简" panose="00020600040101010101" charset="-122"/>
              <a:ea typeface="汉仪颜楷简" panose="00020600040101010101" charset="-122"/>
              <a:cs typeface="汉仪文黑-55简" panose="00020600040101010101" charset="-122"/>
            </a:endParaRPr>
          </a:p>
        </p:txBody>
      </p:sp>
      <p:sp>
        <p:nvSpPr>
          <p:cNvPr id="2" name="文本框 1"/>
          <p:cNvSpPr txBox="1"/>
          <p:nvPr/>
        </p:nvSpPr>
        <p:spPr>
          <a:xfrm>
            <a:off x="466725" y="2014220"/>
            <a:ext cx="3382010" cy="1271270"/>
          </a:xfrm>
          <a:prstGeom prst="rect">
            <a:avLst/>
          </a:prstGeom>
          <a:noFill/>
        </p:spPr>
        <p:txBody>
          <a:bodyPr wrap="square" rtlCol="0">
            <a:spAutoFit/>
          </a:bodyPr>
          <a:p>
            <a:pPr>
              <a:lnSpc>
                <a:spcPct val="120000"/>
              </a:lnSpc>
              <a:spcBef>
                <a:spcPts val="0"/>
              </a:spcBef>
              <a:spcAft>
                <a:spcPts val="0"/>
              </a:spcAft>
            </a:pPr>
            <a:r>
              <a:rPr lang="zh-CN" altLang="en-US" sz="1600">
                <a:cs typeface="汉仪文黑-55简" panose="00020600040101010101" charset="-122"/>
              </a:rPr>
              <a:t>要尽量用湿毛巾、衣物或其他布料捂住口、鼻和头部，防止灰尘呛闷发生窒息，也可以避免建筑物进一步倒塌造成的伤害。</a:t>
            </a:r>
            <a:endParaRPr lang="zh-CN" altLang="en-US" sz="1600">
              <a:cs typeface="汉仪文黑-55简" panose="00020600040101010101" charset="-122"/>
            </a:endParaRPr>
          </a:p>
        </p:txBody>
      </p:sp>
      <p:pic>
        <p:nvPicPr>
          <p:cNvPr id="3" name="图片 2" descr="22"/>
          <p:cNvPicPr>
            <a:picLocks noChangeAspect="1"/>
          </p:cNvPicPr>
          <p:nvPr/>
        </p:nvPicPr>
        <p:blipFill>
          <a:blip r:embed="rId1"/>
          <a:srcRect l="13870" r="11850"/>
          <a:stretch>
            <a:fillRect/>
          </a:stretch>
        </p:blipFill>
        <p:spPr>
          <a:xfrm>
            <a:off x="4535805" y="2023110"/>
            <a:ext cx="3121025" cy="4201795"/>
          </a:xfrm>
          <a:prstGeom prst="rect">
            <a:avLst/>
          </a:prstGeom>
        </p:spPr>
      </p:pic>
      <p:sp>
        <p:nvSpPr>
          <p:cNvPr id="4" name="文本框 3"/>
          <p:cNvSpPr txBox="1"/>
          <p:nvPr/>
        </p:nvSpPr>
        <p:spPr>
          <a:xfrm>
            <a:off x="466725" y="3646170"/>
            <a:ext cx="3382010" cy="1271270"/>
          </a:xfrm>
          <a:prstGeom prst="rect">
            <a:avLst/>
          </a:prstGeom>
          <a:noFill/>
        </p:spPr>
        <p:txBody>
          <a:bodyPr wrap="square" rtlCol="0">
            <a:spAutoFit/>
          </a:bodyPr>
          <a:p>
            <a:pPr>
              <a:lnSpc>
                <a:spcPct val="120000"/>
              </a:lnSpc>
              <a:spcBef>
                <a:spcPts val="0"/>
              </a:spcBef>
              <a:spcAft>
                <a:spcPts val="0"/>
              </a:spcAft>
            </a:pPr>
            <a:r>
              <a:rPr lang="zh-CN" altLang="en-US" sz="1600">
                <a:cs typeface="汉仪文黑-55简" panose="00020600040101010101" charset="-122"/>
              </a:rPr>
              <a:t>要尽量节省气力，计划着节约使用食物，尽量延长生存时间，等待获救。保存体力，不要盲目大声呼救。在周围十分安静，向外界传递消息。</a:t>
            </a:r>
            <a:endParaRPr lang="zh-CN" altLang="en-US" sz="1600">
              <a:cs typeface="汉仪文黑-55简" panose="00020600040101010101" charset="-122"/>
            </a:endParaRPr>
          </a:p>
        </p:txBody>
      </p:sp>
      <p:sp>
        <p:nvSpPr>
          <p:cNvPr id="6" name="文本框 5"/>
          <p:cNvSpPr txBox="1"/>
          <p:nvPr/>
        </p:nvSpPr>
        <p:spPr>
          <a:xfrm>
            <a:off x="466725" y="5335270"/>
            <a:ext cx="3382010" cy="681355"/>
          </a:xfrm>
          <a:prstGeom prst="rect">
            <a:avLst/>
          </a:prstGeom>
          <a:noFill/>
        </p:spPr>
        <p:txBody>
          <a:bodyPr wrap="square" rtlCol="0">
            <a:spAutoFit/>
          </a:bodyPr>
          <a:p>
            <a:pPr>
              <a:lnSpc>
                <a:spcPct val="120000"/>
              </a:lnSpc>
              <a:spcBef>
                <a:spcPts val="0"/>
              </a:spcBef>
              <a:spcAft>
                <a:spcPts val="0"/>
              </a:spcAft>
            </a:pPr>
            <a:r>
              <a:rPr lang="zh-CN" altLang="en-US" sz="1600">
                <a:cs typeface="汉仪文黑-55简" panose="00020600040101010101" charset="-122"/>
              </a:rPr>
              <a:t>寻找和开避通道，设法逃离险境，朝着有光亮更安全宽敞的地方移动。</a:t>
            </a:r>
            <a:endParaRPr lang="zh-CN" altLang="en-US" sz="1600">
              <a:cs typeface="汉仪文黑-55简" panose="00020600040101010101" charset="-122"/>
            </a:endParaRPr>
          </a:p>
        </p:txBody>
      </p:sp>
      <p:sp>
        <p:nvSpPr>
          <p:cNvPr id="7" name="文本框 6"/>
          <p:cNvSpPr txBox="1"/>
          <p:nvPr/>
        </p:nvSpPr>
        <p:spPr>
          <a:xfrm>
            <a:off x="8286750" y="2014220"/>
            <a:ext cx="3382010" cy="681355"/>
          </a:xfrm>
          <a:prstGeom prst="rect">
            <a:avLst/>
          </a:prstGeom>
          <a:noFill/>
        </p:spPr>
        <p:txBody>
          <a:bodyPr wrap="square" rtlCol="0">
            <a:spAutoFit/>
          </a:bodyPr>
          <a:p>
            <a:pPr>
              <a:lnSpc>
                <a:spcPct val="120000"/>
              </a:lnSpc>
              <a:spcBef>
                <a:spcPts val="0"/>
              </a:spcBef>
              <a:spcAft>
                <a:spcPts val="0"/>
              </a:spcAft>
            </a:pPr>
            <a:r>
              <a:rPr lang="zh-CN" altLang="en-US" sz="1600">
                <a:cs typeface="汉仪文黑-55简" panose="00020600040101010101" charset="-122"/>
              </a:rPr>
              <a:t>尽量活动手、脚，清除脸上的灰土和压在身上的物件。</a:t>
            </a:r>
            <a:endParaRPr lang="zh-CN" altLang="en-US" sz="1600">
              <a:cs typeface="汉仪文黑-55简" panose="00020600040101010101" charset="-122"/>
            </a:endParaRPr>
          </a:p>
        </p:txBody>
      </p:sp>
      <p:sp>
        <p:nvSpPr>
          <p:cNvPr id="8" name="文本框 7"/>
          <p:cNvSpPr txBox="1"/>
          <p:nvPr/>
        </p:nvSpPr>
        <p:spPr>
          <a:xfrm>
            <a:off x="8286750" y="3646170"/>
            <a:ext cx="3382010" cy="975995"/>
          </a:xfrm>
          <a:prstGeom prst="rect">
            <a:avLst/>
          </a:prstGeom>
          <a:noFill/>
        </p:spPr>
        <p:txBody>
          <a:bodyPr wrap="square" rtlCol="0">
            <a:spAutoFit/>
          </a:bodyPr>
          <a:p>
            <a:pPr>
              <a:lnSpc>
                <a:spcPct val="120000"/>
              </a:lnSpc>
              <a:spcBef>
                <a:spcPts val="0"/>
              </a:spcBef>
              <a:spcAft>
                <a:spcPts val="0"/>
              </a:spcAft>
            </a:pPr>
            <a:r>
              <a:rPr lang="zh-CN" altLang="en-US" sz="1600">
                <a:cs typeface="汉仪文黑-55简" panose="00020600040101010101" charset="-122"/>
              </a:rPr>
              <a:t>用周围可以挪动的物品支撑身体上方的重物，避免进一步塌落；扩大活动空间，保持足够的空气。</a:t>
            </a:r>
            <a:endParaRPr lang="zh-CN" altLang="en-US" sz="1600">
              <a:cs typeface="汉仪文黑-55简" panose="00020600040101010101" charset="-122"/>
            </a:endParaRPr>
          </a:p>
        </p:txBody>
      </p:sp>
      <p:sp>
        <p:nvSpPr>
          <p:cNvPr id="9" name="文本框 8"/>
          <p:cNvSpPr txBox="1"/>
          <p:nvPr/>
        </p:nvSpPr>
        <p:spPr>
          <a:xfrm>
            <a:off x="8286750" y="5335270"/>
            <a:ext cx="3382010" cy="975995"/>
          </a:xfrm>
          <a:prstGeom prst="rect">
            <a:avLst/>
          </a:prstGeom>
          <a:noFill/>
        </p:spPr>
        <p:txBody>
          <a:bodyPr wrap="square" rtlCol="0">
            <a:spAutoFit/>
          </a:bodyPr>
          <a:p>
            <a:pPr>
              <a:lnSpc>
                <a:spcPct val="120000"/>
              </a:lnSpc>
              <a:spcBef>
                <a:spcPts val="0"/>
              </a:spcBef>
              <a:spcAft>
                <a:spcPts val="0"/>
              </a:spcAft>
            </a:pPr>
            <a:r>
              <a:rPr lang="zh-CN" altLang="en-US" sz="1600">
                <a:cs typeface="汉仪文黑-55简" panose="00020600040101010101" charset="-122"/>
              </a:rPr>
              <a:t>几个人同时被压埋时，要互相鼓励，共同计划，团结配合，必要时采取脱险行动。</a:t>
            </a:r>
            <a:endParaRPr lang="zh-CN" altLang="en-US" sz="1600">
              <a:cs typeface="汉仪文黑-55简" panose="00020600040101010101" charset="-122"/>
            </a:endParaRPr>
          </a:p>
        </p:txBody>
      </p:sp>
      <p:sp>
        <p:nvSpPr>
          <p:cNvPr id="10" name="等腰三角形 9"/>
          <p:cNvSpPr/>
          <p:nvPr/>
        </p:nvSpPr>
        <p:spPr>
          <a:xfrm rot="16200000">
            <a:off x="3968750" y="2404745"/>
            <a:ext cx="219075" cy="162560"/>
          </a:xfrm>
          <a:prstGeom prst="triangle">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11" name="等腰三角形 10"/>
          <p:cNvSpPr/>
          <p:nvPr/>
        </p:nvSpPr>
        <p:spPr>
          <a:xfrm rot="16200000">
            <a:off x="3968750" y="3976370"/>
            <a:ext cx="219075" cy="162560"/>
          </a:xfrm>
          <a:prstGeom prst="triangle">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12" name="等腰三角形 11"/>
          <p:cNvSpPr/>
          <p:nvPr/>
        </p:nvSpPr>
        <p:spPr>
          <a:xfrm rot="16200000">
            <a:off x="3968750" y="5547995"/>
            <a:ext cx="219075" cy="162560"/>
          </a:xfrm>
          <a:prstGeom prst="triangle">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13" name="等腰三角形 12"/>
          <p:cNvSpPr/>
          <p:nvPr/>
        </p:nvSpPr>
        <p:spPr>
          <a:xfrm rot="5400000" flipH="1">
            <a:off x="7874000" y="2404745"/>
            <a:ext cx="219075" cy="162560"/>
          </a:xfrm>
          <a:prstGeom prst="triangle">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14" name="等腰三角形 13"/>
          <p:cNvSpPr/>
          <p:nvPr/>
        </p:nvSpPr>
        <p:spPr>
          <a:xfrm rot="5400000" flipH="1">
            <a:off x="7874000" y="3976370"/>
            <a:ext cx="219075" cy="162560"/>
          </a:xfrm>
          <a:prstGeom prst="triangle">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15" name="等腰三角形 14"/>
          <p:cNvSpPr/>
          <p:nvPr/>
        </p:nvSpPr>
        <p:spPr>
          <a:xfrm rot="5400000" flipH="1">
            <a:off x="7874000" y="5547995"/>
            <a:ext cx="219075" cy="162560"/>
          </a:xfrm>
          <a:prstGeom prst="triangle">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1500823" y="1766570"/>
            <a:ext cx="9190355" cy="1168400"/>
          </a:xfrm>
          <a:prstGeom prst="rect">
            <a:avLst/>
          </a:prstGeom>
          <a:noFill/>
        </p:spPr>
        <p:txBody>
          <a:bodyPr wrap="square" rtlCol="0">
            <a:spAutoFit/>
          </a:bodyPr>
          <a:p>
            <a:pPr algn="dist"/>
            <a:r>
              <a:rPr lang="zh-CN" altLang="en-US" sz="7000">
                <a:solidFill>
                  <a:schemeClr val="accent4">
                    <a:lumMod val="60000"/>
                    <a:lumOff val="40000"/>
                  </a:schemeClr>
                </a:solidFill>
                <a:latin typeface="汉仪颜楷简" panose="00020600040101010101" charset="-122"/>
                <a:ea typeface="汉仪颜楷简" panose="00020600040101010101" charset="-122"/>
                <a:cs typeface="汉仪文黑-55简" panose="00020600040101010101" charset="-122"/>
              </a:rPr>
              <a:t>防灾减灾之雷电火灾篇</a:t>
            </a:r>
            <a:endParaRPr lang="zh-CN" altLang="en-US" sz="7000">
              <a:solidFill>
                <a:schemeClr val="accent4">
                  <a:lumMod val="60000"/>
                  <a:lumOff val="40000"/>
                </a:schemeClr>
              </a:solidFill>
              <a:latin typeface="汉仪颜楷简" panose="00020600040101010101" charset="-122"/>
              <a:ea typeface="汉仪颜楷简" panose="00020600040101010101" charset="-122"/>
              <a:cs typeface="汉仪文黑-55简" panose="00020600040101010101" charset="-122"/>
            </a:endParaRPr>
          </a:p>
        </p:txBody>
      </p:sp>
      <p:pic>
        <p:nvPicPr>
          <p:cNvPr id="21" name="图片 20" descr="32313538313137343b32303238393936333bb0aed0c4"/>
          <p:cNvPicPr>
            <a:picLocks noChangeAspect="1"/>
          </p:cNvPicPr>
          <p:nvPr/>
        </p:nvPicPr>
        <p:blipFill>
          <a:blip r:embed="rId1"/>
          <a:stretch>
            <a:fillRect/>
          </a:stretch>
        </p:blipFill>
        <p:spPr>
          <a:xfrm>
            <a:off x="5881370" y="898525"/>
            <a:ext cx="429260" cy="429260"/>
          </a:xfrm>
          <a:prstGeom prst="rect">
            <a:avLst/>
          </a:prstGeom>
        </p:spPr>
      </p:pic>
      <p:cxnSp>
        <p:nvCxnSpPr>
          <p:cNvPr id="22" name="直接连接符 21"/>
          <p:cNvCxnSpPr/>
          <p:nvPr/>
        </p:nvCxnSpPr>
        <p:spPr>
          <a:xfrm>
            <a:off x="2755265" y="1156970"/>
            <a:ext cx="819150" cy="0"/>
          </a:xfrm>
          <a:prstGeom prst="line">
            <a:avLst/>
          </a:prstGeom>
          <a:ln>
            <a:gradFill>
              <a:gsLst>
                <a:gs pos="0">
                  <a:schemeClr val="accent4">
                    <a:lumMod val="40000"/>
                    <a:lumOff val="60000"/>
                    <a:alpha val="0"/>
                  </a:schemeClr>
                </a:gs>
                <a:gs pos="100000">
                  <a:schemeClr val="accent4">
                    <a:lumMod val="40000"/>
                    <a:lumOff val="60000"/>
                  </a:schemeClr>
                </a:gs>
              </a:gsLst>
              <a:lin ang="0" scaled="1"/>
            </a:gra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8617585" y="1165860"/>
            <a:ext cx="819150" cy="0"/>
          </a:xfrm>
          <a:prstGeom prst="line">
            <a:avLst/>
          </a:prstGeom>
          <a:ln>
            <a:gradFill>
              <a:gsLst>
                <a:gs pos="0">
                  <a:schemeClr val="accent4">
                    <a:lumMod val="40000"/>
                    <a:lumOff val="60000"/>
                    <a:alpha val="0"/>
                  </a:schemeClr>
                </a:gs>
                <a:gs pos="100000">
                  <a:schemeClr val="accent4">
                    <a:lumMod val="40000"/>
                    <a:lumOff val="60000"/>
                  </a:schemeClr>
                </a:gs>
              </a:gsLst>
              <a:lin ang="0" scaled="1"/>
            </a:gra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3587115" y="957580"/>
            <a:ext cx="5030470" cy="398780"/>
          </a:xfrm>
          <a:prstGeom prst="rect">
            <a:avLst/>
          </a:prstGeom>
          <a:noFill/>
        </p:spPr>
        <p:txBody>
          <a:bodyPr wrap="square" rtlCol="0">
            <a:spAutoFit/>
          </a:bodyPr>
          <a:p>
            <a:pPr algn="dist"/>
            <a:r>
              <a:rPr lang="zh-CN" altLang="en-US" sz="2000">
                <a:solidFill>
                  <a:schemeClr val="accent4">
                    <a:lumMod val="60000"/>
                    <a:lumOff val="40000"/>
                  </a:schemeClr>
                </a:solidFill>
                <a:latin typeface="汉仪文黑-55简" panose="00020600040101010101" charset="-122"/>
                <a:ea typeface="汉仪文黑-55简" panose="00020600040101010101" charset="-122"/>
                <a:cs typeface="汉仪文黑-55简" panose="00020600040101010101" charset="-122"/>
              </a:rPr>
              <a:t>防范灾害风险</a:t>
            </a:r>
            <a:r>
              <a:rPr lang="en-US" altLang="zh-CN" sz="2000">
                <a:solidFill>
                  <a:schemeClr val="accent4">
                    <a:lumMod val="60000"/>
                    <a:lumOff val="40000"/>
                  </a:schemeClr>
                </a:solidFill>
                <a:latin typeface="汉仪文黑-55简" panose="00020600040101010101" charset="-122"/>
                <a:ea typeface="汉仪文黑-55简" panose="00020600040101010101" charset="-122"/>
                <a:cs typeface="汉仪文黑-55简" panose="00020600040101010101" charset="-122"/>
              </a:rPr>
              <a:t>       </a:t>
            </a:r>
            <a:r>
              <a:rPr lang="zh-CN" altLang="en-US" sz="2000">
                <a:solidFill>
                  <a:schemeClr val="accent4">
                    <a:lumMod val="60000"/>
                    <a:lumOff val="40000"/>
                  </a:schemeClr>
                </a:solidFill>
                <a:latin typeface="汉仪文黑-55简" panose="00020600040101010101" charset="-122"/>
                <a:ea typeface="汉仪文黑-55简" panose="00020600040101010101" charset="-122"/>
                <a:cs typeface="汉仪文黑-55简" panose="00020600040101010101" charset="-122"/>
              </a:rPr>
              <a:t>护航高质量发展</a:t>
            </a:r>
            <a:endParaRPr lang="zh-CN" altLang="en-US" sz="2000">
              <a:solidFill>
                <a:schemeClr val="accent4">
                  <a:lumMod val="60000"/>
                  <a:lumOff val="40000"/>
                </a:schemeClr>
              </a:solidFill>
              <a:latin typeface="汉仪文黑-55简" panose="00020600040101010101" charset="-122"/>
              <a:ea typeface="汉仪文黑-55简" panose="00020600040101010101" charset="-122"/>
              <a:cs typeface="汉仪文黑-55简" panose="00020600040101010101" charset="-122"/>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缺角矩形 6"/>
          <p:cNvSpPr/>
          <p:nvPr/>
        </p:nvSpPr>
        <p:spPr>
          <a:xfrm>
            <a:off x="466725" y="1690370"/>
            <a:ext cx="11258550" cy="4171950"/>
          </a:xfrm>
          <a:prstGeom prst="plaque">
            <a:avLst>
              <a:gd name="adj" fmla="val 7427"/>
            </a:avLst>
          </a:prstGeom>
          <a:solidFill>
            <a:schemeClr val="bg1"/>
          </a:solidFill>
          <a:ln>
            <a:solidFill>
              <a:srgbClr val="A8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3" name="文本框 2"/>
          <p:cNvSpPr txBox="1"/>
          <p:nvPr/>
        </p:nvSpPr>
        <p:spPr>
          <a:xfrm>
            <a:off x="4776153" y="375920"/>
            <a:ext cx="2639695" cy="645160"/>
          </a:xfrm>
          <a:prstGeom prst="rect">
            <a:avLst/>
          </a:prstGeom>
          <a:noFill/>
        </p:spPr>
        <p:txBody>
          <a:bodyPr wrap="square" rtlCol="0">
            <a:spAutoFit/>
          </a:bodyPr>
          <a:p>
            <a:pPr algn="dist"/>
            <a:r>
              <a:rPr lang="zh-CN" altLang="en-US" sz="3600">
                <a:latin typeface="汉仪颜楷简" panose="00020600040101010101" charset="-122"/>
                <a:ea typeface="汉仪颜楷简" panose="00020600040101010101" charset="-122"/>
                <a:cs typeface="汉仪文黑-55简" panose="00020600040101010101" charset="-122"/>
              </a:rPr>
              <a:t>雷电的定义</a:t>
            </a:r>
            <a:endParaRPr lang="zh-CN" altLang="en-US" sz="3600">
              <a:latin typeface="汉仪颜楷简" panose="00020600040101010101" charset="-122"/>
              <a:ea typeface="汉仪颜楷简" panose="00020600040101010101" charset="-122"/>
              <a:cs typeface="汉仪文黑-55简" panose="00020600040101010101" charset="-122"/>
            </a:endParaRPr>
          </a:p>
        </p:txBody>
      </p:sp>
      <p:sp>
        <p:nvSpPr>
          <p:cNvPr id="2" name="文本框 1"/>
          <p:cNvSpPr txBox="1"/>
          <p:nvPr/>
        </p:nvSpPr>
        <p:spPr>
          <a:xfrm>
            <a:off x="733425" y="2225675"/>
            <a:ext cx="2998470" cy="2901950"/>
          </a:xfrm>
          <a:prstGeom prst="rect">
            <a:avLst/>
          </a:prstGeom>
          <a:noFill/>
        </p:spPr>
        <p:txBody>
          <a:bodyPr wrap="square" rtlCol="0">
            <a:spAutoFit/>
          </a:bodyPr>
          <a:p>
            <a:pPr>
              <a:lnSpc>
                <a:spcPct val="120000"/>
              </a:lnSpc>
              <a:spcBef>
                <a:spcPts val="0"/>
              </a:spcBef>
              <a:spcAft>
                <a:spcPts val="600"/>
              </a:spcAft>
            </a:pPr>
            <a:r>
              <a:rPr lang="zh-CN" altLang="en-US">
                <a:cs typeface="汉仪文黑-55简" panose="00020600040101010101" charset="-122"/>
              </a:rPr>
              <a:t>雷电是伴有闪电和雷鸣的一种雄伟壮观而又有点令人生畏的放电现象。</a:t>
            </a:r>
            <a:endParaRPr lang="zh-CN" altLang="en-US">
              <a:cs typeface="汉仪文黑-55简" panose="00020600040101010101" charset="-122"/>
            </a:endParaRPr>
          </a:p>
          <a:p>
            <a:pPr>
              <a:lnSpc>
                <a:spcPct val="120000"/>
              </a:lnSpc>
              <a:spcBef>
                <a:spcPts val="0"/>
              </a:spcBef>
              <a:spcAft>
                <a:spcPts val="600"/>
              </a:spcAft>
            </a:pPr>
            <a:r>
              <a:rPr lang="zh-CN" altLang="en-US">
                <a:cs typeface="汉仪文黑-55简" panose="00020600040101010101" charset="-122"/>
              </a:rPr>
              <a:t>产生雷电的条件是雷雨云中有积累并形成极性。</a:t>
            </a:r>
            <a:endParaRPr lang="zh-CN" altLang="en-US">
              <a:cs typeface="汉仪文黑-55简" panose="00020600040101010101" charset="-122"/>
            </a:endParaRPr>
          </a:p>
          <a:p>
            <a:pPr>
              <a:lnSpc>
                <a:spcPct val="120000"/>
              </a:lnSpc>
              <a:spcBef>
                <a:spcPts val="0"/>
              </a:spcBef>
              <a:spcAft>
                <a:spcPts val="600"/>
              </a:spcAft>
            </a:pPr>
            <a:r>
              <a:rPr lang="zh-CN" altLang="en-US">
                <a:cs typeface="汉仪文黑-55简" panose="00020600040101010101" charset="-122"/>
              </a:rPr>
              <a:t>雷电对人体的伤害，有电流的直接作用和超压或动力作用，以及高温作用。</a:t>
            </a:r>
            <a:endParaRPr lang="zh-CN" altLang="en-US">
              <a:cs typeface="汉仪文黑-55简" panose="00020600040101010101" charset="-122"/>
            </a:endParaRPr>
          </a:p>
        </p:txBody>
      </p:sp>
      <p:sp>
        <p:nvSpPr>
          <p:cNvPr id="4" name="文本框 3"/>
          <p:cNvSpPr txBox="1"/>
          <p:nvPr/>
        </p:nvSpPr>
        <p:spPr>
          <a:xfrm>
            <a:off x="8258175" y="1968500"/>
            <a:ext cx="3239770" cy="3847465"/>
          </a:xfrm>
          <a:prstGeom prst="rect">
            <a:avLst/>
          </a:prstGeom>
          <a:noFill/>
        </p:spPr>
        <p:txBody>
          <a:bodyPr wrap="square" rtlCol="0">
            <a:spAutoFit/>
          </a:bodyPr>
          <a:p>
            <a:pPr>
              <a:lnSpc>
                <a:spcPct val="120000"/>
              </a:lnSpc>
              <a:spcBef>
                <a:spcPts val="0"/>
              </a:spcBef>
              <a:spcAft>
                <a:spcPts val="400"/>
              </a:spcAft>
            </a:pPr>
            <a:r>
              <a:rPr lang="zh-CN" altLang="en-US">
                <a:cs typeface="汉仪文黑-55简" panose="00020600040101010101" charset="-122"/>
              </a:rPr>
              <a:t>当人遭受雷电击的一瞬间，电流迅速通过人体，重者可导致心跳、呼吸停止，脑组织缺氧而死亡。</a:t>
            </a:r>
            <a:endParaRPr lang="zh-CN" altLang="en-US">
              <a:cs typeface="汉仪文黑-55简" panose="00020600040101010101" charset="-122"/>
            </a:endParaRPr>
          </a:p>
          <a:p>
            <a:pPr>
              <a:lnSpc>
                <a:spcPct val="120000"/>
              </a:lnSpc>
              <a:spcBef>
                <a:spcPts val="0"/>
              </a:spcBef>
              <a:spcAft>
                <a:spcPts val="400"/>
              </a:spcAft>
            </a:pPr>
            <a:r>
              <a:rPr lang="zh-CN" altLang="en-US">
                <a:cs typeface="汉仪文黑-55简" panose="00020600040101010101" charset="-122"/>
              </a:rPr>
              <a:t>另外，雷击时产生的是火花，也会造成不同程度的皮肤烧灼伤。</a:t>
            </a:r>
            <a:endParaRPr lang="zh-CN" altLang="en-US">
              <a:cs typeface="汉仪文黑-55简" panose="00020600040101010101" charset="-122"/>
            </a:endParaRPr>
          </a:p>
          <a:p>
            <a:pPr>
              <a:lnSpc>
                <a:spcPct val="120000"/>
              </a:lnSpc>
              <a:spcBef>
                <a:spcPts val="0"/>
              </a:spcBef>
              <a:spcAft>
                <a:spcPts val="400"/>
              </a:spcAft>
            </a:pPr>
            <a:r>
              <a:rPr lang="zh-CN" altLang="en-US">
                <a:cs typeface="汉仪文黑-55简" panose="00020600040101010101" charset="-122"/>
              </a:rPr>
              <a:t>雷电击伤，亦可使人体出现树枝状雷击纹，表皮剥脱，皮内出血，也能造成耳鼓膜或内脏破裂等。</a:t>
            </a:r>
            <a:endParaRPr lang="zh-CN" altLang="en-US">
              <a:cs typeface="汉仪文黑-55简" panose="00020600040101010101" charset="-122"/>
            </a:endParaRPr>
          </a:p>
        </p:txBody>
      </p:sp>
      <p:pic>
        <p:nvPicPr>
          <p:cNvPr id="8" name="图片 7"/>
          <p:cNvPicPr>
            <a:picLocks noChangeAspect="1"/>
          </p:cNvPicPr>
          <p:nvPr/>
        </p:nvPicPr>
        <p:blipFill>
          <a:blip r:embed="rId1"/>
          <a:srcRect l="38837"/>
          <a:stretch>
            <a:fillRect/>
          </a:stretch>
        </p:blipFill>
        <p:spPr>
          <a:xfrm>
            <a:off x="4104640" y="1928495"/>
            <a:ext cx="3982720" cy="4391660"/>
          </a:xfrm>
          <a:prstGeom prst="rect">
            <a:avLst/>
          </a:prstGeom>
          <a:effectLst>
            <a:reflection blurRad="101600" stA="52000" endA="300" endPos="12000" dir="5400000" sy="-100000" algn="bl" rotWithShape="0"/>
          </a:effectLst>
        </p:spPr>
      </p:pic>
    </p:spTree>
    <p:custDataLst>
      <p:tags r:id="rId2"/>
    </p:custData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4605020" y="375920"/>
            <a:ext cx="2981960" cy="645160"/>
          </a:xfrm>
          <a:prstGeom prst="rect">
            <a:avLst/>
          </a:prstGeom>
          <a:noFill/>
        </p:spPr>
        <p:txBody>
          <a:bodyPr wrap="square" rtlCol="0">
            <a:spAutoFit/>
          </a:bodyPr>
          <a:p>
            <a:pPr algn="dist"/>
            <a:r>
              <a:rPr lang="zh-CN" altLang="en-US" sz="3600">
                <a:latin typeface="汉仪颜楷简" panose="00020600040101010101" charset="-122"/>
                <a:ea typeface="汉仪颜楷简" panose="00020600040101010101" charset="-122"/>
                <a:cs typeface="汉仪文黑-55简" panose="00020600040101010101" charset="-122"/>
              </a:rPr>
              <a:t>室内防雷知识</a:t>
            </a:r>
            <a:endParaRPr lang="zh-CN" altLang="en-US" sz="3600">
              <a:latin typeface="汉仪颜楷简" panose="00020600040101010101" charset="-122"/>
              <a:ea typeface="汉仪颜楷简" panose="00020600040101010101" charset="-122"/>
              <a:cs typeface="汉仪文黑-55简" panose="00020600040101010101" charset="-122"/>
            </a:endParaRPr>
          </a:p>
        </p:txBody>
      </p:sp>
      <p:sp>
        <p:nvSpPr>
          <p:cNvPr id="2" name="文本框 1"/>
          <p:cNvSpPr txBox="1"/>
          <p:nvPr/>
        </p:nvSpPr>
        <p:spPr>
          <a:xfrm>
            <a:off x="466725" y="1997075"/>
            <a:ext cx="3484880" cy="1087755"/>
          </a:xfrm>
          <a:prstGeom prst="rect">
            <a:avLst/>
          </a:prstGeom>
          <a:noFill/>
        </p:spPr>
        <p:txBody>
          <a:bodyPr wrap="square" rtlCol="0">
            <a:spAutoFit/>
          </a:bodyPr>
          <a:p>
            <a:pPr>
              <a:lnSpc>
                <a:spcPct val="120000"/>
              </a:lnSpc>
              <a:spcBef>
                <a:spcPts val="0"/>
              </a:spcBef>
              <a:spcAft>
                <a:spcPts val="0"/>
              </a:spcAft>
            </a:pPr>
            <a:r>
              <a:rPr lang="zh-CN" altLang="en-US">
                <a:cs typeface="汉仪文黑-55简" panose="00020600040101010101" charset="-122"/>
              </a:rPr>
              <a:t>不宜在建筑物朝天面上活动，因为当朝天平面发生直接雷击时，强大的电流可导致人员伤亡；</a:t>
            </a:r>
            <a:endParaRPr lang="zh-CN" altLang="en-US">
              <a:cs typeface="汉仪文黑-55简" panose="00020600040101010101" charset="-122"/>
            </a:endParaRPr>
          </a:p>
        </p:txBody>
      </p:sp>
      <p:sp>
        <p:nvSpPr>
          <p:cNvPr id="11" name="文本框 10"/>
          <p:cNvSpPr txBox="1"/>
          <p:nvPr/>
        </p:nvSpPr>
        <p:spPr>
          <a:xfrm>
            <a:off x="8369935" y="1997075"/>
            <a:ext cx="3293745" cy="1419860"/>
          </a:xfrm>
          <a:prstGeom prst="rect">
            <a:avLst/>
          </a:prstGeom>
          <a:noFill/>
        </p:spPr>
        <p:txBody>
          <a:bodyPr wrap="square" rtlCol="0">
            <a:spAutoFit/>
          </a:bodyPr>
          <a:p>
            <a:pPr>
              <a:lnSpc>
                <a:spcPct val="120000"/>
              </a:lnSpc>
              <a:spcBef>
                <a:spcPts val="0"/>
              </a:spcBef>
              <a:spcAft>
                <a:spcPts val="0"/>
              </a:spcAft>
            </a:pPr>
            <a:r>
              <a:rPr lang="zh-CN" altLang="en-US">
                <a:cs typeface="汉仪文黑-55简" panose="00020600040101010101" charset="-122"/>
              </a:rPr>
              <a:t>切勿接触天线、水管、铁丝网、金属门窗、建筑物外墙，远离电线等带电设备或其他类似金属装置；</a:t>
            </a:r>
            <a:endParaRPr lang="zh-CN" altLang="en-US">
              <a:cs typeface="汉仪文黑-55简" panose="00020600040101010101" charset="-122"/>
            </a:endParaRPr>
          </a:p>
        </p:txBody>
      </p:sp>
      <p:sp>
        <p:nvSpPr>
          <p:cNvPr id="12" name="文本框 11"/>
          <p:cNvSpPr txBox="1"/>
          <p:nvPr/>
        </p:nvSpPr>
        <p:spPr>
          <a:xfrm>
            <a:off x="8390890" y="4643755"/>
            <a:ext cx="3249930" cy="755650"/>
          </a:xfrm>
          <a:prstGeom prst="rect">
            <a:avLst/>
          </a:prstGeom>
          <a:noFill/>
        </p:spPr>
        <p:txBody>
          <a:bodyPr wrap="square" rtlCol="0">
            <a:spAutoFit/>
          </a:bodyPr>
          <a:p>
            <a:pPr>
              <a:lnSpc>
                <a:spcPct val="120000"/>
              </a:lnSpc>
              <a:spcBef>
                <a:spcPts val="0"/>
              </a:spcBef>
              <a:spcAft>
                <a:spcPts val="0"/>
              </a:spcAft>
            </a:pPr>
            <a:r>
              <a:rPr lang="zh-CN" altLang="en-US">
                <a:cs typeface="汉仪文黑-55简" panose="00020600040101010101" charset="-122"/>
              </a:rPr>
              <a:t>紧闭门窗，防止危险的侧击雷和球形闪电侵入；</a:t>
            </a:r>
            <a:endParaRPr lang="zh-CN" altLang="en-US">
              <a:cs typeface="汉仪文黑-55简" panose="00020600040101010101" charset="-122"/>
            </a:endParaRPr>
          </a:p>
        </p:txBody>
      </p:sp>
      <p:sp>
        <p:nvSpPr>
          <p:cNvPr id="13" name="文本框 12"/>
          <p:cNvSpPr txBox="1"/>
          <p:nvPr/>
        </p:nvSpPr>
        <p:spPr>
          <a:xfrm>
            <a:off x="473075" y="4643755"/>
            <a:ext cx="3428365" cy="1087755"/>
          </a:xfrm>
          <a:prstGeom prst="rect">
            <a:avLst/>
          </a:prstGeom>
          <a:noFill/>
        </p:spPr>
        <p:txBody>
          <a:bodyPr wrap="square" rtlCol="0">
            <a:spAutoFit/>
          </a:bodyPr>
          <a:p>
            <a:pPr>
              <a:lnSpc>
                <a:spcPct val="120000"/>
              </a:lnSpc>
              <a:spcBef>
                <a:spcPts val="0"/>
              </a:spcBef>
              <a:spcAft>
                <a:spcPts val="0"/>
              </a:spcAft>
            </a:pPr>
            <a:r>
              <a:rPr lang="zh-CN" altLang="en-US">
                <a:cs typeface="汉仪文黑-55简" panose="00020600040101010101" charset="-122"/>
              </a:rPr>
              <a:t>家庭使用电脑、彩电、音响、影碟机等弱电设备不要靠近外墙，雷电发生时最好不使用这些设备。</a:t>
            </a:r>
            <a:endParaRPr lang="zh-CN" altLang="en-US">
              <a:cs typeface="汉仪文黑-55简" panose="00020600040101010101" charset="-122"/>
            </a:endParaRPr>
          </a:p>
        </p:txBody>
      </p:sp>
      <p:grpSp>
        <p:nvGrpSpPr>
          <p:cNvPr id="16" name="组合 15"/>
          <p:cNvGrpSpPr/>
          <p:nvPr/>
        </p:nvGrpSpPr>
        <p:grpSpPr>
          <a:xfrm>
            <a:off x="4043045" y="1768475"/>
            <a:ext cx="4105910" cy="4437380"/>
            <a:chOff x="6367" y="2785"/>
            <a:chExt cx="6466" cy="6988"/>
          </a:xfrm>
        </p:grpSpPr>
        <p:grpSp>
          <p:nvGrpSpPr>
            <p:cNvPr id="10" name="组合 9"/>
            <p:cNvGrpSpPr/>
            <p:nvPr/>
          </p:nvGrpSpPr>
          <p:grpSpPr>
            <a:xfrm>
              <a:off x="6367" y="2785"/>
              <a:ext cx="6466" cy="6989"/>
              <a:chOff x="6367" y="2258"/>
              <a:chExt cx="6466" cy="6989"/>
            </a:xfrm>
          </p:grpSpPr>
          <p:sp>
            <p:nvSpPr>
              <p:cNvPr id="8" name="弧形 7"/>
              <p:cNvSpPr/>
              <p:nvPr/>
            </p:nvSpPr>
            <p:spPr>
              <a:xfrm>
                <a:off x="6367" y="2782"/>
                <a:ext cx="6465" cy="6465"/>
              </a:xfrm>
              <a:prstGeom prst="arc">
                <a:avLst>
                  <a:gd name="adj1" fmla="val 13083990"/>
                  <a:gd name="adj2" fmla="val 19166516"/>
                </a:avLst>
              </a:prstGeom>
              <a:noFill/>
              <a:ln>
                <a:gradFill>
                  <a:gsLst>
                    <a:gs pos="0">
                      <a:srgbClr val="A80000">
                        <a:alpha val="0"/>
                      </a:srgbClr>
                    </a:gs>
                    <a:gs pos="100000">
                      <a:srgbClr val="A80000"/>
                    </a:gs>
                  </a:gsLst>
                  <a:lin ang="0" scaled="1"/>
                </a:gradFill>
                <a:tailEnd type="triangle" w="med" len="lg"/>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9" name="弧形 8"/>
              <p:cNvSpPr/>
              <p:nvPr/>
            </p:nvSpPr>
            <p:spPr>
              <a:xfrm rot="10800000">
                <a:off x="6368" y="2258"/>
                <a:ext cx="6465" cy="6465"/>
              </a:xfrm>
              <a:prstGeom prst="arc">
                <a:avLst>
                  <a:gd name="adj1" fmla="val 13217611"/>
                  <a:gd name="adj2" fmla="val 19166516"/>
                </a:avLst>
              </a:prstGeom>
              <a:noFill/>
              <a:ln>
                <a:gradFill>
                  <a:gsLst>
                    <a:gs pos="0">
                      <a:srgbClr val="A80000">
                        <a:alpha val="0"/>
                      </a:srgbClr>
                    </a:gs>
                    <a:gs pos="100000">
                      <a:srgbClr val="A80000"/>
                    </a:gs>
                  </a:gsLst>
                  <a:lin ang="0" scaled="1"/>
                </a:gradFill>
                <a:tailEnd type="triangle" w="med" len="lg"/>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grpSp>
        <p:pic>
          <p:nvPicPr>
            <p:cNvPr id="14" name="图片 13" descr="city-skyline-rainy-weather-view-from-bridge_107791-9364.webp"/>
            <p:cNvPicPr>
              <a:picLocks noChangeAspect="1"/>
            </p:cNvPicPr>
            <p:nvPr/>
          </p:nvPicPr>
          <p:blipFill>
            <a:blip r:embed="rId1"/>
            <a:srcRect l="42118" r="22786" b="22004"/>
            <a:stretch>
              <a:fillRect/>
            </a:stretch>
          </p:blipFill>
          <p:spPr>
            <a:xfrm>
              <a:off x="7131" y="3789"/>
              <a:ext cx="4938" cy="4938"/>
            </a:xfrm>
            <a:custGeom>
              <a:avLst/>
              <a:gdLst/>
              <a:ahLst/>
              <a:cxnLst>
                <a:cxn ang="3">
                  <a:pos x="hc" y="t"/>
                </a:cxn>
                <a:cxn ang="cd2">
                  <a:pos x="l" y="vc"/>
                </a:cxn>
                <a:cxn ang="cd4">
                  <a:pos x="hc" y="b"/>
                </a:cxn>
                <a:cxn ang="0">
                  <a:pos x="r" y="vc"/>
                </a:cxn>
              </a:cxnLst>
              <a:rect l="l" t="t" r="r" b="b"/>
              <a:pathLst>
                <a:path w="4938" h="4938">
                  <a:moveTo>
                    <a:pt x="2469" y="0"/>
                  </a:moveTo>
                  <a:cubicBezTo>
                    <a:pt x="3833" y="0"/>
                    <a:pt x="4938" y="1105"/>
                    <a:pt x="4938" y="2469"/>
                  </a:cubicBezTo>
                  <a:cubicBezTo>
                    <a:pt x="4938" y="3833"/>
                    <a:pt x="3833" y="4938"/>
                    <a:pt x="2469" y="4938"/>
                  </a:cubicBezTo>
                  <a:cubicBezTo>
                    <a:pt x="1105" y="4938"/>
                    <a:pt x="0" y="3833"/>
                    <a:pt x="0" y="2469"/>
                  </a:cubicBezTo>
                  <a:cubicBezTo>
                    <a:pt x="0" y="1105"/>
                    <a:pt x="1105" y="0"/>
                    <a:pt x="2469" y="0"/>
                  </a:cubicBezTo>
                  <a:close/>
                </a:path>
              </a:pathLst>
            </a:custGeom>
          </p:spPr>
        </p:pic>
      </p:gr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472440" y="2075815"/>
            <a:ext cx="5372735" cy="892175"/>
          </a:xfrm>
          <a:prstGeom prst="rect">
            <a:avLst/>
          </a:prstGeom>
          <a:solidFill>
            <a:schemeClr val="bg1"/>
          </a:solidFill>
          <a:ln>
            <a:solidFill>
              <a:srgbClr val="A8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23" name="矩形 22"/>
          <p:cNvSpPr/>
          <p:nvPr/>
        </p:nvSpPr>
        <p:spPr>
          <a:xfrm>
            <a:off x="472440" y="3199765"/>
            <a:ext cx="5372735" cy="892175"/>
          </a:xfrm>
          <a:prstGeom prst="rect">
            <a:avLst/>
          </a:prstGeom>
          <a:solidFill>
            <a:schemeClr val="bg1"/>
          </a:solidFill>
          <a:ln>
            <a:solidFill>
              <a:srgbClr val="A8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24" name="矩形 23"/>
          <p:cNvSpPr/>
          <p:nvPr/>
        </p:nvSpPr>
        <p:spPr>
          <a:xfrm>
            <a:off x="472440" y="4323715"/>
            <a:ext cx="5372735" cy="892175"/>
          </a:xfrm>
          <a:prstGeom prst="rect">
            <a:avLst/>
          </a:prstGeom>
          <a:solidFill>
            <a:schemeClr val="bg1"/>
          </a:solidFill>
          <a:ln>
            <a:solidFill>
              <a:srgbClr val="A8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25" name="矩形 24"/>
          <p:cNvSpPr/>
          <p:nvPr/>
        </p:nvSpPr>
        <p:spPr>
          <a:xfrm>
            <a:off x="472440" y="5447665"/>
            <a:ext cx="5372735" cy="892175"/>
          </a:xfrm>
          <a:prstGeom prst="rect">
            <a:avLst/>
          </a:prstGeom>
          <a:solidFill>
            <a:schemeClr val="bg1"/>
          </a:solidFill>
          <a:ln>
            <a:solidFill>
              <a:srgbClr val="A8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3" name="文本框 2"/>
          <p:cNvSpPr txBox="1"/>
          <p:nvPr/>
        </p:nvSpPr>
        <p:spPr>
          <a:xfrm>
            <a:off x="4605020" y="375920"/>
            <a:ext cx="2981960" cy="645160"/>
          </a:xfrm>
          <a:prstGeom prst="rect">
            <a:avLst/>
          </a:prstGeom>
          <a:noFill/>
        </p:spPr>
        <p:txBody>
          <a:bodyPr wrap="square" rtlCol="0">
            <a:spAutoFit/>
          </a:bodyPr>
          <a:p>
            <a:pPr algn="dist"/>
            <a:r>
              <a:rPr lang="zh-CN" altLang="en-US" sz="3600">
                <a:latin typeface="汉仪颜楷简" panose="00020600040101010101" charset="-122"/>
                <a:ea typeface="汉仪颜楷简" panose="00020600040101010101" charset="-122"/>
                <a:cs typeface="汉仪文黑-55简" panose="00020600040101010101" charset="-122"/>
              </a:rPr>
              <a:t>室外防雷知识</a:t>
            </a:r>
            <a:endParaRPr lang="zh-CN" altLang="en-US" sz="3600">
              <a:latin typeface="汉仪颜楷简" panose="00020600040101010101" charset="-122"/>
              <a:ea typeface="汉仪颜楷简" panose="00020600040101010101" charset="-122"/>
              <a:cs typeface="汉仪文黑-55简" panose="00020600040101010101" charset="-122"/>
            </a:endParaRPr>
          </a:p>
        </p:txBody>
      </p:sp>
      <p:sp>
        <p:nvSpPr>
          <p:cNvPr id="12" name="文本框 11"/>
          <p:cNvSpPr txBox="1"/>
          <p:nvPr/>
        </p:nvSpPr>
        <p:spPr>
          <a:xfrm>
            <a:off x="1325245" y="2341880"/>
            <a:ext cx="4398645" cy="423545"/>
          </a:xfrm>
          <a:prstGeom prst="rect">
            <a:avLst/>
          </a:prstGeom>
          <a:noFill/>
        </p:spPr>
        <p:txBody>
          <a:bodyPr wrap="square" rtlCol="0">
            <a:spAutoFit/>
          </a:bodyPr>
          <a:p>
            <a:pPr>
              <a:lnSpc>
                <a:spcPct val="120000"/>
              </a:lnSpc>
              <a:spcBef>
                <a:spcPts val="0"/>
              </a:spcBef>
              <a:spcAft>
                <a:spcPts val="600"/>
              </a:spcAft>
            </a:pPr>
            <a:r>
              <a:rPr lang="zh-CN" altLang="en-US">
                <a:cs typeface="汉仪文黑-55简" panose="00020600040101010101" charset="-122"/>
              </a:rPr>
              <a:t>不宜在山顶、山脊或建筑物顶部停留；</a:t>
            </a:r>
            <a:endParaRPr lang="zh-CN" altLang="en-US">
              <a:cs typeface="汉仪文黑-55简" panose="00020600040101010101" charset="-122"/>
            </a:endParaRPr>
          </a:p>
        </p:txBody>
      </p:sp>
      <p:sp>
        <p:nvSpPr>
          <p:cNvPr id="5" name="文本框 4"/>
          <p:cNvSpPr txBox="1"/>
          <p:nvPr/>
        </p:nvSpPr>
        <p:spPr>
          <a:xfrm>
            <a:off x="1325245" y="4577080"/>
            <a:ext cx="4549140" cy="368300"/>
          </a:xfrm>
          <a:prstGeom prst="rect">
            <a:avLst/>
          </a:prstGeom>
          <a:noFill/>
        </p:spPr>
        <p:txBody>
          <a:bodyPr wrap="square" rtlCol="0">
            <a:spAutoFit/>
          </a:bodyPr>
          <a:p>
            <a:pPr>
              <a:lnSpc>
                <a:spcPct val="100000"/>
              </a:lnSpc>
              <a:spcBef>
                <a:spcPts val="0"/>
              </a:spcBef>
              <a:spcAft>
                <a:spcPts val="600"/>
              </a:spcAft>
            </a:pPr>
            <a:r>
              <a:rPr lang="zh-CN" altLang="en-US">
                <a:cs typeface="汉仪文黑-55简" panose="00020600040101010101" charset="-122"/>
              </a:rPr>
              <a:t>不宜在室外游泳池、湖泊海滨游泳；</a:t>
            </a:r>
            <a:endParaRPr lang="zh-CN" altLang="en-US">
              <a:cs typeface="汉仪文黑-55简" panose="00020600040101010101" charset="-122"/>
            </a:endParaRPr>
          </a:p>
        </p:txBody>
      </p:sp>
      <p:sp>
        <p:nvSpPr>
          <p:cNvPr id="13" name="文本框 12"/>
          <p:cNvSpPr txBox="1"/>
          <p:nvPr/>
        </p:nvSpPr>
        <p:spPr>
          <a:xfrm>
            <a:off x="1325245" y="3411855"/>
            <a:ext cx="3891915" cy="423545"/>
          </a:xfrm>
          <a:prstGeom prst="rect">
            <a:avLst/>
          </a:prstGeom>
          <a:noFill/>
        </p:spPr>
        <p:txBody>
          <a:bodyPr wrap="square" rtlCol="0">
            <a:spAutoFit/>
          </a:bodyPr>
          <a:p>
            <a:pPr>
              <a:lnSpc>
                <a:spcPct val="120000"/>
              </a:lnSpc>
              <a:spcBef>
                <a:spcPts val="0"/>
              </a:spcBef>
              <a:spcAft>
                <a:spcPts val="600"/>
              </a:spcAft>
            </a:pPr>
            <a:r>
              <a:rPr lang="zh-CN" altLang="en-US">
                <a:cs typeface="汉仪文黑-55简" panose="00020600040101010101" charset="-122"/>
              </a:rPr>
              <a:t>不宜在孤立的大树或烟囱下停留；</a:t>
            </a:r>
            <a:endParaRPr lang="zh-CN" altLang="en-US">
              <a:cs typeface="汉仪文黑-55简" panose="00020600040101010101" charset="-122"/>
            </a:endParaRPr>
          </a:p>
        </p:txBody>
      </p:sp>
      <p:sp>
        <p:nvSpPr>
          <p:cNvPr id="16" name="文本框 15"/>
          <p:cNvSpPr txBox="1"/>
          <p:nvPr/>
        </p:nvSpPr>
        <p:spPr>
          <a:xfrm>
            <a:off x="1325245" y="5542280"/>
            <a:ext cx="4475480" cy="755650"/>
          </a:xfrm>
          <a:prstGeom prst="rect">
            <a:avLst/>
          </a:prstGeom>
          <a:noFill/>
        </p:spPr>
        <p:txBody>
          <a:bodyPr wrap="square" rtlCol="0">
            <a:spAutoFit/>
          </a:bodyPr>
          <a:p>
            <a:pPr>
              <a:lnSpc>
                <a:spcPct val="120000"/>
              </a:lnSpc>
              <a:spcBef>
                <a:spcPts val="0"/>
              </a:spcBef>
              <a:spcAft>
                <a:spcPts val="0"/>
              </a:spcAft>
            </a:pPr>
            <a:r>
              <a:rPr lang="zh-CN" altLang="en-US">
                <a:cs typeface="汉仪文黑-55简" panose="00020600040101010101" charset="-122"/>
              </a:rPr>
              <a:t>不宜在铁栅栏、金属晒衣绳、架空金属体以及铁路轨道附近停留；</a:t>
            </a:r>
            <a:endParaRPr lang="zh-CN" altLang="en-US">
              <a:cs typeface="汉仪文黑-55简" panose="00020600040101010101" charset="-122"/>
            </a:endParaRPr>
          </a:p>
        </p:txBody>
      </p:sp>
      <p:pic>
        <p:nvPicPr>
          <p:cNvPr id="22" name="图片 21" descr="city-skyline-rainy-weather-view-from-bridge-urban-cityscape-architecture-thunderstorm-metropolis-with-empty-road-skyscraper-buildings-town-downtown-district-cartoon-vector-illustration_107791-11011.webp"/>
          <p:cNvPicPr>
            <a:picLocks noChangeAspect="1"/>
          </p:cNvPicPr>
          <p:nvPr/>
        </p:nvPicPr>
        <p:blipFill>
          <a:blip r:embed="rId1"/>
          <a:srcRect l="45518"/>
          <a:stretch>
            <a:fillRect/>
          </a:stretch>
        </p:blipFill>
        <p:spPr>
          <a:xfrm>
            <a:off x="6422390" y="2036445"/>
            <a:ext cx="5289550" cy="4369435"/>
          </a:xfrm>
          <a:prstGeom prst="rect">
            <a:avLst/>
          </a:prstGeom>
        </p:spPr>
      </p:pic>
      <p:pic>
        <p:nvPicPr>
          <p:cNvPr id="26" name="图片 25" descr="31393935333232333b343732313230343bd6d8b5e3c4dac8dd"/>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87070" y="2341880"/>
            <a:ext cx="447675" cy="447675"/>
          </a:xfrm>
          <a:prstGeom prst="rect">
            <a:avLst/>
          </a:prstGeom>
        </p:spPr>
      </p:pic>
      <p:pic>
        <p:nvPicPr>
          <p:cNvPr id="27" name="图片 26" descr="31393935333232333b343732313230323bbcc6bbae"/>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87070" y="3456940"/>
            <a:ext cx="447675" cy="447675"/>
          </a:xfrm>
          <a:prstGeom prst="rect">
            <a:avLst/>
          </a:prstGeom>
        </p:spPr>
      </p:pic>
      <p:pic>
        <p:nvPicPr>
          <p:cNvPr id="28" name="图片 27" descr="31393935333232333b343732313139363bd7dcbde1b7a2d1d4"/>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87070" y="4572000"/>
            <a:ext cx="447675" cy="447675"/>
          </a:xfrm>
          <a:prstGeom prst="rect">
            <a:avLst/>
          </a:prstGeom>
        </p:spPr>
      </p:pic>
      <p:pic>
        <p:nvPicPr>
          <p:cNvPr id="29" name="图片 28" descr="31393935333232333b343732313139373bcafdbeddb7d6cef6"/>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87070" y="5687060"/>
            <a:ext cx="447675" cy="447675"/>
          </a:xfrm>
          <a:prstGeom prst="rect">
            <a:avLst/>
          </a:prstGeom>
        </p:spPr>
      </p:pic>
    </p:spTree>
    <p:custDataLst>
      <p:tags r:id="rId10"/>
    </p:custData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4605020" y="375920"/>
            <a:ext cx="2981960" cy="645160"/>
          </a:xfrm>
          <a:prstGeom prst="rect">
            <a:avLst/>
          </a:prstGeom>
          <a:noFill/>
        </p:spPr>
        <p:txBody>
          <a:bodyPr wrap="square" rtlCol="0">
            <a:spAutoFit/>
          </a:bodyPr>
          <a:p>
            <a:pPr algn="dist"/>
            <a:r>
              <a:rPr lang="zh-CN" altLang="en-US" sz="3600">
                <a:latin typeface="汉仪颜楷简" panose="00020600040101010101" charset="-122"/>
                <a:ea typeface="汉仪颜楷简" panose="00020600040101010101" charset="-122"/>
                <a:cs typeface="汉仪文黑-55简" panose="00020600040101010101" charset="-122"/>
              </a:rPr>
              <a:t>室外防雷知识</a:t>
            </a:r>
            <a:endParaRPr lang="zh-CN" altLang="en-US" sz="3600">
              <a:latin typeface="汉仪颜楷简" panose="00020600040101010101" charset="-122"/>
              <a:ea typeface="汉仪颜楷简" panose="00020600040101010101" charset="-122"/>
              <a:cs typeface="汉仪文黑-55简" panose="00020600040101010101" charset="-122"/>
            </a:endParaRPr>
          </a:p>
        </p:txBody>
      </p:sp>
      <p:sp>
        <p:nvSpPr>
          <p:cNvPr id="14" name="矩形 13"/>
          <p:cNvSpPr/>
          <p:nvPr/>
        </p:nvSpPr>
        <p:spPr>
          <a:xfrm>
            <a:off x="2611120" y="4033520"/>
            <a:ext cx="1965600" cy="2019600"/>
          </a:xfrm>
          <a:prstGeom prst="rect">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pic>
        <p:nvPicPr>
          <p:cNvPr id="6" name="图片 5" descr="storm-ocean-rocky-shore-rain-shower-lightning_107791-7292.webp"/>
          <p:cNvPicPr>
            <a:picLocks noChangeAspect="1"/>
          </p:cNvPicPr>
          <p:nvPr/>
        </p:nvPicPr>
        <p:blipFill>
          <a:blip r:embed="rId1"/>
          <a:srcRect l="46004" t="1576" r="15670" b="20087"/>
          <a:stretch>
            <a:fillRect/>
          </a:stretch>
        </p:blipFill>
        <p:spPr>
          <a:xfrm>
            <a:off x="2609850" y="1842770"/>
            <a:ext cx="1966595" cy="2019600"/>
          </a:xfrm>
          <a:prstGeom prst="rect">
            <a:avLst/>
          </a:prstGeom>
        </p:spPr>
      </p:pic>
      <p:pic>
        <p:nvPicPr>
          <p:cNvPr id="7" name="图片 6" descr="storm-ocean-rocky-shore-rain-shower-lightning_107791-7292.webp"/>
          <p:cNvPicPr>
            <a:picLocks noChangeAspect="1"/>
          </p:cNvPicPr>
          <p:nvPr/>
        </p:nvPicPr>
        <p:blipFill>
          <a:blip r:embed="rId1"/>
          <a:srcRect t="13453" r="61674" b="7839"/>
          <a:stretch>
            <a:fillRect/>
          </a:stretch>
        </p:blipFill>
        <p:spPr>
          <a:xfrm>
            <a:off x="459740" y="4033520"/>
            <a:ext cx="1966595" cy="2019935"/>
          </a:xfrm>
          <a:prstGeom prst="rect">
            <a:avLst/>
          </a:prstGeom>
        </p:spPr>
      </p:pic>
      <p:sp>
        <p:nvSpPr>
          <p:cNvPr id="8" name="矩形 7"/>
          <p:cNvSpPr/>
          <p:nvPr/>
        </p:nvSpPr>
        <p:spPr>
          <a:xfrm>
            <a:off x="459740" y="1842770"/>
            <a:ext cx="1965600" cy="2019600"/>
          </a:xfrm>
          <a:prstGeom prst="rect">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10" name="文本框 9"/>
          <p:cNvSpPr txBox="1"/>
          <p:nvPr/>
        </p:nvSpPr>
        <p:spPr>
          <a:xfrm>
            <a:off x="756285" y="2442210"/>
            <a:ext cx="1372235" cy="829945"/>
          </a:xfrm>
          <a:prstGeom prst="rect">
            <a:avLst/>
          </a:prstGeom>
          <a:noFill/>
        </p:spPr>
        <p:txBody>
          <a:bodyPr wrap="square" rtlCol="0">
            <a:spAutoFit/>
          </a:bodyPr>
          <a:p>
            <a:pPr algn="ctr">
              <a:lnSpc>
                <a:spcPct val="120000"/>
              </a:lnSpc>
              <a:spcBef>
                <a:spcPts val="0"/>
              </a:spcBef>
              <a:spcAft>
                <a:spcPts val="0"/>
              </a:spcAft>
            </a:pPr>
            <a:r>
              <a:rPr lang="zh-CN" altLang="en-US" sz="2000">
                <a:solidFill>
                  <a:schemeClr val="accent4">
                    <a:lumMod val="60000"/>
                    <a:lumOff val="40000"/>
                  </a:schemeClr>
                </a:solidFill>
                <a:cs typeface="汉仪文黑-55简" panose="00020600040101010101" charset="-122"/>
              </a:rPr>
              <a:t>不停留</a:t>
            </a:r>
            <a:endParaRPr lang="zh-CN" altLang="en-US" sz="2000">
              <a:solidFill>
                <a:schemeClr val="accent4">
                  <a:lumMod val="60000"/>
                  <a:lumOff val="40000"/>
                </a:schemeClr>
              </a:solidFill>
              <a:cs typeface="汉仪文黑-55简" panose="00020600040101010101" charset="-122"/>
            </a:endParaRPr>
          </a:p>
          <a:p>
            <a:pPr algn="ctr">
              <a:lnSpc>
                <a:spcPct val="120000"/>
              </a:lnSpc>
              <a:spcBef>
                <a:spcPts val="0"/>
              </a:spcBef>
              <a:spcAft>
                <a:spcPts val="0"/>
              </a:spcAft>
            </a:pPr>
            <a:r>
              <a:rPr lang="zh-CN" altLang="en-US" sz="2000">
                <a:solidFill>
                  <a:schemeClr val="accent4">
                    <a:lumMod val="60000"/>
                    <a:lumOff val="40000"/>
                  </a:schemeClr>
                </a:solidFill>
                <a:cs typeface="汉仪文黑-55简" panose="00020600040101010101" charset="-122"/>
              </a:rPr>
              <a:t>迅速避雨</a:t>
            </a:r>
            <a:endParaRPr lang="zh-CN" altLang="en-US" sz="2000">
              <a:solidFill>
                <a:schemeClr val="accent4">
                  <a:lumMod val="60000"/>
                  <a:lumOff val="40000"/>
                </a:schemeClr>
              </a:solidFill>
              <a:cs typeface="汉仪文黑-55简" panose="00020600040101010101" charset="-122"/>
            </a:endParaRPr>
          </a:p>
        </p:txBody>
      </p:sp>
      <p:sp>
        <p:nvSpPr>
          <p:cNvPr id="11" name="文本框 10"/>
          <p:cNvSpPr txBox="1"/>
          <p:nvPr/>
        </p:nvSpPr>
        <p:spPr>
          <a:xfrm>
            <a:off x="2930525" y="4526915"/>
            <a:ext cx="1324610" cy="829945"/>
          </a:xfrm>
          <a:prstGeom prst="rect">
            <a:avLst/>
          </a:prstGeom>
          <a:noFill/>
        </p:spPr>
        <p:txBody>
          <a:bodyPr wrap="square" rtlCol="0">
            <a:spAutoFit/>
          </a:bodyPr>
          <a:p>
            <a:pPr algn="ctr">
              <a:lnSpc>
                <a:spcPct val="120000"/>
              </a:lnSpc>
              <a:spcBef>
                <a:spcPts val="0"/>
              </a:spcBef>
              <a:spcAft>
                <a:spcPts val="0"/>
              </a:spcAft>
            </a:pPr>
            <a:r>
              <a:rPr lang="zh-CN" altLang="en-US" sz="2000">
                <a:solidFill>
                  <a:schemeClr val="accent4">
                    <a:lumMod val="60000"/>
                    <a:lumOff val="40000"/>
                  </a:schemeClr>
                </a:solidFill>
                <a:cs typeface="汉仪文黑-55简" panose="00020600040101010101" charset="-122"/>
              </a:rPr>
              <a:t>远电源</a:t>
            </a:r>
            <a:endParaRPr lang="zh-CN" altLang="en-US" sz="2000">
              <a:solidFill>
                <a:schemeClr val="accent4">
                  <a:lumMod val="60000"/>
                  <a:lumOff val="40000"/>
                </a:schemeClr>
              </a:solidFill>
              <a:cs typeface="汉仪文黑-55简" panose="00020600040101010101" charset="-122"/>
            </a:endParaRPr>
          </a:p>
          <a:p>
            <a:pPr algn="ctr">
              <a:lnSpc>
                <a:spcPct val="120000"/>
              </a:lnSpc>
              <a:spcBef>
                <a:spcPts val="0"/>
              </a:spcBef>
              <a:spcAft>
                <a:spcPts val="0"/>
              </a:spcAft>
            </a:pPr>
            <a:r>
              <a:rPr lang="zh-CN" altLang="en-US" sz="2000">
                <a:solidFill>
                  <a:schemeClr val="accent4">
                    <a:lumMod val="60000"/>
                    <a:lumOff val="40000"/>
                  </a:schemeClr>
                </a:solidFill>
                <a:cs typeface="汉仪文黑-55简" panose="00020600040101010101" charset="-122"/>
              </a:rPr>
              <a:t>迅速避雷</a:t>
            </a:r>
            <a:endParaRPr lang="zh-CN" altLang="en-US" sz="2000">
              <a:solidFill>
                <a:schemeClr val="accent4">
                  <a:lumMod val="60000"/>
                  <a:lumOff val="40000"/>
                </a:schemeClr>
              </a:solidFill>
              <a:cs typeface="汉仪文黑-55简" panose="00020600040101010101" charset="-122"/>
            </a:endParaRPr>
          </a:p>
        </p:txBody>
      </p:sp>
      <p:sp>
        <p:nvSpPr>
          <p:cNvPr id="12" name="文本框 11"/>
          <p:cNvSpPr txBox="1"/>
          <p:nvPr/>
        </p:nvSpPr>
        <p:spPr>
          <a:xfrm>
            <a:off x="5420360" y="2298700"/>
            <a:ext cx="6304915" cy="755650"/>
          </a:xfrm>
          <a:prstGeom prst="rect">
            <a:avLst/>
          </a:prstGeom>
          <a:noFill/>
        </p:spPr>
        <p:txBody>
          <a:bodyPr wrap="square" rtlCol="0">
            <a:spAutoFit/>
          </a:bodyPr>
          <a:p>
            <a:pPr>
              <a:lnSpc>
                <a:spcPct val="120000"/>
              </a:lnSpc>
              <a:spcBef>
                <a:spcPts val="0"/>
              </a:spcBef>
              <a:spcAft>
                <a:spcPts val="600"/>
              </a:spcAft>
            </a:pPr>
            <a:r>
              <a:rPr lang="zh-CN" altLang="en-US">
                <a:cs typeface="汉仪文黑-55简" panose="00020600040101010101" charset="-122"/>
              </a:rPr>
              <a:t>若无法躲入有防雷设施的建筑物内，要将手表、眼镜等金属物品摘掉，千万不要在离电源、大树和电杆较近的地方避雨；</a:t>
            </a:r>
            <a:endParaRPr lang="zh-CN" altLang="en-US">
              <a:cs typeface="汉仪文黑-55简" panose="00020600040101010101" charset="-122"/>
            </a:endParaRPr>
          </a:p>
        </p:txBody>
      </p:sp>
      <p:grpSp>
        <p:nvGrpSpPr>
          <p:cNvPr id="16" name="组合 15"/>
          <p:cNvGrpSpPr/>
          <p:nvPr/>
        </p:nvGrpSpPr>
        <p:grpSpPr>
          <a:xfrm>
            <a:off x="5457825" y="1842770"/>
            <a:ext cx="6238875" cy="390525"/>
            <a:chOff x="8589" y="3127"/>
            <a:chExt cx="9825" cy="615"/>
          </a:xfrm>
        </p:grpSpPr>
        <p:grpSp>
          <p:nvGrpSpPr>
            <p:cNvPr id="13" name="组合 12"/>
            <p:cNvGrpSpPr/>
            <p:nvPr/>
          </p:nvGrpSpPr>
          <p:grpSpPr>
            <a:xfrm>
              <a:off x="8589" y="3127"/>
              <a:ext cx="932" cy="615"/>
              <a:chOff x="8589" y="3127"/>
              <a:chExt cx="932" cy="615"/>
            </a:xfrm>
          </p:grpSpPr>
          <p:sp>
            <p:nvSpPr>
              <p:cNvPr id="4" name="矩形 3"/>
              <p:cNvSpPr/>
              <p:nvPr/>
            </p:nvSpPr>
            <p:spPr>
              <a:xfrm>
                <a:off x="8589" y="3127"/>
                <a:ext cx="150" cy="615"/>
              </a:xfrm>
              <a:prstGeom prst="rect">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5" name="矩形 4"/>
              <p:cNvSpPr/>
              <p:nvPr/>
            </p:nvSpPr>
            <p:spPr>
              <a:xfrm>
                <a:off x="8841" y="3130"/>
                <a:ext cx="680" cy="612"/>
              </a:xfrm>
              <a:prstGeom prst="rect">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pic>
            <p:nvPicPr>
              <p:cNvPr id="9" name="图片 8" descr="32313534383337353b32313534383336323bd7a2d2e2c0d7b5e7"/>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963" y="3249"/>
                <a:ext cx="478" cy="478"/>
              </a:xfrm>
              <a:prstGeom prst="rect">
                <a:avLst/>
              </a:prstGeom>
            </p:spPr>
          </p:pic>
        </p:grpSp>
        <p:cxnSp>
          <p:nvCxnSpPr>
            <p:cNvPr id="15" name="直接连接符 14"/>
            <p:cNvCxnSpPr>
              <a:stCxn id="4" idx="2"/>
            </p:cNvCxnSpPr>
            <p:nvPr/>
          </p:nvCxnSpPr>
          <p:spPr>
            <a:xfrm>
              <a:off x="8664" y="3742"/>
              <a:ext cx="9750" cy="0"/>
            </a:xfrm>
            <a:prstGeom prst="line">
              <a:avLst/>
            </a:prstGeom>
            <a:ln>
              <a:solidFill>
                <a:srgbClr val="A80000"/>
              </a:solidFill>
            </a:ln>
          </p:spPr>
          <p:style>
            <a:lnRef idx="1">
              <a:schemeClr val="accent1"/>
            </a:lnRef>
            <a:fillRef idx="0">
              <a:schemeClr val="accent1"/>
            </a:fillRef>
            <a:effectRef idx="0">
              <a:schemeClr val="accent1"/>
            </a:effectRef>
            <a:fontRef idx="minor">
              <a:schemeClr val="tx1"/>
            </a:fontRef>
          </p:style>
        </p:cxnSp>
      </p:grpSp>
      <p:grpSp>
        <p:nvGrpSpPr>
          <p:cNvPr id="17" name="组合 16"/>
          <p:cNvGrpSpPr/>
          <p:nvPr/>
        </p:nvGrpSpPr>
        <p:grpSpPr>
          <a:xfrm>
            <a:off x="5457825" y="3571875"/>
            <a:ext cx="6238875" cy="390525"/>
            <a:chOff x="8589" y="3127"/>
            <a:chExt cx="9825" cy="615"/>
          </a:xfrm>
        </p:grpSpPr>
        <p:grpSp>
          <p:nvGrpSpPr>
            <p:cNvPr id="18" name="组合 17"/>
            <p:cNvGrpSpPr/>
            <p:nvPr/>
          </p:nvGrpSpPr>
          <p:grpSpPr>
            <a:xfrm>
              <a:off x="8589" y="3127"/>
              <a:ext cx="932" cy="615"/>
              <a:chOff x="8589" y="3127"/>
              <a:chExt cx="932" cy="615"/>
            </a:xfrm>
          </p:grpSpPr>
          <p:sp>
            <p:nvSpPr>
              <p:cNvPr id="19" name="矩形 18"/>
              <p:cNvSpPr/>
              <p:nvPr/>
            </p:nvSpPr>
            <p:spPr>
              <a:xfrm>
                <a:off x="8589" y="3127"/>
                <a:ext cx="150" cy="615"/>
              </a:xfrm>
              <a:prstGeom prst="rect">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20" name="矩形 19"/>
              <p:cNvSpPr/>
              <p:nvPr/>
            </p:nvSpPr>
            <p:spPr>
              <a:xfrm>
                <a:off x="8841" y="3130"/>
                <a:ext cx="680" cy="612"/>
              </a:xfrm>
              <a:prstGeom prst="rect">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pic>
            <p:nvPicPr>
              <p:cNvPr id="21" name="图片 20" descr="32313534383337353b32313534383336323bd7a2d2e2c0d7b5e7"/>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963" y="3249"/>
                <a:ext cx="478" cy="478"/>
              </a:xfrm>
              <a:prstGeom prst="rect">
                <a:avLst/>
              </a:prstGeom>
            </p:spPr>
          </p:pic>
        </p:grpSp>
        <p:cxnSp>
          <p:nvCxnSpPr>
            <p:cNvPr id="22" name="直接连接符 21"/>
            <p:cNvCxnSpPr>
              <a:stCxn id="19" idx="2"/>
            </p:cNvCxnSpPr>
            <p:nvPr/>
          </p:nvCxnSpPr>
          <p:spPr>
            <a:xfrm>
              <a:off x="8664" y="3742"/>
              <a:ext cx="9750" cy="0"/>
            </a:xfrm>
            <a:prstGeom prst="line">
              <a:avLst/>
            </a:prstGeom>
            <a:ln>
              <a:solidFill>
                <a:srgbClr val="A80000"/>
              </a:solidFill>
            </a:ln>
          </p:spPr>
          <p:style>
            <a:lnRef idx="1">
              <a:schemeClr val="accent1"/>
            </a:lnRef>
            <a:fillRef idx="0">
              <a:schemeClr val="accent1"/>
            </a:fillRef>
            <a:effectRef idx="0">
              <a:schemeClr val="accent1"/>
            </a:effectRef>
            <a:fontRef idx="minor">
              <a:schemeClr val="tx1"/>
            </a:fontRef>
          </p:style>
        </p:cxnSp>
      </p:grpSp>
      <p:grpSp>
        <p:nvGrpSpPr>
          <p:cNvPr id="23" name="组合 22"/>
          <p:cNvGrpSpPr/>
          <p:nvPr/>
        </p:nvGrpSpPr>
        <p:grpSpPr>
          <a:xfrm>
            <a:off x="5457825" y="5167630"/>
            <a:ext cx="6200775" cy="390525"/>
            <a:chOff x="8589" y="3127"/>
            <a:chExt cx="9765" cy="615"/>
          </a:xfrm>
        </p:grpSpPr>
        <p:grpSp>
          <p:nvGrpSpPr>
            <p:cNvPr id="24" name="组合 23"/>
            <p:cNvGrpSpPr/>
            <p:nvPr/>
          </p:nvGrpSpPr>
          <p:grpSpPr>
            <a:xfrm>
              <a:off x="8589" y="3127"/>
              <a:ext cx="932" cy="615"/>
              <a:chOff x="8589" y="3127"/>
              <a:chExt cx="932" cy="615"/>
            </a:xfrm>
          </p:grpSpPr>
          <p:sp>
            <p:nvSpPr>
              <p:cNvPr id="25" name="矩形 24"/>
              <p:cNvSpPr/>
              <p:nvPr/>
            </p:nvSpPr>
            <p:spPr>
              <a:xfrm>
                <a:off x="8589" y="3127"/>
                <a:ext cx="150" cy="615"/>
              </a:xfrm>
              <a:prstGeom prst="rect">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26" name="矩形 25"/>
              <p:cNvSpPr/>
              <p:nvPr/>
            </p:nvSpPr>
            <p:spPr>
              <a:xfrm>
                <a:off x="8841" y="3130"/>
                <a:ext cx="680" cy="612"/>
              </a:xfrm>
              <a:prstGeom prst="rect">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pic>
            <p:nvPicPr>
              <p:cNvPr id="27" name="图片 26" descr="32313534383337353b32313534383336323bd7a2d2e2c0d7b5e7"/>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963" y="3249"/>
                <a:ext cx="478" cy="478"/>
              </a:xfrm>
              <a:prstGeom prst="rect">
                <a:avLst/>
              </a:prstGeom>
            </p:spPr>
          </p:pic>
        </p:grpSp>
        <p:cxnSp>
          <p:nvCxnSpPr>
            <p:cNvPr id="28" name="直接连接符 27"/>
            <p:cNvCxnSpPr/>
            <p:nvPr/>
          </p:nvCxnSpPr>
          <p:spPr>
            <a:xfrm>
              <a:off x="8604" y="3742"/>
              <a:ext cx="9750" cy="0"/>
            </a:xfrm>
            <a:prstGeom prst="line">
              <a:avLst/>
            </a:prstGeom>
            <a:ln>
              <a:solidFill>
                <a:srgbClr val="A80000"/>
              </a:solidFill>
            </a:ln>
          </p:spPr>
          <p:style>
            <a:lnRef idx="1">
              <a:schemeClr val="accent1"/>
            </a:lnRef>
            <a:fillRef idx="0">
              <a:schemeClr val="accent1"/>
            </a:fillRef>
            <a:effectRef idx="0">
              <a:schemeClr val="accent1"/>
            </a:effectRef>
            <a:fontRef idx="minor">
              <a:schemeClr val="tx1"/>
            </a:fontRef>
          </p:style>
        </p:cxnSp>
      </p:grpSp>
      <p:sp>
        <p:nvSpPr>
          <p:cNvPr id="29" name="文本框 28"/>
          <p:cNvSpPr txBox="1"/>
          <p:nvPr/>
        </p:nvSpPr>
        <p:spPr>
          <a:xfrm>
            <a:off x="5391785" y="3965575"/>
            <a:ext cx="6304915" cy="755650"/>
          </a:xfrm>
          <a:prstGeom prst="rect">
            <a:avLst/>
          </a:prstGeom>
          <a:noFill/>
        </p:spPr>
        <p:txBody>
          <a:bodyPr wrap="square" rtlCol="0">
            <a:spAutoFit/>
          </a:bodyPr>
          <a:p>
            <a:pPr>
              <a:lnSpc>
                <a:spcPct val="120000"/>
              </a:lnSpc>
              <a:spcBef>
                <a:spcPts val="0"/>
              </a:spcBef>
              <a:spcAft>
                <a:spcPts val="600"/>
              </a:spcAft>
            </a:pPr>
            <a:r>
              <a:rPr lang="zh-CN" altLang="en-US">
                <a:cs typeface="汉仪文黑-55简" panose="00020600040101010101" charset="-122"/>
              </a:rPr>
              <a:t>在空旷场地不宜打伞，不宜把金属工具、羽毛球拍、高尔夫球杆等扛在肩上；</a:t>
            </a:r>
            <a:endParaRPr lang="zh-CN" altLang="en-US">
              <a:cs typeface="汉仪文黑-55简" panose="00020600040101010101" charset="-122"/>
            </a:endParaRPr>
          </a:p>
        </p:txBody>
      </p:sp>
      <p:sp>
        <p:nvSpPr>
          <p:cNvPr id="30" name="文本框 29"/>
          <p:cNvSpPr txBox="1"/>
          <p:nvPr/>
        </p:nvSpPr>
        <p:spPr>
          <a:xfrm>
            <a:off x="5420360" y="5631180"/>
            <a:ext cx="6304915" cy="755650"/>
          </a:xfrm>
          <a:prstGeom prst="rect">
            <a:avLst/>
          </a:prstGeom>
          <a:noFill/>
        </p:spPr>
        <p:txBody>
          <a:bodyPr wrap="square" rtlCol="0">
            <a:spAutoFit/>
          </a:bodyPr>
          <a:p>
            <a:pPr>
              <a:lnSpc>
                <a:spcPct val="120000"/>
              </a:lnSpc>
              <a:spcBef>
                <a:spcPts val="0"/>
              </a:spcBef>
              <a:spcAft>
                <a:spcPts val="600"/>
              </a:spcAft>
            </a:pPr>
            <a:r>
              <a:rPr lang="zh-CN" altLang="en-US">
                <a:cs typeface="汉仪文黑-55简" panose="00020600040101010101" charset="-122"/>
              </a:rPr>
              <a:t>应迅速躲入有防雷设施保护的建筑物内，或有金属顶的各种车辆及有金属壳体的船仓内。</a:t>
            </a:r>
            <a:endParaRPr lang="zh-CN" altLang="en-US">
              <a:cs typeface="汉仪文黑-55简" panose="00020600040101010101" charset="-122"/>
            </a:endParaRPr>
          </a:p>
        </p:txBody>
      </p:sp>
      <p:sp>
        <p:nvSpPr>
          <p:cNvPr id="31" name="文本框 30"/>
          <p:cNvSpPr txBox="1"/>
          <p:nvPr/>
        </p:nvSpPr>
        <p:spPr>
          <a:xfrm>
            <a:off x="6149340" y="1785620"/>
            <a:ext cx="1416685" cy="460375"/>
          </a:xfrm>
          <a:prstGeom prst="rect">
            <a:avLst/>
          </a:prstGeom>
          <a:noFill/>
        </p:spPr>
        <p:txBody>
          <a:bodyPr wrap="square" rtlCol="0">
            <a:spAutoFit/>
          </a:bodyPr>
          <a:p>
            <a:pPr algn="dist">
              <a:lnSpc>
                <a:spcPct val="120000"/>
              </a:lnSpc>
              <a:spcBef>
                <a:spcPts val="0"/>
              </a:spcBef>
              <a:spcAft>
                <a:spcPts val="0"/>
              </a:spcAft>
            </a:pPr>
            <a:r>
              <a:rPr lang="en-US" altLang="zh-CN" sz="2000">
                <a:cs typeface="汉仪文黑-55简" panose="00020600040101010101" charset="-122"/>
              </a:rPr>
              <a:t>在野外</a:t>
            </a:r>
            <a:r>
              <a:rPr lang="zh-CN" altLang="en-US" sz="2000">
                <a:cs typeface="汉仪文黑-55简" panose="00020600040101010101" charset="-122"/>
              </a:rPr>
              <a:t>时</a:t>
            </a:r>
            <a:endParaRPr lang="en-US" altLang="zh-CN" sz="2000">
              <a:cs typeface="汉仪文黑-55简" panose="00020600040101010101" charset="-122"/>
            </a:endParaRPr>
          </a:p>
        </p:txBody>
      </p:sp>
      <p:sp>
        <p:nvSpPr>
          <p:cNvPr id="32" name="文本框 31"/>
          <p:cNvSpPr txBox="1"/>
          <p:nvPr/>
        </p:nvSpPr>
        <p:spPr>
          <a:xfrm>
            <a:off x="6096000" y="3519805"/>
            <a:ext cx="2042795" cy="460375"/>
          </a:xfrm>
          <a:prstGeom prst="rect">
            <a:avLst/>
          </a:prstGeom>
          <a:noFill/>
        </p:spPr>
        <p:txBody>
          <a:bodyPr wrap="square" rtlCol="0">
            <a:spAutoFit/>
          </a:bodyPr>
          <a:p>
            <a:pPr algn="dist">
              <a:lnSpc>
                <a:spcPct val="120000"/>
              </a:lnSpc>
              <a:spcBef>
                <a:spcPts val="0"/>
              </a:spcBef>
              <a:spcAft>
                <a:spcPts val="0"/>
              </a:spcAft>
            </a:pPr>
            <a:r>
              <a:rPr lang="en-US" altLang="zh-CN" sz="2000">
                <a:cs typeface="汉仪文黑-55简" panose="00020600040101010101" charset="-122"/>
              </a:rPr>
              <a:t>在空旷场地时</a:t>
            </a:r>
            <a:endParaRPr lang="en-US" altLang="zh-CN" sz="2000">
              <a:cs typeface="汉仪文黑-55简" panose="00020600040101010101" charset="-122"/>
            </a:endParaRPr>
          </a:p>
        </p:txBody>
      </p:sp>
      <p:sp>
        <p:nvSpPr>
          <p:cNvPr id="33" name="文本框 32"/>
          <p:cNvSpPr txBox="1"/>
          <p:nvPr/>
        </p:nvSpPr>
        <p:spPr>
          <a:xfrm>
            <a:off x="6096000" y="5129530"/>
            <a:ext cx="2042795" cy="460375"/>
          </a:xfrm>
          <a:prstGeom prst="rect">
            <a:avLst/>
          </a:prstGeom>
          <a:noFill/>
        </p:spPr>
        <p:txBody>
          <a:bodyPr wrap="square" rtlCol="0">
            <a:spAutoFit/>
          </a:bodyPr>
          <a:p>
            <a:pPr algn="dist">
              <a:lnSpc>
                <a:spcPct val="120000"/>
              </a:lnSpc>
              <a:spcBef>
                <a:spcPts val="0"/>
              </a:spcBef>
              <a:spcAft>
                <a:spcPts val="0"/>
              </a:spcAft>
            </a:pPr>
            <a:r>
              <a:rPr lang="zh-CN" altLang="en-US" sz="2000">
                <a:cs typeface="汉仪文黑-55简" panose="00020600040101010101" charset="-122"/>
              </a:rPr>
              <a:t>这样快速躲避</a:t>
            </a:r>
            <a:endParaRPr lang="zh-CN" altLang="en-US" sz="2000">
              <a:cs typeface="汉仪文黑-55简" panose="00020600040101010101" charset="-122"/>
            </a:endParaRPr>
          </a:p>
        </p:txBody>
      </p:sp>
    </p:spTree>
    <p:custDataLst>
      <p:tags r:id="rId4"/>
    </p:custData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 name="图片 6" descr="natural-disaster-cartoon-composition-with-outdoor-suburban-scenery-rain-clouds-tornado-vortex-destroying-living-house_1284-60930.webp"/>
          <p:cNvPicPr>
            <a:picLocks noChangeAspect="1"/>
          </p:cNvPicPr>
          <p:nvPr/>
        </p:nvPicPr>
        <p:blipFill>
          <a:blip r:embed="rId1"/>
          <a:stretch>
            <a:fillRect/>
          </a:stretch>
        </p:blipFill>
        <p:spPr>
          <a:xfrm>
            <a:off x="5946140" y="2236470"/>
            <a:ext cx="5779135" cy="3665220"/>
          </a:xfrm>
          <a:prstGeom prst="rect">
            <a:avLst/>
          </a:prstGeom>
        </p:spPr>
      </p:pic>
      <p:sp>
        <p:nvSpPr>
          <p:cNvPr id="3" name="文本框 2"/>
          <p:cNvSpPr txBox="1"/>
          <p:nvPr/>
        </p:nvSpPr>
        <p:spPr>
          <a:xfrm>
            <a:off x="4605020" y="375920"/>
            <a:ext cx="2981960" cy="645160"/>
          </a:xfrm>
          <a:prstGeom prst="rect">
            <a:avLst/>
          </a:prstGeom>
          <a:noFill/>
        </p:spPr>
        <p:txBody>
          <a:bodyPr wrap="square" rtlCol="0">
            <a:spAutoFit/>
          </a:bodyPr>
          <a:p>
            <a:pPr algn="dist"/>
            <a:r>
              <a:rPr lang="zh-CN" altLang="en-US" sz="3600">
                <a:latin typeface="汉仪颜楷简" panose="00020600040101010101" charset="-122"/>
                <a:ea typeface="汉仪颜楷简" panose="00020600040101010101" charset="-122"/>
                <a:cs typeface="汉仪文黑-55简" panose="00020600040101010101" charset="-122"/>
              </a:rPr>
              <a:t>室外防雷知识</a:t>
            </a:r>
            <a:endParaRPr lang="zh-CN" altLang="en-US" sz="3600">
              <a:latin typeface="汉仪颜楷简" panose="00020600040101010101" charset="-122"/>
              <a:ea typeface="汉仪颜楷简" panose="00020600040101010101" charset="-122"/>
              <a:cs typeface="汉仪文黑-55简" panose="00020600040101010101" charset="-122"/>
            </a:endParaRPr>
          </a:p>
        </p:txBody>
      </p:sp>
      <p:sp>
        <p:nvSpPr>
          <p:cNvPr id="2" name="文本框 1"/>
          <p:cNvSpPr txBox="1"/>
          <p:nvPr/>
        </p:nvSpPr>
        <p:spPr>
          <a:xfrm>
            <a:off x="514350" y="2237105"/>
            <a:ext cx="4899660" cy="829945"/>
          </a:xfrm>
          <a:prstGeom prst="rect">
            <a:avLst/>
          </a:prstGeom>
          <a:noFill/>
        </p:spPr>
        <p:txBody>
          <a:bodyPr wrap="square" rtlCol="0">
            <a:spAutoFit/>
          </a:bodyPr>
          <a:p>
            <a:pPr>
              <a:lnSpc>
                <a:spcPct val="120000"/>
              </a:lnSpc>
              <a:spcBef>
                <a:spcPts val="0"/>
              </a:spcBef>
              <a:spcAft>
                <a:spcPts val="0"/>
              </a:spcAft>
            </a:pPr>
            <a:r>
              <a:rPr lang="zh-CN" altLang="en-US" sz="2000">
                <a:cs typeface="汉仪文黑-55简" panose="00020600040101010101" charset="-122"/>
              </a:rPr>
              <a:t>尽量降低身体的高度，以减少直接雷击的危险；</a:t>
            </a:r>
            <a:endParaRPr lang="zh-CN" altLang="en-US" sz="2000">
              <a:cs typeface="汉仪文黑-55简" panose="00020600040101010101" charset="-122"/>
            </a:endParaRPr>
          </a:p>
        </p:txBody>
      </p:sp>
      <p:sp>
        <p:nvSpPr>
          <p:cNvPr id="4" name="文本框 3"/>
          <p:cNvSpPr txBox="1"/>
          <p:nvPr/>
        </p:nvSpPr>
        <p:spPr>
          <a:xfrm>
            <a:off x="514350" y="3484880"/>
            <a:ext cx="4899660" cy="829945"/>
          </a:xfrm>
          <a:prstGeom prst="rect">
            <a:avLst/>
          </a:prstGeom>
          <a:noFill/>
        </p:spPr>
        <p:txBody>
          <a:bodyPr wrap="square" rtlCol="0">
            <a:spAutoFit/>
          </a:bodyPr>
          <a:p>
            <a:pPr>
              <a:lnSpc>
                <a:spcPct val="120000"/>
              </a:lnSpc>
              <a:spcBef>
                <a:spcPts val="0"/>
              </a:spcBef>
              <a:spcAft>
                <a:spcPts val="0"/>
              </a:spcAft>
            </a:pPr>
            <a:r>
              <a:rPr lang="zh-CN" altLang="en-US" sz="2000">
                <a:cs typeface="汉仪文黑-55简" panose="00020600040101010101" charset="-122"/>
              </a:rPr>
              <a:t>双脚要尽量靠近，与地面接触越小愈好，以减少“跨步电压”；</a:t>
            </a:r>
            <a:endParaRPr lang="zh-CN" altLang="en-US" sz="2000">
              <a:cs typeface="汉仪文黑-55简" panose="00020600040101010101" charset="-122"/>
            </a:endParaRPr>
          </a:p>
        </p:txBody>
      </p:sp>
      <p:sp>
        <p:nvSpPr>
          <p:cNvPr id="5" name="文本框 4"/>
          <p:cNvSpPr txBox="1"/>
          <p:nvPr/>
        </p:nvSpPr>
        <p:spPr>
          <a:xfrm>
            <a:off x="514350" y="4732655"/>
            <a:ext cx="4899660" cy="829945"/>
          </a:xfrm>
          <a:prstGeom prst="rect">
            <a:avLst/>
          </a:prstGeom>
          <a:noFill/>
        </p:spPr>
        <p:txBody>
          <a:bodyPr wrap="square" rtlCol="0">
            <a:spAutoFit/>
          </a:bodyPr>
          <a:p>
            <a:pPr>
              <a:lnSpc>
                <a:spcPct val="120000"/>
              </a:lnSpc>
              <a:spcBef>
                <a:spcPts val="0"/>
              </a:spcBef>
              <a:spcAft>
                <a:spcPts val="0"/>
              </a:spcAft>
            </a:pPr>
            <a:r>
              <a:rPr lang="zh-CN" altLang="en-US" sz="2000">
                <a:cs typeface="汉仪文黑-55简" panose="00020600040101010101" charset="-122"/>
              </a:rPr>
              <a:t>如果不具备以上条件，应立即双膝下蹲，向前弯曲，双手抱膝；</a:t>
            </a:r>
            <a:endParaRPr lang="zh-CN" altLang="en-US" sz="2000">
              <a:cs typeface="汉仪文黑-55简" panose="00020600040101010101" charset="-122"/>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矩形 7"/>
          <p:cNvSpPr/>
          <p:nvPr/>
        </p:nvSpPr>
        <p:spPr>
          <a:xfrm>
            <a:off x="466725" y="1914525"/>
            <a:ext cx="11258550" cy="2218690"/>
          </a:xfrm>
          <a:prstGeom prst="rect">
            <a:avLst/>
          </a:prstGeom>
          <a:solidFill>
            <a:schemeClr val="bg1"/>
          </a:solidFill>
          <a:ln>
            <a:solidFill>
              <a:srgbClr val="A8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pic>
        <p:nvPicPr>
          <p:cNvPr id="12" name="图片 11" descr="young-couple-stand-window-look-night-street_107791-10545.webp"/>
          <p:cNvPicPr>
            <a:picLocks noChangeAspect="1"/>
          </p:cNvPicPr>
          <p:nvPr/>
        </p:nvPicPr>
        <p:blipFill>
          <a:blip r:embed="rId1"/>
          <a:srcRect l="31852" r="10596" b="48360"/>
          <a:stretch>
            <a:fillRect/>
          </a:stretch>
        </p:blipFill>
        <p:spPr>
          <a:xfrm>
            <a:off x="6319520" y="1914525"/>
            <a:ext cx="5406390" cy="2218690"/>
          </a:xfrm>
          <a:prstGeom prst="rect">
            <a:avLst/>
          </a:prstGeom>
        </p:spPr>
      </p:pic>
      <p:sp>
        <p:nvSpPr>
          <p:cNvPr id="9" name="矩形 8"/>
          <p:cNvSpPr/>
          <p:nvPr/>
        </p:nvSpPr>
        <p:spPr>
          <a:xfrm>
            <a:off x="466725" y="4528820"/>
            <a:ext cx="11258550" cy="1877060"/>
          </a:xfrm>
          <a:prstGeom prst="rect">
            <a:avLst/>
          </a:prstGeom>
          <a:noFill/>
          <a:ln>
            <a:solidFill>
              <a:srgbClr val="A8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6" name="文本框 5"/>
          <p:cNvSpPr txBox="1"/>
          <p:nvPr/>
        </p:nvSpPr>
        <p:spPr>
          <a:xfrm>
            <a:off x="695325" y="2129155"/>
            <a:ext cx="5213985" cy="1751965"/>
          </a:xfrm>
          <a:prstGeom prst="rect">
            <a:avLst/>
          </a:prstGeom>
          <a:noFill/>
        </p:spPr>
        <p:txBody>
          <a:bodyPr wrap="square" rtlCol="0">
            <a:spAutoFit/>
          </a:bodyPr>
          <a:p>
            <a:pPr>
              <a:lnSpc>
                <a:spcPct val="120000"/>
              </a:lnSpc>
              <a:spcBef>
                <a:spcPts val="0"/>
              </a:spcBef>
              <a:spcAft>
                <a:spcPts val="0"/>
              </a:spcAft>
            </a:pPr>
            <a:r>
              <a:rPr lang="zh-CN" altLang="en-US">
                <a:cs typeface="汉仪文黑-55简" panose="00020600040101010101" charset="-122"/>
              </a:rPr>
              <a:t>当你站在一个距雷击较近的地方如高闪上，如果感觉到毛发竖立，皮肤有轻微的刺痛，这就是雷电快要击中你的征兆，遇到这种情况，应立即去除身上所有金属物，并马上蹲下来，身体向前倾，把手放在膝盖上，曲成一团，千万不要平躺在地上；</a:t>
            </a:r>
            <a:endParaRPr lang="zh-CN" altLang="en-US">
              <a:cs typeface="汉仪文黑-55简" panose="00020600040101010101" charset="-122"/>
            </a:endParaRPr>
          </a:p>
        </p:txBody>
      </p:sp>
      <p:sp>
        <p:nvSpPr>
          <p:cNvPr id="3" name="文本框 2"/>
          <p:cNvSpPr txBox="1"/>
          <p:nvPr/>
        </p:nvSpPr>
        <p:spPr>
          <a:xfrm>
            <a:off x="4605020" y="375920"/>
            <a:ext cx="2981960" cy="645160"/>
          </a:xfrm>
          <a:prstGeom prst="rect">
            <a:avLst/>
          </a:prstGeom>
          <a:noFill/>
        </p:spPr>
        <p:txBody>
          <a:bodyPr wrap="square" rtlCol="0">
            <a:spAutoFit/>
          </a:bodyPr>
          <a:p>
            <a:pPr algn="dist"/>
            <a:r>
              <a:rPr lang="zh-CN" altLang="en-US" sz="3600">
                <a:latin typeface="汉仪颜楷简" panose="00020600040101010101" charset="-122"/>
                <a:ea typeface="汉仪颜楷简" panose="00020600040101010101" charset="-122"/>
                <a:cs typeface="汉仪文黑-55简" panose="00020600040101010101" charset="-122"/>
              </a:rPr>
              <a:t>室外防雷知识</a:t>
            </a:r>
            <a:endParaRPr lang="zh-CN" altLang="en-US" sz="3600">
              <a:latin typeface="汉仪颜楷简" panose="00020600040101010101" charset="-122"/>
              <a:ea typeface="汉仪颜楷简" panose="00020600040101010101" charset="-122"/>
              <a:cs typeface="汉仪文黑-55简" panose="00020600040101010101" charset="-122"/>
            </a:endParaRPr>
          </a:p>
        </p:txBody>
      </p:sp>
      <p:sp>
        <p:nvSpPr>
          <p:cNvPr id="2" name="文本框 1"/>
          <p:cNvSpPr txBox="1"/>
          <p:nvPr/>
        </p:nvSpPr>
        <p:spPr>
          <a:xfrm>
            <a:off x="6096000" y="4909820"/>
            <a:ext cx="5367020" cy="1087755"/>
          </a:xfrm>
          <a:prstGeom prst="rect">
            <a:avLst/>
          </a:prstGeom>
          <a:noFill/>
        </p:spPr>
        <p:txBody>
          <a:bodyPr wrap="square" rtlCol="0">
            <a:spAutoFit/>
          </a:bodyPr>
          <a:p>
            <a:pPr>
              <a:lnSpc>
                <a:spcPct val="120000"/>
              </a:lnSpc>
              <a:spcBef>
                <a:spcPts val="0"/>
              </a:spcBef>
              <a:spcAft>
                <a:spcPts val="0"/>
              </a:spcAft>
            </a:pPr>
            <a:r>
              <a:rPr lang="zh-CN" altLang="en-US">
                <a:cs typeface="汉仪文黑-55简" panose="00020600040101010101" charset="-122"/>
              </a:rPr>
              <a:t>如果事先掌握天气形势，如收听上网查看闪电信息和雷达测雨资料，就能预估出现雷电的风险，并采取预防措施，避免或减少因雷击造成的损失。</a:t>
            </a:r>
            <a:endParaRPr lang="zh-CN" altLang="en-US">
              <a:cs typeface="汉仪文黑-55简" panose="00020600040101010101" charset="-122"/>
            </a:endParaRPr>
          </a:p>
        </p:txBody>
      </p:sp>
      <p:pic>
        <p:nvPicPr>
          <p:cNvPr id="14" name="图片 13" descr="ghetto-street-night-rain-with-lightnings-slum-ruined-abandoned-old-buildings-flooded-with-water-shower_107791-4634.webp"/>
          <p:cNvPicPr>
            <a:picLocks noChangeAspect="1"/>
          </p:cNvPicPr>
          <p:nvPr/>
        </p:nvPicPr>
        <p:blipFill>
          <a:blip r:embed="rId2"/>
          <a:srcRect l="16742" t="3293" r="20174" b="28958"/>
          <a:stretch>
            <a:fillRect/>
          </a:stretch>
        </p:blipFill>
        <p:spPr>
          <a:xfrm>
            <a:off x="466725" y="4525645"/>
            <a:ext cx="5053330" cy="1879600"/>
          </a:xfrm>
          <a:custGeom>
            <a:avLst/>
            <a:gdLst/>
            <a:ahLst/>
            <a:cxnLst>
              <a:cxn ang="3">
                <a:pos x="hc" y="t"/>
              </a:cxn>
              <a:cxn ang="cd2">
                <a:pos x="l" y="vc"/>
              </a:cxn>
              <a:cxn ang="cd4">
                <a:pos x="hc" y="b"/>
              </a:cxn>
              <a:cxn ang="0">
                <a:pos x="r" y="vc"/>
              </a:cxn>
            </a:cxnLst>
            <a:rect l="l" t="t" r="r" b="b"/>
            <a:pathLst>
              <a:path w="7381" h="2880">
                <a:moveTo>
                  <a:pt x="0" y="0"/>
                </a:moveTo>
                <a:lnTo>
                  <a:pt x="7381" y="0"/>
                </a:lnTo>
                <a:lnTo>
                  <a:pt x="7381" y="2880"/>
                </a:lnTo>
                <a:lnTo>
                  <a:pt x="0" y="2880"/>
                </a:lnTo>
                <a:lnTo>
                  <a:pt x="0" y="0"/>
                </a:lnTo>
                <a:close/>
              </a:path>
            </a:pathLst>
          </a:custGeom>
        </p:spPr>
      </p:pic>
    </p:spTree>
    <p:custDataLst>
      <p:tags r:id="rId3"/>
    </p:custData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4358005" y="375920"/>
            <a:ext cx="3475990" cy="645160"/>
          </a:xfrm>
          <a:prstGeom prst="rect">
            <a:avLst/>
          </a:prstGeom>
          <a:noFill/>
        </p:spPr>
        <p:txBody>
          <a:bodyPr wrap="square" rtlCol="0">
            <a:spAutoFit/>
          </a:bodyPr>
          <a:p>
            <a:pPr algn="dist"/>
            <a:r>
              <a:rPr lang="zh-CN" altLang="en-US" sz="3600">
                <a:latin typeface="汉仪颜楷简" panose="00020600040101010101" charset="-122"/>
                <a:ea typeface="汉仪颜楷简" panose="00020600040101010101" charset="-122"/>
                <a:cs typeface="汉仪文黑-55简" panose="00020600040101010101" charset="-122"/>
              </a:rPr>
              <a:t>火灾时该怎么做</a:t>
            </a:r>
            <a:endParaRPr lang="zh-CN" altLang="en-US" sz="3600">
              <a:latin typeface="汉仪颜楷简" panose="00020600040101010101" charset="-122"/>
              <a:ea typeface="汉仪颜楷简" panose="00020600040101010101" charset="-122"/>
              <a:cs typeface="汉仪文黑-55简" panose="00020600040101010101" charset="-122"/>
            </a:endParaRPr>
          </a:p>
        </p:txBody>
      </p:sp>
      <p:sp>
        <p:nvSpPr>
          <p:cNvPr id="2" name="文本框 1"/>
          <p:cNvSpPr txBox="1"/>
          <p:nvPr/>
        </p:nvSpPr>
        <p:spPr>
          <a:xfrm>
            <a:off x="609600" y="2233295"/>
            <a:ext cx="5105400" cy="1419860"/>
          </a:xfrm>
          <a:prstGeom prst="rect">
            <a:avLst/>
          </a:prstGeom>
          <a:noFill/>
        </p:spPr>
        <p:txBody>
          <a:bodyPr wrap="square" rtlCol="0">
            <a:spAutoFit/>
          </a:bodyPr>
          <a:p>
            <a:pPr>
              <a:lnSpc>
                <a:spcPct val="120000"/>
              </a:lnSpc>
              <a:spcBef>
                <a:spcPts val="0"/>
              </a:spcBef>
              <a:spcAft>
                <a:spcPts val="0"/>
              </a:spcAft>
            </a:pPr>
            <a:r>
              <a:rPr lang="zh-CN" altLang="en-US">
                <a:cs typeface="汉仪文黑-55简" panose="00020600040101010101" charset="-122"/>
              </a:rPr>
              <a:t>当无法从楼内安全通道逃生，需要从窗口逃出时，可以将窗帘或床单撕成条状连接水管、广告牌、电线杆爬下高楼，尽量不要跳楼，以免产生坠楼危险。</a:t>
            </a:r>
            <a:endParaRPr lang="zh-CN" altLang="en-US">
              <a:cs typeface="汉仪文黑-55简" panose="00020600040101010101" charset="-122"/>
            </a:endParaRPr>
          </a:p>
        </p:txBody>
      </p:sp>
      <p:sp>
        <p:nvSpPr>
          <p:cNvPr id="3" name="文本框 2"/>
          <p:cNvSpPr txBox="1"/>
          <p:nvPr/>
        </p:nvSpPr>
        <p:spPr>
          <a:xfrm>
            <a:off x="609600" y="3927475"/>
            <a:ext cx="5105400" cy="1087755"/>
          </a:xfrm>
          <a:prstGeom prst="rect">
            <a:avLst/>
          </a:prstGeom>
          <a:noFill/>
        </p:spPr>
        <p:txBody>
          <a:bodyPr wrap="square" rtlCol="0">
            <a:spAutoFit/>
          </a:bodyPr>
          <a:p>
            <a:pPr>
              <a:lnSpc>
                <a:spcPct val="120000"/>
              </a:lnSpc>
              <a:spcBef>
                <a:spcPts val="0"/>
              </a:spcBef>
              <a:spcAft>
                <a:spcPts val="0"/>
              </a:spcAft>
            </a:pPr>
            <a:r>
              <a:rPr lang="zh-CN" altLang="en-US">
                <a:cs typeface="汉仪文黑-55简" panose="00020600040101010101" charset="-122"/>
              </a:rPr>
              <a:t>当你身处火场中，在某些特殊情况下必须穿入火区时，应将浸湿的棉被或毛毯披在身上，以防烧伤。</a:t>
            </a:r>
            <a:endParaRPr lang="zh-CN" altLang="en-US">
              <a:cs typeface="汉仪文黑-55简" panose="00020600040101010101" charset="-122"/>
            </a:endParaRPr>
          </a:p>
        </p:txBody>
      </p:sp>
      <p:pic>
        <p:nvPicPr>
          <p:cNvPr id="4" name="图片 3" descr="微信图片_20220429085443"/>
          <p:cNvPicPr>
            <a:picLocks noChangeAspect="1"/>
          </p:cNvPicPr>
          <p:nvPr/>
        </p:nvPicPr>
        <p:blipFill>
          <a:blip r:embed="rId1"/>
          <a:srcRect t="15259"/>
          <a:stretch>
            <a:fillRect/>
          </a:stretch>
        </p:blipFill>
        <p:spPr>
          <a:xfrm>
            <a:off x="6355080" y="2015490"/>
            <a:ext cx="5179695" cy="4390390"/>
          </a:xfrm>
          <a:prstGeom prst="rect">
            <a:avLst/>
          </a:prstGeom>
        </p:spPr>
      </p:pic>
      <p:sp>
        <p:nvSpPr>
          <p:cNvPr id="6" name="文本框 5"/>
          <p:cNvSpPr txBox="1"/>
          <p:nvPr/>
        </p:nvSpPr>
        <p:spPr>
          <a:xfrm>
            <a:off x="609600" y="5289550"/>
            <a:ext cx="5105400" cy="755650"/>
          </a:xfrm>
          <a:prstGeom prst="rect">
            <a:avLst/>
          </a:prstGeom>
          <a:noFill/>
        </p:spPr>
        <p:txBody>
          <a:bodyPr wrap="square" rtlCol="0">
            <a:spAutoFit/>
          </a:bodyPr>
          <a:p>
            <a:pPr>
              <a:lnSpc>
                <a:spcPct val="120000"/>
              </a:lnSpc>
              <a:spcBef>
                <a:spcPts val="0"/>
              </a:spcBef>
              <a:spcAft>
                <a:spcPts val="0"/>
              </a:spcAft>
            </a:pPr>
            <a:r>
              <a:rPr lang="zh-CN" altLang="en-US">
                <a:cs typeface="汉仪文黑-55简" panose="00020600040101010101" charset="-122"/>
              </a:rPr>
              <a:t>在高楼中遇到火灾、爆炸等危险时，要通过安全通道逃生，千万不可再乘坐电梯。</a:t>
            </a:r>
            <a:endParaRPr lang="zh-CN" altLang="en-US">
              <a:cs typeface="汉仪文黑-55简" panose="00020600040101010101" charset="-122"/>
            </a:endParaRPr>
          </a:p>
        </p:txBody>
      </p:sp>
      <p:cxnSp>
        <p:nvCxnSpPr>
          <p:cNvPr id="7" name="直接连接符 6"/>
          <p:cNvCxnSpPr/>
          <p:nvPr/>
        </p:nvCxnSpPr>
        <p:spPr>
          <a:xfrm>
            <a:off x="5882640" y="2271395"/>
            <a:ext cx="0" cy="936000"/>
          </a:xfrm>
          <a:prstGeom prst="line">
            <a:avLst/>
          </a:prstGeom>
          <a:ln w="41275">
            <a:solidFill>
              <a:srgbClr val="A80000"/>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5882640" y="3833505"/>
            <a:ext cx="0" cy="935990"/>
          </a:xfrm>
          <a:prstGeom prst="line">
            <a:avLst/>
          </a:prstGeom>
          <a:ln w="41275">
            <a:solidFill>
              <a:srgbClr val="A80000"/>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5882640" y="5224155"/>
            <a:ext cx="0" cy="935990"/>
          </a:xfrm>
          <a:prstGeom prst="line">
            <a:avLst/>
          </a:prstGeom>
          <a:ln w="41275">
            <a:solidFill>
              <a:srgbClr val="A80000"/>
            </a:solidFill>
          </a:ln>
        </p:spPr>
        <p:style>
          <a:lnRef idx="1">
            <a:schemeClr val="accent1"/>
          </a:lnRef>
          <a:fillRef idx="0">
            <a:schemeClr val="accent1"/>
          </a:fillRef>
          <a:effectRef idx="0">
            <a:schemeClr val="accent1"/>
          </a:effectRef>
          <a:fontRef idx="minor">
            <a:schemeClr val="tx1"/>
          </a:fontRef>
        </p:style>
      </p:cxnSp>
    </p:spTree>
    <p:custDataLst>
      <p:tags r:id="rId2"/>
    </p:custData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6" name="图片 25" descr="firemen-work-concept-flat-poster_1284-9849.webp"/>
          <p:cNvPicPr>
            <a:picLocks noChangeAspect="1"/>
          </p:cNvPicPr>
          <p:nvPr/>
        </p:nvPicPr>
        <p:blipFill>
          <a:blip r:embed="rId1"/>
          <a:srcRect l="29333" t="24609" r="3598" b="25552"/>
          <a:stretch>
            <a:fillRect/>
          </a:stretch>
        </p:blipFill>
        <p:spPr>
          <a:xfrm>
            <a:off x="4191000" y="4008120"/>
            <a:ext cx="3810000" cy="2753360"/>
          </a:xfrm>
          <a:custGeom>
            <a:avLst/>
            <a:gdLst/>
            <a:ahLst/>
            <a:cxnLst>
              <a:cxn ang="3">
                <a:pos x="hc" y="t"/>
              </a:cxn>
              <a:cxn ang="cd2">
                <a:pos x="l" y="vc"/>
              </a:cxn>
              <a:cxn ang="cd4">
                <a:pos x="hc" y="b"/>
              </a:cxn>
              <a:cxn ang="0">
                <a:pos x="r" y="vc"/>
              </a:cxn>
            </a:cxnLst>
            <a:rect l="l" t="t" r="r" b="b"/>
            <a:pathLst>
              <a:path w="5835" h="4336">
                <a:moveTo>
                  <a:pt x="2918" y="0"/>
                </a:moveTo>
                <a:cubicBezTo>
                  <a:pt x="4529" y="0"/>
                  <a:pt x="5835" y="1306"/>
                  <a:pt x="5835" y="2918"/>
                </a:cubicBezTo>
                <a:cubicBezTo>
                  <a:pt x="5835" y="3421"/>
                  <a:pt x="5707" y="3895"/>
                  <a:pt x="5483" y="4308"/>
                </a:cubicBezTo>
                <a:lnTo>
                  <a:pt x="5467" y="4336"/>
                </a:lnTo>
                <a:lnTo>
                  <a:pt x="368" y="4336"/>
                </a:lnTo>
                <a:lnTo>
                  <a:pt x="352" y="4308"/>
                </a:lnTo>
                <a:cubicBezTo>
                  <a:pt x="128" y="3895"/>
                  <a:pt x="0" y="3421"/>
                  <a:pt x="0" y="2918"/>
                </a:cubicBezTo>
                <a:cubicBezTo>
                  <a:pt x="0" y="1306"/>
                  <a:pt x="1306" y="0"/>
                  <a:pt x="2918" y="0"/>
                </a:cubicBezTo>
                <a:close/>
              </a:path>
            </a:pathLst>
          </a:custGeom>
        </p:spPr>
      </p:pic>
      <p:sp>
        <p:nvSpPr>
          <p:cNvPr id="5" name="文本框 4"/>
          <p:cNvSpPr txBox="1"/>
          <p:nvPr/>
        </p:nvSpPr>
        <p:spPr>
          <a:xfrm>
            <a:off x="4358005" y="375920"/>
            <a:ext cx="3475990" cy="645160"/>
          </a:xfrm>
          <a:prstGeom prst="rect">
            <a:avLst/>
          </a:prstGeom>
          <a:noFill/>
        </p:spPr>
        <p:txBody>
          <a:bodyPr wrap="square" rtlCol="0">
            <a:spAutoFit/>
          </a:bodyPr>
          <a:p>
            <a:pPr algn="dist"/>
            <a:r>
              <a:rPr lang="zh-CN" altLang="en-US" sz="3600">
                <a:latin typeface="汉仪颜楷简" panose="00020600040101010101" charset="-122"/>
                <a:ea typeface="汉仪颜楷简" panose="00020600040101010101" charset="-122"/>
                <a:cs typeface="汉仪文黑-55简" panose="00020600040101010101" charset="-122"/>
              </a:rPr>
              <a:t>火灾时该怎么做</a:t>
            </a:r>
            <a:endParaRPr lang="zh-CN" altLang="en-US" sz="3600">
              <a:latin typeface="汉仪颜楷简" panose="00020600040101010101" charset="-122"/>
              <a:ea typeface="汉仪颜楷简" panose="00020600040101010101" charset="-122"/>
              <a:cs typeface="汉仪文黑-55简" panose="00020600040101010101" charset="-122"/>
            </a:endParaRPr>
          </a:p>
        </p:txBody>
      </p:sp>
      <p:sp>
        <p:nvSpPr>
          <p:cNvPr id="2" name="文本框 1"/>
          <p:cNvSpPr txBox="1"/>
          <p:nvPr/>
        </p:nvSpPr>
        <p:spPr>
          <a:xfrm>
            <a:off x="467360" y="3557905"/>
            <a:ext cx="2763520" cy="2748280"/>
          </a:xfrm>
          <a:prstGeom prst="rect">
            <a:avLst/>
          </a:prstGeom>
          <a:noFill/>
        </p:spPr>
        <p:txBody>
          <a:bodyPr wrap="square" rtlCol="0">
            <a:spAutoFit/>
          </a:bodyPr>
          <a:p>
            <a:pPr>
              <a:lnSpc>
                <a:spcPct val="120000"/>
              </a:lnSpc>
              <a:spcBef>
                <a:spcPts val="0"/>
              </a:spcBef>
              <a:spcAft>
                <a:spcPts val="0"/>
              </a:spcAft>
            </a:pPr>
            <a:r>
              <a:rPr lang="zh-CN" altLang="en-US">
                <a:cs typeface="汉仪文黑-55简" panose="00020600040101010101" charset="-122"/>
              </a:rPr>
              <a:t>当在剧场、影院、写字楼等公共场所遇到火险，在所有出路均被大火封死的情况下，可以选择躲入卫生间。因为卫生间内可燃物较少，卫生间的设施也较为稳固，还有水源，比较利于存活。</a:t>
            </a:r>
            <a:endParaRPr lang="zh-CN" altLang="en-US">
              <a:cs typeface="汉仪文黑-55简" panose="00020600040101010101" charset="-122"/>
            </a:endParaRPr>
          </a:p>
        </p:txBody>
      </p:sp>
      <p:sp>
        <p:nvSpPr>
          <p:cNvPr id="3" name="文本框 2"/>
          <p:cNvSpPr txBox="1"/>
          <p:nvPr/>
        </p:nvSpPr>
        <p:spPr>
          <a:xfrm>
            <a:off x="3372485" y="2366645"/>
            <a:ext cx="5447030" cy="1087755"/>
          </a:xfrm>
          <a:prstGeom prst="rect">
            <a:avLst/>
          </a:prstGeom>
          <a:noFill/>
        </p:spPr>
        <p:txBody>
          <a:bodyPr wrap="square" rtlCol="0">
            <a:spAutoFit/>
          </a:bodyPr>
          <a:p>
            <a:pPr>
              <a:lnSpc>
                <a:spcPct val="120000"/>
              </a:lnSpc>
              <a:spcBef>
                <a:spcPts val="0"/>
              </a:spcBef>
              <a:spcAft>
                <a:spcPts val="0"/>
              </a:spcAft>
            </a:pPr>
            <a:r>
              <a:rPr lang="zh-CN" altLang="en-US">
                <a:cs typeface="汉仪文黑-55简" panose="00020600040101010101" charset="-122"/>
              </a:rPr>
              <a:t>在火场中逃生时为防止被烟雾呛昏，应该用湿毛巾捂住口和鼻，或沿地板爬行（距地面20厘米内有残留空气）。</a:t>
            </a:r>
            <a:endParaRPr lang="zh-CN" altLang="en-US">
              <a:cs typeface="汉仪文黑-55简" panose="00020600040101010101" charset="-122"/>
            </a:endParaRPr>
          </a:p>
        </p:txBody>
      </p:sp>
      <p:sp>
        <p:nvSpPr>
          <p:cNvPr id="4" name="文本框 3"/>
          <p:cNvSpPr txBox="1"/>
          <p:nvPr/>
        </p:nvSpPr>
        <p:spPr>
          <a:xfrm>
            <a:off x="8772525" y="3557905"/>
            <a:ext cx="2952750" cy="2748280"/>
          </a:xfrm>
          <a:prstGeom prst="rect">
            <a:avLst/>
          </a:prstGeom>
          <a:noFill/>
        </p:spPr>
        <p:txBody>
          <a:bodyPr wrap="square" rtlCol="0">
            <a:spAutoFit/>
          </a:bodyPr>
          <a:p>
            <a:pPr>
              <a:lnSpc>
                <a:spcPct val="120000"/>
              </a:lnSpc>
              <a:spcBef>
                <a:spcPts val="0"/>
              </a:spcBef>
              <a:spcAft>
                <a:spcPts val="0"/>
              </a:spcAft>
            </a:pPr>
            <a:r>
              <a:rPr lang="zh-CN" altLang="en-US">
                <a:cs typeface="汉仪文黑-55简" panose="00020600040101010101" charset="-122"/>
              </a:rPr>
              <a:t>当火情发生在其他房间时，在逃出前先摸一下门把手，如果是凉的，说明门外无火，可以逃出；若果是热的，说明火势已到门外，千万不可开门。把床单被褥弄湿塞住门缝，防止烟雾进入，给门上泼水降温，等待救援。</a:t>
            </a:r>
            <a:endParaRPr lang="zh-CN" altLang="en-US">
              <a:cs typeface="汉仪文黑-55简" panose="00020600040101010101" charset="-122"/>
            </a:endParaRPr>
          </a:p>
        </p:txBody>
      </p:sp>
      <p:sp>
        <p:nvSpPr>
          <p:cNvPr id="8" name="弧形 7"/>
          <p:cNvSpPr/>
          <p:nvPr/>
        </p:nvSpPr>
        <p:spPr>
          <a:xfrm>
            <a:off x="3939858" y="3757930"/>
            <a:ext cx="4312285" cy="4686300"/>
          </a:xfrm>
          <a:prstGeom prst="arc">
            <a:avLst>
              <a:gd name="adj1" fmla="val 9765745"/>
              <a:gd name="adj2" fmla="val 1034923"/>
            </a:avLst>
          </a:prstGeom>
          <a:noFill/>
          <a:ln>
            <a:solidFill>
              <a:srgbClr val="A80000"/>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pic>
        <p:nvPicPr>
          <p:cNvPr id="9" name="图片 8" descr="343632353233363b343632353238383bc9e8d6c3"/>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47775" y="2983230"/>
            <a:ext cx="432000" cy="432000"/>
          </a:xfrm>
          <a:prstGeom prst="rect">
            <a:avLst/>
          </a:prstGeom>
        </p:spPr>
      </p:pic>
      <p:pic>
        <p:nvPicPr>
          <p:cNvPr id="10" name="图片 9" descr="343632353233363b343632353236373bb7d6c0e0"/>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033000" y="2983230"/>
            <a:ext cx="432000" cy="432000"/>
          </a:xfrm>
          <a:prstGeom prst="rect">
            <a:avLst/>
          </a:prstGeom>
        </p:spPr>
      </p:pic>
      <p:pic>
        <p:nvPicPr>
          <p:cNvPr id="11" name="图片 10" descr="343632353233363b343632353236383bb4b4d2e2"/>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880000" y="1870075"/>
            <a:ext cx="432000" cy="432000"/>
          </a:xfrm>
          <a:prstGeom prst="rect">
            <a:avLst/>
          </a:prstGeom>
        </p:spPr>
      </p:pic>
    </p:spTree>
    <p:custDataLst>
      <p:tags r:id="rId8"/>
    </p:custData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 name="矩形 10"/>
          <p:cNvSpPr/>
          <p:nvPr/>
        </p:nvSpPr>
        <p:spPr>
          <a:xfrm>
            <a:off x="466725" y="5091430"/>
            <a:ext cx="2863215" cy="855345"/>
          </a:xfrm>
          <a:prstGeom prst="rect">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9" name="矩形 8"/>
          <p:cNvSpPr/>
          <p:nvPr/>
        </p:nvSpPr>
        <p:spPr>
          <a:xfrm>
            <a:off x="466725" y="3567430"/>
            <a:ext cx="2863215" cy="855345"/>
          </a:xfrm>
          <a:prstGeom prst="rect">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8" name="矩形 7"/>
          <p:cNvSpPr/>
          <p:nvPr/>
        </p:nvSpPr>
        <p:spPr>
          <a:xfrm>
            <a:off x="466725" y="2043430"/>
            <a:ext cx="2863215" cy="855345"/>
          </a:xfrm>
          <a:prstGeom prst="rect">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5" name="文本框 4"/>
          <p:cNvSpPr txBox="1"/>
          <p:nvPr/>
        </p:nvSpPr>
        <p:spPr>
          <a:xfrm>
            <a:off x="4358005" y="375920"/>
            <a:ext cx="3475990" cy="645160"/>
          </a:xfrm>
          <a:prstGeom prst="rect">
            <a:avLst/>
          </a:prstGeom>
          <a:noFill/>
        </p:spPr>
        <p:txBody>
          <a:bodyPr wrap="square" rtlCol="0">
            <a:spAutoFit/>
          </a:bodyPr>
          <a:p>
            <a:pPr algn="dist"/>
            <a:r>
              <a:rPr lang="zh-CN" altLang="en-US" sz="3600">
                <a:latin typeface="汉仪颜楷简" panose="00020600040101010101" charset="-122"/>
                <a:ea typeface="汉仪颜楷简" panose="00020600040101010101" charset="-122"/>
                <a:cs typeface="汉仪文黑-55简" panose="00020600040101010101" charset="-122"/>
              </a:rPr>
              <a:t>正确认识灭火器</a:t>
            </a:r>
            <a:endParaRPr lang="zh-CN" altLang="en-US" sz="3600">
              <a:latin typeface="汉仪颜楷简" panose="00020600040101010101" charset="-122"/>
              <a:ea typeface="汉仪颜楷简" panose="00020600040101010101" charset="-122"/>
              <a:cs typeface="汉仪文黑-55简" panose="00020600040101010101" charset="-122"/>
            </a:endParaRPr>
          </a:p>
        </p:txBody>
      </p:sp>
      <p:sp>
        <p:nvSpPr>
          <p:cNvPr id="3" name="文本框 2"/>
          <p:cNvSpPr txBox="1"/>
          <p:nvPr/>
        </p:nvSpPr>
        <p:spPr>
          <a:xfrm>
            <a:off x="767715" y="2170430"/>
            <a:ext cx="2067560" cy="534035"/>
          </a:xfrm>
          <a:prstGeom prst="rect">
            <a:avLst/>
          </a:prstGeom>
          <a:noFill/>
        </p:spPr>
        <p:txBody>
          <a:bodyPr wrap="square" rtlCol="0">
            <a:spAutoFit/>
          </a:bodyPr>
          <a:p>
            <a:pPr>
              <a:lnSpc>
                <a:spcPct val="120000"/>
              </a:lnSpc>
              <a:spcBef>
                <a:spcPts val="0"/>
              </a:spcBef>
              <a:spcAft>
                <a:spcPts val="0"/>
              </a:spcAft>
            </a:pPr>
            <a:r>
              <a:rPr lang="zh-CN" altLang="en-US" sz="2400">
                <a:solidFill>
                  <a:schemeClr val="accent4">
                    <a:lumMod val="40000"/>
                    <a:lumOff val="60000"/>
                  </a:schemeClr>
                </a:solidFill>
                <a:cs typeface="汉仪文黑-55简" panose="00020600040101010101" charset="-122"/>
              </a:rPr>
              <a:t>干粉式灭火器</a:t>
            </a:r>
            <a:endParaRPr lang="zh-CN" altLang="en-US" sz="2400">
              <a:solidFill>
                <a:schemeClr val="accent4">
                  <a:lumMod val="40000"/>
                  <a:lumOff val="60000"/>
                </a:schemeClr>
              </a:solidFill>
              <a:cs typeface="汉仪文黑-55简" panose="00020600040101010101" charset="-122"/>
            </a:endParaRPr>
          </a:p>
        </p:txBody>
      </p:sp>
      <p:sp>
        <p:nvSpPr>
          <p:cNvPr id="4" name="文本框 3"/>
          <p:cNvSpPr txBox="1"/>
          <p:nvPr/>
        </p:nvSpPr>
        <p:spPr>
          <a:xfrm>
            <a:off x="767715" y="3736340"/>
            <a:ext cx="1791335" cy="534035"/>
          </a:xfrm>
          <a:prstGeom prst="rect">
            <a:avLst/>
          </a:prstGeom>
          <a:noFill/>
        </p:spPr>
        <p:txBody>
          <a:bodyPr wrap="square" rtlCol="0">
            <a:spAutoFit/>
          </a:bodyPr>
          <a:p>
            <a:pPr>
              <a:lnSpc>
                <a:spcPct val="120000"/>
              </a:lnSpc>
              <a:spcBef>
                <a:spcPts val="0"/>
              </a:spcBef>
              <a:spcAft>
                <a:spcPts val="0"/>
              </a:spcAft>
            </a:pPr>
            <a:r>
              <a:rPr lang="zh-CN" altLang="en-US" sz="2400">
                <a:solidFill>
                  <a:schemeClr val="accent4">
                    <a:lumMod val="40000"/>
                    <a:lumOff val="60000"/>
                  </a:schemeClr>
                </a:solidFill>
                <a:cs typeface="汉仪文黑-55简" panose="00020600040101010101" charset="-122"/>
              </a:rPr>
              <a:t>泡沫灭火器</a:t>
            </a:r>
            <a:endParaRPr lang="zh-CN" altLang="en-US" sz="2400">
              <a:solidFill>
                <a:schemeClr val="accent4">
                  <a:lumMod val="40000"/>
                  <a:lumOff val="60000"/>
                </a:schemeClr>
              </a:solidFill>
              <a:cs typeface="汉仪文黑-55简" panose="00020600040101010101" charset="-122"/>
            </a:endParaRPr>
          </a:p>
        </p:txBody>
      </p:sp>
      <p:sp>
        <p:nvSpPr>
          <p:cNvPr id="6" name="文本框 5"/>
          <p:cNvSpPr txBox="1"/>
          <p:nvPr/>
        </p:nvSpPr>
        <p:spPr>
          <a:xfrm>
            <a:off x="615315" y="5230495"/>
            <a:ext cx="2419985" cy="534035"/>
          </a:xfrm>
          <a:prstGeom prst="rect">
            <a:avLst/>
          </a:prstGeom>
          <a:noFill/>
        </p:spPr>
        <p:txBody>
          <a:bodyPr wrap="square" rtlCol="0">
            <a:spAutoFit/>
          </a:bodyPr>
          <a:p>
            <a:pPr>
              <a:lnSpc>
                <a:spcPct val="120000"/>
              </a:lnSpc>
              <a:spcBef>
                <a:spcPts val="0"/>
              </a:spcBef>
              <a:spcAft>
                <a:spcPts val="0"/>
              </a:spcAft>
            </a:pPr>
            <a:r>
              <a:rPr lang="zh-CN" altLang="en-US" sz="2400">
                <a:solidFill>
                  <a:schemeClr val="accent4">
                    <a:lumMod val="40000"/>
                    <a:lumOff val="60000"/>
                  </a:schemeClr>
                </a:solidFill>
                <a:cs typeface="汉仪文黑-55简" panose="00020600040101010101" charset="-122"/>
              </a:rPr>
              <a:t>二氧化碳灭火器</a:t>
            </a:r>
            <a:endParaRPr lang="zh-CN" altLang="en-US" sz="2400">
              <a:solidFill>
                <a:schemeClr val="accent4">
                  <a:lumMod val="40000"/>
                  <a:lumOff val="60000"/>
                </a:schemeClr>
              </a:solidFill>
              <a:cs typeface="汉仪文黑-55简" panose="00020600040101010101" charset="-122"/>
            </a:endParaRPr>
          </a:p>
        </p:txBody>
      </p:sp>
      <p:sp>
        <p:nvSpPr>
          <p:cNvPr id="7" name="文本框 6"/>
          <p:cNvSpPr txBox="1"/>
          <p:nvPr/>
        </p:nvSpPr>
        <p:spPr>
          <a:xfrm>
            <a:off x="3971290" y="2050415"/>
            <a:ext cx="4642485" cy="755650"/>
          </a:xfrm>
          <a:prstGeom prst="rect">
            <a:avLst/>
          </a:prstGeom>
          <a:noFill/>
        </p:spPr>
        <p:txBody>
          <a:bodyPr wrap="square" rtlCol="0">
            <a:spAutoFit/>
          </a:bodyPr>
          <a:p>
            <a:pPr>
              <a:lnSpc>
                <a:spcPct val="120000"/>
              </a:lnSpc>
              <a:spcBef>
                <a:spcPts val="0"/>
              </a:spcBef>
              <a:spcAft>
                <a:spcPts val="0"/>
              </a:spcAft>
            </a:pPr>
            <a:r>
              <a:rPr lang="zh-CN" altLang="en-US">
                <a:cs typeface="汉仪文黑-55简" panose="00020600040101010101" charset="-122"/>
              </a:rPr>
              <a:t>适用于扑救各种易燃、可燃液体和易燃、可燃气体火灾，以及电器设备火灾。</a:t>
            </a:r>
            <a:endParaRPr lang="zh-CN" altLang="en-US">
              <a:cs typeface="汉仪文黑-55简" panose="00020600040101010101" charset="-122"/>
            </a:endParaRPr>
          </a:p>
        </p:txBody>
      </p:sp>
      <p:sp>
        <p:nvSpPr>
          <p:cNvPr id="12" name="文本框 11"/>
          <p:cNvSpPr txBox="1"/>
          <p:nvPr/>
        </p:nvSpPr>
        <p:spPr>
          <a:xfrm>
            <a:off x="3971290" y="3564890"/>
            <a:ext cx="4642485" cy="755650"/>
          </a:xfrm>
          <a:prstGeom prst="rect">
            <a:avLst/>
          </a:prstGeom>
          <a:noFill/>
        </p:spPr>
        <p:txBody>
          <a:bodyPr wrap="square" rtlCol="0">
            <a:spAutoFit/>
          </a:bodyPr>
          <a:p>
            <a:pPr>
              <a:lnSpc>
                <a:spcPct val="120000"/>
              </a:lnSpc>
              <a:spcBef>
                <a:spcPts val="0"/>
              </a:spcBef>
              <a:spcAft>
                <a:spcPts val="0"/>
              </a:spcAft>
            </a:pPr>
            <a:r>
              <a:rPr lang="zh-CN" altLang="en-US">
                <a:cs typeface="汉仪文黑-55简" panose="00020600040101010101" charset="-122"/>
              </a:rPr>
              <a:t>适用于扑救各种油类火灾、木材、纤维、橡胶等固体可燃物火灾。</a:t>
            </a:r>
            <a:endParaRPr lang="zh-CN" altLang="en-US">
              <a:cs typeface="汉仪文黑-55简" panose="00020600040101010101" charset="-122"/>
            </a:endParaRPr>
          </a:p>
        </p:txBody>
      </p:sp>
      <p:sp>
        <p:nvSpPr>
          <p:cNvPr id="13" name="文本框 12"/>
          <p:cNvSpPr txBox="1"/>
          <p:nvPr/>
        </p:nvSpPr>
        <p:spPr>
          <a:xfrm>
            <a:off x="3971290" y="5022215"/>
            <a:ext cx="4642485" cy="1087755"/>
          </a:xfrm>
          <a:prstGeom prst="rect">
            <a:avLst/>
          </a:prstGeom>
          <a:noFill/>
        </p:spPr>
        <p:txBody>
          <a:bodyPr wrap="square" rtlCol="0">
            <a:spAutoFit/>
          </a:bodyPr>
          <a:p>
            <a:pPr>
              <a:lnSpc>
                <a:spcPct val="120000"/>
              </a:lnSpc>
              <a:spcBef>
                <a:spcPts val="0"/>
              </a:spcBef>
              <a:spcAft>
                <a:spcPts val="0"/>
              </a:spcAft>
            </a:pPr>
            <a:r>
              <a:rPr lang="zh-CN" altLang="en-US">
                <a:cs typeface="汉仪文黑-55简" panose="00020600040101010101" charset="-122"/>
              </a:rPr>
              <a:t>适用于各种易燃、可燃液体、可燃气体火灾，还可扑救仪器仪表、图书档案、工艺器和低压电器设备等的初起火灾。</a:t>
            </a:r>
            <a:endParaRPr lang="zh-CN" altLang="en-US">
              <a:cs typeface="汉仪文黑-55简" panose="00020600040101010101" charset="-122"/>
            </a:endParaRPr>
          </a:p>
        </p:txBody>
      </p:sp>
      <p:pic>
        <p:nvPicPr>
          <p:cNvPr id="100" name="图片 99"/>
          <p:cNvPicPr/>
          <p:nvPr/>
        </p:nvPicPr>
        <p:blipFill>
          <a:blip r:embed="rId1"/>
          <a:stretch>
            <a:fillRect/>
          </a:stretch>
        </p:blipFill>
        <p:spPr>
          <a:xfrm flipH="1">
            <a:off x="9160510" y="1846580"/>
            <a:ext cx="2289175" cy="4353560"/>
          </a:xfrm>
          <a:prstGeom prst="rect">
            <a:avLst/>
          </a:prstGeom>
          <a:noFill/>
          <a:ln w="9525">
            <a:noFill/>
          </a:ln>
        </p:spPr>
      </p:pic>
      <p:sp>
        <p:nvSpPr>
          <p:cNvPr id="16" name="等腰三角形 15"/>
          <p:cNvSpPr/>
          <p:nvPr/>
        </p:nvSpPr>
        <p:spPr>
          <a:xfrm rot="5400000">
            <a:off x="3520440" y="2309495"/>
            <a:ext cx="238125" cy="190500"/>
          </a:xfrm>
          <a:prstGeom prst="triangle">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17" name="等腰三角形 16"/>
          <p:cNvSpPr/>
          <p:nvPr/>
        </p:nvSpPr>
        <p:spPr>
          <a:xfrm rot="5400000">
            <a:off x="3520440" y="3862070"/>
            <a:ext cx="238125" cy="190500"/>
          </a:xfrm>
          <a:prstGeom prst="triangle">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18" name="等腰三角形 17"/>
          <p:cNvSpPr/>
          <p:nvPr/>
        </p:nvSpPr>
        <p:spPr>
          <a:xfrm rot="5400000">
            <a:off x="3520440" y="5424170"/>
            <a:ext cx="238125" cy="190500"/>
          </a:xfrm>
          <a:prstGeom prst="triangle">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4358005" y="375920"/>
            <a:ext cx="3475990" cy="645160"/>
          </a:xfrm>
          <a:prstGeom prst="rect">
            <a:avLst/>
          </a:prstGeom>
          <a:noFill/>
        </p:spPr>
        <p:txBody>
          <a:bodyPr wrap="square" rtlCol="0">
            <a:spAutoFit/>
          </a:bodyPr>
          <a:p>
            <a:pPr algn="dist"/>
            <a:r>
              <a:rPr lang="zh-CN" altLang="en-US" sz="3600">
                <a:latin typeface="汉仪颜楷简" panose="00020600040101010101" charset="-122"/>
                <a:ea typeface="汉仪颜楷简" panose="00020600040101010101" charset="-122"/>
                <a:cs typeface="汉仪文黑-55简" panose="00020600040101010101" charset="-122"/>
              </a:rPr>
              <a:t>正确使用灭火器</a:t>
            </a:r>
            <a:endParaRPr lang="zh-CN" altLang="en-US" sz="3600">
              <a:latin typeface="汉仪颜楷简" panose="00020600040101010101" charset="-122"/>
              <a:ea typeface="汉仪颜楷简" panose="00020600040101010101" charset="-122"/>
              <a:cs typeface="汉仪文黑-55简" panose="00020600040101010101" charset="-122"/>
            </a:endParaRPr>
          </a:p>
        </p:txBody>
      </p:sp>
      <p:pic>
        <p:nvPicPr>
          <p:cNvPr id="3" name="图片 2" descr="how-use-fire-extinguisher-information-emergency_277904-3438.webp"/>
          <p:cNvPicPr>
            <a:picLocks noChangeAspect="1"/>
          </p:cNvPicPr>
          <p:nvPr/>
        </p:nvPicPr>
        <p:blipFill>
          <a:blip r:embed="rId1"/>
          <a:stretch>
            <a:fillRect/>
          </a:stretch>
        </p:blipFill>
        <p:spPr>
          <a:xfrm>
            <a:off x="267335" y="1616075"/>
            <a:ext cx="5257165" cy="4427855"/>
          </a:xfrm>
          <a:prstGeom prst="rect">
            <a:avLst/>
          </a:prstGeom>
        </p:spPr>
      </p:pic>
      <p:grpSp>
        <p:nvGrpSpPr>
          <p:cNvPr id="14" name="组合 13"/>
          <p:cNvGrpSpPr/>
          <p:nvPr/>
        </p:nvGrpSpPr>
        <p:grpSpPr>
          <a:xfrm>
            <a:off x="6086475" y="1949450"/>
            <a:ext cx="5657850" cy="3988435"/>
            <a:chOff x="735" y="3250"/>
            <a:chExt cx="8910" cy="6281"/>
          </a:xfrm>
        </p:grpSpPr>
        <p:sp>
          <p:nvSpPr>
            <p:cNvPr id="15" name="矩形 14"/>
            <p:cNvSpPr/>
            <p:nvPr/>
          </p:nvSpPr>
          <p:spPr>
            <a:xfrm>
              <a:off x="735" y="8571"/>
              <a:ext cx="2724" cy="961"/>
            </a:xfrm>
            <a:prstGeom prst="rect">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16" name="矩形 15"/>
            <p:cNvSpPr/>
            <p:nvPr/>
          </p:nvSpPr>
          <p:spPr>
            <a:xfrm>
              <a:off x="3750" y="8571"/>
              <a:ext cx="2724" cy="961"/>
            </a:xfrm>
            <a:prstGeom prst="rect">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17" name="矩形 16"/>
            <p:cNvSpPr/>
            <p:nvPr/>
          </p:nvSpPr>
          <p:spPr>
            <a:xfrm>
              <a:off x="6780" y="8571"/>
              <a:ext cx="2724" cy="961"/>
            </a:xfrm>
            <a:prstGeom prst="rect">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18" name="文本框 17"/>
            <p:cNvSpPr txBox="1"/>
            <p:nvPr/>
          </p:nvSpPr>
          <p:spPr>
            <a:xfrm>
              <a:off x="745" y="3250"/>
              <a:ext cx="8900" cy="4268"/>
            </a:xfrm>
            <a:prstGeom prst="rect">
              <a:avLst/>
            </a:prstGeom>
            <a:noFill/>
          </p:spPr>
          <p:txBody>
            <a:bodyPr wrap="square" rtlCol="0">
              <a:spAutoFit/>
            </a:bodyPr>
            <a:p>
              <a:pPr>
                <a:lnSpc>
                  <a:spcPct val="120000"/>
                </a:lnSpc>
                <a:spcBef>
                  <a:spcPts val="0"/>
                </a:spcBef>
                <a:spcAft>
                  <a:spcPts val="400"/>
                </a:spcAft>
              </a:pPr>
              <a:r>
                <a:rPr lang="zh-CN" altLang="en-US" sz="2000" b="1">
                  <a:cs typeface="汉仪文黑-55简" panose="00020600040101010101" charset="-122"/>
                </a:rPr>
                <a:t>干粉式灭火器：</a:t>
              </a:r>
              <a:endParaRPr lang="zh-CN" altLang="en-US" sz="2000" b="1">
                <a:cs typeface="汉仪文黑-55简" panose="00020600040101010101" charset="-122"/>
              </a:endParaRPr>
            </a:p>
            <a:p>
              <a:pPr>
                <a:lnSpc>
                  <a:spcPct val="120000"/>
                </a:lnSpc>
                <a:spcBef>
                  <a:spcPts val="0"/>
                </a:spcBef>
                <a:spcAft>
                  <a:spcPts val="400"/>
                </a:spcAft>
              </a:pPr>
              <a:endParaRPr lang="zh-CN" altLang="en-US">
                <a:cs typeface="汉仪文黑-55简" panose="00020600040101010101" charset="-122"/>
              </a:endParaRPr>
            </a:p>
            <a:p>
              <a:pPr>
                <a:lnSpc>
                  <a:spcPct val="120000"/>
                </a:lnSpc>
                <a:spcBef>
                  <a:spcPts val="0"/>
                </a:spcBef>
                <a:spcAft>
                  <a:spcPts val="400"/>
                </a:spcAft>
              </a:pPr>
              <a:r>
                <a:rPr lang="en-US" altLang="zh-CN">
                  <a:cs typeface="汉仪文黑-55简" panose="00020600040101010101" charset="-122"/>
                </a:rPr>
                <a:t>1. </a:t>
              </a:r>
              <a:r>
                <a:rPr lang="zh-CN" altLang="en-US">
                  <a:cs typeface="汉仪文黑-55简" panose="00020600040101010101" charset="-122"/>
                </a:rPr>
                <a:t>使用前，先把灭火器摇动数次，使瓶内干粉松散；</a:t>
              </a:r>
              <a:endParaRPr lang="zh-CN" altLang="en-US">
                <a:cs typeface="汉仪文黑-55简" panose="00020600040101010101" charset="-122"/>
              </a:endParaRPr>
            </a:p>
            <a:p>
              <a:pPr>
                <a:lnSpc>
                  <a:spcPct val="120000"/>
                </a:lnSpc>
                <a:spcBef>
                  <a:spcPts val="0"/>
                </a:spcBef>
                <a:spcAft>
                  <a:spcPts val="400"/>
                </a:spcAft>
              </a:pPr>
              <a:r>
                <a:rPr lang="zh-CN" altLang="en-US">
                  <a:cs typeface="汉仪文黑-55简" panose="00020600040101010101" charset="-122"/>
                </a:rPr>
                <a:t>2</a:t>
              </a:r>
              <a:r>
                <a:rPr lang="en-US" altLang="zh-CN">
                  <a:cs typeface="汉仪文黑-55简" panose="00020600040101010101" charset="-122"/>
                </a:rPr>
                <a:t>. </a:t>
              </a:r>
              <a:r>
                <a:rPr lang="zh-CN" altLang="en-US">
                  <a:cs typeface="汉仪文黑-55简" panose="00020600040101010101" charset="-122"/>
                </a:rPr>
                <a:t>拔下保险销，对准火焰根部压下压把喷射；</a:t>
              </a:r>
              <a:endParaRPr lang="zh-CN" altLang="en-US">
                <a:cs typeface="汉仪文黑-55简" panose="00020600040101010101" charset="-122"/>
              </a:endParaRPr>
            </a:p>
            <a:p>
              <a:pPr>
                <a:lnSpc>
                  <a:spcPct val="120000"/>
                </a:lnSpc>
                <a:spcBef>
                  <a:spcPts val="0"/>
                </a:spcBef>
                <a:spcAft>
                  <a:spcPts val="400"/>
                </a:spcAft>
              </a:pPr>
              <a:r>
                <a:rPr lang="zh-CN" altLang="en-US">
                  <a:cs typeface="汉仪文黑-55简" panose="00020600040101010101" charset="-122"/>
                </a:rPr>
                <a:t>3</a:t>
              </a:r>
              <a:r>
                <a:rPr lang="en-US" altLang="zh-CN">
                  <a:cs typeface="汉仪文黑-55简" panose="00020600040101010101" charset="-122"/>
                </a:rPr>
                <a:t>. </a:t>
              </a:r>
              <a:r>
                <a:rPr lang="zh-CN" altLang="en-US">
                  <a:cs typeface="汉仪文黑-55简" panose="00020600040101010101" charset="-122"/>
                </a:rPr>
                <a:t>在灭火过程中，应始终保持直立状态，不得横卧或颠倒使用；</a:t>
              </a:r>
              <a:endParaRPr lang="zh-CN" altLang="en-US">
                <a:cs typeface="汉仪文黑-55简" panose="00020600040101010101" charset="-122"/>
              </a:endParaRPr>
            </a:p>
            <a:p>
              <a:pPr>
                <a:lnSpc>
                  <a:spcPct val="120000"/>
                </a:lnSpc>
                <a:spcBef>
                  <a:spcPts val="0"/>
                </a:spcBef>
                <a:spcAft>
                  <a:spcPts val="400"/>
                </a:spcAft>
              </a:pPr>
              <a:r>
                <a:rPr lang="zh-CN" altLang="en-US">
                  <a:cs typeface="汉仪文黑-55简" panose="00020600040101010101" charset="-122"/>
                </a:rPr>
                <a:t>4</a:t>
              </a:r>
              <a:r>
                <a:rPr lang="en-US" altLang="zh-CN">
                  <a:cs typeface="汉仪文黑-55简" panose="00020600040101010101" charset="-122"/>
                </a:rPr>
                <a:t>. </a:t>
              </a:r>
              <a:r>
                <a:rPr lang="zh-CN" altLang="en-US">
                  <a:cs typeface="汉仪文黑-55简" panose="00020600040101010101" charset="-122"/>
                </a:rPr>
                <a:t>灭火后防止复燃。</a:t>
              </a:r>
              <a:endParaRPr lang="zh-CN" altLang="en-US">
                <a:cs typeface="汉仪文黑-55简" panose="00020600040101010101" charset="-122"/>
              </a:endParaRPr>
            </a:p>
          </p:txBody>
        </p:sp>
        <p:sp>
          <p:nvSpPr>
            <p:cNvPr id="19" name="文本框 18"/>
            <p:cNvSpPr txBox="1"/>
            <p:nvPr/>
          </p:nvSpPr>
          <p:spPr>
            <a:xfrm>
              <a:off x="984" y="8677"/>
              <a:ext cx="2160" cy="667"/>
            </a:xfrm>
            <a:prstGeom prst="rect">
              <a:avLst/>
            </a:prstGeom>
            <a:noFill/>
          </p:spPr>
          <p:txBody>
            <a:bodyPr wrap="square" rtlCol="0">
              <a:spAutoFit/>
            </a:bodyPr>
            <a:p>
              <a:pPr>
                <a:lnSpc>
                  <a:spcPct val="120000"/>
                </a:lnSpc>
                <a:spcBef>
                  <a:spcPts val="0"/>
                </a:spcBef>
                <a:spcAft>
                  <a:spcPts val="0"/>
                </a:spcAft>
              </a:pPr>
              <a:r>
                <a:rPr lang="zh-CN" altLang="en-US">
                  <a:solidFill>
                    <a:schemeClr val="accent4">
                      <a:lumMod val="40000"/>
                      <a:lumOff val="60000"/>
                    </a:schemeClr>
                  </a:solidFill>
                  <a:cs typeface="汉仪文黑-55简" panose="00020600040101010101" charset="-122"/>
                </a:rPr>
                <a:t>提起灭火器</a:t>
              </a:r>
              <a:endParaRPr lang="zh-CN" altLang="en-US">
                <a:solidFill>
                  <a:schemeClr val="accent4">
                    <a:lumMod val="40000"/>
                    <a:lumOff val="60000"/>
                  </a:schemeClr>
                </a:solidFill>
                <a:cs typeface="汉仪文黑-55简" panose="00020600040101010101" charset="-122"/>
              </a:endParaRPr>
            </a:p>
          </p:txBody>
        </p:sp>
        <p:sp>
          <p:nvSpPr>
            <p:cNvPr id="20" name="文本框 19"/>
            <p:cNvSpPr txBox="1"/>
            <p:nvPr/>
          </p:nvSpPr>
          <p:spPr>
            <a:xfrm>
              <a:off x="3924" y="8677"/>
              <a:ext cx="2208" cy="667"/>
            </a:xfrm>
            <a:prstGeom prst="rect">
              <a:avLst/>
            </a:prstGeom>
            <a:noFill/>
          </p:spPr>
          <p:txBody>
            <a:bodyPr wrap="square" rtlCol="0">
              <a:spAutoFit/>
            </a:bodyPr>
            <a:p>
              <a:pPr>
                <a:lnSpc>
                  <a:spcPct val="120000"/>
                </a:lnSpc>
                <a:spcBef>
                  <a:spcPts val="0"/>
                </a:spcBef>
                <a:spcAft>
                  <a:spcPts val="0"/>
                </a:spcAft>
              </a:pPr>
              <a:r>
                <a:rPr lang="zh-CN" altLang="en-US">
                  <a:solidFill>
                    <a:schemeClr val="accent4">
                      <a:lumMod val="40000"/>
                      <a:lumOff val="60000"/>
                    </a:schemeClr>
                  </a:solidFill>
                  <a:cs typeface="汉仪文黑-55简" panose="00020600040101010101" charset="-122"/>
                </a:rPr>
                <a:t>拔下保险销</a:t>
              </a:r>
              <a:endParaRPr lang="zh-CN" altLang="en-US">
                <a:solidFill>
                  <a:schemeClr val="accent4">
                    <a:lumMod val="40000"/>
                    <a:lumOff val="60000"/>
                  </a:schemeClr>
                </a:solidFill>
                <a:cs typeface="汉仪文黑-55简" panose="00020600040101010101" charset="-122"/>
              </a:endParaRPr>
            </a:p>
          </p:txBody>
        </p:sp>
        <p:sp>
          <p:nvSpPr>
            <p:cNvPr id="21" name="文本框 20"/>
            <p:cNvSpPr txBox="1"/>
            <p:nvPr/>
          </p:nvSpPr>
          <p:spPr>
            <a:xfrm>
              <a:off x="6849" y="8677"/>
              <a:ext cx="2595" cy="667"/>
            </a:xfrm>
            <a:prstGeom prst="rect">
              <a:avLst/>
            </a:prstGeom>
            <a:noFill/>
          </p:spPr>
          <p:txBody>
            <a:bodyPr wrap="square" rtlCol="0">
              <a:spAutoFit/>
            </a:bodyPr>
            <a:p>
              <a:pPr>
                <a:lnSpc>
                  <a:spcPct val="120000"/>
                </a:lnSpc>
                <a:spcBef>
                  <a:spcPts val="0"/>
                </a:spcBef>
                <a:spcAft>
                  <a:spcPts val="0"/>
                </a:spcAft>
              </a:pPr>
              <a:r>
                <a:rPr lang="zh-CN" altLang="en-US">
                  <a:solidFill>
                    <a:schemeClr val="accent4">
                      <a:lumMod val="40000"/>
                      <a:lumOff val="60000"/>
                    </a:schemeClr>
                  </a:solidFill>
                  <a:cs typeface="汉仪文黑-55简" panose="00020600040101010101" charset="-122"/>
                </a:rPr>
                <a:t>握软管对火喷</a:t>
              </a:r>
              <a:endParaRPr lang="zh-CN" altLang="en-US">
                <a:solidFill>
                  <a:schemeClr val="accent4">
                    <a:lumMod val="40000"/>
                    <a:lumOff val="60000"/>
                  </a:schemeClr>
                </a:solidFill>
                <a:cs typeface="汉仪文黑-55简" panose="00020600040101010101" charset="-122"/>
              </a:endParaRPr>
            </a:p>
          </p:txBody>
        </p:sp>
        <p:sp>
          <p:nvSpPr>
            <p:cNvPr id="22" name="等腰三角形 21"/>
            <p:cNvSpPr/>
            <p:nvPr/>
          </p:nvSpPr>
          <p:spPr>
            <a:xfrm rot="5400000">
              <a:off x="3501" y="9005"/>
              <a:ext cx="227" cy="17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23" name="等腰三角形 22"/>
            <p:cNvSpPr/>
            <p:nvPr/>
          </p:nvSpPr>
          <p:spPr>
            <a:xfrm rot="5400000">
              <a:off x="6531" y="9005"/>
              <a:ext cx="227" cy="17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gr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4358005" y="375920"/>
            <a:ext cx="3475990" cy="645160"/>
          </a:xfrm>
          <a:prstGeom prst="rect">
            <a:avLst/>
          </a:prstGeom>
          <a:noFill/>
        </p:spPr>
        <p:txBody>
          <a:bodyPr wrap="square" rtlCol="0">
            <a:spAutoFit/>
          </a:bodyPr>
          <a:p>
            <a:pPr algn="dist"/>
            <a:r>
              <a:rPr lang="zh-CN" altLang="en-US" sz="3600">
                <a:latin typeface="汉仪颜楷简" panose="00020600040101010101" charset="-122"/>
                <a:ea typeface="汉仪颜楷简" panose="00020600040101010101" charset="-122"/>
                <a:cs typeface="汉仪文黑-55简" panose="00020600040101010101" charset="-122"/>
              </a:rPr>
              <a:t>正确使用灭火器</a:t>
            </a:r>
            <a:endParaRPr lang="zh-CN" altLang="en-US" sz="3600">
              <a:latin typeface="汉仪颜楷简" panose="00020600040101010101" charset="-122"/>
              <a:ea typeface="汉仪颜楷简" panose="00020600040101010101" charset="-122"/>
              <a:cs typeface="汉仪文黑-55简" panose="00020600040101010101" charset="-122"/>
            </a:endParaRPr>
          </a:p>
        </p:txBody>
      </p:sp>
      <p:sp>
        <p:nvSpPr>
          <p:cNvPr id="3" name="文本框 2"/>
          <p:cNvSpPr txBox="1"/>
          <p:nvPr/>
        </p:nvSpPr>
        <p:spPr>
          <a:xfrm>
            <a:off x="466725" y="2671445"/>
            <a:ext cx="5661660" cy="3002280"/>
          </a:xfrm>
          <a:prstGeom prst="rect">
            <a:avLst/>
          </a:prstGeom>
          <a:noFill/>
        </p:spPr>
        <p:txBody>
          <a:bodyPr wrap="square" rtlCol="0">
            <a:spAutoFit/>
          </a:bodyPr>
          <a:p>
            <a:pPr>
              <a:lnSpc>
                <a:spcPct val="120000"/>
              </a:lnSpc>
              <a:spcBef>
                <a:spcPts val="0"/>
              </a:spcBef>
              <a:spcAft>
                <a:spcPts val="400"/>
              </a:spcAft>
            </a:pPr>
            <a:r>
              <a:rPr lang="en-US" altLang="zh-CN" sz="1600">
                <a:latin typeface="汉仪文黑-55简" panose="00020600040101010101" charset="-122"/>
                <a:ea typeface="汉仪文黑-55简" panose="00020600040101010101" charset="-122"/>
                <a:cs typeface="汉仪文黑-55简" panose="00020600040101010101" charset="-122"/>
              </a:rPr>
              <a:t>1</a:t>
            </a:r>
            <a:r>
              <a:rPr lang="zh-CN" altLang="en-US" sz="1600">
                <a:latin typeface="汉仪文黑-55简" panose="00020600040101010101" charset="-122"/>
                <a:ea typeface="汉仪文黑-55简" panose="00020600040101010101" charset="-122"/>
                <a:cs typeface="汉仪文黑-55简" panose="00020600040101010101" charset="-122"/>
              </a:rPr>
              <a:t>、右手拖着压把，左手拖着灭火器底部，轻轻取下灭火器；</a:t>
            </a:r>
            <a:endParaRPr lang="zh-CN" altLang="en-US" sz="1600">
              <a:latin typeface="汉仪文黑-55简" panose="00020600040101010101" charset="-122"/>
              <a:ea typeface="汉仪文黑-55简" panose="00020600040101010101" charset="-122"/>
              <a:cs typeface="汉仪文黑-55简" panose="00020600040101010101" charset="-122"/>
            </a:endParaRPr>
          </a:p>
          <a:p>
            <a:pPr>
              <a:lnSpc>
                <a:spcPct val="120000"/>
              </a:lnSpc>
              <a:spcBef>
                <a:spcPts val="0"/>
              </a:spcBef>
              <a:spcAft>
                <a:spcPts val="400"/>
              </a:spcAft>
            </a:pPr>
            <a:r>
              <a:rPr lang="zh-CN" altLang="en-US" sz="1600">
                <a:latin typeface="汉仪文黑-55简" panose="00020600040101010101" charset="-122"/>
                <a:ea typeface="汉仪文黑-55简" panose="00020600040101010101" charset="-122"/>
                <a:cs typeface="汉仪文黑-55简" panose="00020600040101010101" charset="-122"/>
              </a:rPr>
              <a:t>2、右手提着灭火器到现场；</a:t>
            </a:r>
            <a:endParaRPr lang="zh-CN" altLang="en-US" sz="1600">
              <a:latin typeface="汉仪文黑-55简" panose="00020600040101010101" charset="-122"/>
              <a:ea typeface="汉仪文黑-55简" panose="00020600040101010101" charset="-122"/>
              <a:cs typeface="汉仪文黑-55简" panose="00020600040101010101" charset="-122"/>
            </a:endParaRPr>
          </a:p>
          <a:p>
            <a:pPr>
              <a:lnSpc>
                <a:spcPct val="120000"/>
              </a:lnSpc>
              <a:spcBef>
                <a:spcPts val="0"/>
              </a:spcBef>
              <a:spcAft>
                <a:spcPts val="400"/>
              </a:spcAft>
            </a:pPr>
            <a:r>
              <a:rPr lang="zh-CN" altLang="en-US" sz="1600">
                <a:latin typeface="汉仪文黑-55简" panose="00020600040101010101" charset="-122"/>
                <a:ea typeface="汉仪文黑-55简" panose="00020600040101010101" charset="-122"/>
                <a:cs typeface="汉仪文黑-55简" panose="00020600040101010101" charset="-122"/>
              </a:rPr>
              <a:t>3、右手捂住喷嘴，左手执筒底边缘；</a:t>
            </a:r>
            <a:endParaRPr lang="zh-CN" altLang="en-US" sz="1600">
              <a:latin typeface="汉仪文黑-55简" panose="00020600040101010101" charset="-122"/>
              <a:ea typeface="汉仪文黑-55简" panose="00020600040101010101" charset="-122"/>
              <a:cs typeface="汉仪文黑-55简" panose="00020600040101010101" charset="-122"/>
            </a:endParaRPr>
          </a:p>
          <a:p>
            <a:pPr>
              <a:lnSpc>
                <a:spcPct val="120000"/>
              </a:lnSpc>
              <a:spcBef>
                <a:spcPts val="0"/>
              </a:spcBef>
              <a:spcAft>
                <a:spcPts val="400"/>
              </a:spcAft>
            </a:pPr>
            <a:r>
              <a:rPr lang="zh-CN" altLang="en-US" sz="1600">
                <a:latin typeface="汉仪文黑-55简" panose="00020600040101010101" charset="-122"/>
                <a:ea typeface="汉仪文黑-55简" panose="00020600040101010101" charset="-122"/>
                <a:cs typeface="汉仪文黑-55简" panose="00020600040101010101" charset="-122"/>
              </a:rPr>
              <a:t>4、把灭火器颠倒过来呈垂直状态，用劲上下晃动几下，然后放开喷嘴；</a:t>
            </a:r>
            <a:endParaRPr lang="zh-CN" altLang="en-US" sz="1600">
              <a:latin typeface="汉仪文黑-55简" panose="00020600040101010101" charset="-122"/>
              <a:ea typeface="汉仪文黑-55简" panose="00020600040101010101" charset="-122"/>
              <a:cs typeface="汉仪文黑-55简" panose="00020600040101010101" charset="-122"/>
            </a:endParaRPr>
          </a:p>
          <a:p>
            <a:pPr>
              <a:lnSpc>
                <a:spcPct val="120000"/>
              </a:lnSpc>
              <a:spcBef>
                <a:spcPts val="0"/>
              </a:spcBef>
              <a:spcAft>
                <a:spcPts val="400"/>
              </a:spcAft>
            </a:pPr>
            <a:r>
              <a:rPr lang="zh-CN" altLang="en-US" sz="1600">
                <a:latin typeface="汉仪文黑-55简" panose="00020600040101010101" charset="-122"/>
                <a:ea typeface="汉仪文黑-55简" panose="00020600040101010101" charset="-122"/>
                <a:cs typeface="汉仪文黑-55简" panose="00020600040101010101" charset="-122"/>
              </a:rPr>
              <a:t>5、右手抓筒耳，左手抓筒底边缘，把喷嘴朝向燃烧区，站在离火源八米的地方喷射，并不断前进，兜围着火焰喷射，直至把火扑灭；</a:t>
            </a:r>
            <a:endParaRPr lang="zh-CN" altLang="en-US" sz="1600">
              <a:latin typeface="汉仪文黑-55简" panose="00020600040101010101" charset="-122"/>
              <a:ea typeface="汉仪文黑-55简" panose="00020600040101010101" charset="-122"/>
              <a:cs typeface="汉仪文黑-55简" panose="00020600040101010101" charset="-122"/>
            </a:endParaRPr>
          </a:p>
          <a:p>
            <a:pPr>
              <a:lnSpc>
                <a:spcPct val="120000"/>
              </a:lnSpc>
              <a:spcBef>
                <a:spcPts val="0"/>
              </a:spcBef>
              <a:spcAft>
                <a:spcPts val="400"/>
              </a:spcAft>
            </a:pPr>
            <a:r>
              <a:rPr lang="zh-CN" altLang="en-US" sz="1600">
                <a:latin typeface="汉仪文黑-55简" panose="00020600040101010101" charset="-122"/>
                <a:ea typeface="汉仪文黑-55简" panose="00020600040101010101" charset="-122"/>
                <a:cs typeface="汉仪文黑-55简" panose="00020600040101010101" charset="-122"/>
              </a:rPr>
              <a:t>6、灭火后，把灭火器卧放在地上，喷嘴朝下。</a:t>
            </a:r>
            <a:endParaRPr lang="zh-CN" altLang="en-US" sz="1600">
              <a:latin typeface="汉仪文黑-55简" panose="00020600040101010101" charset="-122"/>
              <a:ea typeface="汉仪文黑-55简" panose="00020600040101010101" charset="-122"/>
              <a:cs typeface="汉仪文黑-55简" panose="00020600040101010101" charset="-122"/>
            </a:endParaRPr>
          </a:p>
        </p:txBody>
      </p:sp>
      <p:sp>
        <p:nvSpPr>
          <p:cNvPr id="14" name="文本框 13"/>
          <p:cNvSpPr txBox="1"/>
          <p:nvPr/>
        </p:nvSpPr>
        <p:spPr>
          <a:xfrm>
            <a:off x="481965" y="1899920"/>
            <a:ext cx="2076450" cy="460375"/>
          </a:xfrm>
          <a:prstGeom prst="rect">
            <a:avLst/>
          </a:prstGeom>
          <a:noFill/>
        </p:spPr>
        <p:txBody>
          <a:bodyPr wrap="square" rtlCol="0">
            <a:spAutoFit/>
          </a:bodyPr>
          <a:p>
            <a:pPr>
              <a:lnSpc>
                <a:spcPct val="120000"/>
              </a:lnSpc>
              <a:spcBef>
                <a:spcPts val="0"/>
              </a:spcBef>
              <a:spcAft>
                <a:spcPts val="0"/>
              </a:spcAft>
            </a:pPr>
            <a:r>
              <a:rPr lang="zh-CN" altLang="en-US" sz="2000" b="1">
                <a:cs typeface="汉仪文黑-55简" panose="00020600040101010101" charset="-122"/>
              </a:rPr>
              <a:t>泡沫灭火器：</a:t>
            </a:r>
            <a:endParaRPr lang="zh-CN" altLang="en-US" sz="2000" b="1">
              <a:cs typeface="汉仪文黑-55简" panose="00020600040101010101" charset="-122"/>
            </a:endParaRPr>
          </a:p>
        </p:txBody>
      </p:sp>
      <p:pic>
        <p:nvPicPr>
          <p:cNvPr id="15" name="图片 14" descr="firefighter-using-fire-extinguisher-flat-vector-illustration-isolated_181313-3423.webp"/>
          <p:cNvPicPr>
            <a:picLocks noChangeAspect="1"/>
          </p:cNvPicPr>
          <p:nvPr/>
        </p:nvPicPr>
        <p:blipFill>
          <a:blip r:embed="rId1"/>
          <a:srcRect l="9440" t="15000" r="8165" b="15556"/>
          <a:stretch>
            <a:fillRect/>
          </a:stretch>
        </p:blipFill>
        <p:spPr>
          <a:xfrm flipH="1">
            <a:off x="6408420" y="2476500"/>
            <a:ext cx="5316855" cy="2944495"/>
          </a:xfrm>
          <a:prstGeom prst="rect">
            <a:avLst/>
          </a:prstGeom>
        </p:spPr>
      </p:pic>
    </p:spTree>
    <p:custDataLst>
      <p:tags r:id="rId2"/>
    </p:custData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p:nvSpPr>
        <p:spPr>
          <a:xfrm>
            <a:off x="489585" y="5147945"/>
            <a:ext cx="11235690" cy="1257300"/>
          </a:xfrm>
          <a:prstGeom prst="rect">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14" name="文本框 13"/>
          <p:cNvSpPr txBox="1"/>
          <p:nvPr/>
        </p:nvSpPr>
        <p:spPr>
          <a:xfrm>
            <a:off x="5320665" y="2004695"/>
            <a:ext cx="2076450" cy="460375"/>
          </a:xfrm>
          <a:prstGeom prst="rect">
            <a:avLst/>
          </a:prstGeom>
          <a:noFill/>
        </p:spPr>
        <p:txBody>
          <a:bodyPr wrap="square" rtlCol="0">
            <a:spAutoFit/>
          </a:bodyPr>
          <a:p>
            <a:pPr>
              <a:lnSpc>
                <a:spcPct val="120000"/>
              </a:lnSpc>
              <a:spcBef>
                <a:spcPts val="0"/>
              </a:spcBef>
              <a:spcAft>
                <a:spcPts val="0"/>
              </a:spcAft>
            </a:pPr>
            <a:r>
              <a:rPr lang="zh-CN" altLang="en-US" sz="2000" b="1">
                <a:cs typeface="汉仪文黑-55简" panose="00020600040101010101" charset="-122"/>
              </a:rPr>
              <a:t>二氧化碳灭火器：</a:t>
            </a:r>
            <a:endParaRPr lang="zh-CN" altLang="en-US" sz="2000" b="1">
              <a:cs typeface="汉仪文黑-55简" panose="00020600040101010101" charset="-122"/>
            </a:endParaRPr>
          </a:p>
        </p:txBody>
      </p:sp>
      <p:sp>
        <p:nvSpPr>
          <p:cNvPr id="5" name="文本框 4"/>
          <p:cNvSpPr txBox="1"/>
          <p:nvPr/>
        </p:nvSpPr>
        <p:spPr>
          <a:xfrm>
            <a:off x="4358005" y="375920"/>
            <a:ext cx="3475990" cy="645160"/>
          </a:xfrm>
          <a:prstGeom prst="rect">
            <a:avLst/>
          </a:prstGeom>
          <a:noFill/>
        </p:spPr>
        <p:txBody>
          <a:bodyPr wrap="square" rtlCol="0">
            <a:spAutoFit/>
          </a:bodyPr>
          <a:p>
            <a:pPr algn="dist"/>
            <a:r>
              <a:rPr lang="zh-CN" altLang="en-US" sz="3600">
                <a:latin typeface="汉仪颜楷简" panose="00020600040101010101" charset="-122"/>
                <a:ea typeface="汉仪颜楷简" panose="00020600040101010101" charset="-122"/>
                <a:cs typeface="汉仪文黑-55简" panose="00020600040101010101" charset="-122"/>
              </a:rPr>
              <a:t>正确使用灭火器</a:t>
            </a:r>
            <a:endParaRPr lang="zh-CN" altLang="en-US" sz="3600">
              <a:latin typeface="汉仪颜楷简" panose="00020600040101010101" charset="-122"/>
              <a:ea typeface="汉仪颜楷简" panose="00020600040101010101" charset="-122"/>
              <a:cs typeface="汉仪文黑-55简" panose="00020600040101010101" charset="-122"/>
            </a:endParaRPr>
          </a:p>
        </p:txBody>
      </p:sp>
      <p:sp>
        <p:nvSpPr>
          <p:cNvPr id="2" name="文本框 1"/>
          <p:cNvSpPr txBox="1"/>
          <p:nvPr/>
        </p:nvSpPr>
        <p:spPr>
          <a:xfrm>
            <a:off x="5320665" y="2719070"/>
            <a:ext cx="6334125" cy="1906905"/>
          </a:xfrm>
          <a:prstGeom prst="rect">
            <a:avLst/>
          </a:prstGeom>
          <a:noFill/>
        </p:spPr>
        <p:txBody>
          <a:bodyPr wrap="square" rtlCol="0">
            <a:spAutoFit/>
          </a:bodyPr>
          <a:p>
            <a:pPr>
              <a:lnSpc>
                <a:spcPct val="150000"/>
              </a:lnSpc>
              <a:spcBef>
                <a:spcPts val="0"/>
              </a:spcBef>
              <a:spcAft>
                <a:spcPts val="400"/>
              </a:spcAft>
            </a:pPr>
            <a:r>
              <a:rPr lang="en-US" altLang="zh-CN">
                <a:latin typeface="汉仪文黑-55简" panose="00020600040101010101" charset="-122"/>
                <a:ea typeface="汉仪文黑-55简" panose="00020600040101010101" charset="-122"/>
                <a:cs typeface="汉仪文黑-55简" panose="00020600040101010101" charset="-122"/>
              </a:rPr>
              <a:t>1</a:t>
            </a:r>
            <a:r>
              <a:rPr lang="zh-CN" altLang="en-US">
                <a:latin typeface="汉仪文黑-55简" panose="00020600040101010101" charset="-122"/>
                <a:ea typeface="汉仪文黑-55简" panose="00020600040101010101" charset="-122"/>
                <a:cs typeface="汉仪文黑-55简" panose="00020600040101010101" charset="-122"/>
              </a:rPr>
              <a:t>、将灭火器提至着火点上风口处，距火源2M左右；</a:t>
            </a:r>
            <a:endParaRPr lang="zh-CN" altLang="en-US">
              <a:latin typeface="汉仪文黑-55简" panose="00020600040101010101" charset="-122"/>
              <a:ea typeface="汉仪文黑-55简" panose="00020600040101010101" charset="-122"/>
              <a:cs typeface="汉仪文黑-55简" panose="00020600040101010101" charset="-122"/>
            </a:endParaRPr>
          </a:p>
          <a:p>
            <a:pPr>
              <a:lnSpc>
                <a:spcPct val="150000"/>
              </a:lnSpc>
              <a:spcBef>
                <a:spcPts val="0"/>
              </a:spcBef>
              <a:spcAft>
                <a:spcPts val="400"/>
              </a:spcAft>
            </a:pPr>
            <a:r>
              <a:rPr lang="zh-CN" altLang="en-US">
                <a:latin typeface="汉仪文黑-55简" panose="00020600040101010101" charset="-122"/>
                <a:ea typeface="汉仪文黑-55简" panose="00020600040101010101" charset="-122"/>
                <a:cs typeface="汉仪文黑-55简" panose="00020600040101010101" charset="-122"/>
              </a:rPr>
              <a:t>2、调整喇叭筒位置，使喇叭筒与瓶身成90°；</a:t>
            </a:r>
            <a:endParaRPr lang="zh-CN" altLang="en-US">
              <a:latin typeface="汉仪文黑-55简" panose="00020600040101010101" charset="-122"/>
              <a:ea typeface="汉仪文黑-55简" panose="00020600040101010101" charset="-122"/>
              <a:cs typeface="汉仪文黑-55简" panose="00020600040101010101" charset="-122"/>
            </a:endParaRPr>
          </a:p>
          <a:p>
            <a:pPr>
              <a:lnSpc>
                <a:spcPct val="150000"/>
              </a:lnSpc>
              <a:spcBef>
                <a:spcPts val="0"/>
              </a:spcBef>
              <a:spcAft>
                <a:spcPts val="400"/>
              </a:spcAft>
            </a:pPr>
            <a:r>
              <a:rPr lang="zh-CN" altLang="en-US">
                <a:latin typeface="汉仪文黑-55简" panose="00020600040101010101" charset="-122"/>
                <a:ea typeface="汉仪文黑-55简" panose="00020600040101010101" charset="-122"/>
                <a:cs typeface="汉仪文黑-55简" panose="00020600040101010101" charset="-122"/>
              </a:rPr>
              <a:t>3、拔掉铅封和保险栓；</a:t>
            </a:r>
            <a:endParaRPr lang="zh-CN" altLang="en-US">
              <a:latin typeface="汉仪文黑-55简" panose="00020600040101010101" charset="-122"/>
              <a:ea typeface="汉仪文黑-55简" panose="00020600040101010101" charset="-122"/>
              <a:cs typeface="汉仪文黑-55简" panose="00020600040101010101" charset="-122"/>
            </a:endParaRPr>
          </a:p>
          <a:p>
            <a:pPr>
              <a:lnSpc>
                <a:spcPct val="150000"/>
              </a:lnSpc>
              <a:spcBef>
                <a:spcPts val="0"/>
              </a:spcBef>
              <a:spcAft>
                <a:spcPts val="400"/>
              </a:spcAft>
            </a:pPr>
            <a:r>
              <a:rPr lang="zh-CN" altLang="en-US">
                <a:latin typeface="汉仪文黑-55简" panose="00020600040101010101" charset="-122"/>
                <a:ea typeface="汉仪文黑-55简" panose="00020600040101010101" charset="-122"/>
                <a:cs typeface="汉仪文黑-55简" panose="00020600040101010101" charset="-122"/>
              </a:rPr>
              <a:t>4、一手托住灭火器底部，一手按压压把，对准火源根部扫射。</a:t>
            </a:r>
            <a:endParaRPr lang="zh-CN" altLang="en-US">
              <a:latin typeface="汉仪文黑-55简" panose="00020600040101010101" charset="-122"/>
              <a:ea typeface="汉仪文黑-55简" panose="00020600040101010101" charset="-122"/>
              <a:cs typeface="汉仪文黑-55简" panose="00020600040101010101" charset="-122"/>
            </a:endParaRPr>
          </a:p>
        </p:txBody>
      </p:sp>
      <p:sp>
        <p:nvSpPr>
          <p:cNvPr id="3" name="文本框 2"/>
          <p:cNvSpPr txBox="1"/>
          <p:nvPr/>
        </p:nvSpPr>
        <p:spPr>
          <a:xfrm>
            <a:off x="2968625" y="5361940"/>
            <a:ext cx="7995285" cy="829945"/>
          </a:xfrm>
          <a:prstGeom prst="rect">
            <a:avLst/>
          </a:prstGeom>
          <a:noFill/>
        </p:spPr>
        <p:txBody>
          <a:bodyPr wrap="square" rtlCol="0">
            <a:spAutoFit/>
          </a:bodyPr>
          <a:p>
            <a:pPr>
              <a:lnSpc>
                <a:spcPct val="120000"/>
              </a:lnSpc>
              <a:spcBef>
                <a:spcPts val="0"/>
              </a:spcBef>
              <a:spcAft>
                <a:spcPts val="400"/>
              </a:spcAft>
            </a:pPr>
            <a:r>
              <a:rPr lang="en-US" altLang="zh-CN" sz="2000">
                <a:solidFill>
                  <a:schemeClr val="accent4">
                    <a:lumMod val="40000"/>
                    <a:lumOff val="60000"/>
                  </a:schemeClr>
                </a:solidFill>
                <a:cs typeface="汉仪文黑-55简" panose="00020600040101010101" charset="-122"/>
              </a:rPr>
              <a:t>注意事项：第二步和第三步顺序不能颠倒，以防在拔掉铅封和保险栓时误压下压把，导致手部冻伤</a:t>
            </a:r>
            <a:r>
              <a:rPr lang="zh-CN" altLang="en-US" sz="2000">
                <a:solidFill>
                  <a:schemeClr val="accent4">
                    <a:lumMod val="40000"/>
                    <a:lumOff val="60000"/>
                  </a:schemeClr>
                </a:solidFill>
                <a:cs typeface="汉仪文黑-55简" panose="00020600040101010101" charset="-122"/>
              </a:rPr>
              <a:t>。</a:t>
            </a:r>
            <a:endParaRPr lang="zh-CN" altLang="en-US" sz="2000">
              <a:solidFill>
                <a:schemeClr val="accent4">
                  <a:lumMod val="40000"/>
                  <a:lumOff val="60000"/>
                </a:schemeClr>
              </a:solidFill>
              <a:cs typeface="汉仪文黑-55简" panose="00020600040101010101" charset="-122"/>
            </a:endParaRPr>
          </a:p>
        </p:txBody>
      </p:sp>
      <p:pic>
        <p:nvPicPr>
          <p:cNvPr id="6" name="图片 5"/>
          <p:cNvPicPr>
            <a:picLocks noChangeAspect="1"/>
          </p:cNvPicPr>
          <p:nvPr/>
        </p:nvPicPr>
        <p:blipFill>
          <a:blip r:embed="rId1"/>
          <a:srcRect r="49167"/>
          <a:stretch>
            <a:fillRect/>
          </a:stretch>
        </p:blipFill>
        <p:spPr>
          <a:xfrm>
            <a:off x="1003300" y="1802130"/>
            <a:ext cx="2940050" cy="3253740"/>
          </a:xfrm>
          <a:prstGeom prst="rect">
            <a:avLst/>
          </a:prstGeom>
        </p:spPr>
      </p:pic>
      <p:pic>
        <p:nvPicPr>
          <p:cNvPr id="7" name="图片 6" descr="31393938393834313b31393939353234343bd7a2d2e2"/>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428750" y="5361940"/>
            <a:ext cx="828675" cy="828675"/>
          </a:xfrm>
          <a:prstGeom prst="rect">
            <a:avLst/>
          </a:prstGeom>
        </p:spPr>
      </p:pic>
    </p:spTree>
    <p:custDataLst>
      <p:tags r:id="rId4"/>
    </p:custData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1500823" y="1766570"/>
            <a:ext cx="9190355" cy="1168400"/>
          </a:xfrm>
          <a:prstGeom prst="rect">
            <a:avLst/>
          </a:prstGeom>
          <a:noFill/>
        </p:spPr>
        <p:txBody>
          <a:bodyPr wrap="square" rtlCol="0">
            <a:spAutoFit/>
          </a:bodyPr>
          <a:p>
            <a:pPr algn="dist"/>
            <a:r>
              <a:rPr lang="zh-CN" altLang="en-US" sz="7000">
                <a:solidFill>
                  <a:schemeClr val="accent4">
                    <a:lumMod val="60000"/>
                    <a:lumOff val="40000"/>
                  </a:schemeClr>
                </a:solidFill>
                <a:latin typeface="汉仪颜楷简" panose="00020600040101010101" charset="-122"/>
                <a:ea typeface="汉仪颜楷简" panose="00020600040101010101" charset="-122"/>
                <a:cs typeface="汉仪文黑-55简" panose="00020600040101010101" charset="-122"/>
              </a:rPr>
              <a:t>防灾减灾之洪水台风篇</a:t>
            </a:r>
            <a:endParaRPr lang="zh-CN" altLang="en-US" sz="7000">
              <a:solidFill>
                <a:schemeClr val="accent4">
                  <a:lumMod val="60000"/>
                  <a:lumOff val="40000"/>
                </a:schemeClr>
              </a:solidFill>
              <a:latin typeface="汉仪颜楷简" panose="00020600040101010101" charset="-122"/>
              <a:ea typeface="汉仪颜楷简" panose="00020600040101010101" charset="-122"/>
              <a:cs typeface="汉仪文黑-55简" panose="00020600040101010101" charset="-122"/>
            </a:endParaRPr>
          </a:p>
        </p:txBody>
      </p:sp>
      <p:pic>
        <p:nvPicPr>
          <p:cNvPr id="21" name="图片 20" descr="32313538313137343b32303238393936333bb0aed0c4"/>
          <p:cNvPicPr>
            <a:picLocks noChangeAspect="1"/>
          </p:cNvPicPr>
          <p:nvPr/>
        </p:nvPicPr>
        <p:blipFill>
          <a:blip r:embed="rId1"/>
          <a:stretch>
            <a:fillRect/>
          </a:stretch>
        </p:blipFill>
        <p:spPr>
          <a:xfrm>
            <a:off x="5881370" y="898525"/>
            <a:ext cx="429260" cy="429260"/>
          </a:xfrm>
          <a:prstGeom prst="rect">
            <a:avLst/>
          </a:prstGeom>
        </p:spPr>
      </p:pic>
      <p:cxnSp>
        <p:nvCxnSpPr>
          <p:cNvPr id="22" name="直接连接符 21"/>
          <p:cNvCxnSpPr/>
          <p:nvPr/>
        </p:nvCxnSpPr>
        <p:spPr>
          <a:xfrm>
            <a:off x="2755265" y="1156970"/>
            <a:ext cx="819150" cy="0"/>
          </a:xfrm>
          <a:prstGeom prst="line">
            <a:avLst/>
          </a:prstGeom>
          <a:ln>
            <a:gradFill>
              <a:gsLst>
                <a:gs pos="0">
                  <a:schemeClr val="accent4">
                    <a:lumMod val="40000"/>
                    <a:lumOff val="60000"/>
                    <a:alpha val="0"/>
                  </a:schemeClr>
                </a:gs>
                <a:gs pos="100000">
                  <a:schemeClr val="accent4">
                    <a:lumMod val="40000"/>
                    <a:lumOff val="60000"/>
                  </a:schemeClr>
                </a:gs>
              </a:gsLst>
              <a:lin ang="0" scaled="1"/>
            </a:gra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8617585" y="1165860"/>
            <a:ext cx="819150" cy="0"/>
          </a:xfrm>
          <a:prstGeom prst="line">
            <a:avLst/>
          </a:prstGeom>
          <a:ln>
            <a:gradFill>
              <a:gsLst>
                <a:gs pos="0">
                  <a:schemeClr val="accent4">
                    <a:lumMod val="40000"/>
                    <a:lumOff val="60000"/>
                    <a:alpha val="0"/>
                  </a:schemeClr>
                </a:gs>
                <a:gs pos="100000">
                  <a:schemeClr val="accent4">
                    <a:lumMod val="40000"/>
                    <a:lumOff val="60000"/>
                  </a:schemeClr>
                </a:gs>
              </a:gsLst>
              <a:lin ang="0" scaled="1"/>
            </a:gra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3580765" y="880745"/>
            <a:ext cx="5030470" cy="398780"/>
          </a:xfrm>
          <a:prstGeom prst="rect">
            <a:avLst/>
          </a:prstGeom>
          <a:noFill/>
        </p:spPr>
        <p:txBody>
          <a:bodyPr wrap="square" rtlCol="0">
            <a:spAutoFit/>
          </a:bodyPr>
          <a:p>
            <a:pPr algn="dist"/>
            <a:r>
              <a:rPr lang="zh-CN" altLang="en-US" sz="2000">
                <a:solidFill>
                  <a:schemeClr val="accent4">
                    <a:lumMod val="60000"/>
                    <a:lumOff val="40000"/>
                  </a:schemeClr>
                </a:solidFill>
                <a:latin typeface="汉仪文黑-55简" panose="00020600040101010101" charset="-122"/>
                <a:ea typeface="汉仪文黑-55简" panose="00020600040101010101" charset="-122"/>
                <a:cs typeface="汉仪文黑-55简" panose="00020600040101010101" charset="-122"/>
              </a:rPr>
              <a:t>防范灾害风险</a:t>
            </a:r>
            <a:r>
              <a:rPr lang="en-US" altLang="zh-CN" sz="2000">
                <a:solidFill>
                  <a:schemeClr val="accent4">
                    <a:lumMod val="60000"/>
                    <a:lumOff val="40000"/>
                  </a:schemeClr>
                </a:solidFill>
                <a:latin typeface="汉仪文黑-55简" panose="00020600040101010101" charset="-122"/>
                <a:ea typeface="汉仪文黑-55简" panose="00020600040101010101" charset="-122"/>
                <a:cs typeface="汉仪文黑-55简" panose="00020600040101010101" charset="-122"/>
              </a:rPr>
              <a:t>       </a:t>
            </a:r>
            <a:r>
              <a:rPr lang="zh-CN" altLang="en-US" sz="2000">
                <a:solidFill>
                  <a:schemeClr val="accent4">
                    <a:lumMod val="60000"/>
                    <a:lumOff val="40000"/>
                  </a:schemeClr>
                </a:solidFill>
                <a:latin typeface="汉仪文黑-55简" panose="00020600040101010101" charset="-122"/>
                <a:ea typeface="汉仪文黑-55简" panose="00020600040101010101" charset="-122"/>
                <a:cs typeface="汉仪文黑-55简" panose="00020600040101010101" charset="-122"/>
              </a:rPr>
              <a:t>护航高质量发展</a:t>
            </a:r>
            <a:endParaRPr lang="zh-CN" altLang="en-US" sz="2000">
              <a:solidFill>
                <a:schemeClr val="accent4">
                  <a:lumMod val="60000"/>
                  <a:lumOff val="40000"/>
                </a:schemeClr>
              </a:solidFill>
              <a:latin typeface="汉仪文黑-55简" panose="00020600040101010101" charset="-122"/>
              <a:ea typeface="汉仪文黑-55简" panose="00020600040101010101" charset="-122"/>
              <a:cs typeface="汉仪文黑-55简" panose="00020600040101010101" charset="-122"/>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p:nvSpPr>
        <p:spPr>
          <a:xfrm>
            <a:off x="466725" y="1647825"/>
            <a:ext cx="11258550" cy="1248410"/>
          </a:xfrm>
          <a:prstGeom prst="rect">
            <a:avLst/>
          </a:prstGeom>
          <a:solidFill>
            <a:schemeClr val="bg1"/>
          </a:solidFill>
          <a:ln>
            <a:solidFill>
              <a:srgbClr val="A8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2" name="文本框 1"/>
          <p:cNvSpPr txBox="1"/>
          <p:nvPr/>
        </p:nvSpPr>
        <p:spPr>
          <a:xfrm>
            <a:off x="924878" y="1806575"/>
            <a:ext cx="10342245" cy="902970"/>
          </a:xfrm>
          <a:prstGeom prst="rect">
            <a:avLst/>
          </a:prstGeom>
          <a:noFill/>
        </p:spPr>
        <p:txBody>
          <a:bodyPr wrap="square" rtlCol="0">
            <a:spAutoFit/>
          </a:bodyPr>
          <a:p>
            <a:pPr>
              <a:lnSpc>
                <a:spcPct val="120000"/>
              </a:lnSpc>
              <a:spcBef>
                <a:spcPts val="0"/>
              </a:spcBef>
              <a:spcAft>
                <a:spcPts val="400"/>
              </a:spcAft>
            </a:pPr>
            <a:r>
              <a:rPr lang="en-US" altLang="zh-CN" sz="2200">
                <a:solidFill>
                  <a:schemeClr val="tx1"/>
                </a:solidFill>
                <a:cs typeface="汉仪文黑-55简" panose="00020600040101010101" charset="-122"/>
              </a:rPr>
              <a:t>洪水</a:t>
            </a:r>
            <a:r>
              <a:rPr lang="zh-CN" altLang="en-US" sz="2200">
                <a:solidFill>
                  <a:schemeClr val="tx1"/>
                </a:solidFill>
                <a:cs typeface="汉仪文黑-55简" panose="00020600040101010101" charset="-122"/>
              </a:rPr>
              <a:t>的定义：洪水</a:t>
            </a:r>
            <a:r>
              <a:rPr lang="en-US" altLang="zh-CN" sz="2200">
                <a:solidFill>
                  <a:schemeClr val="tx1"/>
                </a:solidFill>
                <a:cs typeface="汉仪文黑-55简" panose="00020600040101010101" charset="-122"/>
              </a:rPr>
              <a:t>是由暴雨、急骤融冰化雪、风暴潮等自然因素引起的江河湖海水量迅速增加或水位迅猛上涨的水流现象。</a:t>
            </a:r>
            <a:endParaRPr lang="en-US" altLang="zh-CN" sz="2200">
              <a:solidFill>
                <a:schemeClr val="tx1"/>
              </a:solidFill>
              <a:cs typeface="汉仪文黑-55简" panose="00020600040101010101" charset="-122"/>
            </a:endParaRPr>
          </a:p>
        </p:txBody>
      </p:sp>
      <p:sp>
        <p:nvSpPr>
          <p:cNvPr id="5" name="文本框 4"/>
          <p:cNvSpPr txBox="1"/>
          <p:nvPr/>
        </p:nvSpPr>
        <p:spPr>
          <a:xfrm>
            <a:off x="4127183" y="375920"/>
            <a:ext cx="3937635" cy="645160"/>
          </a:xfrm>
          <a:prstGeom prst="rect">
            <a:avLst/>
          </a:prstGeom>
          <a:noFill/>
        </p:spPr>
        <p:txBody>
          <a:bodyPr wrap="square" rtlCol="0">
            <a:spAutoFit/>
          </a:bodyPr>
          <a:p>
            <a:pPr algn="dist"/>
            <a:r>
              <a:rPr lang="zh-CN" altLang="en-US" sz="3600">
                <a:latin typeface="汉仪颜楷简" panose="00020600040101010101" charset="-122"/>
                <a:ea typeface="汉仪颜楷简" panose="00020600040101010101" charset="-122"/>
                <a:cs typeface="汉仪文黑-55简" panose="00020600040101010101" charset="-122"/>
              </a:rPr>
              <a:t>面对洪水怎么自救</a:t>
            </a:r>
            <a:endParaRPr lang="zh-CN" altLang="en-US" sz="3600">
              <a:latin typeface="汉仪颜楷简" panose="00020600040101010101" charset="-122"/>
              <a:ea typeface="汉仪颜楷简" panose="00020600040101010101" charset="-122"/>
              <a:cs typeface="汉仪文黑-55简" panose="00020600040101010101" charset="-122"/>
            </a:endParaRPr>
          </a:p>
        </p:txBody>
      </p:sp>
      <p:grpSp>
        <p:nvGrpSpPr>
          <p:cNvPr id="8" name="组合 7"/>
          <p:cNvGrpSpPr/>
          <p:nvPr/>
        </p:nvGrpSpPr>
        <p:grpSpPr>
          <a:xfrm>
            <a:off x="466725" y="3211830"/>
            <a:ext cx="2496820" cy="2956560"/>
            <a:chOff x="735" y="4448"/>
            <a:chExt cx="4471" cy="5221"/>
          </a:xfrm>
        </p:grpSpPr>
        <p:sp>
          <p:nvSpPr>
            <p:cNvPr id="7" name="矩形 6"/>
            <p:cNvSpPr/>
            <p:nvPr/>
          </p:nvSpPr>
          <p:spPr>
            <a:xfrm>
              <a:off x="735" y="4448"/>
              <a:ext cx="4471" cy="5221"/>
            </a:xfrm>
            <a:prstGeom prst="rect">
              <a:avLst/>
            </a:prstGeom>
            <a:solidFill>
              <a:schemeClr val="bg1"/>
            </a:solidFill>
            <a:ln>
              <a:solidFill>
                <a:srgbClr val="A8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600">
                <a:latin typeface="汉仪文黑-55简" panose="00020600040101010101" charset="-122"/>
                <a:ea typeface="汉仪文黑-55简" panose="00020600040101010101" charset="-122"/>
                <a:cs typeface="汉仪文黑-55简" panose="00020600040101010101" charset="-122"/>
              </a:endParaRPr>
            </a:p>
          </p:txBody>
        </p:sp>
        <p:sp>
          <p:nvSpPr>
            <p:cNvPr id="6" name="文本框 5"/>
            <p:cNvSpPr txBox="1"/>
            <p:nvPr/>
          </p:nvSpPr>
          <p:spPr>
            <a:xfrm>
              <a:off x="937" y="5773"/>
              <a:ext cx="4066" cy="3807"/>
            </a:xfrm>
            <a:prstGeom prst="rect">
              <a:avLst/>
            </a:prstGeom>
            <a:noFill/>
          </p:spPr>
          <p:txBody>
            <a:bodyPr wrap="square" rtlCol="0">
              <a:spAutoFit/>
            </a:bodyPr>
            <a:p>
              <a:pPr>
                <a:lnSpc>
                  <a:spcPct val="120000"/>
                </a:lnSpc>
                <a:spcBef>
                  <a:spcPts val="0"/>
                </a:spcBef>
                <a:spcAft>
                  <a:spcPts val="400"/>
                </a:spcAft>
              </a:pPr>
              <a:r>
                <a:rPr lang="en-US" altLang="zh-CN" sz="1600">
                  <a:latin typeface="汉仪文黑-55简" panose="00020600040101010101" charset="-122"/>
                  <a:ea typeface="汉仪文黑-55简" panose="00020600040101010101" charset="-122"/>
                  <a:cs typeface="汉仪文黑-55简" panose="00020600040101010101" charset="-122"/>
                </a:rPr>
                <a:t>洪水到来时，来不及转移的人员，要就近迅速向山坡、高地、楼房、避洪台等地转移，或者立即爬上屋顶、楼房高层、大树、高墙等高的地方暂避。</a:t>
              </a:r>
              <a:endParaRPr lang="en-US" altLang="zh-CN" sz="1600">
                <a:latin typeface="汉仪文黑-55简" panose="00020600040101010101" charset="-122"/>
                <a:ea typeface="汉仪文黑-55简" panose="00020600040101010101" charset="-122"/>
                <a:cs typeface="汉仪文黑-55简" panose="00020600040101010101" charset="-122"/>
              </a:endParaRPr>
            </a:p>
          </p:txBody>
        </p:sp>
      </p:grpSp>
      <p:grpSp>
        <p:nvGrpSpPr>
          <p:cNvPr id="10" name="组合 9"/>
          <p:cNvGrpSpPr/>
          <p:nvPr/>
        </p:nvGrpSpPr>
        <p:grpSpPr>
          <a:xfrm>
            <a:off x="3376295" y="3221355"/>
            <a:ext cx="2496185" cy="2947035"/>
            <a:chOff x="735" y="4465"/>
            <a:chExt cx="4471" cy="5204"/>
          </a:xfrm>
        </p:grpSpPr>
        <p:sp>
          <p:nvSpPr>
            <p:cNvPr id="11" name="矩形 10"/>
            <p:cNvSpPr/>
            <p:nvPr/>
          </p:nvSpPr>
          <p:spPr>
            <a:xfrm>
              <a:off x="735" y="4465"/>
              <a:ext cx="4471" cy="5204"/>
            </a:xfrm>
            <a:prstGeom prst="rect">
              <a:avLst/>
            </a:prstGeom>
            <a:solidFill>
              <a:schemeClr val="bg1"/>
            </a:solidFill>
            <a:ln>
              <a:solidFill>
                <a:srgbClr val="A8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600">
                <a:latin typeface="汉仪文黑-55简" panose="00020600040101010101" charset="-122"/>
                <a:ea typeface="汉仪文黑-55简" panose="00020600040101010101" charset="-122"/>
                <a:cs typeface="汉仪文黑-55简" panose="00020600040101010101" charset="-122"/>
              </a:endParaRPr>
            </a:p>
          </p:txBody>
        </p:sp>
        <p:sp>
          <p:nvSpPr>
            <p:cNvPr id="12" name="文本框 11"/>
            <p:cNvSpPr txBox="1"/>
            <p:nvPr/>
          </p:nvSpPr>
          <p:spPr>
            <a:xfrm>
              <a:off x="937" y="5773"/>
              <a:ext cx="4066" cy="2765"/>
            </a:xfrm>
            <a:prstGeom prst="rect">
              <a:avLst/>
            </a:prstGeom>
            <a:noFill/>
          </p:spPr>
          <p:txBody>
            <a:bodyPr wrap="square" rtlCol="0">
              <a:spAutoFit/>
            </a:bodyPr>
            <a:p>
              <a:pPr>
                <a:lnSpc>
                  <a:spcPct val="120000"/>
                </a:lnSpc>
                <a:spcBef>
                  <a:spcPts val="0"/>
                </a:spcBef>
                <a:spcAft>
                  <a:spcPts val="400"/>
                </a:spcAft>
              </a:pPr>
              <a:r>
                <a:rPr lang="en-US" altLang="zh-CN" sz="1600">
                  <a:latin typeface="汉仪文黑-55简" panose="00020600040101010101" charset="-122"/>
                  <a:ea typeface="汉仪文黑-55简" panose="00020600040101010101" charset="-122"/>
                  <a:cs typeface="汉仪文黑-55简" panose="00020600040101010101" charset="-122"/>
                </a:rPr>
                <a:t>如果已被洪水包围，要设法尽快与当地防汛部门取得联系，报告自己的方位和险情，积极寻求救援。</a:t>
              </a:r>
              <a:endParaRPr lang="en-US" altLang="zh-CN" sz="1600">
                <a:latin typeface="汉仪文黑-55简" panose="00020600040101010101" charset="-122"/>
                <a:ea typeface="汉仪文黑-55简" panose="00020600040101010101" charset="-122"/>
                <a:cs typeface="汉仪文黑-55简" panose="00020600040101010101" charset="-122"/>
              </a:endParaRPr>
            </a:p>
          </p:txBody>
        </p:sp>
      </p:grpSp>
      <p:grpSp>
        <p:nvGrpSpPr>
          <p:cNvPr id="13" name="组合 12"/>
          <p:cNvGrpSpPr/>
          <p:nvPr/>
        </p:nvGrpSpPr>
        <p:grpSpPr>
          <a:xfrm>
            <a:off x="6285230" y="3231515"/>
            <a:ext cx="2496185" cy="2936875"/>
            <a:chOff x="735" y="4483"/>
            <a:chExt cx="4471" cy="5186"/>
          </a:xfrm>
        </p:grpSpPr>
        <p:sp>
          <p:nvSpPr>
            <p:cNvPr id="14" name="矩形 13"/>
            <p:cNvSpPr/>
            <p:nvPr/>
          </p:nvSpPr>
          <p:spPr>
            <a:xfrm>
              <a:off x="735" y="4483"/>
              <a:ext cx="4471" cy="5186"/>
            </a:xfrm>
            <a:prstGeom prst="rect">
              <a:avLst/>
            </a:prstGeom>
            <a:solidFill>
              <a:schemeClr val="bg1"/>
            </a:solidFill>
            <a:ln>
              <a:solidFill>
                <a:srgbClr val="A8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600">
                <a:latin typeface="汉仪文黑-55简" panose="00020600040101010101" charset="-122"/>
                <a:ea typeface="汉仪文黑-55简" panose="00020600040101010101" charset="-122"/>
                <a:cs typeface="汉仪文黑-55简" panose="00020600040101010101" charset="-122"/>
              </a:endParaRPr>
            </a:p>
          </p:txBody>
        </p:sp>
        <p:sp>
          <p:nvSpPr>
            <p:cNvPr id="15" name="文本框 14"/>
            <p:cNvSpPr txBox="1"/>
            <p:nvPr/>
          </p:nvSpPr>
          <p:spPr>
            <a:xfrm>
              <a:off x="937" y="5773"/>
              <a:ext cx="4066" cy="2245"/>
            </a:xfrm>
            <a:prstGeom prst="rect">
              <a:avLst/>
            </a:prstGeom>
            <a:noFill/>
          </p:spPr>
          <p:txBody>
            <a:bodyPr wrap="square" rtlCol="0">
              <a:spAutoFit/>
            </a:bodyPr>
            <a:p>
              <a:pPr>
                <a:lnSpc>
                  <a:spcPct val="120000"/>
                </a:lnSpc>
                <a:spcBef>
                  <a:spcPts val="0"/>
                </a:spcBef>
                <a:spcAft>
                  <a:spcPts val="400"/>
                </a:spcAft>
              </a:pPr>
              <a:r>
                <a:rPr lang="en-US" altLang="zh-CN" sz="1600">
                  <a:latin typeface="汉仪文黑-55简" panose="00020600040101010101" charset="-122"/>
                  <a:ea typeface="汉仪文黑-55简" panose="00020600040101010101" charset="-122"/>
                  <a:cs typeface="汉仪文黑-55简" panose="00020600040101010101" charset="-122"/>
                </a:rPr>
                <a:t>如已被卷入洪水中，一定要尽可能抓住固定的或能漂浮的东西，寻找机会逃生。</a:t>
              </a:r>
              <a:endParaRPr lang="en-US" altLang="zh-CN" sz="1600">
                <a:latin typeface="汉仪文黑-55简" panose="00020600040101010101" charset="-122"/>
                <a:ea typeface="汉仪文黑-55简" panose="00020600040101010101" charset="-122"/>
                <a:cs typeface="汉仪文黑-55简" panose="00020600040101010101" charset="-122"/>
              </a:endParaRPr>
            </a:p>
          </p:txBody>
        </p:sp>
      </p:grpSp>
      <p:grpSp>
        <p:nvGrpSpPr>
          <p:cNvPr id="16" name="组合 15"/>
          <p:cNvGrpSpPr/>
          <p:nvPr/>
        </p:nvGrpSpPr>
        <p:grpSpPr>
          <a:xfrm>
            <a:off x="9194165" y="3272155"/>
            <a:ext cx="2496185" cy="2896235"/>
            <a:chOff x="735" y="4555"/>
            <a:chExt cx="4471" cy="5114"/>
          </a:xfrm>
        </p:grpSpPr>
        <p:sp>
          <p:nvSpPr>
            <p:cNvPr id="17" name="矩形 16"/>
            <p:cNvSpPr/>
            <p:nvPr/>
          </p:nvSpPr>
          <p:spPr>
            <a:xfrm>
              <a:off x="735" y="4555"/>
              <a:ext cx="4471" cy="5114"/>
            </a:xfrm>
            <a:prstGeom prst="rect">
              <a:avLst/>
            </a:prstGeom>
            <a:solidFill>
              <a:schemeClr val="bg1"/>
            </a:solidFill>
            <a:ln>
              <a:solidFill>
                <a:srgbClr val="A8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600">
                <a:latin typeface="汉仪文黑-55简" panose="00020600040101010101" charset="-122"/>
                <a:ea typeface="汉仪文黑-55简" panose="00020600040101010101" charset="-122"/>
                <a:cs typeface="汉仪文黑-55简" panose="00020600040101010101" charset="-122"/>
              </a:endParaRPr>
            </a:p>
          </p:txBody>
        </p:sp>
        <p:sp>
          <p:nvSpPr>
            <p:cNvPr id="18" name="文本框 17"/>
            <p:cNvSpPr txBox="1"/>
            <p:nvPr/>
          </p:nvSpPr>
          <p:spPr>
            <a:xfrm>
              <a:off x="937" y="5774"/>
              <a:ext cx="4066" cy="2765"/>
            </a:xfrm>
            <a:prstGeom prst="rect">
              <a:avLst/>
            </a:prstGeom>
            <a:noFill/>
          </p:spPr>
          <p:txBody>
            <a:bodyPr wrap="square" rtlCol="0">
              <a:spAutoFit/>
            </a:bodyPr>
            <a:p>
              <a:pPr>
                <a:lnSpc>
                  <a:spcPct val="120000"/>
                </a:lnSpc>
                <a:spcBef>
                  <a:spcPts val="0"/>
                </a:spcBef>
                <a:spcAft>
                  <a:spcPts val="400"/>
                </a:spcAft>
              </a:pPr>
              <a:r>
                <a:rPr lang="en-US" altLang="zh-CN" sz="1600">
                  <a:latin typeface="汉仪文黑-55简" panose="00020600040101010101" charset="-122"/>
                  <a:ea typeface="汉仪文黑-55简" panose="00020600040101010101" charset="-122"/>
                  <a:cs typeface="汉仪文黑-55简" panose="00020600040101010101" charset="-122"/>
                </a:rPr>
                <a:t>发现高压线铁塔倾斜或者电线断头下垂时，一定要迅速远避，防止直接触电或因地面“跨步电压”触电。</a:t>
              </a:r>
              <a:endParaRPr lang="en-US" altLang="zh-CN" sz="1600">
                <a:latin typeface="汉仪文黑-55简" panose="00020600040101010101" charset="-122"/>
                <a:ea typeface="汉仪文黑-55简" panose="00020600040101010101" charset="-122"/>
                <a:cs typeface="汉仪文黑-55简" panose="00020600040101010101" charset="-122"/>
              </a:endParaRPr>
            </a:p>
          </p:txBody>
        </p:sp>
      </p:grpSp>
      <p:pic>
        <p:nvPicPr>
          <p:cNvPr id="19" name="图片 18" descr="32313538393334303b32313538393330363bb8fab6c1"/>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499235" y="3470910"/>
            <a:ext cx="432000" cy="432000"/>
          </a:xfrm>
          <a:prstGeom prst="rect">
            <a:avLst/>
          </a:prstGeom>
        </p:spPr>
      </p:pic>
      <p:pic>
        <p:nvPicPr>
          <p:cNvPr id="20" name="图片 19" descr="32313538393334303b32313538393239333bcbd1cbf7"/>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317105" y="3470910"/>
            <a:ext cx="432000" cy="432000"/>
          </a:xfrm>
          <a:prstGeom prst="rect">
            <a:avLst/>
          </a:prstGeom>
        </p:spPr>
      </p:pic>
      <p:pic>
        <p:nvPicPr>
          <p:cNvPr id="21" name="图片 20" descr="32313538393334303b32313538393330323bcaabb4ca"/>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347325" y="3470910"/>
            <a:ext cx="432000" cy="432000"/>
          </a:xfrm>
          <a:prstGeom prst="rect">
            <a:avLst/>
          </a:prstGeom>
        </p:spPr>
      </p:pic>
      <p:pic>
        <p:nvPicPr>
          <p:cNvPr id="22" name="图片 21" descr="32313538393334303b32313538393330303bc8cfd6a4c3fbcaa6"/>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408170" y="3470910"/>
            <a:ext cx="432000" cy="432000"/>
          </a:xfrm>
          <a:prstGeom prst="rect">
            <a:avLst/>
          </a:prstGeom>
        </p:spPr>
      </p:pic>
    </p:spTree>
    <p:custDataLst>
      <p:tags r:id="rId9"/>
    </p:custData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scary-people-drowning-water-isolated-flat-vector-illustration-cartoon-submerged-houses-drowned-car-during-flood-tsunami_74855-8570.webp"/>
          <p:cNvPicPr>
            <a:picLocks noChangeAspect="1"/>
          </p:cNvPicPr>
          <p:nvPr/>
        </p:nvPicPr>
        <p:blipFill>
          <a:blip r:embed="rId1"/>
          <a:srcRect l="16498" t="4778" r="13470" b="2901"/>
          <a:stretch>
            <a:fillRect/>
          </a:stretch>
        </p:blipFill>
        <p:spPr>
          <a:xfrm>
            <a:off x="5791835" y="1558290"/>
            <a:ext cx="5933440" cy="4885690"/>
          </a:xfrm>
          <a:prstGeom prst="rect">
            <a:avLst/>
          </a:prstGeom>
        </p:spPr>
      </p:pic>
      <p:sp>
        <p:nvSpPr>
          <p:cNvPr id="6" name="矩形 5"/>
          <p:cNvSpPr/>
          <p:nvPr/>
        </p:nvSpPr>
        <p:spPr>
          <a:xfrm>
            <a:off x="466725" y="1757680"/>
            <a:ext cx="6234430" cy="4504055"/>
          </a:xfrm>
          <a:prstGeom prst="rect">
            <a:avLst/>
          </a:prstGeom>
          <a:solidFill>
            <a:schemeClr val="bg1"/>
          </a:solidFill>
          <a:ln>
            <a:noFill/>
          </a:ln>
          <a:effectLst>
            <a:outerShdw blurRad="63500" sx="102000" sy="102000" algn="ctr" rotWithShape="0">
              <a:prstClr val="black">
                <a:alpha val="1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5" name="文本框 4"/>
          <p:cNvSpPr txBox="1"/>
          <p:nvPr/>
        </p:nvSpPr>
        <p:spPr>
          <a:xfrm>
            <a:off x="4127183" y="375920"/>
            <a:ext cx="3937635" cy="645160"/>
          </a:xfrm>
          <a:prstGeom prst="rect">
            <a:avLst/>
          </a:prstGeom>
          <a:noFill/>
        </p:spPr>
        <p:txBody>
          <a:bodyPr wrap="square" rtlCol="0">
            <a:spAutoFit/>
          </a:bodyPr>
          <a:p>
            <a:pPr algn="dist"/>
            <a:r>
              <a:rPr lang="zh-CN" altLang="en-US" sz="3600">
                <a:latin typeface="汉仪颜楷简" panose="00020600040101010101" charset="-122"/>
                <a:ea typeface="汉仪颜楷简" panose="00020600040101010101" charset="-122"/>
                <a:cs typeface="汉仪文黑-55简" panose="00020600040101010101" charset="-122"/>
              </a:rPr>
              <a:t>洪水来临前的准备</a:t>
            </a:r>
            <a:endParaRPr lang="zh-CN" altLang="en-US" sz="3600">
              <a:latin typeface="汉仪颜楷简" panose="00020600040101010101" charset="-122"/>
              <a:ea typeface="汉仪颜楷简" panose="00020600040101010101" charset="-122"/>
              <a:cs typeface="汉仪文黑-55简" panose="00020600040101010101" charset="-122"/>
            </a:endParaRPr>
          </a:p>
        </p:txBody>
      </p:sp>
      <p:sp>
        <p:nvSpPr>
          <p:cNvPr id="2" name="文本框 1"/>
          <p:cNvSpPr txBox="1"/>
          <p:nvPr/>
        </p:nvSpPr>
        <p:spPr>
          <a:xfrm>
            <a:off x="824865" y="2065655"/>
            <a:ext cx="5603875" cy="3925570"/>
          </a:xfrm>
          <a:prstGeom prst="rect">
            <a:avLst/>
          </a:prstGeom>
          <a:noFill/>
        </p:spPr>
        <p:txBody>
          <a:bodyPr wrap="square" rtlCol="0">
            <a:spAutoFit/>
          </a:bodyPr>
          <a:p>
            <a:pPr>
              <a:lnSpc>
                <a:spcPct val="120000"/>
              </a:lnSpc>
              <a:spcBef>
                <a:spcPts val="0"/>
              </a:spcBef>
              <a:spcAft>
                <a:spcPts val="0"/>
              </a:spcAft>
            </a:pPr>
            <a:r>
              <a:rPr lang="en-US" altLang="zh-CN" sz="1600">
                <a:latin typeface="汉仪文黑-55简" panose="00020600040101010101" charset="-122"/>
                <a:ea typeface="汉仪文黑-55简" panose="00020600040101010101" charset="-122"/>
                <a:cs typeface="汉仪文黑-55简" panose="00020600040101010101" charset="-122"/>
              </a:rPr>
              <a:t>1</a:t>
            </a:r>
            <a:r>
              <a:rPr lang="zh-CN" altLang="en-US" sz="1600">
                <a:latin typeface="汉仪文黑-55简" panose="00020600040101010101" charset="-122"/>
                <a:ea typeface="汉仪文黑-55简" panose="00020600040101010101" charset="-122"/>
                <a:cs typeface="汉仪文黑-55简" panose="00020600040101010101" charset="-122"/>
              </a:rPr>
              <a:t>、</a:t>
            </a:r>
            <a:r>
              <a:rPr lang="en-US" altLang="zh-CN" sz="1600">
                <a:latin typeface="汉仪文黑-55简" panose="00020600040101010101" charset="-122"/>
                <a:ea typeface="汉仪文黑-55简" panose="00020600040101010101" charset="-122"/>
                <a:cs typeface="汉仪文黑-55简" panose="00020600040101010101" charset="-122"/>
              </a:rPr>
              <a:t>根据当地电视、广播等媒体提供的洪水信息，结合自己所处的位置和条件，冷静地选择最佳路线撤离，避免出现“人未走水先到”的被动局面。</a:t>
            </a:r>
            <a:endParaRPr lang="en-US" altLang="zh-CN" sz="1600">
              <a:latin typeface="汉仪文黑-55简" panose="00020600040101010101" charset="-122"/>
              <a:ea typeface="汉仪文黑-55简" panose="00020600040101010101" charset="-122"/>
              <a:cs typeface="汉仪文黑-55简" panose="00020600040101010101" charset="-122"/>
            </a:endParaRPr>
          </a:p>
          <a:p>
            <a:pPr>
              <a:lnSpc>
                <a:spcPct val="120000"/>
              </a:lnSpc>
              <a:spcBef>
                <a:spcPts val="0"/>
              </a:spcBef>
              <a:spcAft>
                <a:spcPts val="0"/>
              </a:spcAft>
            </a:pPr>
            <a:endParaRPr lang="en-US" altLang="zh-CN" sz="1600">
              <a:latin typeface="汉仪文黑-55简" panose="00020600040101010101" charset="-122"/>
              <a:ea typeface="汉仪文黑-55简" panose="00020600040101010101" charset="-122"/>
              <a:cs typeface="汉仪文黑-55简" panose="00020600040101010101" charset="-122"/>
            </a:endParaRPr>
          </a:p>
          <a:p>
            <a:pPr>
              <a:lnSpc>
                <a:spcPct val="120000"/>
              </a:lnSpc>
              <a:spcBef>
                <a:spcPts val="0"/>
              </a:spcBef>
              <a:spcAft>
                <a:spcPts val="0"/>
              </a:spcAft>
            </a:pPr>
            <a:r>
              <a:rPr lang="en-US" altLang="zh-CN" sz="1600">
                <a:latin typeface="汉仪文黑-55简" panose="00020600040101010101" charset="-122"/>
                <a:ea typeface="汉仪文黑-55简" panose="00020600040101010101" charset="-122"/>
                <a:cs typeface="汉仪文黑-55简" panose="00020600040101010101" charset="-122"/>
              </a:rPr>
              <a:t>2、认清路标，明确撤离的路线和目的地，避免因为惊慌而走错路。</a:t>
            </a:r>
            <a:endParaRPr lang="en-US" altLang="zh-CN" sz="1600">
              <a:latin typeface="汉仪文黑-55简" panose="00020600040101010101" charset="-122"/>
              <a:ea typeface="汉仪文黑-55简" panose="00020600040101010101" charset="-122"/>
              <a:cs typeface="汉仪文黑-55简" panose="00020600040101010101" charset="-122"/>
            </a:endParaRPr>
          </a:p>
          <a:p>
            <a:pPr>
              <a:lnSpc>
                <a:spcPct val="120000"/>
              </a:lnSpc>
              <a:spcBef>
                <a:spcPts val="0"/>
              </a:spcBef>
              <a:spcAft>
                <a:spcPts val="0"/>
              </a:spcAft>
            </a:pPr>
            <a:endParaRPr lang="en-US" altLang="zh-CN" sz="1600">
              <a:latin typeface="汉仪文黑-55简" panose="00020600040101010101" charset="-122"/>
              <a:ea typeface="汉仪文黑-55简" panose="00020600040101010101" charset="-122"/>
              <a:cs typeface="汉仪文黑-55简" panose="00020600040101010101" charset="-122"/>
            </a:endParaRPr>
          </a:p>
          <a:p>
            <a:pPr>
              <a:lnSpc>
                <a:spcPct val="120000"/>
              </a:lnSpc>
              <a:spcBef>
                <a:spcPts val="0"/>
              </a:spcBef>
              <a:spcAft>
                <a:spcPts val="0"/>
              </a:spcAft>
            </a:pPr>
            <a:r>
              <a:rPr lang="en-US" altLang="zh-CN" sz="1600">
                <a:latin typeface="汉仪文黑-55简" panose="00020600040101010101" charset="-122"/>
                <a:ea typeface="汉仪文黑-55简" panose="00020600040101010101" charset="-122"/>
                <a:cs typeface="汉仪文黑-55简" panose="00020600040101010101" charset="-122"/>
              </a:rPr>
              <a:t>3、自保措施：备足速食食品或蒸煮够食用几天的食品，准备足够的饮用水和日用品。扎制木排、竹排，搜集木盆、木材、大件泡沫塑料等适合漂浮的材料，加工成救生装置以备急需。 将不便携带的贵重物品作防水捆扎后埋入地下或放到高处，票款、首饰等小件贵重物品可缝在衣服内随身携带。保存好尚能使用的通讯设备。</a:t>
            </a:r>
            <a:endParaRPr lang="en-US" altLang="zh-CN" sz="1600">
              <a:latin typeface="汉仪文黑-55简" panose="00020600040101010101" charset="-122"/>
              <a:ea typeface="汉仪文黑-55简" panose="00020600040101010101" charset="-122"/>
              <a:cs typeface="汉仪文黑-55简" panose="00020600040101010101" charset="-122"/>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4127183" y="375920"/>
            <a:ext cx="3937635" cy="645160"/>
          </a:xfrm>
          <a:prstGeom prst="rect">
            <a:avLst/>
          </a:prstGeom>
          <a:noFill/>
        </p:spPr>
        <p:txBody>
          <a:bodyPr wrap="square" rtlCol="0">
            <a:spAutoFit/>
          </a:bodyPr>
          <a:p>
            <a:pPr algn="dist"/>
            <a:r>
              <a:rPr lang="zh-CN" altLang="en-US" sz="3600">
                <a:latin typeface="汉仪颜楷简" panose="00020600040101010101" charset="-122"/>
                <a:ea typeface="汉仪颜楷简" panose="00020600040101010101" charset="-122"/>
                <a:cs typeface="汉仪文黑-55简" panose="00020600040101010101" charset="-122"/>
              </a:rPr>
              <a:t>台风来临时的准备</a:t>
            </a:r>
            <a:endParaRPr lang="zh-CN" altLang="en-US" sz="3600">
              <a:latin typeface="汉仪颜楷简" panose="00020600040101010101" charset="-122"/>
              <a:ea typeface="汉仪颜楷简" panose="00020600040101010101" charset="-122"/>
              <a:cs typeface="汉仪文黑-55简" panose="00020600040101010101" charset="-122"/>
            </a:endParaRPr>
          </a:p>
        </p:txBody>
      </p:sp>
      <p:grpSp>
        <p:nvGrpSpPr>
          <p:cNvPr id="18" name="组合 17"/>
          <p:cNvGrpSpPr/>
          <p:nvPr/>
        </p:nvGrpSpPr>
        <p:grpSpPr>
          <a:xfrm>
            <a:off x="466725" y="1842770"/>
            <a:ext cx="5615305" cy="1113790"/>
            <a:chOff x="735" y="2902"/>
            <a:chExt cx="8843" cy="1754"/>
          </a:xfrm>
        </p:grpSpPr>
        <p:sp>
          <p:nvSpPr>
            <p:cNvPr id="3" name="矩形 2"/>
            <p:cNvSpPr/>
            <p:nvPr/>
          </p:nvSpPr>
          <p:spPr>
            <a:xfrm>
              <a:off x="735" y="2902"/>
              <a:ext cx="8494" cy="1754"/>
            </a:xfrm>
            <a:prstGeom prst="rect">
              <a:avLst/>
            </a:prstGeom>
            <a:solidFill>
              <a:schemeClr val="bg1"/>
            </a:solidFill>
            <a:ln>
              <a:solidFill>
                <a:srgbClr val="A8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4" name="文本框 3"/>
            <p:cNvSpPr txBox="1"/>
            <p:nvPr/>
          </p:nvSpPr>
          <p:spPr>
            <a:xfrm>
              <a:off x="1059" y="3184"/>
              <a:ext cx="7499" cy="1190"/>
            </a:xfrm>
            <a:prstGeom prst="rect">
              <a:avLst/>
            </a:prstGeom>
            <a:noFill/>
          </p:spPr>
          <p:txBody>
            <a:bodyPr wrap="square" rtlCol="0">
              <a:spAutoFit/>
            </a:bodyPr>
            <a:p>
              <a:pPr>
                <a:lnSpc>
                  <a:spcPct val="120000"/>
                </a:lnSpc>
                <a:spcBef>
                  <a:spcPts val="0"/>
                </a:spcBef>
                <a:spcAft>
                  <a:spcPts val="400"/>
                </a:spcAft>
              </a:pPr>
              <a:r>
                <a:rPr lang="en-US" altLang="zh-CN">
                  <a:cs typeface="汉仪文黑-55简" panose="00020600040101010101" charset="-122"/>
                </a:rPr>
                <a:t>尽量不要外出</a:t>
              </a:r>
              <a:r>
                <a:rPr lang="zh-CN" altLang="en-US">
                  <a:cs typeface="汉仪文黑-55简" panose="00020600040101010101" charset="-122"/>
                </a:rPr>
                <a:t>，如果在外面，千万不要在临时建筑物、广告牌、铁塔、大树等附近避风避雨。</a:t>
              </a:r>
              <a:endParaRPr lang="zh-CN" altLang="en-US">
                <a:cs typeface="汉仪文黑-55简" panose="00020600040101010101" charset="-122"/>
              </a:endParaRPr>
            </a:p>
          </p:txBody>
        </p:sp>
        <p:sp>
          <p:nvSpPr>
            <p:cNvPr id="16" name="矩形 15"/>
            <p:cNvSpPr/>
            <p:nvPr/>
          </p:nvSpPr>
          <p:spPr>
            <a:xfrm>
              <a:off x="8904" y="3360"/>
              <a:ext cx="636" cy="870"/>
            </a:xfrm>
            <a:prstGeom prst="rect">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17" name="文本框 16"/>
            <p:cNvSpPr txBox="1"/>
            <p:nvPr/>
          </p:nvSpPr>
          <p:spPr>
            <a:xfrm>
              <a:off x="8934" y="3480"/>
              <a:ext cx="645" cy="628"/>
            </a:xfrm>
            <a:prstGeom prst="rect">
              <a:avLst/>
            </a:prstGeom>
            <a:noFill/>
          </p:spPr>
          <p:txBody>
            <a:bodyPr wrap="square" rtlCol="0">
              <a:spAutoFit/>
            </a:bodyPr>
            <a:p>
              <a:pPr>
                <a:lnSpc>
                  <a:spcPct val="100000"/>
                </a:lnSpc>
                <a:spcBef>
                  <a:spcPts val="0"/>
                </a:spcBef>
                <a:spcAft>
                  <a:spcPts val="400"/>
                </a:spcAft>
              </a:pPr>
              <a:r>
                <a:rPr lang="en-US" altLang="zh-CN" sz="2000">
                  <a:solidFill>
                    <a:schemeClr val="accent4">
                      <a:lumMod val="40000"/>
                      <a:lumOff val="60000"/>
                    </a:schemeClr>
                  </a:solidFill>
                  <a:cs typeface="汉仪文黑-55简" panose="00020600040101010101" charset="-122"/>
                </a:rPr>
                <a:t>1</a:t>
              </a:r>
              <a:endParaRPr lang="en-US" altLang="zh-CN" sz="2000">
                <a:solidFill>
                  <a:schemeClr val="accent4">
                    <a:lumMod val="40000"/>
                    <a:lumOff val="60000"/>
                  </a:schemeClr>
                </a:solidFill>
                <a:cs typeface="汉仪文黑-55简" panose="00020600040101010101" charset="-122"/>
              </a:endParaRPr>
            </a:p>
          </p:txBody>
        </p:sp>
      </p:grpSp>
      <p:grpSp>
        <p:nvGrpSpPr>
          <p:cNvPr id="19" name="组合 18"/>
          <p:cNvGrpSpPr/>
          <p:nvPr/>
        </p:nvGrpSpPr>
        <p:grpSpPr>
          <a:xfrm>
            <a:off x="466725" y="3481705"/>
            <a:ext cx="5615940" cy="1113790"/>
            <a:chOff x="735" y="2902"/>
            <a:chExt cx="8844" cy="1754"/>
          </a:xfrm>
        </p:grpSpPr>
        <p:sp>
          <p:nvSpPr>
            <p:cNvPr id="20" name="矩形 19"/>
            <p:cNvSpPr/>
            <p:nvPr/>
          </p:nvSpPr>
          <p:spPr>
            <a:xfrm>
              <a:off x="735" y="2902"/>
              <a:ext cx="8494" cy="1754"/>
            </a:xfrm>
            <a:prstGeom prst="rect">
              <a:avLst/>
            </a:prstGeom>
            <a:solidFill>
              <a:schemeClr val="bg1"/>
            </a:solidFill>
            <a:ln>
              <a:solidFill>
                <a:srgbClr val="A8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21" name="文本框 20"/>
            <p:cNvSpPr txBox="1"/>
            <p:nvPr/>
          </p:nvSpPr>
          <p:spPr>
            <a:xfrm>
              <a:off x="1059" y="3184"/>
              <a:ext cx="7499" cy="1190"/>
            </a:xfrm>
            <a:prstGeom prst="rect">
              <a:avLst/>
            </a:prstGeom>
            <a:noFill/>
          </p:spPr>
          <p:txBody>
            <a:bodyPr wrap="square" rtlCol="0">
              <a:spAutoFit/>
            </a:bodyPr>
            <a:p>
              <a:pPr>
                <a:lnSpc>
                  <a:spcPct val="120000"/>
                </a:lnSpc>
                <a:spcBef>
                  <a:spcPts val="0"/>
                </a:spcBef>
                <a:spcAft>
                  <a:spcPts val="400"/>
                </a:spcAft>
              </a:pPr>
              <a:r>
                <a:rPr>
                  <a:cs typeface="汉仪文黑-55简" panose="00020600040101010101" charset="-122"/>
                </a:rPr>
                <a:t>如果开车应立即将车开到地下停车场或隐蔽处</a:t>
              </a:r>
              <a:r>
                <a:rPr lang="zh-CN">
                  <a:cs typeface="汉仪文黑-55简" panose="00020600040101010101" charset="-122"/>
                </a:rPr>
                <a:t>；</a:t>
              </a:r>
              <a:r>
                <a:rPr>
                  <a:cs typeface="汉仪文黑-55简" panose="00020600040101010101" charset="-122"/>
                </a:rPr>
                <a:t>住在帐篷里，应立即到坚固结实的房屋中避风。</a:t>
              </a:r>
              <a:endParaRPr>
                <a:cs typeface="汉仪文黑-55简" panose="00020600040101010101" charset="-122"/>
              </a:endParaRPr>
            </a:p>
          </p:txBody>
        </p:sp>
        <p:sp>
          <p:nvSpPr>
            <p:cNvPr id="22" name="矩形 21"/>
            <p:cNvSpPr/>
            <p:nvPr/>
          </p:nvSpPr>
          <p:spPr>
            <a:xfrm>
              <a:off x="8904" y="3360"/>
              <a:ext cx="636" cy="870"/>
            </a:xfrm>
            <a:prstGeom prst="rect">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23" name="文本框 22"/>
            <p:cNvSpPr txBox="1"/>
            <p:nvPr/>
          </p:nvSpPr>
          <p:spPr>
            <a:xfrm>
              <a:off x="8934" y="3480"/>
              <a:ext cx="645" cy="628"/>
            </a:xfrm>
            <a:prstGeom prst="rect">
              <a:avLst/>
            </a:prstGeom>
            <a:noFill/>
          </p:spPr>
          <p:txBody>
            <a:bodyPr wrap="square" rtlCol="0">
              <a:spAutoFit/>
            </a:bodyPr>
            <a:p>
              <a:pPr>
                <a:lnSpc>
                  <a:spcPct val="100000"/>
                </a:lnSpc>
                <a:spcBef>
                  <a:spcPts val="0"/>
                </a:spcBef>
                <a:spcAft>
                  <a:spcPts val="400"/>
                </a:spcAft>
              </a:pPr>
              <a:r>
                <a:rPr lang="en-US" altLang="zh-CN" sz="2000">
                  <a:solidFill>
                    <a:schemeClr val="accent4">
                      <a:lumMod val="40000"/>
                      <a:lumOff val="60000"/>
                    </a:schemeClr>
                  </a:solidFill>
                  <a:cs typeface="汉仪文黑-55简" panose="00020600040101010101" charset="-122"/>
                </a:rPr>
                <a:t>2</a:t>
              </a:r>
              <a:endParaRPr lang="en-US" altLang="zh-CN" sz="2000">
                <a:solidFill>
                  <a:schemeClr val="accent4">
                    <a:lumMod val="40000"/>
                    <a:lumOff val="60000"/>
                  </a:schemeClr>
                </a:solidFill>
                <a:cs typeface="汉仪文黑-55简" panose="00020600040101010101" charset="-122"/>
              </a:endParaRPr>
            </a:p>
          </p:txBody>
        </p:sp>
      </p:grpSp>
      <p:grpSp>
        <p:nvGrpSpPr>
          <p:cNvPr id="24" name="组合 23"/>
          <p:cNvGrpSpPr/>
          <p:nvPr/>
        </p:nvGrpSpPr>
        <p:grpSpPr>
          <a:xfrm>
            <a:off x="466725" y="5120640"/>
            <a:ext cx="5615940" cy="1113790"/>
            <a:chOff x="735" y="2902"/>
            <a:chExt cx="8844" cy="1754"/>
          </a:xfrm>
        </p:grpSpPr>
        <p:sp>
          <p:nvSpPr>
            <p:cNvPr id="25" name="矩形 24"/>
            <p:cNvSpPr/>
            <p:nvPr/>
          </p:nvSpPr>
          <p:spPr>
            <a:xfrm>
              <a:off x="735" y="2902"/>
              <a:ext cx="8494" cy="1754"/>
            </a:xfrm>
            <a:prstGeom prst="rect">
              <a:avLst/>
            </a:prstGeom>
            <a:solidFill>
              <a:schemeClr val="bg1"/>
            </a:solidFill>
            <a:ln>
              <a:solidFill>
                <a:srgbClr val="A8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26" name="文本框 25"/>
            <p:cNvSpPr txBox="1"/>
            <p:nvPr/>
          </p:nvSpPr>
          <p:spPr>
            <a:xfrm>
              <a:off x="1059" y="3364"/>
              <a:ext cx="7499" cy="667"/>
            </a:xfrm>
            <a:prstGeom prst="rect">
              <a:avLst/>
            </a:prstGeom>
            <a:noFill/>
          </p:spPr>
          <p:txBody>
            <a:bodyPr wrap="square" rtlCol="0">
              <a:spAutoFit/>
            </a:bodyPr>
            <a:p>
              <a:pPr>
                <a:lnSpc>
                  <a:spcPct val="120000"/>
                </a:lnSpc>
                <a:spcBef>
                  <a:spcPts val="0"/>
                </a:spcBef>
                <a:spcAft>
                  <a:spcPts val="400"/>
                </a:spcAft>
              </a:pPr>
              <a:r>
                <a:rPr>
                  <a:cs typeface="汉仪文黑-55简" panose="00020600040101010101" charset="-122"/>
                </a:rPr>
                <a:t>如果在水面上</a:t>
              </a:r>
              <a:r>
                <a:rPr lang="zh-CN">
                  <a:cs typeface="汉仪文黑-55简" panose="00020600040101010101" charset="-122"/>
                </a:rPr>
                <a:t>，如游泳，</a:t>
              </a:r>
              <a:r>
                <a:rPr>
                  <a:cs typeface="汉仪文黑-55简" panose="00020600040101010101" charset="-122"/>
                </a:rPr>
                <a:t>应立即上岸避风避雨。</a:t>
              </a:r>
              <a:endParaRPr>
                <a:cs typeface="汉仪文黑-55简" panose="00020600040101010101" charset="-122"/>
              </a:endParaRPr>
            </a:p>
          </p:txBody>
        </p:sp>
        <p:sp>
          <p:nvSpPr>
            <p:cNvPr id="27" name="矩形 26"/>
            <p:cNvSpPr/>
            <p:nvPr/>
          </p:nvSpPr>
          <p:spPr>
            <a:xfrm>
              <a:off x="8904" y="3360"/>
              <a:ext cx="636" cy="870"/>
            </a:xfrm>
            <a:prstGeom prst="rect">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28" name="文本框 27"/>
            <p:cNvSpPr txBox="1"/>
            <p:nvPr/>
          </p:nvSpPr>
          <p:spPr>
            <a:xfrm>
              <a:off x="8934" y="3480"/>
              <a:ext cx="645" cy="628"/>
            </a:xfrm>
            <a:prstGeom prst="rect">
              <a:avLst/>
            </a:prstGeom>
            <a:noFill/>
          </p:spPr>
          <p:txBody>
            <a:bodyPr wrap="square" rtlCol="0">
              <a:spAutoFit/>
            </a:bodyPr>
            <a:p>
              <a:pPr>
                <a:lnSpc>
                  <a:spcPct val="100000"/>
                </a:lnSpc>
                <a:spcBef>
                  <a:spcPts val="0"/>
                </a:spcBef>
                <a:spcAft>
                  <a:spcPts val="400"/>
                </a:spcAft>
              </a:pPr>
              <a:r>
                <a:rPr lang="en-US" altLang="zh-CN" sz="2000">
                  <a:solidFill>
                    <a:schemeClr val="accent4">
                      <a:lumMod val="40000"/>
                      <a:lumOff val="60000"/>
                    </a:schemeClr>
                  </a:solidFill>
                  <a:cs typeface="汉仪文黑-55简" panose="00020600040101010101" charset="-122"/>
                </a:rPr>
                <a:t>3</a:t>
              </a:r>
              <a:endParaRPr lang="en-US" altLang="zh-CN" sz="2000">
                <a:solidFill>
                  <a:schemeClr val="accent4">
                    <a:lumMod val="40000"/>
                    <a:lumOff val="60000"/>
                  </a:schemeClr>
                </a:solidFill>
                <a:cs typeface="汉仪文黑-55简" panose="00020600040101010101" charset="-122"/>
              </a:endParaRPr>
            </a:p>
          </p:txBody>
        </p:sp>
      </p:grpSp>
      <p:pic>
        <p:nvPicPr>
          <p:cNvPr id="45" name="图片 44" descr="32479"/>
          <p:cNvPicPr>
            <a:picLocks noChangeAspect="1"/>
          </p:cNvPicPr>
          <p:nvPr/>
        </p:nvPicPr>
        <p:blipFill>
          <a:blip r:embed="rId1"/>
          <a:srcRect r="36523"/>
          <a:stretch>
            <a:fillRect/>
          </a:stretch>
        </p:blipFill>
        <p:spPr>
          <a:xfrm>
            <a:off x="6725920" y="1675130"/>
            <a:ext cx="4999355" cy="4726940"/>
          </a:xfrm>
          <a:prstGeom prst="rect">
            <a:avLst/>
          </a:prstGeom>
        </p:spPr>
      </p:pic>
    </p:spTree>
    <p:custDataLst>
      <p:tags r:id="rId2"/>
    </p:custData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8" name="组合 17"/>
          <p:cNvGrpSpPr/>
          <p:nvPr/>
        </p:nvGrpSpPr>
        <p:grpSpPr>
          <a:xfrm flipH="1">
            <a:off x="6101080" y="1842770"/>
            <a:ext cx="5591175" cy="1113790"/>
            <a:chOff x="735" y="2902"/>
            <a:chExt cx="8805" cy="1754"/>
          </a:xfrm>
        </p:grpSpPr>
        <p:sp>
          <p:nvSpPr>
            <p:cNvPr id="3" name="矩形 2"/>
            <p:cNvSpPr/>
            <p:nvPr/>
          </p:nvSpPr>
          <p:spPr>
            <a:xfrm>
              <a:off x="735" y="2902"/>
              <a:ext cx="8494" cy="1754"/>
            </a:xfrm>
            <a:prstGeom prst="rect">
              <a:avLst/>
            </a:prstGeom>
            <a:solidFill>
              <a:schemeClr val="bg1"/>
            </a:solidFill>
            <a:ln>
              <a:solidFill>
                <a:srgbClr val="A8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4" name="文本框 3"/>
            <p:cNvSpPr txBox="1"/>
            <p:nvPr/>
          </p:nvSpPr>
          <p:spPr>
            <a:xfrm>
              <a:off x="1059" y="3184"/>
              <a:ext cx="7499" cy="1190"/>
            </a:xfrm>
            <a:prstGeom prst="rect">
              <a:avLst/>
            </a:prstGeom>
            <a:noFill/>
          </p:spPr>
          <p:txBody>
            <a:bodyPr wrap="square" rtlCol="0">
              <a:spAutoFit/>
            </a:bodyPr>
            <a:p>
              <a:pPr>
                <a:lnSpc>
                  <a:spcPct val="120000"/>
                </a:lnSpc>
                <a:spcBef>
                  <a:spcPts val="0"/>
                </a:spcBef>
                <a:spcAft>
                  <a:spcPts val="400"/>
                </a:spcAft>
              </a:pPr>
              <a:r>
                <a:rPr>
                  <a:cs typeface="汉仪文黑-55简" panose="00020600040101010101" charset="-122"/>
                </a:rPr>
                <a:t>如在结实的房屋里，应小心关好窗户，在窗玻璃上用胶布贴成“米”字图形，以防玻璃破碎。</a:t>
              </a:r>
              <a:endParaRPr>
                <a:cs typeface="汉仪文黑-55简" panose="00020600040101010101" charset="-122"/>
              </a:endParaRPr>
            </a:p>
          </p:txBody>
        </p:sp>
        <p:sp>
          <p:nvSpPr>
            <p:cNvPr id="16" name="矩形 15"/>
            <p:cNvSpPr/>
            <p:nvPr/>
          </p:nvSpPr>
          <p:spPr>
            <a:xfrm>
              <a:off x="8904" y="3360"/>
              <a:ext cx="636" cy="870"/>
            </a:xfrm>
            <a:prstGeom prst="rect">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17" name="文本框 16"/>
            <p:cNvSpPr txBox="1"/>
            <p:nvPr/>
          </p:nvSpPr>
          <p:spPr>
            <a:xfrm>
              <a:off x="8874" y="3480"/>
              <a:ext cx="645" cy="628"/>
            </a:xfrm>
            <a:prstGeom prst="rect">
              <a:avLst/>
            </a:prstGeom>
            <a:noFill/>
          </p:spPr>
          <p:txBody>
            <a:bodyPr wrap="square" rtlCol="0">
              <a:spAutoFit/>
            </a:bodyPr>
            <a:p>
              <a:pPr>
                <a:lnSpc>
                  <a:spcPct val="100000"/>
                </a:lnSpc>
                <a:spcBef>
                  <a:spcPts val="0"/>
                </a:spcBef>
                <a:spcAft>
                  <a:spcPts val="400"/>
                </a:spcAft>
              </a:pPr>
              <a:r>
                <a:rPr lang="en-US" altLang="zh-CN" sz="2000">
                  <a:solidFill>
                    <a:schemeClr val="accent4">
                      <a:lumMod val="40000"/>
                      <a:lumOff val="60000"/>
                    </a:schemeClr>
                  </a:solidFill>
                  <a:cs typeface="汉仪文黑-55简" panose="00020600040101010101" charset="-122"/>
                </a:rPr>
                <a:t>4</a:t>
              </a:r>
              <a:endParaRPr lang="en-US" altLang="zh-CN" sz="2000">
                <a:solidFill>
                  <a:schemeClr val="accent4">
                    <a:lumMod val="40000"/>
                    <a:lumOff val="60000"/>
                  </a:schemeClr>
                </a:solidFill>
                <a:cs typeface="汉仪文黑-55简" panose="00020600040101010101" charset="-122"/>
              </a:endParaRPr>
            </a:p>
          </p:txBody>
        </p:sp>
      </p:grpSp>
      <p:grpSp>
        <p:nvGrpSpPr>
          <p:cNvPr id="19" name="组合 18"/>
          <p:cNvGrpSpPr/>
          <p:nvPr/>
        </p:nvGrpSpPr>
        <p:grpSpPr>
          <a:xfrm flipH="1">
            <a:off x="6101715" y="3481705"/>
            <a:ext cx="5591175" cy="1113790"/>
            <a:chOff x="735" y="2902"/>
            <a:chExt cx="8805" cy="1754"/>
          </a:xfrm>
        </p:grpSpPr>
        <p:sp>
          <p:nvSpPr>
            <p:cNvPr id="20" name="矩形 19"/>
            <p:cNvSpPr/>
            <p:nvPr/>
          </p:nvSpPr>
          <p:spPr>
            <a:xfrm>
              <a:off x="735" y="2902"/>
              <a:ext cx="8494" cy="1754"/>
            </a:xfrm>
            <a:prstGeom prst="rect">
              <a:avLst/>
            </a:prstGeom>
            <a:solidFill>
              <a:schemeClr val="bg1"/>
            </a:solidFill>
            <a:ln>
              <a:solidFill>
                <a:srgbClr val="A8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21" name="文本框 20"/>
            <p:cNvSpPr txBox="1"/>
            <p:nvPr/>
          </p:nvSpPr>
          <p:spPr>
            <a:xfrm>
              <a:off x="1060" y="3305"/>
              <a:ext cx="7499" cy="667"/>
            </a:xfrm>
            <a:prstGeom prst="rect">
              <a:avLst/>
            </a:prstGeom>
            <a:noFill/>
          </p:spPr>
          <p:txBody>
            <a:bodyPr wrap="square" rtlCol="0">
              <a:spAutoFit/>
            </a:bodyPr>
            <a:p>
              <a:pPr>
                <a:lnSpc>
                  <a:spcPct val="120000"/>
                </a:lnSpc>
                <a:spcBef>
                  <a:spcPts val="0"/>
                </a:spcBef>
                <a:spcAft>
                  <a:spcPts val="400"/>
                </a:spcAft>
              </a:pPr>
              <a:r>
                <a:rPr>
                  <a:cs typeface="汉仪文黑-55简" panose="00020600040101010101" charset="-122"/>
                </a:rPr>
                <a:t>如台风加上打雷，则要采取防雷措施。</a:t>
              </a:r>
              <a:endParaRPr>
                <a:cs typeface="汉仪文黑-55简" panose="00020600040101010101" charset="-122"/>
              </a:endParaRPr>
            </a:p>
          </p:txBody>
        </p:sp>
        <p:sp>
          <p:nvSpPr>
            <p:cNvPr id="22" name="矩形 21"/>
            <p:cNvSpPr/>
            <p:nvPr/>
          </p:nvSpPr>
          <p:spPr>
            <a:xfrm>
              <a:off x="8904" y="3360"/>
              <a:ext cx="636" cy="870"/>
            </a:xfrm>
            <a:prstGeom prst="rect">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23" name="文本框 22"/>
            <p:cNvSpPr txBox="1"/>
            <p:nvPr/>
          </p:nvSpPr>
          <p:spPr>
            <a:xfrm>
              <a:off x="8874" y="3480"/>
              <a:ext cx="645" cy="628"/>
            </a:xfrm>
            <a:prstGeom prst="rect">
              <a:avLst/>
            </a:prstGeom>
            <a:noFill/>
          </p:spPr>
          <p:txBody>
            <a:bodyPr wrap="square" rtlCol="0">
              <a:spAutoFit/>
            </a:bodyPr>
            <a:p>
              <a:pPr>
                <a:lnSpc>
                  <a:spcPct val="100000"/>
                </a:lnSpc>
                <a:spcBef>
                  <a:spcPts val="0"/>
                </a:spcBef>
                <a:spcAft>
                  <a:spcPts val="400"/>
                </a:spcAft>
              </a:pPr>
              <a:r>
                <a:rPr lang="en-US" altLang="zh-CN" sz="2000">
                  <a:solidFill>
                    <a:schemeClr val="accent4">
                      <a:lumMod val="40000"/>
                      <a:lumOff val="60000"/>
                    </a:schemeClr>
                  </a:solidFill>
                  <a:cs typeface="汉仪文黑-55简" panose="00020600040101010101" charset="-122"/>
                </a:rPr>
                <a:t>5</a:t>
              </a:r>
              <a:endParaRPr lang="en-US" altLang="zh-CN" sz="2000">
                <a:solidFill>
                  <a:schemeClr val="accent4">
                    <a:lumMod val="40000"/>
                    <a:lumOff val="60000"/>
                  </a:schemeClr>
                </a:solidFill>
                <a:cs typeface="汉仪文黑-55简" panose="00020600040101010101" charset="-122"/>
              </a:endParaRPr>
            </a:p>
          </p:txBody>
        </p:sp>
      </p:grpSp>
      <p:grpSp>
        <p:nvGrpSpPr>
          <p:cNvPr id="24" name="组合 23"/>
          <p:cNvGrpSpPr/>
          <p:nvPr/>
        </p:nvGrpSpPr>
        <p:grpSpPr>
          <a:xfrm flipH="1">
            <a:off x="6101715" y="5120640"/>
            <a:ext cx="5591175" cy="1113790"/>
            <a:chOff x="735" y="2902"/>
            <a:chExt cx="8805" cy="1754"/>
          </a:xfrm>
        </p:grpSpPr>
        <p:sp>
          <p:nvSpPr>
            <p:cNvPr id="25" name="矩形 24"/>
            <p:cNvSpPr/>
            <p:nvPr/>
          </p:nvSpPr>
          <p:spPr>
            <a:xfrm>
              <a:off x="735" y="2902"/>
              <a:ext cx="8494" cy="1754"/>
            </a:xfrm>
            <a:prstGeom prst="rect">
              <a:avLst/>
            </a:prstGeom>
            <a:solidFill>
              <a:schemeClr val="bg1"/>
            </a:solidFill>
            <a:ln>
              <a:solidFill>
                <a:srgbClr val="A8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26" name="文本框 25"/>
            <p:cNvSpPr txBox="1"/>
            <p:nvPr/>
          </p:nvSpPr>
          <p:spPr>
            <a:xfrm>
              <a:off x="1060" y="3328"/>
              <a:ext cx="7499" cy="1190"/>
            </a:xfrm>
            <a:prstGeom prst="rect">
              <a:avLst/>
            </a:prstGeom>
            <a:noFill/>
          </p:spPr>
          <p:txBody>
            <a:bodyPr wrap="square" rtlCol="0">
              <a:spAutoFit/>
            </a:bodyPr>
            <a:p>
              <a:pPr>
                <a:lnSpc>
                  <a:spcPct val="120000"/>
                </a:lnSpc>
                <a:spcBef>
                  <a:spcPts val="0"/>
                </a:spcBef>
                <a:spcAft>
                  <a:spcPts val="400"/>
                </a:spcAft>
              </a:pPr>
              <a:r>
                <a:rPr>
                  <a:cs typeface="汉仪文黑-55简" panose="00020600040101010101" charset="-122"/>
                </a:rPr>
                <a:t>台风过后需要注意环境卫生，注意食物、水的安全。</a:t>
              </a:r>
              <a:endParaRPr>
                <a:cs typeface="汉仪文黑-55简" panose="00020600040101010101" charset="-122"/>
              </a:endParaRPr>
            </a:p>
          </p:txBody>
        </p:sp>
        <p:sp>
          <p:nvSpPr>
            <p:cNvPr id="27" name="矩形 26"/>
            <p:cNvSpPr/>
            <p:nvPr/>
          </p:nvSpPr>
          <p:spPr>
            <a:xfrm>
              <a:off x="8904" y="3360"/>
              <a:ext cx="636" cy="870"/>
            </a:xfrm>
            <a:prstGeom prst="rect">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28" name="文本框 27"/>
            <p:cNvSpPr txBox="1"/>
            <p:nvPr/>
          </p:nvSpPr>
          <p:spPr>
            <a:xfrm>
              <a:off x="8874" y="3480"/>
              <a:ext cx="645" cy="628"/>
            </a:xfrm>
            <a:prstGeom prst="rect">
              <a:avLst/>
            </a:prstGeom>
            <a:noFill/>
          </p:spPr>
          <p:txBody>
            <a:bodyPr wrap="square" rtlCol="0">
              <a:spAutoFit/>
            </a:bodyPr>
            <a:p>
              <a:pPr>
                <a:lnSpc>
                  <a:spcPct val="100000"/>
                </a:lnSpc>
                <a:spcBef>
                  <a:spcPts val="0"/>
                </a:spcBef>
                <a:spcAft>
                  <a:spcPts val="400"/>
                </a:spcAft>
              </a:pPr>
              <a:r>
                <a:rPr lang="en-US" altLang="zh-CN" sz="2000">
                  <a:solidFill>
                    <a:schemeClr val="accent4">
                      <a:lumMod val="40000"/>
                      <a:lumOff val="60000"/>
                    </a:schemeClr>
                  </a:solidFill>
                  <a:cs typeface="汉仪文黑-55简" panose="00020600040101010101" charset="-122"/>
                </a:rPr>
                <a:t>6</a:t>
              </a:r>
              <a:endParaRPr lang="en-US" altLang="zh-CN" sz="2000">
                <a:solidFill>
                  <a:schemeClr val="accent4">
                    <a:lumMod val="40000"/>
                    <a:lumOff val="60000"/>
                  </a:schemeClr>
                </a:solidFill>
                <a:cs typeface="汉仪文黑-55简" panose="00020600040101010101" charset="-122"/>
              </a:endParaRPr>
            </a:p>
          </p:txBody>
        </p:sp>
      </p:grpSp>
      <p:sp>
        <p:nvSpPr>
          <p:cNvPr id="5" name="文本框 4"/>
          <p:cNvSpPr txBox="1"/>
          <p:nvPr/>
        </p:nvSpPr>
        <p:spPr>
          <a:xfrm>
            <a:off x="4127183" y="375920"/>
            <a:ext cx="3937635" cy="645160"/>
          </a:xfrm>
          <a:prstGeom prst="rect">
            <a:avLst/>
          </a:prstGeom>
          <a:noFill/>
        </p:spPr>
        <p:txBody>
          <a:bodyPr wrap="square" rtlCol="0">
            <a:spAutoFit/>
          </a:bodyPr>
          <a:p>
            <a:pPr algn="dist"/>
            <a:r>
              <a:rPr lang="zh-CN" altLang="en-US" sz="3600">
                <a:latin typeface="汉仪颜楷简" panose="00020600040101010101" charset="-122"/>
                <a:ea typeface="汉仪颜楷简" panose="00020600040101010101" charset="-122"/>
                <a:cs typeface="汉仪文黑-55简" panose="00020600040101010101" charset="-122"/>
              </a:rPr>
              <a:t>台风来临时的准备</a:t>
            </a:r>
            <a:endParaRPr lang="zh-CN" altLang="en-US" sz="3600">
              <a:latin typeface="汉仪颜楷简" panose="00020600040101010101" charset="-122"/>
              <a:ea typeface="汉仪颜楷简" panose="00020600040101010101" charset="-122"/>
              <a:cs typeface="汉仪文黑-55简" panose="00020600040101010101" charset="-122"/>
            </a:endParaRPr>
          </a:p>
        </p:txBody>
      </p:sp>
      <p:pic>
        <p:nvPicPr>
          <p:cNvPr id="6" name="图片 5" descr="bad-weather-city-funny-flat-composition-with-people-blown-off-their-feet-by-storm_1284-53820.webp"/>
          <p:cNvPicPr>
            <a:picLocks noChangeAspect="1"/>
          </p:cNvPicPr>
          <p:nvPr/>
        </p:nvPicPr>
        <p:blipFill>
          <a:blip r:embed="rId1"/>
          <a:srcRect l="4750" r="49625" b="22083"/>
          <a:stretch>
            <a:fillRect/>
          </a:stretch>
        </p:blipFill>
        <p:spPr>
          <a:xfrm>
            <a:off x="466725" y="1750060"/>
            <a:ext cx="4525010" cy="4636770"/>
          </a:xfrm>
          <a:prstGeom prst="rect">
            <a:avLst/>
          </a:prstGeom>
        </p:spPr>
      </p:pic>
    </p:spTree>
    <p:custDataLst>
      <p:tags r:id="rId2"/>
    </p:custData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1500823" y="1766570"/>
            <a:ext cx="9190355" cy="1245235"/>
          </a:xfrm>
          <a:prstGeom prst="rect">
            <a:avLst/>
          </a:prstGeom>
          <a:noFill/>
        </p:spPr>
        <p:txBody>
          <a:bodyPr wrap="square" rtlCol="0">
            <a:spAutoFit/>
          </a:bodyPr>
          <a:p>
            <a:pPr algn="dist"/>
            <a:r>
              <a:rPr lang="zh-CN" altLang="en-US" sz="7500">
                <a:solidFill>
                  <a:schemeClr val="accent4">
                    <a:lumMod val="60000"/>
                    <a:lumOff val="40000"/>
                  </a:schemeClr>
                </a:solidFill>
                <a:latin typeface="汉仪颜楷简" panose="00020600040101010101" charset="-122"/>
                <a:ea typeface="汉仪颜楷简" panose="00020600040101010101" charset="-122"/>
                <a:cs typeface="汉仪文黑-55简" panose="00020600040101010101" charset="-122"/>
              </a:rPr>
              <a:t>沙尘暴泥石流篇</a:t>
            </a:r>
            <a:endParaRPr lang="zh-CN" altLang="en-US" sz="7500">
              <a:solidFill>
                <a:schemeClr val="accent4">
                  <a:lumMod val="60000"/>
                  <a:lumOff val="40000"/>
                </a:schemeClr>
              </a:solidFill>
              <a:latin typeface="汉仪颜楷简" panose="00020600040101010101" charset="-122"/>
              <a:ea typeface="汉仪颜楷简" panose="00020600040101010101" charset="-122"/>
              <a:cs typeface="汉仪文黑-55简" panose="00020600040101010101" charset="-122"/>
            </a:endParaRPr>
          </a:p>
        </p:txBody>
      </p:sp>
      <p:pic>
        <p:nvPicPr>
          <p:cNvPr id="21" name="图片 20" descr="32313538313137343b32303238393936333bb0aed0c4"/>
          <p:cNvPicPr>
            <a:picLocks noChangeAspect="1"/>
          </p:cNvPicPr>
          <p:nvPr/>
        </p:nvPicPr>
        <p:blipFill>
          <a:blip r:embed="rId1"/>
          <a:stretch>
            <a:fillRect/>
          </a:stretch>
        </p:blipFill>
        <p:spPr>
          <a:xfrm>
            <a:off x="5881370" y="898525"/>
            <a:ext cx="429260" cy="429260"/>
          </a:xfrm>
          <a:prstGeom prst="rect">
            <a:avLst/>
          </a:prstGeom>
        </p:spPr>
      </p:pic>
      <p:cxnSp>
        <p:nvCxnSpPr>
          <p:cNvPr id="22" name="直接连接符 21"/>
          <p:cNvCxnSpPr/>
          <p:nvPr/>
        </p:nvCxnSpPr>
        <p:spPr>
          <a:xfrm>
            <a:off x="2755265" y="1156970"/>
            <a:ext cx="819150" cy="0"/>
          </a:xfrm>
          <a:prstGeom prst="line">
            <a:avLst/>
          </a:prstGeom>
          <a:ln>
            <a:gradFill>
              <a:gsLst>
                <a:gs pos="0">
                  <a:schemeClr val="accent4">
                    <a:lumMod val="40000"/>
                    <a:lumOff val="60000"/>
                    <a:alpha val="0"/>
                  </a:schemeClr>
                </a:gs>
                <a:gs pos="100000">
                  <a:schemeClr val="accent4">
                    <a:lumMod val="40000"/>
                    <a:lumOff val="60000"/>
                  </a:schemeClr>
                </a:gs>
              </a:gsLst>
              <a:lin ang="0" scaled="1"/>
            </a:gra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8617585" y="1165860"/>
            <a:ext cx="819150" cy="0"/>
          </a:xfrm>
          <a:prstGeom prst="line">
            <a:avLst/>
          </a:prstGeom>
          <a:ln>
            <a:gradFill>
              <a:gsLst>
                <a:gs pos="0">
                  <a:schemeClr val="accent4">
                    <a:lumMod val="40000"/>
                    <a:lumOff val="60000"/>
                    <a:alpha val="0"/>
                  </a:schemeClr>
                </a:gs>
                <a:gs pos="100000">
                  <a:schemeClr val="accent4">
                    <a:lumMod val="40000"/>
                    <a:lumOff val="60000"/>
                  </a:schemeClr>
                </a:gs>
              </a:gsLst>
              <a:lin ang="0" scaled="1"/>
            </a:gra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3580765" y="880745"/>
            <a:ext cx="5030470" cy="398780"/>
          </a:xfrm>
          <a:prstGeom prst="rect">
            <a:avLst/>
          </a:prstGeom>
          <a:noFill/>
        </p:spPr>
        <p:txBody>
          <a:bodyPr wrap="square" rtlCol="0">
            <a:spAutoFit/>
          </a:bodyPr>
          <a:p>
            <a:pPr algn="dist"/>
            <a:r>
              <a:rPr lang="zh-CN" altLang="en-US" sz="2000">
                <a:solidFill>
                  <a:schemeClr val="accent4">
                    <a:lumMod val="60000"/>
                    <a:lumOff val="40000"/>
                  </a:schemeClr>
                </a:solidFill>
                <a:latin typeface="汉仪文黑-55简" panose="00020600040101010101" charset="-122"/>
                <a:ea typeface="汉仪文黑-55简" panose="00020600040101010101" charset="-122"/>
                <a:cs typeface="汉仪文黑-55简" panose="00020600040101010101" charset="-122"/>
              </a:rPr>
              <a:t>防范灾害风险</a:t>
            </a:r>
            <a:r>
              <a:rPr lang="en-US" altLang="zh-CN" sz="2000">
                <a:solidFill>
                  <a:schemeClr val="accent4">
                    <a:lumMod val="60000"/>
                    <a:lumOff val="40000"/>
                  </a:schemeClr>
                </a:solidFill>
                <a:latin typeface="汉仪文黑-55简" panose="00020600040101010101" charset="-122"/>
                <a:ea typeface="汉仪文黑-55简" panose="00020600040101010101" charset="-122"/>
                <a:cs typeface="汉仪文黑-55简" panose="00020600040101010101" charset="-122"/>
              </a:rPr>
              <a:t>       </a:t>
            </a:r>
            <a:r>
              <a:rPr lang="zh-CN" altLang="en-US" sz="2000">
                <a:solidFill>
                  <a:schemeClr val="accent4">
                    <a:lumMod val="60000"/>
                    <a:lumOff val="40000"/>
                  </a:schemeClr>
                </a:solidFill>
                <a:latin typeface="汉仪文黑-55简" panose="00020600040101010101" charset="-122"/>
                <a:ea typeface="汉仪文黑-55简" panose="00020600040101010101" charset="-122"/>
                <a:cs typeface="汉仪文黑-55简" panose="00020600040101010101" charset="-122"/>
              </a:rPr>
              <a:t>护航高质量发展</a:t>
            </a:r>
            <a:endParaRPr lang="zh-CN" altLang="en-US" sz="2000">
              <a:solidFill>
                <a:schemeClr val="accent4">
                  <a:lumMod val="60000"/>
                  <a:lumOff val="40000"/>
                </a:schemeClr>
              </a:solidFill>
              <a:latin typeface="汉仪文黑-55简" panose="00020600040101010101" charset="-122"/>
              <a:ea typeface="汉仪文黑-55简" panose="00020600040101010101" charset="-122"/>
              <a:cs typeface="汉仪文黑-55简" panose="00020600040101010101" charset="-122"/>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4127183" y="375920"/>
            <a:ext cx="3937635" cy="645160"/>
          </a:xfrm>
          <a:prstGeom prst="rect">
            <a:avLst/>
          </a:prstGeom>
          <a:noFill/>
        </p:spPr>
        <p:txBody>
          <a:bodyPr wrap="square" rtlCol="0">
            <a:spAutoFit/>
          </a:bodyPr>
          <a:p>
            <a:pPr algn="dist"/>
            <a:r>
              <a:rPr lang="zh-CN" altLang="en-US" sz="3600">
                <a:latin typeface="汉仪颜楷简" panose="00020600040101010101" charset="-122"/>
                <a:ea typeface="汉仪颜楷简" panose="00020600040101010101" charset="-122"/>
                <a:cs typeface="汉仪文黑-55简" panose="00020600040101010101" charset="-122"/>
              </a:rPr>
              <a:t>发生沙尘暴怎么做</a:t>
            </a:r>
            <a:endParaRPr lang="zh-CN" altLang="en-US" sz="3600">
              <a:latin typeface="汉仪颜楷简" panose="00020600040101010101" charset="-122"/>
              <a:ea typeface="汉仪颜楷简" panose="00020600040101010101" charset="-122"/>
              <a:cs typeface="汉仪文黑-55简" panose="00020600040101010101" charset="-122"/>
            </a:endParaRPr>
          </a:p>
        </p:txBody>
      </p:sp>
      <p:sp>
        <p:nvSpPr>
          <p:cNvPr id="2" name="文本框 1"/>
          <p:cNvSpPr txBox="1"/>
          <p:nvPr/>
        </p:nvSpPr>
        <p:spPr>
          <a:xfrm>
            <a:off x="858520" y="5273040"/>
            <a:ext cx="2484755" cy="1087755"/>
          </a:xfrm>
          <a:prstGeom prst="rect">
            <a:avLst/>
          </a:prstGeom>
          <a:noFill/>
        </p:spPr>
        <p:txBody>
          <a:bodyPr wrap="square" rtlCol="0">
            <a:spAutoFit/>
          </a:bodyPr>
          <a:p>
            <a:pPr>
              <a:lnSpc>
                <a:spcPct val="120000"/>
              </a:lnSpc>
              <a:spcBef>
                <a:spcPts val="0"/>
              </a:spcBef>
              <a:spcAft>
                <a:spcPts val="400"/>
              </a:spcAft>
            </a:pPr>
            <a:r>
              <a:rPr lang="en-US" altLang="zh-CN">
                <a:cs typeface="汉仪文黑-55简" panose="00020600040101010101" charset="-122"/>
              </a:rPr>
              <a:t>使用防尘，滤尘面罩，戴眼镜，穿戴防尘的手套，鞋袜以保护皮肤。</a:t>
            </a:r>
            <a:endParaRPr lang="en-US" altLang="zh-CN">
              <a:cs typeface="汉仪文黑-55简" panose="00020600040101010101" charset="-122"/>
            </a:endParaRPr>
          </a:p>
        </p:txBody>
      </p:sp>
      <p:sp>
        <p:nvSpPr>
          <p:cNvPr id="8" name="文本框 7"/>
          <p:cNvSpPr txBox="1"/>
          <p:nvPr/>
        </p:nvSpPr>
        <p:spPr>
          <a:xfrm>
            <a:off x="4907280" y="5273040"/>
            <a:ext cx="2484755" cy="1087755"/>
          </a:xfrm>
          <a:prstGeom prst="rect">
            <a:avLst/>
          </a:prstGeom>
          <a:noFill/>
        </p:spPr>
        <p:txBody>
          <a:bodyPr wrap="square" rtlCol="0">
            <a:spAutoFit/>
          </a:bodyPr>
          <a:p>
            <a:pPr>
              <a:lnSpc>
                <a:spcPct val="120000"/>
              </a:lnSpc>
              <a:spcBef>
                <a:spcPts val="0"/>
              </a:spcBef>
              <a:spcAft>
                <a:spcPts val="400"/>
              </a:spcAft>
            </a:pPr>
            <a:r>
              <a:rPr lang="en-US" altLang="zh-CN">
                <a:cs typeface="汉仪文黑-55简" panose="00020600040101010101" charset="-122"/>
              </a:rPr>
              <a:t>及时关闭门窗</a:t>
            </a:r>
            <a:r>
              <a:rPr lang="zh-CN" altLang="en-US">
                <a:cs typeface="汉仪文黑-55简" panose="00020600040101010101" charset="-122"/>
              </a:rPr>
              <a:t>；勤洗手脸，减少外出机会；多饮水</a:t>
            </a:r>
            <a:r>
              <a:rPr lang="en-US" altLang="zh-CN">
                <a:cs typeface="汉仪文黑-55简" panose="00020600040101010101" charset="-122"/>
              </a:rPr>
              <a:t>。</a:t>
            </a:r>
            <a:endParaRPr lang="en-US" altLang="zh-CN">
              <a:cs typeface="汉仪文黑-55简" panose="00020600040101010101" charset="-122"/>
            </a:endParaRPr>
          </a:p>
        </p:txBody>
      </p:sp>
      <p:sp>
        <p:nvSpPr>
          <p:cNvPr id="12" name="文本框 11"/>
          <p:cNvSpPr txBox="1"/>
          <p:nvPr/>
        </p:nvSpPr>
        <p:spPr>
          <a:xfrm>
            <a:off x="8956040" y="5273040"/>
            <a:ext cx="2484755" cy="1087755"/>
          </a:xfrm>
          <a:prstGeom prst="rect">
            <a:avLst/>
          </a:prstGeom>
          <a:noFill/>
        </p:spPr>
        <p:txBody>
          <a:bodyPr wrap="square" rtlCol="0">
            <a:spAutoFit/>
          </a:bodyPr>
          <a:p>
            <a:pPr>
              <a:lnSpc>
                <a:spcPct val="120000"/>
              </a:lnSpc>
              <a:spcBef>
                <a:spcPts val="0"/>
              </a:spcBef>
              <a:spcAft>
                <a:spcPts val="400"/>
              </a:spcAft>
            </a:pPr>
            <a:r>
              <a:rPr lang="en-US" altLang="zh-CN">
                <a:cs typeface="汉仪文黑-55简" panose="00020600040101010101" charset="-122"/>
              </a:rPr>
              <a:t>发生慢性咳嗽，气短，哮喘，胸痛等症状者进口就诊</a:t>
            </a:r>
            <a:r>
              <a:rPr lang="zh-CN" altLang="en-US">
                <a:cs typeface="汉仪文黑-55简" panose="00020600040101010101" charset="-122"/>
              </a:rPr>
              <a:t>。</a:t>
            </a:r>
            <a:endParaRPr lang="zh-CN" altLang="en-US">
              <a:cs typeface="汉仪文黑-55简" panose="00020600040101010101" charset="-122"/>
            </a:endParaRPr>
          </a:p>
        </p:txBody>
      </p:sp>
      <p:pic>
        <p:nvPicPr>
          <p:cNvPr id="9" name="图片 8" descr="tornado-sand-whirlwind-dusty-twister-desert_107791-8797.webp"/>
          <p:cNvPicPr>
            <a:picLocks noChangeAspect="1"/>
          </p:cNvPicPr>
          <p:nvPr/>
        </p:nvPicPr>
        <p:blipFill>
          <a:blip r:embed="rId1"/>
          <a:srcRect r="3191" b="15003"/>
          <a:stretch>
            <a:fillRect/>
          </a:stretch>
        </p:blipFill>
        <p:spPr>
          <a:xfrm>
            <a:off x="466725" y="1663065"/>
            <a:ext cx="11268075" cy="2967990"/>
          </a:xfrm>
          <a:prstGeom prst="rect">
            <a:avLst/>
          </a:prstGeom>
        </p:spPr>
      </p:pic>
      <p:sp>
        <p:nvSpPr>
          <p:cNvPr id="16" name="椭圆 15"/>
          <p:cNvSpPr/>
          <p:nvPr/>
        </p:nvSpPr>
        <p:spPr>
          <a:xfrm>
            <a:off x="1619885" y="4117340"/>
            <a:ext cx="962025" cy="962025"/>
          </a:xfrm>
          <a:prstGeom prst="ellipse">
            <a:avLst/>
          </a:prstGeom>
          <a:solidFill>
            <a:schemeClr val="bg1"/>
          </a:solidFill>
          <a:ln>
            <a:solidFill>
              <a:srgbClr val="A8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17" name="椭圆 16"/>
          <p:cNvSpPr/>
          <p:nvPr/>
        </p:nvSpPr>
        <p:spPr>
          <a:xfrm>
            <a:off x="5615305" y="4117340"/>
            <a:ext cx="962025" cy="962025"/>
          </a:xfrm>
          <a:prstGeom prst="ellipse">
            <a:avLst/>
          </a:prstGeom>
          <a:solidFill>
            <a:schemeClr val="bg1"/>
          </a:solidFill>
          <a:ln>
            <a:solidFill>
              <a:srgbClr val="A8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18" name="椭圆 17"/>
          <p:cNvSpPr/>
          <p:nvPr/>
        </p:nvSpPr>
        <p:spPr>
          <a:xfrm>
            <a:off x="9610725" y="4117340"/>
            <a:ext cx="962025" cy="962025"/>
          </a:xfrm>
          <a:prstGeom prst="ellipse">
            <a:avLst/>
          </a:prstGeom>
          <a:solidFill>
            <a:schemeClr val="bg1"/>
          </a:solidFill>
          <a:ln>
            <a:solidFill>
              <a:srgbClr val="A8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20" name="文本框 19"/>
          <p:cNvSpPr txBox="1"/>
          <p:nvPr/>
        </p:nvSpPr>
        <p:spPr>
          <a:xfrm>
            <a:off x="1882140" y="4385945"/>
            <a:ext cx="419100" cy="460375"/>
          </a:xfrm>
          <a:prstGeom prst="rect">
            <a:avLst/>
          </a:prstGeom>
          <a:noFill/>
        </p:spPr>
        <p:txBody>
          <a:bodyPr wrap="square" rtlCol="0">
            <a:spAutoFit/>
          </a:bodyPr>
          <a:p>
            <a:pPr>
              <a:lnSpc>
                <a:spcPct val="100000"/>
              </a:lnSpc>
              <a:spcBef>
                <a:spcPts val="0"/>
              </a:spcBef>
              <a:spcAft>
                <a:spcPts val="400"/>
              </a:spcAft>
            </a:pPr>
            <a:r>
              <a:rPr lang="en-US" altLang="zh-CN" sz="2400">
                <a:cs typeface="汉仪文黑-55简" panose="00020600040101010101" charset="-122"/>
              </a:rPr>
              <a:t>1</a:t>
            </a:r>
            <a:endParaRPr lang="en-US" altLang="zh-CN" sz="2400">
              <a:cs typeface="汉仪文黑-55简" panose="00020600040101010101" charset="-122"/>
            </a:endParaRPr>
          </a:p>
        </p:txBody>
      </p:sp>
      <p:sp>
        <p:nvSpPr>
          <p:cNvPr id="21" name="文本框 20"/>
          <p:cNvSpPr txBox="1"/>
          <p:nvPr/>
        </p:nvSpPr>
        <p:spPr>
          <a:xfrm>
            <a:off x="5886450" y="4385945"/>
            <a:ext cx="419100" cy="460375"/>
          </a:xfrm>
          <a:prstGeom prst="rect">
            <a:avLst/>
          </a:prstGeom>
          <a:noFill/>
        </p:spPr>
        <p:txBody>
          <a:bodyPr wrap="square" rtlCol="0">
            <a:spAutoFit/>
          </a:bodyPr>
          <a:p>
            <a:pPr>
              <a:lnSpc>
                <a:spcPct val="100000"/>
              </a:lnSpc>
              <a:spcBef>
                <a:spcPts val="0"/>
              </a:spcBef>
              <a:spcAft>
                <a:spcPts val="400"/>
              </a:spcAft>
            </a:pPr>
            <a:r>
              <a:rPr lang="en-US" altLang="zh-CN" sz="2400">
                <a:cs typeface="汉仪文黑-55简" panose="00020600040101010101" charset="-122"/>
              </a:rPr>
              <a:t>2</a:t>
            </a:r>
            <a:endParaRPr lang="en-US" altLang="zh-CN" sz="2400">
              <a:cs typeface="汉仪文黑-55简" panose="00020600040101010101" charset="-122"/>
            </a:endParaRPr>
          </a:p>
        </p:txBody>
      </p:sp>
      <p:sp>
        <p:nvSpPr>
          <p:cNvPr id="22" name="文本框 21"/>
          <p:cNvSpPr txBox="1"/>
          <p:nvPr/>
        </p:nvSpPr>
        <p:spPr>
          <a:xfrm>
            <a:off x="9906000" y="4385945"/>
            <a:ext cx="419100" cy="460375"/>
          </a:xfrm>
          <a:prstGeom prst="rect">
            <a:avLst/>
          </a:prstGeom>
          <a:noFill/>
        </p:spPr>
        <p:txBody>
          <a:bodyPr wrap="square" rtlCol="0">
            <a:spAutoFit/>
          </a:bodyPr>
          <a:p>
            <a:pPr>
              <a:lnSpc>
                <a:spcPct val="100000"/>
              </a:lnSpc>
              <a:spcBef>
                <a:spcPts val="0"/>
              </a:spcBef>
              <a:spcAft>
                <a:spcPts val="400"/>
              </a:spcAft>
            </a:pPr>
            <a:r>
              <a:rPr lang="en-US" altLang="zh-CN" sz="2400">
                <a:cs typeface="汉仪文黑-55简" panose="00020600040101010101" charset="-122"/>
              </a:rPr>
              <a:t>3</a:t>
            </a:r>
            <a:endParaRPr lang="en-US" altLang="zh-CN" sz="2400">
              <a:cs typeface="汉仪文黑-55简" panose="00020600040101010101" charset="-122"/>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 name="图片 8" descr="10063"/>
          <p:cNvPicPr>
            <a:picLocks noChangeAspect="1"/>
          </p:cNvPicPr>
          <p:nvPr/>
        </p:nvPicPr>
        <p:blipFill>
          <a:blip r:embed="rId1"/>
          <a:srcRect l="27578" t="15007" r="32674" b="7813"/>
          <a:stretch>
            <a:fillRect/>
          </a:stretch>
        </p:blipFill>
        <p:spPr>
          <a:xfrm>
            <a:off x="4424363" y="2214246"/>
            <a:ext cx="3343275" cy="3086099"/>
          </a:xfrm>
          <a:custGeom>
            <a:avLst/>
            <a:gdLst/>
            <a:ahLst/>
            <a:cxnLst>
              <a:cxn ang="3">
                <a:pos x="hc" y="t"/>
              </a:cxn>
              <a:cxn ang="cd2">
                <a:pos x="l" y="vc"/>
              </a:cxn>
              <a:cxn ang="cd4">
                <a:pos x="hc" y="b"/>
              </a:cxn>
              <a:cxn ang="0">
                <a:pos x="r" y="vc"/>
              </a:cxn>
            </a:cxnLst>
            <a:rect l="l" t="t" r="r" b="b"/>
            <a:pathLst>
              <a:path w="5265" h="4860">
                <a:moveTo>
                  <a:pt x="1215" y="0"/>
                </a:moveTo>
                <a:lnTo>
                  <a:pt x="4050" y="0"/>
                </a:lnTo>
                <a:lnTo>
                  <a:pt x="5265" y="2430"/>
                </a:lnTo>
                <a:lnTo>
                  <a:pt x="4050" y="4860"/>
                </a:lnTo>
                <a:lnTo>
                  <a:pt x="1215" y="4860"/>
                </a:lnTo>
                <a:lnTo>
                  <a:pt x="0" y="2430"/>
                </a:lnTo>
                <a:lnTo>
                  <a:pt x="1215" y="0"/>
                </a:lnTo>
                <a:close/>
              </a:path>
            </a:pathLst>
          </a:custGeom>
        </p:spPr>
      </p:pic>
      <p:sp>
        <p:nvSpPr>
          <p:cNvPr id="5" name="文本框 4"/>
          <p:cNvSpPr txBox="1"/>
          <p:nvPr/>
        </p:nvSpPr>
        <p:spPr>
          <a:xfrm>
            <a:off x="4127183" y="375920"/>
            <a:ext cx="3937635" cy="645160"/>
          </a:xfrm>
          <a:prstGeom prst="rect">
            <a:avLst/>
          </a:prstGeom>
          <a:noFill/>
        </p:spPr>
        <p:txBody>
          <a:bodyPr wrap="square" rtlCol="0">
            <a:spAutoFit/>
          </a:bodyPr>
          <a:p>
            <a:pPr algn="dist"/>
            <a:r>
              <a:rPr lang="zh-CN" altLang="en-US" sz="3600">
                <a:latin typeface="汉仪颜楷简" panose="00020600040101010101" charset="-122"/>
                <a:ea typeface="汉仪颜楷简" panose="00020600040101010101" charset="-122"/>
                <a:cs typeface="汉仪文黑-55简" panose="00020600040101010101" charset="-122"/>
              </a:rPr>
              <a:t>发生泥石流怎么做</a:t>
            </a:r>
            <a:endParaRPr lang="zh-CN" altLang="en-US" sz="3600">
              <a:latin typeface="汉仪颜楷简" panose="00020600040101010101" charset="-122"/>
              <a:ea typeface="汉仪颜楷简" panose="00020600040101010101" charset="-122"/>
              <a:cs typeface="汉仪文黑-55简" panose="00020600040101010101" charset="-122"/>
            </a:endParaRPr>
          </a:p>
        </p:txBody>
      </p:sp>
      <p:sp>
        <p:nvSpPr>
          <p:cNvPr id="2" name="文本框 1"/>
          <p:cNvSpPr txBox="1"/>
          <p:nvPr/>
        </p:nvSpPr>
        <p:spPr>
          <a:xfrm>
            <a:off x="466725" y="1985645"/>
            <a:ext cx="3720465" cy="1419860"/>
          </a:xfrm>
          <a:prstGeom prst="rect">
            <a:avLst/>
          </a:prstGeom>
          <a:noFill/>
        </p:spPr>
        <p:txBody>
          <a:bodyPr wrap="square" rtlCol="0">
            <a:spAutoFit/>
          </a:bodyPr>
          <a:p>
            <a:pPr>
              <a:lnSpc>
                <a:spcPct val="120000"/>
              </a:lnSpc>
              <a:spcBef>
                <a:spcPts val="0"/>
              </a:spcBef>
              <a:spcAft>
                <a:spcPts val="400"/>
              </a:spcAft>
            </a:pPr>
            <a:r>
              <a:rPr lang="en-US" altLang="zh-CN">
                <a:cs typeface="汉仪文黑-55简" panose="00020600040101010101" charset="-122"/>
              </a:rPr>
              <a:t>泥石流发生时，要马上与泥石流成垂直方向向两边的山坡上面爬，爬得越高越好，跑得越快越好，绝对不能往泥石流的下游走；</a:t>
            </a:r>
            <a:endParaRPr lang="en-US" altLang="zh-CN">
              <a:cs typeface="汉仪文黑-55简" panose="00020600040101010101" charset="-122"/>
            </a:endParaRPr>
          </a:p>
        </p:txBody>
      </p:sp>
      <p:sp>
        <p:nvSpPr>
          <p:cNvPr id="4" name="文本框 3"/>
          <p:cNvSpPr txBox="1"/>
          <p:nvPr/>
        </p:nvSpPr>
        <p:spPr>
          <a:xfrm>
            <a:off x="466725" y="4023995"/>
            <a:ext cx="3720465" cy="1087755"/>
          </a:xfrm>
          <a:prstGeom prst="rect">
            <a:avLst/>
          </a:prstGeom>
          <a:noFill/>
        </p:spPr>
        <p:txBody>
          <a:bodyPr wrap="square" rtlCol="0">
            <a:spAutoFit/>
          </a:bodyPr>
          <a:p>
            <a:pPr>
              <a:lnSpc>
                <a:spcPct val="120000"/>
              </a:lnSpc>
              <a:spcBef>
                <a:spcPts val="0"/>
              </a:spcBef>
              <a:spcAft>
                <a:spcPts val="400"/>
              </a:spcAft>
            </a:pPr>
            <a:r>
              <a:rPr lang="en-US" altLang="zh-CN">
                <a:cs typeface="汉仪文黑-55简" panose="00020600040101010101" charset="-122"/>
              </a:rPr>
              <a:t>沿山谷徒步时，一旦遭遇大雨，要迅速转移到安全的高地，不要在谷底过多停留；</a:t>
            </a:r>
            <a:endParaRPr lang="en-US" altLang="zh-CN">
              <a:cs typeface="汉仪文黑-55简" panose="00020600040101010101" charset="-122"/>
            </a:endParaRPr>
          </a:p>
        </p:txBody>
      </p:sp>
      <p:sp>
        <p:nvSpPr>
          <p:cNvPr id="6" name="文本框 5"/>
          <p:cNvSpPr txBox="1"/>
          <p:nvPr/>
        </p:nvSpPr>
        <p:spPr>
          <a:xfrm>
            <a:off x="8039100" y="1985645"/>
            <a:ext cx="3653790" cy="1419860"/>
          </a:xfrm>
          <a:prstGeom prst="rect">
            <a:avLst/>
          </a:prstGeom>
          <a:noFill/>
        </p:spPr>
        <p:txBody>
          <a:bodyPr wrap="square" rtlCol="0">
            <a:spAutoFit/>
          </a:bodyPr>
          <a:p>
            <a:pPr>
              <a:lnSpc>
                <a:spcPct val="120000"/>
              </a:lnSpc>
              <a:spcBef>
                <a:spcPts val="0"/>
              </a:spcBef>
              <a:spcAft>
                <a:spcPts val="400"/>
              </a:spcAft>
            </a:pPr>
            <a:r>
              <a:rPr lang="en-US" altLang="zh-CN">
                <a:cs typeface="汉仪文黑-55简" panose="00020600040101010101" charset="-122"/>
              </a:rPr>
              <a:t>注意观察周围环境，特别留意是否听到远处山谷传来打雷般声响，如听到要高度警惕，这很可能是泥石流将至的征兆；</a:t>
            </a:r>
            <a:endParaRPr lang="en-US" altLang="zh-CN">
              <a:cs typeface="汉仪文黑-55简" panose="00020600040101010101" charset="-122"/>
            </a:endParaRPr>
          </a:p>
        </p:txBody>
      </p:sp>
      <p:sp>
        <p:nvSpPr>
          <p:cNvPr id="7" name="文本框 6"/>
          <p:cNvSpPr txBox="1"/>
          <p:nvPr/>
        </p:nvSpPr>
        <p:spPr>
          <a:xfrm>
            <a:off x="8039100" y="4023995"/>
            <a:ext cx="3653790" cy="1087755"/>
          </a:xfrm>
          <a:prstGeom prst="rect">
            <a:avLst/>
          </a:prstGeom>
          <a:noFill/>
        </p:spPr>
        <p:txBody>
          <a:bodyPr wrap="square" rtlCol="0">
            <a:spAutoFit/>
          </a:bodyPr>
          <a:p>
            <a:pPr>
              <a:lnSpc>
                <a:spcPct val="120000"/>
              </a:lnSpc>
              <a:spcBef>
                <a:spcPts val="0"/>
              </a:spcBef>
              <a:spcAft>
                <a:spcPts val="400"/>
              </a:spcAft>
            </a:pPr>
            <a:r>
              <a:rPr lang="en-US" altLang="zh-CN">
                <a:cs typeface="汉仪文黑-55简" panose="00020600040101010101" charset="-122"/>
              </a:rPr>
              <a:t>要选择平整的高地作为营地，尽可能避开有滚石和大量堆积物的山坡下面，不要在山谷和河沟底部扎营；</a:t>
            </a:r>
            <a:endParaRPr lang="en-US" altLang="zh-CN">
              <a:cs typeface="汉仪文黑-55简" panose="00020600040101010101" charset="-122"/>
            </a:endParaRPr>
          </a:p>
        </p:txBody>
      </p:sp>
      <p:sp>
        <p:nvSpPr>
          <p:cNvPr id="8" name="文本框 7"/>
          <p:cNvSpPr txBox="1"/>
          <p:nvPr/>
        </p:nvSpPr>
        <p:spPr>
          <a:xfrm>
            <a:off x="3969385" y="5621655"/>
            <a:ext cx="4253230" cy="755650"/>
          </a:xfrm>
          <a:prstGeom prst="rect">
            <a:avLst/>
          </a:prstGeom>
          <a:noFill/>
        </p:spPr>
        <p:txBody>
          <a:bodyPr wrap="square" rtlCol="0">
            <a:spAutoFit/>
          </a:bodyPr>
          <a:p>
            <a:pPr>
              <a:lnSpc>
                <a:spcPct val="120000"/>
              </a:lnSpc>
              <a:spcBef>
                <a:spcPts val="0"/>
              </a:spcBef>
              <a:spcAft>
                <a:spcPts val="400"/>
              </a:spcAft>
            </a:pPr>
            <a:r>
              <a:rPr lang="en-US" altLang="zh-CN">
                <a:cs typeface="汉仪文黑-55简" panose="00020600040101010101" charset="-122"/>
              </a:rPr>
              <a:t>一定要设法从房屋里跑出来，到开阔地带，尽可能防止被埋压。</a:t>
            </a:r>
            <a:endParaRPr lang="en-US" altLang="zh-CN">
              <a:cs typeface="汉仪文黑-55简" panose="00020600040101010101" charset="-122"/>
            </a:endParaRPr>
          </a:p>
        </p:txBody>
      </p:sp>
      <p:sp>
        <p:nvSpPr>
          <p:cNvPr id="10" name="等腰三角形 9"/>
          <p:cNvSpPr/>
          <p:nvPr/>
        </p:nvSpPr>
        <p:spPr>
          <a:xfrm rot="18120000">
            <a:off x="4430395" y="2566670"/>
            <a:ext cx="219075" cy="114300"/>
          </a:xfrm>
          <a:prstGeom prst="triangle">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11" name="等腰三角形 10"/>
          <p:cNvSpPr/>
          <p:nvPr/>
        </p:nvSpPr>
        <p:spPr>
          <a:xfrm rot="3840000">
            <a:off x="7433945" y="2566997"/>
            <a:ext cx="219075" cy="114300"/>
          </a:xfrm>
          <a:prstGeom prst="triangle">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12" name="等腰三角形 11"/>
          <p:cNvSpPr/>
          <p:nvPr/>
        </p:nvSpPr>
        <p:spPr>
          <a:xfrm rot="14640000">
            <a:off x="4414520" y="4510405"/>
            <a:ext cx="219075" cy="114300"/>
          </a:xfrm>
          <a:prstGeom prst="triangle">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13" name="等腰三角形 12"/>
          <p:cNvSpPr/>
          <p:nvPr/>
        </p:nvSpPr>
        <p:spPr>
          <a:xfrm rot="5400000" flipH="1">
            <a:off x="7559040" y="4589780"/>
            <a:ext cx="219075" cy="114300"/>
          </a:xfrm>
          <a:prstGeom prst="triangle">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14" name="等腰三角形 13"/>
          <p:cNvSpPr/>
          <p:nvPr/>
        </p:nvSpPr>
        <p:spPr>
          <a:xfrm flipV="1">
            <a:off x="6006465" y="5432425"/>
            <a:ext cx="179070" cy="108000"/>
          </a:xfrm>
          <a:prstGeom prst="triangle">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1500823" y="1766570"/>
            <a:ext cx="9190355" cy="1245235"/>
          </a:xfrm>
          <a:prstGeom prst="rect">
            <a:avLst/>
          </a:prstGeom>
          <a:noFill/>
        </p:spPr>
        <p:txBody>
          <a:bodyPr wrap="square" rtlCol="0">
            <a:spAutoFit/>
          </a:bodyPr>
          <a:p>
            <a:pPr algn="dist"/>
            <a:r>
              <a:rPr lang="zh-CN" altLang="en-US" sz="7500">
                <a:solidFill>
                  <a:schemeClr val="accent4">
                    <a:lumMod val="60000"/>
                    <a:lumOff val="40000"/>
                  </a:schemeClr>
                </a:solidFill>
                <a:latin typeface="汉仪颜楷简" panose="00020600040101010101" charset="-122"/>
                <a:ea typeface="汉仪颜楷简" panose="00020600040101010101" charset="-122"/>
                <a:cs typeface="汉仪文黑-55简" panose="00020600040101010101" charset="-122"/>
              </a:rPr>
              <a:t>防灾减灾小知识</a:t>
            </a:r>
            <a:endParaRPr lang="zh-CN" altLang="en-US" sz="7500">
              <a:solidFill>
                <a:schemeClr val="accent4">
                  <a:lumMod val="60000"/>
                  <a:lumOff val="40000"/>
                </a:schemeClr>
              </a:solidFill>
              <a:latin typeface="汉仪颜楷简" panose="00020600040101010101" charset="-122"/>
              <a:ea typeface="汉仪颜楷简" panose="00020600040101010101" charset="-122"/>
              <a:cs typeface="汉仪文黑-55简" panose="00020600040101010101" charset="-122"/>
            </a:endParaRPr>
          </a:p>
        </p:txBody>
      </p:sp>
      <p:pic>
        <p:nvPicPr>
          <p:cNvPr id="21" name="图片 20" descr="32313538313137343b32303238393936333bb0aed0c4"/>
          <p:cNvPicPr>
            <a:picLocks noChangeAspect="1"/>
          </p:cNvPicPr>
          <p:nvPr/>
        </p:nvPicPr>
        <p:blipFill>
          <a:blip r:embed="rId1"/>
          <a:stretch>
            <a:fillRect/>
          </a:stretch>
        </p:blipFill>
        <p:spPr>
          <a:xfrm>
            <a:off x="5881370" y="898525"/>
            <a:ext cx="429260" cy="429260"/>
          </a:xfrm>
          <a:prstGeom prst="rect">
            <a:avLst/>
          </a:prstGeom>
        </p:spPr>
      </p:pic>
      <p:cxnSp>
        <p:nvCxnSpPr>
          <p:cNvPr id="22" name="直接连接符 21"/>
          <p:cNvCxnSpPr/>
          <p:nvPr/>
        </p:nvCxnSpPr>
        <p:spPr>
          <a:xfrm>
            <a:off x="2755265" y="1156970"/>
            <a:ext cx="819150" cy="0"/>
          </a:xfrm>
          <a:prstGeom prst="line">
            <a:avLst/>
          </a:prstGeom>
          <a:ln>
            <a:gradFill>
              <a:gsLst>
                <a:gs pos="0">
                  <a:schemeClr val="accent4">
                    <a:lumMod val="40000"/>
                    <a:lumOff val="60000"/>
                    <a:alpha val="0"/>
                  </a:schemeClr>
                </a:gs>
                <a:gs pos="100000">
                  <a:schemeClr val="accent4">
                    <a:lumMod val="40000"/>
                    <a:lumOff val="60000"/>
                  </a:schemeClr>
                </a:gs>
              </a:gsLst>
              <a:lin ang="0" scaled="1"/>
            </a:gra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8617585" y="1165860"/>
            <a:ext cx="819150" cy="0"/>
          </a:xfrm>
          <a:prstGeom prst="line">
            <a:avLst/>
          </a:prstGeom>
          <a:ln>
            <a:gradFill>
              <a:gsLst>
                <a:gs pos="0">
                  <a:schemeClr val="accent4">
                    <a:lumMod val="40000"/>
                    <a:lumOff val="60000"/>
                    <a:alpha val="0"/>
                  </a:schemeClr>
                </a:gs>
                <a:gs pos="100000">
                  <a:schemeClr val="accent4">
                    <a:lumMod val="40000"/>
                    <a:lumOff val="60000"/>
                  </a:schemeClr>
                </a:gs>
              </a:gsLst>
              <a:lin ang="0" scaled="1"/>
            </a:gra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3580765" y="880745"/>
            <a:ext cx="5030470" cy="398780"/>
          </a:xfrm>
          <a:prstGeom prst="rect">
            <a:avLst/>
          </a:prstGeom>
          <a:noFill/>
        </p:spPr>
        <p:txBody>
          <a:bodyPr wrap="square" rtlCol="0">
            <a:spAutoFit/>
          </a:bodyPr>
          <a:p>
            <a:pPr algn="dist"/>
            <a:r>
              <a:rPr lang="zh-CN" altLang="en-US" sz="2000">
                <a:solidFill>
                  <a:schemeClr val="accent4">
                    <a:lumMod val="60000"/>
                    <a:lumOff val="40000"/>
                  </a:schemeClr>
                </a:solidFill>
                <a:latin typeface="汉仪文黑-55简" panose="00020600040101010101" charset="-122"/>
                <a:ea typeface="汉仪文黑-55简" panose="00020600040101010101" charset="-122"/>
                <a:cs typeface="汉仪文黑-55简" panose="00020600040101010101" charset="-122"/>
              </a:rPr>
              <a:t>防范灾害风险</a:t>
            </a:r>
            <a:r>
              <a:rPr lang="en-US" altLang="zh-CN" sz="2000">
                <a:solidFill>
                  <a:schemeClr val="accent4">
                    <a:lumMod val="60000"/>
                    <a:lumOff val="40000"/>
                  </a:schemeClr>
                </a:solidFill>
                <a:latin typeface="汉仪文黑-55简" panose="00020600040101010101" charset="-122"/>
                <a:ea typeface="汉仪文黑-55简" panose="00020600040101010101" charset="-122"/>
                <a:cs typeface="汉仪文黑-55简" panose="00020600040101010101" charset="-122"/>
              </a:rPr>
              <a:t>       </a:t>
            </a:r>
            <a:r>
              <a:rPr lang="zh-CN" altLang="en-US" sz="2000">
                <a:solidFill>
                  <a:schemeClr val="accent4">
                    <a:lumMod val="60000"/>
                    <a:lumOff val="40000"/>
                  </a:schemeClr>
                </a:solidFill>
                <a:latin typeface="汉仪文黑-55简" panose="00020600040101010101" charset="-122"/>
                <a:ea typeface="汉仪文黑-55简" panose="00020600040101010101" charset="-122"/>
                <a:cs typeface="汉仪文黑-55简" panose="00020600040101010101" charset="-122"/>
              </a:rPr>
              <a:t>护航高质量发展</a:t>
            </a:r>
            <a:endParaRPr lang="zh-CN" altLang="en-US" sz="2000">
              <a:solidFill>
                <a:schemeClr val="accent4">
                  <a:lumMod val="60000"/>
                  <a:lumOff val="40000"/>
                </a:schemeClr>
              </a:solidFill>
              <a:latin typeface="汉仪文黑-55简" panose="00020600040101010101" charset="-122"/>
              <a:ea typeface="汉仪文黑-55简" panose="00020600040101010101" charset="-122"/>
              <a:cs typeface="汉仪文黑-55简" panose="00020600040101010101" charset="-122"/>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466725" y="1920875"/>
            <a:ext cx="5767705" cy="4233545"/>
          </a:xfrm>
          <a:prstGeom prst="rect">
            <a:avLst/>
          </a:prstGeom>
          <a:noFill/>
        </p:spPr>
        <p:txBody>
          <a:bodyPr wrap="square" rtlCol="0">
            <a:spAutoFit/>
          </a:bodyPr>
          <a:p>
            <a:pPr>
              <a:lnSpc>
                <a:spcPct val="120000"/>
              </a:lnSpc>
              <a:spcBef>
                <a:spcPts val="0"/>
              </a:spcBef>
              <a:spcAft>
                <a:spcPts val="400"/>
              </a:spcAft>
            </a:pPr>
            <a:r>
              <a:rPr lang="en-US" altLang="zh-CN" sz="1600">
                <a:cs typeface="汉仪文黑-55简" panose="00020600040101010101" charset="-122"/>
              </a:rPr>
              <a:t>我国防震减灾工作的方针是“预防为主，防御与救助相结合的方针”。</a:t>
            </a:r>
            <a:endParaRPr lang="en-US" altLang="zh-CN" sz="1600">
              <a:cs typeface="汉仪文黑-55简" panose="00020600040101010101" charset="-122"/>
            </a:endParaRPr>
          </a:p>
          <a:p>
            <a:pPr>
              <a:lnSpc>
                <a:spcPct val="120000"/>
              </a:lnSpc>
              <a:spcBef>
                <a:spcPts val="0"/>
              </a:spcBef>
              <a:spcAft>
                <a:spcPts val="400"/>
              </a:spcAft>
            </a:pPr>
            <a:endParaRPr lang="en-US" altLang="zh-CN" sz="1600">
              <a:cs typeface="汉仪文黑-55简" panose="00020600040101010101" charset="-122"/>
            </a:endParaRPr>
          </a:p>
          <a:p>
            <a:pPr>
              <a:lnSpc>
                <a:spcPct val="120000"/>
              </a:lnSpc>
              <a:spcBef>
                <a:spcPts val="0"/>
              </a:spcBef>
              <a:spcAft>
                <a:spcPts val="400"/>
              </a:spcAft>
            </a:pPr>
            <a:r>
              <a:rPr lang="en-US" altLang="zh-CN" sz="1600">
                <a:cs typeface="汉仪文黑-55简" panose="00020600040101010101" charset="-122"/>
              </a:rPr>
              <a:t>预防为主，就是要把地震事件发生之后一时的、被动的、消极的救灾活动，转变为地震事件发生之前长期的、主动的、积极的、全社会参与的防御行为。</a:t>
            </a:r>
            <a:endParaRPr lang="en-US" altLang="zh-CN" sz="1600">
              <a:cs typeface="汉仪文黑-55简" panose="00020600040101010101" charset="-122"/>
            </a:endParaRPr>
          </a:p>
          <a:p>
            <a:pPr>
              <a:lnSpc>
                <a:spcPct val="120000"/>
              </a:lnSpc>
              <a:spcBef>
                <a:spcPts val="0"/>
              </a:spcBef>
              <a:spcAft>
                <a:spcPts val="400"/>
              </a:spcAft>
            </a:pPr>
            <a:endParaRPr lang="en-US" altLang="zh-CN" sz="1600">
              <a:cs typeface="汉仪文黑-55简" panose="00020600040101010101" charset="-122"/>
            </a:endParaRPr>
          </a:p>
          <a:p>
            <a:pPr>
              <a:lnSpc>
                <a:spcPct val="120000"/>
              </a:lnSpc>
              <a:spcBef>
                <a:spcPts val="0"/>
              </a:spcBef>
              <a:spcAft>
                <a:spcPts val="400"/>
              </a:spcAft>
            </a:pPr>
            <a:r>
              <a:rPr lang="en-US" altLang="zh-CN" sz="1600">
                <a:cs typeface="汉仪文黑-55简" panose="00020600040101010101" charset="-122"/>
              </a:rPr>
              <a:t>而地震事件发生之前长期的、主动的、积极的、全社会参与的防御行为的养成则是依靠公众的防震减灾意识的形成和提高，这就需要大量的、深入的、持久的、广泛的防震减灾的宣传和防震减灾知识的普及教育。</a:t>
            </a:r>
            <a:endParaRPr lang="en-US" altLang="zh-CN" sz="1600">
              <a:cs typeface="汉仪文黑-55简" panose="00020600040101010101" charset="-122"/>
            </a:endParaRPr>
          </a:p>
          <a:p>
            <a:pPr>
              <a:lnSpc>
                <a:spcPct val="120000"/>
              </a:lnSpc>
              <a:spcBef>
                <a:spcPts val="0"/>
              </a:spcBef>
              <a:spcAft>
                <a:spcPts val="400"/>
              </a:spcAft>
            </a:pPr>
            <a:endParaRPr lang="en-US" altLang="zh-CN" sz="1600">
              <a:cs typeface="汉仪文黑-55简" panose="00020600040101010101" charset="-122"/>
            </a:endParaRPr>
          </a:p>
          <a:p>
            <a:pPr>
              <a:lnSpc>
                <a:spcPct val="120000"/>
              </a:lnSpc>
              <a:spcBef>
                <a:spcPts val="0"/>
              </a:spcBef>
              <a:spcAft>
                <a:spcPts val="400"/>
              </a:spcAft>
            </a:pPr>
            <a:r>
              <a:rPr lang="en-US" altLang="zh-CN" sz="1600">
                <a:cs typeface="汉仪文黑-55简" panose="00020600040101010101" charset="-122"/>
              </a:rPr>
              <a:t>我们说宁可千日不震，不可一日不防，说的就是这个意思。 </a:t>
            </a:r>
            <a:endParaRPr lang="en-US" altLang="zh-CN" sz="1600">
              <a:cs typeface="汉仪文黑-55简" panose="00020600040101010101" charset="-122"/>
            </a:endParaRPr>
          </a:p>
        </p:txBody>
      </p:sp>
      <p:sp>
        <p:nvSpPr>
          <p:cNvPr id="5" name="文本框 4"/>
          <p:cNvSpPr txBox="1"/>
          <p:nvPr/>
        </p:nvSpPr>
        <p:spPr>
          <a:xfrm>
            <a:off x="4127183" y="375920"/>
            <a:ext cx="3937635" cy="645160"/>
          </a:xfrm>
          <a:prstGeom prst="rect">
            <a:avLst/>
          </a:prstGeom>
          <a:noFill/>
        </p:spPr>
        <p:txBody>
          <a:bodyPr wrap="square" rtlCol="0">
            <a:spAutoFit/>
          </a:bodyPr>
          <a:p>
            <a:pPr algn="dist"/>
            <a:r>
              <a:rPr lang="zh-CN" altLang="en-US" sz="3600">
                <a:latin typeface="汉仪颜楷简" panose="00020600040101010101" charset="-122"/>
                <a:ea typeface="汉仪颜楷简" panose="00020600040101010101" charset="-122"/>
                <a:cs typeface="汉仪文黑-55简" panose="00020600040101010101" charset="-122"/>
              </a:rPr>
              <a:t>防灾减灾小知识</a:t>
            </a:r>
            <a:endParaRPr lang="zh-CN" altLang="en-US" sz="3600">
              <a:latin typeface="汉仪颜楷简" panose="00020600040101010101" charset="-122"/>
              <a:ea typeface="汉仪颜楷简" panose="00020600040101010101" charset="-122"/>
              <a:cs typeface="汉仪文黑-55简" panose="00020600040101010101" charset="-122"/>
            </a:endParaRPr>
          </a:p>
        </p:txBody>
      </p:sp>
      <p:pic>
        <p:nvPicPr>
          <p:cNvPr id="6" name="图片 5" descr="earthquake-design_23-2147711165.webp"/>
          <p:cNvPicPr>
            <a:picLocks noChangeAspect="1"/>
          </p:cNvPicPr>
          <p:nvPr/>
        </p:nvPicPr>
        <p:blipFill>
          <a:blip r:embed="rId1"/>
          <a:srcRect t="7957"/>
          <a:stretch>
            <a:fillRect/>
          </a:stretch>
        </p:blipFill>
        <p:spPr>
          <a:xfrm>
            <a:off x="6759575" y="1889760"/>
            <a:ext cx="4965700" cy="4297045"/>
          </a:xfrm>
          <a:prstGeom prst="rect">
            <a:avLst/>
          </a:prstGeom>
        </p:spPr>
      </p:pic>
    </p:spTree>
    <p:custDataLst>
      <p:tags r:id="rId2"/>
    </p:custData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4127183" y="375920"/>
            <a:ext cx="3937635" cy="645160"/>
          </a:xfrm>
          <a:prstGeom prst="rect">
            <a:avLst/>
          </a:prstGeom>
          <a:noFill/>
        </p:spPr>
        <p:txBody>
          <a:bodyPr wrap="square" rtlCol="0">
            <a:spAutoFit/>
          </a:bodyPr>
          <a:p>
            <a:pPr algn="dist"/>
            <a:r>
              <a:rPr lang="zh-CN" altLang="en-US" sz="3600">
                <a:latin typeface="汉仪颜楷简" panose="00020600040101010101" charset="-122"/>
                <a:ea typeface="汉仪颜楷简" panose="00020600040101010101" charset="-122"/>
                <a:cs typeface="汉仪文黑-55简" panose="00020600040101010101" charset="-122"/>
              </a:rPr>
              <a:t>十条自救法则</a:t>
            </a:r>
            <a:endParaRPr lang="zh-CN" altLang="en-US" sz="3600">
              <a:latin typeface="汉仪颜楷简" panose="00020600040101010101" charset="-122"/>
              <a:ea typeface="汉仪颜楷简" panose="00020600040101010101" charset="-122"/>
              <a:cs typeface="汉仪文黑-55简" panose="00020600040101010101" charset="-122"/>
            </a:endParaRPr>
          </a:p>
        </p:txBody>
      </p:sp>
      <p:grpSp>
        <p:nvGrpSpPr>
          <p:cNvPr id="13" name="组合 12"/>
          <p:cNvGrpSpPr/>
          <p:nvPr/>
        </p:nvGrpSpPr>
        <p:grpSpPr>
          <a:xfrm>
            <a:off x="466725" y="1661795"/>
            <a:ext cx="5320030" cy="1512570"/>
            <a:chOff x="735" y="2677"/>
            <a:chExt cx="8378" cy="2382"/>
          </a:xfrm>
        </p:grpSpPr>
        <p:sp>
          <p:nvSpPr>
            <p:cNvPr id="6" name="矩形 5"/>
            <p:cNvSpPr/>
            <p:nvPr/>
          </p:nvSpPr>
          <p:spPr>
            <a:xfrm>
              <a:off x="735" y="2677"/>
              <a:ext cx="8379" cy="2382"/>
            </a:xfrm>
            <a:prstGeom prst="rect">
              <a:avLst/>
            </a:prstGeom>
            <a:solidFill>
              <a:schemeClr val="bg1"/>
            </a:solidFill>
            <a:ln>
              <a:solidFill>
                <a:srgbClr val="A8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2" name="文本框 1"/>
            <p:cNvSpPr txBox="1"/>
            <p:nvPr/>
          </p:nvSpPr>
          <p:spPr>
            <a:xfrm>
              <a:off x="2609" y="3250"/>
              <a:ext cx="6256" cy="1537"/>
            </a:xfrm>
            <a:prstGeom prst="rect">
              <a:avLst/>
            </a:prstGeom>
            <a:noFill/>
          </p:spPr>
          <p:txBody>
            <a:bodyPr wrap="square" rtlCol="0">
              <a:spAutoFit/>
            </a:bodyPr>
            <a:p>
              <a:pPr>
                <a:lnSpc>
                  <a:spcPct val="120000"/>
                </a:lnSpc>
                <a:spcBef>
                  <a:spcPts val="0"/>
                </a:spcBef>
                <a:spcAft>
                  <a:spcPts val="400"/>
                </a:spcAft>
              </a:pPr>
              <a:r>
                <a:rPr lang="en-US" altLang="zh-CN" sz="1600">
                  <a:cs typeface="汉仪文黑-55简" panose="00020600040101010101" charset="-122"/>
                </a:rPr>
                <a:t>火灾起，怕烟熏，鼻口捂住湿毛巾，身上起火地上滚，不乘电梯往下奔，阳台滑下捆绳索，盲目跳楼会伤身。</a:t>
              </a:r>
              <a:endParaRPr lang="en-US" altLang="zh-CN" sz="1600">
                <a:cs typeface="汉仪文黑-55简" panose="00020600040101010101" charset="-122"/>
              </a:endParaRPr>
            </a:p>
          </p:txBody>
        </p:sp>
        <p:sp>
          <p:nvSpPr>
            <p:cNvPr id="4" name="矩形 3"/>
            <p:cNvSpPr/>
            <p:nvPr/>
          </p:nvSpPr>
          <p:spPr>
            <a:xfrm>
              <a:off x="735" y="2677"/>
              <a:ext cx="8379" cy="270"/>
            </a:xfrm>
            <a:prstGeom prst="rect">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grpSp>
          <p:nvGrpSpPr>
            <p:cNvPr id="10" name="组合 9"/>
            <p:cNvGrpSpPr/>
            <p:nvPr/>
          </p:nvGrpSpPr>
          <p:grpSpPr>
            <a:xfrm rot="0">
              <a:off x="1004" y="3264"/>
              <a:ext cx="1246" cy="1369"/>
              <a:chOff x="8880" y="4680"/>
              <a:chExt cx="1513" cy="1440"/>
            </a:xfrm>
          </p:grpSpPr>
          <p:pic>
            <p:nvPicPr>
              <p:cNvPr id="8" name="图片 7" descr="32313534303532333b32313534303531393bc8d5c0fa"/>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880" y="4680"/>
                <a:ext cx="1513" cy="1440"/>
              </a:xfrm>
              <a:prstGeom prst="rect">
                <a:avLst/>
              </a:prstGeom>
            </p:spPr>
          </p:pic>
          <p:sp>
            <p:nvSpPr>
              <p:cNvPr id="9" name="矩形 8"/>
              <p:cNvSpPr/>
              <p:nvPr/>
            </p:nvSpPr>
            <p:spPr>
              <a:xfrm>
                <a:off x="9159" y="5178"/>
                <a:ext cx="960" cy="67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grpSp>
        <p:sp>
          <p:nvSpPr>
            <p:cNvPr id="12" name="文本框 11"/>
            <p:cNvSpPr txBox="1"/>
            <p:nvPr/>
          </p:nvSpPr>
          <p:spPr>
            <a:xfrm>
              <a:off x="1089" y="3767"/>
              <a:ext cx="1057" cy="580"/>
            </a:xfrm>
            <a:prstGeom prst="rect">
              <a:avLst/>
            </a:prstGeom>
            <a:noFill/>
          </p:spPr>
          <p:txBody>
            <a:bodyPr wrap="square" rtlCol="0">
              <a:spAutoFit/>
            </a:bodyPr>
            <a:p>
              <a:pPr algn="dist">
                <a:lnSpc>
                  <a:spcPct val="100000"/>
                </a:lnSpc>
                <a:spcBef>
                  <a:spcPts val="0"/>
                </a:spcBef>
                <a:spcAft>
                  <a:spcPts val="400"/>
                </a:spcAft>
              </a:pPr>
              <a:r>
                <a:rPr lang="zh-CN" altLang="en-US" b="1">
                  <a:cs typeface="汉仪文黑-55简" panose="00020600040101010101" charset="-122"/>
                </a:rPr>
                <a:t>火灾</a:t>
              </a:r>
              <a:endParaRPr lang="zh-CN" altLang="en-US" b="1">
                <a:cs typeface="汉仪文黑-55简" panose="00020600040101010101" charset="-122"/>
              </a:endParaRPr>
            </a:p>
          </p:txBody>
        </p:sp>
      </p:grpSp>
      <p:grpSp>
        <p:nvGrpSpPr>
          <p:cNvPr id="14" name="组合 13"/>
          <p:cNvGrpSpPr/>
          <p:nvPr/>
        </p:nvGrpSpPr>
        <p:grpSpPr>
          <a:xfrm>
            <a:off x="466725" y="3296920"/>
            <a:ext cx="5320665" cy="1512570"/>
            <a:chOff x="735" y="2677"/>
            <a:chExt cx="8379" cy="2382"/>
          </a:xfrm>
        </p:grpSpPr>
        <p:sp>
          <p:nvSpPr>
            <p:cNvPr id="15" name="矩形 14"/>
            <p:cNvSpPr/>
            <p:nvPr/>
          </p:nvSpPr>
          <p:spPr>
            <a:xfrm>
              <a:off x="735" y="2677"/>
              <a:ext cx="8379" cy="2382"/>
            </a:xfrm>
            <a:prstGeom prst="rect">
              <a:avLst/>
            </a:prstGeom>
            <a:solidFill>
              <a:schemeClr val="bg1"/>
            </a:solidFill>
            <a:ln>
              <a:solidFill>
                <a:srgbClr val="A8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16" name="文本框 15"/>
            <p:cNvSpPr txBox="1"/>
            <p:nvPr/>
          </p:nvSpPr>
          <p:spPr>
            <a:xfrm>
              <a:off x="2609" y="3250"/>
              <a:ext cx="6256" cy="1537"/>
            </a:xfrm>
            <a:prstGeom prst="rect">
              <a:avLst/>
            </a:prstGeom>
            <a:noFill/>
          </p:spPr>
          <p:txBody>
            <a:bodyPr wrap="square" rtlCol="0">
              <a:spAutoFit/>
            </a:bodyPr>
            <a:p>
              <a:pPr>
                <a:lnSpc>
                  <a:spcPct val="120000"/>
                </a:lnSpc>
                <a:spcBef>
                  <a:spcPts val="0"/>
                </a:spcBef>
                <a:spcAft>
                  <a:spcPts val="400"/>
                </a:spcAft>
              </a:pPr>
              <a:r>
                <a:rPr lang="en-US" altLang="zh-CN" sz="1600">
                  <a:cs typeface="汉仪文黑-55简" panose="00020600040101010101" charset="-122"/>
                </a:rPr>
                <a:t>台风来，听预报，加固堤坝通水道，煤气电路检修好，临时建筑整牢靠，船进港口深抛锚，减少出行看信号。</a:t>
              </a:r>
              <a:endParaRPr lang="en-US" altLang="zh-CN" sz="1600">
                <a:cs typeface="汉仪文黑-55简" panose="00020600040101010101" charset="-122"/>
              </a:endParaRPr>
            </a:p>
          </p:txBody>
        </p:sp>
        <p:sp>
          <p:nvSpPr>
            <p:cNvPr id="17" name="矩形 16"/>
            <p:cNvSpPr/>
            <p:nvPr/>
          </p:nvSpPr>
          <p:spPr>
            <a:xfrm>
              <a:off x="735" y="2677"/>
              <a:ext cx="8379" cy="270"/>
            </a:xfrm>
            <a:prstGeom prst="rect">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grpSp>
          <p:nvGrpSpPr>
            <p:cNvPr id="18" name="组合 17"/>
            <p:cNvGrpSpPr/>
            <p:nvPr/>
          </p:nvGrpSpPr>
          <p:grpSpPr>
            <a:xfrm rot="0">
              <a:off x="1004" y="3264"/>
              <a:ext cx="1246" cy="1369"/>
              <a:chOff x="8880" y="4680"/>
              <a:chExt cx="1513" cy="1440"/>
            </a:xfrm>
          </p:grpSpPr>
          <p:pic>
            <p:nvPicPr>
              <p:cNvPr id="19" name="图片 18" descr="32313534303532333b32313534303531393bc8d5c0fa"/>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880" y="4680"/>
                <a:ext cx="1513" cy="1440"/>
              </a:xfrm>
              <a:prstGeom prst="rect">
                <a:avLst/>
              </a:prstGeom>
            </p:spPr>
          </p:pic>
          <p:sp>
            <p:nvSpPr>
              <p:cNvPr id="20" name="矩形 19"/>
              <p:cNvSpPr/>
              <p:nvPr/>
            </p:nvSpPr>
            <p:spPr>
              <a:xfrm>
                <a:off x="9159" y="5178"/>
                <a:ext cx="960" cy="67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grpSp>
        <p:sp>
          <p:nvSpPr>
            <p:cNvPr id="21" name="文本框 20"/>
            <p:cNvSpPr txBox="1"/>
            <p:nvPr/>
          </p:nvSpPr>
          <p:spPr>
            <a:xfrm>
              <a:off x="1089" y="3767"/>
              <a:ext cx="1057" cy="580"/>
            </a:xfrm>
            <a:prstGeom prst="rect">
              <a:avLst/>
            </a:prstGeom>
            <a:noFill/>
          </p:spPr>
          <p:txBody>
            <a:bodyPr wrap="square" rtlCol="0">
              <a:spAutoFit/>
            </a:bodyPr>
            <a:p>
              <a:pPr algn="dist">
                <a:lnSpc>
                  <a:spcPct val="100000"/>
                </a:lnSpc>
                <a:spcBef>
                  <a:spcPts val="0"/>
                </a:spcBef>
                <a:spcAft>
                  <a:spcPts val="400"/>
                </a:spcAft>
              </a:pPr>
              <a:r>
                <a:rPr lang="zh-CN" altLang="en-US" b="1">
                  <a:cs typeface="汉仪文黑-55简" panose="00020600040101010101" charset="-122"/>
                </a:rPr>
                <a:t>台风</a:t>
              </a:r>
              <a:endParaRPr lang="zh-CN" altLang="en-US" b="1">
                <a:cs typeface="汉仪文黑-55简" panose="00020600040101010101" charset="-122"/>
              </a:endParaRPr>
            </a:p>
          </p:txBody>
        </p:sp>
      </p:grpSp>
      <p:grpSp>
        <p:nvGrpSpPr>
          <p:cNvPr id="22" name="组合 21"/>
          <p:cNvGrpSpPr/>
          <p:nvPr/>
        </p:nvGrpSpPr>
        <p:grpSpPr>
          <a:xfrm>
            <a:off x="466725" y="4932045"/>
            <a:ext cx="5320665" cy="1512570"/>
            <a:chOff x="735" y="2677"/>
            <a:chExt cx="8379" cy="2382"/>
          </a:xfrm>
        </p:grpSpPr>
        <p:sp>
          <p:nvSpPr>
            <p:cNvPr id="23" name="矩形 22"/>
            <p:cNvSpPr/>
            <p:nvPr/>
          </p:nvSpPr>
          <p:spPr>
            <a:xfrm>
              <a:off x="735" y="2677"/>
              <a:ext cx="8379" cy="2382"/>
            </a:xfrm>
            <a:prstGeom prst="rect">
              <a:avLst/>
            </a:prstGeom>
            <a:solidFill>
              <a:schemeClr val="bg1"/>
            </a:solidFill>
            <a:ln>
              <a:solidFill>
                <a:srgbClr val="A8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24" name="文本框 23"/>
            <p:cNvSpPr txBox="1"/>
            <p:nvPr/>
          </p:nvSpPr>
          <p:spPr>
            <a:xfrm>
              <a:off x="2609" y="3250"/>
              <a:ext cx="6256" cy="1537"/>
            </a:xfrm>
            <a:prstGeom prst="rect">
              <a:avLst/>
            </a:prstGeom>
            <a:noFill/>
          </p:spPr>
          <p:txBody>
            <a:bodyPr wrap="square" rtlCol="0">
              <a:spAutoFit/>
            </a:bodyPr>
            <a:p>
              <a:pPr>
                <a:lnSpc>
                  <a:spcPct val="120000"/>
                </a:lnSpc>
                <a:spcBef>
                  <a:spcPts val="0"/>
                </a:spcBef>
                <a:spcAft>
                  <a:spcPts val="400"/>
                </a:spcAft>
              </a:pPr>
              <a:r>
                <a:rPr lang="en-US" altLang="zh-CN" sz="1600">
                  <a:cs typeface="汉仪文黑-55简" panose="00020600040101010101" charset="-122"/>
                </a:rPr>
                <a:t>遇地震，先躲避，桌子床下找空隙，靠在墙角曲身体，抓住机会逃出去，远离所有建筑物，余震蹲在开阔地</a:t>
              </a:r>
              <a:r>
                <a:rPr lang="zh-CN" altLang="en-US" sz="1600">
                  <a:cs typeface="汉仪文黑-55简" panose="00020600040101010101" charset="-122"/>
                </a:rPr>
                <a:t>。</a:t>
              </a:r>
              <a:endParaRPr lang="zh-CN" altLang="en-US" sz="1600">
                <a:cs typeface="汉仪文黑-55简" panose="00020600040101010101" charset="-122"/>
              </a:endParaRPr>
            </a:p>
          </p:txBody>
        </p:sp>
        <p:sp>
          <p:nvSpPr>
            <p:cNvPr id="25" name="矩形 24"/>
            <p:cNvSpPr/>
            <p:nvPr/>
          </p:nvSpPr>
          <p:spPr>
            <a:xfrm>
              <a:off x="735" y="2677"/>
              <a:ext cx="8379" cy="270"/>
            </a:xfrm>
            <a:prstGeom prst="rect">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grpSp>
          <p:nvGrpSpPr>
            <p:cNvPr id="26" name="组合 25"/>
            <p:cNvGrpSpPr/>
            <p:nvPr/>
          </p:nvGrpSpPr>
          <p:grpSpPr>
            <a:xfrm rot="0">
              <a:off x="1004" y="3264"/>
              <a:ext cx="1246" cy="1369"/>
              <a:chOff x="8880" y="4680"/>
              <a:chExt cx="1513" cy="1440"/>
            </a:xfrm>
          </p:grpSpPr>
          <p:pic>
            <p:nvPicPr>
              <p:cNvPr id="27" name="图片 26" descr="32313534303532333b32313534303531393bc8d5c0fa"/>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880" y="4680"/>
                <a:ext cx="1513" cy="1440"/>
              </a:xfrm>
              <a:prstGeom prst="rect">
                <a:avLst/>
              </a:prstGeom>
            </p:spPr>
          </p:pic>
          <p:sp>
            <p:nvSpPr>
              <p:cNvPr id="28" name="矩形 27"/>
              <p:cNvSpPr/>
              <p:nvPr/>
            </p:nvSpPr>
            <p:spPr>
              <a:xfrm>
                <a:off x="9159" y="5178"/>
                <a:ext cx="960" cy="67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grpSp>
        <p:sp>
          <p:nvSpPr>
            <p:cNvPr id="29" name="文本框 28"/>
            <p:cNvSpPr txBox="1"/>
            <p:nvPr/>
          </p:nvSpPr>
          <p:spPr>
            <a:xfrm>
              <a:off x="1089" y="3767"/>
              <a:ext cx="1057" cy="580"/>
            </a:xfrm>
            <a:prstGeom prst="rect">
              <a:avLst/>
            </a:prstGeom>
            <a:noFill/>
          </p:spPr>
          <p:txBody>
            <a:bodyPr wrap="square" rtlCol="0">
              <a:spAutoFit/>
            </a:bodyPr>
            <a:p>
              <a:pPr algn="dist">
                <a:lnSpc>
                  <a:spcPct val="100000"/>
                </a:lnSpc>
                <a:spcBef>
                  <a:spcPts val="0"/>
                </a:spcBef>
                <a:spcAft>
                  <a:spcPts val="400"/>
                </a:spcAft>
              </a:pPr>
              <a:r>
                <a:rPr lang="zh-CN" altLang="en-US" b="1">
                  <a:cs typeface="汉仪文黑-55简" panose="00020600040101010101" charset="-122"/>
                </a:rPr>
                <a:t>地震</a:t>
              </a:r>
              <a:endParaRPr lang="zh-CN" altLang="en-US" b="1">
                <a:cs typeface="汉仪文黑-55简" panose="00020600040101010101" charset="-122"/>
              </a:endParaRPr>
            </a:p>
          </p:txBody>
        </p:sp>
      </p:grpSp>
      <p:grpSp>
        <p:nvGrpSpPr>
          <p:cNvPr id="30" name="组合 29"/>
          <p:cNvGrpSpPr/>
          <p:nvPr/>
        </p:nvGrpSpPr>
        <p:grpSpPr>
          <a:xfrm>
            <a:off x="6381750" y="1661795"/>
            <a:ext cx="5320665" cy="1512570"/>
            <a:chOff x="735" y="2677"/>
            <a:chExt cx="8379" cy="2382"/>
          </a:xfrm>
        </p:grpSpPr>
        <p:sp>
          <p:nvSpPr>
            <p:cNvPr id="31" name="矩形 30"/>
            <p:cNvSpPr/>
            <p:nvPr/>
          </p:nvSpPr>
          <p:spPr>
            <a:xfrm>
              <a:off x="735" y="2677"/>
              <a:ext cx="8379" cy="2382"/>
            </a:xfrm>
            <a:prstGeom prst="rect">
              <a:avLst/>
            </a:prstGeom>
            <a:solidFill>
              <a:schemeClr val="bg1"/>
            </a:solidFill>
            <a:ln>
              <a:solidFill>
                <a:srgbClr val="A8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32" name="文本框 31"/>
            <p:cNvSpPr txBox="1"/>
            <p:nvPr/>
          </p:nvSpPr>
          <p:spPr>
            <a:xfrm>
              <a:off x="2609" y="3250"/>
              <a:ext cx="6256" cy="1537"/>
            </a:xfrm>
            <a:prstGeom prst="rect">
              <a:avLst/>
            </a:prstGeom>
            <a:noFill/>
          </p:spPr>
          <p:txBody>
            <a:bodyPr wrap="square" rtlCol="0">
              <a:spAutoFit/>
            </a:bodyPr>
            <a:p>
              <a:pPr>
                <a:lnSpc>
                  <a:spcPct val="120000"/>
                </a:lnSpc>
                <a:spcBef>
                  <a:spcPts val="0"/>
                </a:spcBef>
                <a:spcAft>
                  <a:spcPts val="400"/>
                </a:spcAft>
              </a:pPr>
              <a:r>
                <a:rPr lang="en-US" altLang="zh-CN" sz="1600">
                  <a:cs typeface="汉仪文黑-55简" panose="00020600040101010101" charset="-122"/>
                </a:rPr>
                <a:t>洪水猛，高处行，土房顶上待不成，睡床桌子扎木筏，大树能拴救命绳，准备食物手电筒，穿暖衣服度险情。 </a:t>
              </a:r>
              <a:endParaRPr lang="en-US" altLang="zh-CN" sz="1600">
                <a:cs typeface="汉仪文黑-55简" panose="00020600040101010101" charset="-122"/>
              </a:endParaRPr>
            </a:p>
          </p:txBody>
        </p:sp>
        <p:sp>
          <p:nvSpPr>
            <p:cNvPr id="33" name="矩形 32"/>
            <p:cNvSpPr/>
            <p:nvPr/>
          </p:nvSpPr>
          <p:spPr>
            <a:xfrm>
              <a:off x="735" y="2677"/>
              <a:ext cx="8379" cy="270"/>
            </a:xfrm>
            <a:prstGeom prst="rect">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grpSp>
          <p:nvGrpSpPr>
            <p:cNvPr id="34" name="组合 33"/>
            <p:cNvGrpSpPr/>
            <p:nvPr/>
          </p:nvGrpSpPr>
          <p:grpSpPr>
            <a:xfrm rot="0">
              <a:off x="1004" y="3264"/>
              <a:ext cx="1246" cy="1369"/>
              <a:chOff x="8880" y="4680"/>
              <a:chExt cx="1513" cy="1440"/>
            </a:xfrm>
          </p:grpSpPr>
          <p:pic>
            <p:nvPicPr>
              <p:cNvPr id="35" name="图片 34" descr="32313534303532333b32313534303531393bc8d5c0fa"/>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880" y="4680"/>
                <a:ext cx="1513" cy="1440"/>
              </a:xfrm>
              <a:prstGeom prst="rect">
                <a:avLst/>
              </a:prstGeom>
            </p:spPr>
          </p:pic>
          <p:sp>
            <p:nvSpPr>
              <p:cNvPr id="36" name="矩形 35"/>
              <p:cNvSpPr/>
              <p:nvPr/>
            </p:nvSpPr>
            <p:spPr>
              <a:xfrm>
                <a:off x="9159" y="5178"/>
                <a:ext cx="960" cy="67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grpSp>
        <p:sp>
          <p:nvSpPr>
            <p:cNvPr id="37" name="文本框 36"/>
            <p:cNvSpPr txBox="1"/>
            <p:nvPr/>
          </p:nvSpPr>
          <p:spPr>
            <a:xfrm>
              <a:off x="1089" y="3767"/>
              <a:ext cx="1057" cy="580"/>
            </a:xfrm>
            <a:prstGeom prst="rect">
              <a:avLst/>
            </a:prstGeom>
            <a:noFill/>
          </p:spPr>
          <p:txBody>
            <a:bodyPr wrap="square" rtlCol="0">
              <a:spAutoFit/>
            </a:bodyPr>
            <a:p>
              <a:pPr algn="dist">
                <a:lnSpc>
                  <a:spcPct val="100000"/>
                </a:lnSpc>
                <a:spcBef>
                  <a:spcPts val="0"/>
                </a:spcBef>
                <a:spcAft>
                  <a:spcPts val="400"/>
                </a:spcAft>
              </a:pPr>
              <a:r>
                <a:rPr lang="zh-CN" altLang="en-US" b="1">
                  <a:cs typeface="汉仪文黑-55简" panose="00020600040101010101" charset="-122"/>
                </a:rPr>
                <a:t>洪水</a:t>
              </a:r>
              <a:endParaRPr lang="zh-CN" altLang="en-US" b="1">
                <a:cs typeface="汉仪文黑-55简" panose="00020600040101010101" charset="-122"/>
              </a:endParaRPr>
            </a:p>
          </p:txBody>
        </p:sp>
      </p:grpSp>
      <p:grpSp>
        <p:nvGrpSpPr>
          <p:cNvPr id="38" name="组合 37"/>
          <p:cNvGrpSpPr/>
          <p:nvPr/>
        </p:nvGrpSpPr>
        <p:grpSpPr>
          <a:xfrm>
            <a:off x="6381750" y="3296920"/>
            <a:ext cx="5320665" cy="1512570"/>
            <a:chOff x="735" y="2677"/>
            <a:chExt cx="8379" cy="2382"/>
          </a:xfrm>
        </p:grpSpPr>
        <p:sp>
          <p:nvSpPr>
            <p:cNvPr id="39" name="矩形 38"/>
            <p:cNvSpPr/>
            <p:nvPr/>
          </p:nvSpPr>
          <p:spPr>
            <a:xfrm>
              <a:off x="735" y="2677"/>
              <a:ext cx="8379" cy="2382"/>
            </a:xfrm>
            <a:prstGeom prst="rect">
              <a:avLst/>
            </a:prstGeom>
            <a:solidFill>
              <a:schemeClr val="bg1"/>
            </a:solidFill>
            <a:ln>
              <a:solidFill>
                <a:srgbClr val="A8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40" name="文本框 39"/>
            <p:cNvSpPr txBox="1"/>
            <p:nvPr/>
          </p:nvSpPr>
          <p:spPr>
            <a:xfrm>
              <a:off x="2609" y="3250"/>
              <a:ext cx="6256" cy="1537"/>
            </a:xfrm>
            <a:prstGeom prst="rect">
              <a:avLst/>
            </a:prstGeom>
            <a:noFill/>
          </p:spPr>
          <p:txBody>
            <a:bodyPr wrap="square" rtlCol="0">
              <a:spAutoFit/>
            </a:bodyPr>
            <a:p>
              <a:pPr>
                <a:lnSpc>
                  <a:spcPct val="120000"/>
                </a:lnSpc>
                <a:spcBef>
                  <a:spcPts val="0"/>
                </a:spcBef>
                <a:spcAft>
                  <a:spcPts val="400"/>
                </a:spcAft>
              </a:pPr>
              <a:r>
                <a:rPr lang="en-US" altLang="zh-CN" sz="1600">
                  <a:cs typeface="汉仪文黑-55简" panose="00020600040101010101" charset="-122"/>
                </a:rPr>
                <a:t>下暴雨，泥石流，危险处地是下游，逃离别顺沟底走，横向快爬上山头，野外宿营不选沟，进山一定看气候。 </a:t>
              </a:r>
              <a:endParaRPr lang="en-US" altLang="zh-CN" sz="1600">
                <a:cs typeface="汉仪文黑-55简" panose="00020600040101010101" charset="-122"/>
              </a:endParaRPr>
            </a:p>
          </p:txBody>
        </p:sp>
        <p:sp>
          <p:nvSpPr>
            <p:cNvPr id="41" name="矩形 40"/>
            <p:cNvSpPr/>
            <p:nvPr/>
          </p:nvSpPr>
          <p:spPr>
            <a:xfrm>
              <a:off x="735" y="2677"/>
              <a:ext cx="8379" cy="270"/>
            </a:xfrm>
            <a:prstGeom prst="rect">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grpSp>
          <p:nvGrpSpPr>
            <p:cNvPr id="42" name="组合 41"/>
            <p:cNvGrpSpPr/>
            <p:nvPr/>
          </p:nvGrpSpPr>
          <p:grpSpPr>
            <a:xfrm rot="0">
              <a:off x="1004" y="3264"/>
              <a:ext cx="1246" cy="1369"/>
              <a:chOff x="8880" y="4680"/>
              <a:chExt cx="1513" cy="1440"/>
            </a:xfrm>
          </p:grpSpPr>
          <p:pic>
            <p:nvPicPr>
              <p:cNvPr id="43" name="图片 42" descr="32313534303532333b32313534303531393bc8d5c0fa"/>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880" y="4680"/>
                <a:ext cx="1513" cy="1440"/>
              </a:xfrm>
              <a:prstGeom prst="rect">
                <a:avLst/>
              </a:prstGeom>
            </p:spPr>
          </p:pic>
          <p:sp>
            <p:nvSpPr>
              <p:cNvPr id="44" name="矩形 43"/>
              <p:cNvSpPr/>
              <p:nvPr/>
            </p:nvSpPr>
            <p:spPr>
              <a:xfrm>
                <a:off x="9159" y="5178"/>
                <a:ext cx="960" cy="67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grpSp>
        <p:sp>
          <p:nvSpPr>
            <p:cNvPr id="45" name="文本框 44"/>
            <p:cNvSpPr txBox="1"/>
            <p:nvPr/>
          </p:nvSpPr>
          <p:spPr>
            <a:xfrm>
              <a:off x="999" y="3857"/>
              <a:ext cx="1386" cy="531"/>
            </a:xfrm>
            <a:prstGeom prst="rect">
              <a:avLst/>
            </a:prstGeom>
            <a:noFill/>
          </p:spPr>
          <p:txBody>
            <a:bodyPr wrap="square" rtlCol="0">
              <a:spAutoFit/>
            </a:bodyPr>
            <a:p>
              <a:pPr algn="l">
                <a:lnSpc>
                  <a:spcPct val="100000"/>
                </a:lnSpc>
                <a:spcBef>
                  <a:spcPts val="0"/>
                </a:spcBef>
                <a:spcAft>
                  <a:spcPts val="400"/>
                </a:spcAft>
              </a:pPr>
              <a:r>
                <a:rPr lang="zh-CN" altLang="en-US" sz="1600" b="1">
                  <a:cs typeface="汉仪文黑-55简" panose="00020600040101010101" charset="-122"/>
                </a:rPr>
                <a:t>泥石流</a:t>
              </a:r>
              <a:endParaRPr lang="zh-CN" altLang="en-US" sz="1600" b="1">
                <a:cs typeface="汉仪文黑-55简" panose="00020600040101010101" charset="-122"/>
              </a:endParaRPr>
            </a:p>
          </p:txBody>
        </p:sp>
      </p:grpSp>
      <p:grpSp>
        <p:nvGrpSpPr>
          <p:cNvPr id="46" name="组合 45"/>
          <p:cNvGrpSpPr/>
          <p:nvPr/>
        </p:nvGrpSpPr>
        <p:grpSpPr>
          <a:xfrm>
            <a:off x="6381750" y="4932045"/>
            <a:ext cx="5320665" cy="1512570"/>
            <a:chOff x="735" y="2677"/>
            <a:chExt cx="8379" cy="2382"/>
          </a:xfrm>
        </p:grpSpPr>
        <p:sp>
          <p:nvSpPr>
            <p:cNvPr id="47" name="矩形 46"/>
            <p:cNvSpPr/>
            <p:nvPr/>
          </p:nvSpPr>
          <p:spPr>
            <a:xfrm>
              <a:off x="735" y="2677"/>
              <a:ext cx="8379" cy="2382"/>
            </a:xfrm>
            <a:prstGeom prst="rect">
              <a:avLst/>
            </a:prstGeom>
            <a:solidFill>
              <a:schemeClr val="bg1"/>
            </a:solidFill>
            <a:ln>
              <a:solidFill>
                <a:srgbClr val="A8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48" name="文本框 47"/>
            <p:cNvSpPr txBox="1"/>
            <p:nvPr/>
          </p:nvSpPr>
          <p:spPr>
            <a:xfrm>
              <a:off x="2609" y="3250"/>
              <a:ext cx="6256" cy="1537"/>
            </a:xfrm>
            <a:prstGeom prst="rect">
              <a:avLst/>
            </a:prstGeom>
            <a:noFill/>
          </p:spPr>
          <p:txBody>
            <a:bodyPr wrap="square" rtlCol="0">
              <a:spAutoFit/>
            </a:bodyPr>
            <a:p>
              <a:pPr>
                <a:lnSpc>
                  <a:spcPct val="120000"/>
                </a:lnSpc>
                <a:spcBef>
                  <a:spcPts val="0"/>
                </a:spcBef>
                <a:spcAft>
                  <a:spcPts val="400"/>
                </a:spcAft>
              </a:pPr>
              <a:r>
                <a:rPr sz="1600">
                  <a:cs typeface="汉仪文黑-55简" panose="00020600040101010101" charset="-122"/>
                </a:rPr>
                <a:t>暴雪天，人慢跑，背着风向别停脚，身体冻僵无知觉，千万不能用火烤，冰雪搓洗血循环，慢慢温暖才见好。</a:t>
              </a:r>
              <a:endParaRPr sz="1600">
                <a:cs typeface="汉仪文黑-55简" panose="00020600040101010101" charset="-122"/>
              </a:endParaRPr>
            </a:p>
          </p:txBody>
        </p:sp>
        <p:sp>
          <p:nvSpPr>
            <p:cNvPr id="49" name="矩形 48"/>
            <p:cNvSpPr/>
            <p:nvPr/>
          </p:nvSpPr>
          <p:spPr>
            <a:xfrm>
              <a:off x="735" y="2677"/>
              <a:ext cx="8379" cy="270"/>
            </a:xfrm>
            <a:prstGeom prst="rect">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grpSp>
          <p:nvGrpSpPr>
            <p:cNvPr id="50" name="组合 49"/>
            <p:cNvGrpSpPr/>
            <p:nvPr/>
          </p:nvGrpSpPr>
          <p:grpSpPr>
            <a:xfrm rot="0">
              <a:off x="1004" y="3264"/>
              <a:ext cx="1246" cy="1369"/>
              <a:chOff x="8880" y="4680"/>
              <a:chExt cx="1513" cy="1440"/>
            </a:xfrm>
          </p:grpSpPr>
          <p:pic>
            <p:nvPicPr>
              <p:cNvPr id="51" name="图片 50" descr="32313534303532333b32313534303531393bc8d5c0fa"/>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880" y="4680"/>
                <a:ext cx="1513" cy="1440"/>
              </a:xfrm>
              <a:prstGeom prst="rect">
                <a:avLst/>
              </a:prstGeom>
            </p:spPr>
          </p:pic>
          <p:sp>
            <p:nvSpPr>
              <p:cNvPr id="52" name="矩形 51"/>
              <p:cNvSpPr/>
              <p:nvPr/>
            </p:nvSpPr>
            <p:spPr>
              <a:xfrm>
                <a:off x="9159" y="5178"/>
                <a:ext cx="960" cy="67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grpSp>
        <p:sp>
          <p:nvSpPr>
            <p:cNvPr id="53" name="文本框 52"/>
            <p:cNvSpPr txBox="1"/>
            <p:nvPr/>
          </p:nvSpPr>
          <p:spPr>
            <a:xfrm>
              <a:off x="1089" y="3767"/>
              <a:ext cx="1057" cy="580"/>
            </a:xfrm>
            <a:prstGeom prst="rect">
              <a:avLst/>
            </a:prstGeom>
            <a:noFill/>
          </p:spPr>
          <p:txBody>
            <a:bodyPr wrap="square" rtlCol="0">
              <a:spAutoFit/>
            </a:bodyPr>
            <a:p>
              <a:pPr algn="dist">
                <a:lnSpc>
                  <a:spcPct val="100000"/>
                </a:lnSpc>
                <a:spcBef>
                  <a:spcPts val="0"/>
                </a:spcBef>
                <a:spcAft>
                  <a:spcPts val="400"/>
                </a:spcAft>
              </a:pPr>
              <a:r>
                <a:rPr lang="zh-CN" altLang="en-US" b="1">
                  <a:cs typeface="汉仪文黑-55简" panose="00020600040101010101" charset="-122"/>
                </a:rPr>
                <a:t>暴雪</a:t>
              </a:r>
              <a:endParaRPr lang="zh-CN" altLang="en-US" b="1">
                <a:cs typeface="汉仪文黑-55简" panose="00020600040101010101" charset="-122"/>
              </a:endParaRPr>
            </a:p>
          </p:txBody>
        </p:sp>
      </p:grpSp>
    </p:spTree>
    <p:custDataLst>
      <p:tags r:id="rId3"/>
    </p:custData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4127183" y="375920"/>
            <a:ext cx="3937635" cy="645160"/>
          </a:xfrm>
          <a:prstGeom prst="rect">
            <a:avLst/>
          </a:prstGeom>
          <a:noFill/>
        </p:spPr>
        <p:txBody>
          <a:bodyPr wrap="square" rtlCol="0">
            <a:spAutoFit/>
          </a:bodyPr>
          <a:p>
            <a:pPr algn="dist"/>
            <a:r>
              <a:rPr lang="zh-CN" altLang="en-US" sz="3600">
                <a:latin typeface="汉仪颜楷简" panose="00020600040101010101" charset="-122"/>
                <a:ea typeface="汉仪颜楷简" panose="00020600040101010101" charset="-122"/>
                <a:cs typeface="汉仪文黑-55简" panose="00020600040101010101" charset="-122"/>
              </a:rPr>
              <a:t>十条自救法则</a:t>
            </a:r>
            <a:endParaRPr lang="zh-CN" altLang="en-US" sz="3600">
              <a:latin typeface="汉仪颜楷简" panose="00020600040101010101" charset="-122"/>
              <a:ea typeface="汉仪颜楷简" panose="00020600040101010101" charset="-122"/>
              <a:cs typeface="汉仪文黑-55简" panose="00020600040101010101" charset="-122"/>
            </a:endParaRPr>
          </a:p>
        </p:txBody>
      </p:sp>
      <p:grpSp>
        <p:nvGrpSpPr>
          <p:cNvPr id="13" name="组合 12"/>
          <p:cNvGrpSpPr/>
          <p:nvPr/>
        </p:nvGrpSpPr>
        <p:grpSpPr>
          <a:xfrm>
            <a:off x="466725" y="2319020"/>
            <a:ext cx="5320665" cy="1512570"/>
            <a:chOff x="735" y="2677"/>
            <a:chExt cx="8379" cy="2382"/>
          </a:xfrm>
        </p:grpSpPr>
        <p:sp>
          <p:nvSpPr>
            <p:cNvPr id="6" name="矩形 5"/>
            <p:cNvSpPr/>
            <p:nvPr/>
          </p:nvSpPr>
          <p:spPr>
            <a:xfrm>
              <a:off x="735" y="2677"/>
              <a:ext cx="8379" cy="2382"/>
            </a:xfrm>
            <a:prstGeom prst="rect">
              <a:avLst/>
            </a:prstGeom>
            <a:solidFill>
              <a:schemeClr val="bg1"/>
            </a:solidFill>
            <a:ln>
              <a:solidFill>
                <a:srgbClr val="A8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2" name="文本框 1"/>
            <p:cNvSpPr txBox="1"/>
            <p:nvPr/>
          </p:nvSpPr>
          <p:spPr>
            <a:xfrm>
              <a:off x="2609" y="3250"/>
              <a:ext cx="6256" cy="1537"/>
            </a:xfrm>
            <a:prstGeom prst="rect">
              <a:avLst/>
            </a:prstGeom>
            <a:noFill/>
          </p:spPr>
          <p:txBody>
            <a:bodyPr wrap="square" rtlCol="0">
              <a:spAutoFit/>
            </a:bodyPr>
            <a:p>
              <a:pPr>
                <a:lnSpc>
                  <a:spcPct val="120000"/>
                </a:lnSpc>
                <a:spcBef>
                  <a:spcPts val="0"/>
                </a:spcBef>
                <a:spcAft>
                  <a:spcPts val="400"/>
                </a:spcAft>
              </a:pPr>
              <a:r>
                <a:rPr lang="en-US" altLang="zh-CN" sz="1600">
                  <a:cs typeface="汉仪文黑-55简" panose="00020600040101010101" charset="-122"/>
                </a:rPr>
                <a:t>阴雨天，生雷电，避雨别在树下站，铁塔线杆要离远，打雷家中也防患，关好门窗切电源，避免雷火屋里窜。</a:t>
              </a:r>
              <a:endParaRPr lang="en-US" altLang="zh-CN" sz="1600">
                <a:cs typeface="汉仪文黑-55简" panose="00020600040101010101" charset="-122"/>
              </a:endParaRPr>
            </a:p>
          </p:txBody>
        </p:sp>
        <p:sp>
          <p:nvSpPr>
            <p:cNvPr id="4" name="矩形 3"/>
            <p:cNvSpPr/>
            <p:nvPr/>
          </p:nvSpPr>
          <p:spPr>
            <a:xfrm>
              <a:off x="735" y="2677"/>
              <a:ext cx="8379" cy="270"/>
            </a:xfrm>
            <a:prstGeom prst="rect">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grpSp>
          <p:nvGrpSpPr>
            <p:cNvPr id="10" name="组合 9"/>
            <p:cNvGrpSpPr/>
            <p:nvPr/>
          </p:nvGrpSpPr>
          <p:grpSpPr>
            <a:xfrm rot="0">
              <a:off x="1004" y="3264"/>
              <a:ext cx="1246" cy="1369"/>
              <a:chOff x="8880" y="4680"/>
              <a:chExt cx="1513" cy="1440"/>
            </a:xfrm>
          </p:grpSpPr>
          <p:pic>
            <p:nvPicPr>
              <p:cNvPr id="8" name="图片 7" descr="32313534303532333b32313534303531393bc8d5c0fa"/>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880" y="4680"/>
                <a:ext cx="1513" cy="1440"/>
              </a:xfrm>
              <a:prstGeom prst="rect">
                <a:avLst/>
              </a:prstGeom>
            </p:spPr>
          </p:pic>
          <p:sp>
            <p:nvSpPr>
              <p:cNvPr id="9" name="矩形 8"/>
              <p:cNvSpPr/>
              <p:nvPr/>
            </p:nvSpPr>
            <p:spPr>
              <a:xfrm>
                <a:off x="9159" y="5178"/>
                <a:ext cx="960" cy="67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grpSp>
        <p:sp>
          <p:nvSpPr>
            <p:cNvPr id="12" name="文本框 11"/>
            <p:cNvSpPr txBox="1"/>
            <p:nvPr/>
          </p:nvSpPr>
          <p:spPr>
            <a:xfrm>
              <a:off x="1089" y="3767"/>
              <a:ext cx="1057" cy="580"/>
            </a:xfrm>
            <a:prstGeom prst="rect">
              <a:avLst/>
            </a:prstGeom>
            <a:noFill/>
          </p:spPr>
          <p:txBody>
            <a:bodyPr wrap="square" rtlCol="0">
              <a:spAutoFit/>
            </a:bodyPr>
            <a:p>
              <a:pPr algn="dist">
                <a:lnSpc>
                  <a:spcPct val="100000"/>
                </a:lnSpc>
                <a:spcBef>
                  <a:spcPts val="0"/>
                </a:spcBef>
                <a:spcAft>
                  <a:spcPts val="400"/>
                </a:spcAft>
              </a:pPr>
              <a:r>
                <a:rPr lang="zh-CN" altLang="en-US" b="1">
                  <a:cs typeface="汉仪文黑-55简" panose="00020600040101010101" charset="-122"/>
                </a:rPr>
                <a:t>雷击</a:t>
              </a:r>
              <a:endParaRPr lang="zh-CN" altLang="en-US" b="1">
                <a:cs typeface="汉仪文黑-55简" panose="00020600040101010101" charset="-122"/>
              </a:endParaRPr>
            </a:p>
          </p:txBody>
        </p:sp>
      </p:grpSp>
      <p:grpSp>
        <p:nvGrpSpPr>
          <p:cNvPr id="14" name="组合 13"/>
          <p:cNvGrpSpPr/>
          <p:nvPr/>
        </p:nvGrpSpPr>
        <p:grpSpPr>
          <a:xfrm>
            <a:off x="466725" y="4325620"/>
            <a:ext cx="5320665" cy="1512570"/>
            <a:chOff x="735" y="2677"/>
            <a:chExt cx="8379" cy="2382"/>
          </a:xfrm>
        </p:grpSpPr>
        <p:sp>
          <p:nvSpPr>
            <p:cNvPr id="15" name="矩形 14"/>
            <p:cNvSpPr/>
            <p:nvPr/>
          </p:nvSpPr>
          <p:spPr>
            <a:xfrm>
              <a:off x="735" y="2677"/>
              <a:ext cx="8379" cy="2382"/>
            </a:xfrm>
            <a:prstGeom prst="rect">
              <a:avLst/>
            </a:prstGeom>
            <a:solidFill>
              <a:schemeClr val="bg1"/>
            </a:solidFill>
            <a:ln>
              <a:solidFill>
                <a:srgbClr val="A8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16" name="文本框 15"/>
            <p:cNvSpPr txBox="1"/>
            <p:nvPr/>
          </p:nvSpPr>
          <p:spPr>
            <a:xfrm>
              <a:off x="2609" y="3250"/>
              <a:ext cx="6256" cy="1537"/>
            </a:xfrm>
            <a:prstGeom prst="rect">
              <a:avLst/>
            </a:prstGeom>
            <a:noFill/>
          </p:spPr>
          <p:txBody>
            <a:bodyPr wrap="square" rtlCol="0">
              <a:spAutoFit/>
            </a:bodyPr>
            <a:p>
              <a:pPr>
                <a:lnSpc>
                  <a:spcPct val="120000"/>
                </a:lnSpc>
                <a:spcBef>
                  <a:spcPts val="0"/>
                </a:spcBef>
                <a:spcAft>
                  <a:spcPts val="400"/>
                </a:spcAft>
              </a:pPr>
              <a:r>
                <a:rPr lang="en-US" altLang="zh-CN" sz="1600">
                  <a:cs typeface="汉仪文黑-55简" panose="00020600040101010101" charset="-122"/>
                </a:rPr>
                <a:t>对疫情，别麻痹，预防传染做仔细，发现患者即隔离，通风消毒餐用具，入受感染早就医，公共场所要少去。</a:t>
              </a:r>
              <a:endParaRPr lang="en-US" altLang="zh-CN" sz="1600">
                <a:cs typeface="汉仪文黑-55简" panose="00020600040101010101" charset="-122"/>
              </a:endParaRPr>
            </a:p>
          </p:txBody>
        </p:sp>
        <p:sp>
          <p:nvSpPr>
            <p:cNvPr id="17" name="矩形 16"/>
            <p:cNvSpPr/>
            <p:nvPr/>
          </p:nvSpPr>
          <p:spPr>
            <a:xfrm>
              <a:off x="735" y="2677"/>
              <a:ext cx="8379" cy="270"/>
            </a:xfrm>
            <a:prstGeom prst="rect">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grpSp>
          <p:nvGrpSpPr>
            <p:cNvPr id="18" name="组合 17"/>
            <p:cNvGrpSpPr/>
            <p:nvPr/>
          </p:nvGrpSpPr>
          <p:grpSpPr>
            <a:xfrm rot="0">
              <a:off x="1004" y="3264"/>
              <a:ext cx="1246" cy="1369"/>
              <a:chOff x="8880" y="4680"/>
              <a:chExt cx="1513" cy="1440"/>
            </a:xfrm>
          </p:grpSpPr>
          <p:pic>
            <p:nvPicPr>
              <p:cNvPr id="19" name="图片 18" descr="32313534303532333b32313534303531393bc8d5c0fa"/>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880" y="4680"/>
                <a:ext cx="1513" cy="1440"/>
              </a:xfrm>
              <a:prstGeom prst="rect">
                <a:avLst/>
              </a:prstGeom>
            </p:spPr>
          </p:pic>
          <p:sp>
            <p:nvSpPr>
              <p:cNvPr id="20" name="矩形 19"/>
              <p:cNvSpPr/>
              <p:nvPr/>
            </p:nvSpPr>
            <p:spPr>
              <a:xfrm>
                <a:off x="9159" y="5178"/>
                <a:ext cx="960" cy="67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grpSp>
        <p:sp>
          <p:nvSpPr>
            <p:cNvPr id="21" name="文本框 20"/>
            <p:cNvSpPr txBox="1"/>
            <p:nvPr/>
          </p:nvSpPr>
          <p:spPr>
            <a:xfrm>
              <a:off x="1089" y="3767"/>
              <a:ext cx="1057" cy="580"/>
            </a:xfrm>
            <a:prstGeom prst="rect">
              <a:avLst/>
            </a:prstGeom>
            <a:noFill/>
          </p:spPr>
          <p:txBody>
            <a:bodyPr wrap="square" rtlCol="0">
              <a:spAutoFit/>
            </a:bodyPr>
            <a:p>
              <a:pPr algn="dist">
                <a:lnSpc>
                  <a:spcPct val="100000"/>
                </a:lnSpc>
                <a:spcBef>
                  <a:spcPts val="0"/>
                </a:spcBef>
                <a:spcAft>
                  <a:spcPts val="400"/>
                </a:spcAft>
              </a:pPr>
              <a:r>
                <a:rPr lang="zh-CN" altLang="en-US" b="1">
                  <a:cs typeface="汉仪文黑-55简" panose="00020600040101010101" charset="-122"/>
                </a:rPr>
                <a:t>疫情</a:t>
              </a:r>
              <a:endParaRPr lang="zh-CN" altLang="en-US" b="1">
                <a:cs typeface="汉仪文黑-55简" panose="00020600040101010101" charset="-122"/>
              </a:endParaRPr>
            </a:p>
          </p:txBody>
        </p:sp>
      </p:grpSp>
      <p:grpSp>
        <p:nvGrpSpPr>
          <p:cNvPr id="30" name="组合 29"/>
          <p:cNvGrpSpPr/>
          <p:nvPr/>
        </p:nvGrpSpPr>
        <p:grpSpPr>
          <a:xfrm>
            <a:off x="6381750" y="2319020"/>
            <a:ext cx="5320665" cy="1512570"/>
            <a:chOff x="735" y="2677"/>
            <a:chExt cx="8379" cy="2382"/>
          </a:xfrm>
        </p:grpSpPr>
        <p:sp>
          <p:nvSpPr>
            <p:cNvPr id="31" name="矩形 30"/>
            <p:cNvSpPr/>
            <p:nvPr/>
          </p:nvSpPr>
          <p:spPr>
            <a:xfrm>
              <a:off x="735" y="2677"/>
              <a:ext cx="8379" cy="2382"/>
            </a:xfrm>
            <a:prstGeom prst="rect">
              <a:avLst/>
            </a:prstGeom>
            <a:solidFill>
              <a:schemeClr val="bg1"/>
            </a:solidFill>
            <a:ln>
              <a:solidFill>
                <a:srgbClr val="A8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32" name="文本框 31"/>
            <p:cNvSpPr txBox="1"/>
            <p:nvPr/>
          </p:nvSpPr>
          <p:spPr>
            <a:xfrm>
              <a:off x="2609" y="3250"/>
              <a:ext cx="6256" cy="1537"/>
            </a:xfrm>
            <a:prstGeom prst="rect">
              <a:avLst/>
            </a:prstGeom>
            <a:noFill/>
          </p:spPr>
          <p:txBody>
            <a:bodyPr wrap="square" rtlCol="0">
              <a:spAutoFit/>
            </a:bodyPr>
            <a:p>
              <a:pPr>
                <a:lnSpc>
                  <a:spcPct val="120000"/>
                </a:lnSpc>
                <a:spcBef>
                  <a:spcPts val="0"/>
                </a:spcBef>
                <a:spcAft>
                  <a:spcPts val="400"/>
                </a:spcAft>
              </a:pPr>
              <a:r>
                <a:rPr lang="en-US" altLang="zh-CN" sz="1600">
                  <a:cs typeface="汉仪文黑-55简" panose="00020600040101010101" charset="-122"/>
                </a:rPr>
                <a:t>化学品，有危险，遗弃物品不要捡，预防烟火燃毒气，报警说明出事点，运输泄漏别围观，人在风头要离远。 </a:t>
              </a:r>
              <a:endParaRPr lang="en-US" altLang="zh-CN" sz="1600">
                <a:cs typeface="汉仪文黑-55简" panose="00020600040101010101" charset="-122"/>
              </a:endParaRPr>
            </a:p>
          </p:txBody>
        </p:sp>
        <p:sp>
          <p:nvSpPr>
            <p:cNvPr id="33" name="矩形 32"/>
            <p:cNvSpPr/>
            <p:nvPr/>
          </p:nvSpPr>
          <p:spPr>
            <a:xfrm>
              <a:off x="735" y="2677"/>
              <a:ext cx="8379" cy="270"/>
            </a:xfrm>
            <a:prstGeom prst="rect">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grpSp>
          <p:nvGrpSpPr>
            <p:cNvPr id="34" name="组合 33"/>
            <p:cNvGrpSpPr/>
            <p:nvPr/>
          </p:nvGrpSpPr>
          <p:grpSpPr>
            <a:xfrm rot="0">
              <a:off x="1004" y="3264"/>
              <a:ext cx="1246" cy="1369"/>
              <a:chOff x="8880" y="4680"/>
              <a:chExt cx="1513" cy="1440"/>
            </a:xfrm>
          </p:grpSpPr>
          <p:pic>
            <p:nvPicPr>
              <p:cNvPr id="35" name="图片 34" descr="32313534303532333b32313534303531393bc8d5c0fa"/>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880" y="4680"/>
                <a:ext cx="1513" cy="1440"/>
              </a:xfrm>
              <a:prstGeom prst="rect">
                <a:avLst/>
              </a:prstGeom>
            </p:spPr>
          </p:pic>
          <p:sp>
            <p:nvSpPr>
              <p:cNvPr id="36" name="矩形 35"/>
              <p:cNvSpPr/>
              <p:nvPr/>
            </p:nvSpPr>
            <p:spPr>
              <a:xfrm>
                <a:off x="9159" y="5178"/>
                <a:ext cx="960" cy="67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grpSp>
        <p:sp>
          <p:nvSpPr>
            <p:cNvPr id="37" name="文本框 36"/>
            <p:cNvSpPr txBox="1"/>
            <p:nvPr/>
          </p:nvSpPr>
          <p:spPr>
            <a:xfrm>
              <a:off x="1089" y="3767"/>
              <a:ext cx="1057" cy="580"/>
            </a:xfrm>
            <a:prstGeom prst="rect">
              <a:avLst/>
            </a:prstGeom>
            <a:noFill/>
          </p:spPr>
          <p:txBody>
            <a:bodyPr wrap="square" rtlCol="0">
              <a:spAutoFit/>
            </a:bodyPr>
            <a:p>
              <a:pPr algn="dist">
                <a:lnSpc>
                  <a:spcPct val="100000"/>
                </a:lnSpc>
                <a:spcBef>
                  <a:spcPts val="0"/>
                </a:spcBef>
                <a:spcAft>
                  <a:spcPts val="400"/>
                </a:spcAft>
              </a:pPr>
              <a:r>
                <a:rPr lang="zh-CN" altLang="en-US" b="1">
                  <a:cs typeface="汉仪文黑-55简" panose="00020600040101010101" charset="-122"/>
                </a:rPr>
                <a:t>防化</a:t>
              </a:r>
              <a:endParaRPr lang="zh-CN" altLang="en-US" b="1">
                <a:cs typeface="汉仪文黑-55简" panose="00020600040101010101" charset="-122"/>
              </a:endParaRPr>
            </a:p>
          </p:txBody>
        </p:sp>
      </p:grpSp>
      <p:grpSp>
        <p:nvGrpSpPr>
          <p:cNvPr id="38" name="组合 37"/>
          <p:cNvGrpSpPr/>
          <p:nvPr/>
        </p:nvGrpSpPr>
        <p:grpSpPr>
          <a:xfrm>
            <a:off x="6381750" y="4325620"/>
            <a:ext cx="5320665" cy="1512570"/>
            <a:chOff x="735" y="2677"/>
            <a:chExt cx="8379" cy="2382"/>
          </a:xfrm>
        </p:grpSpPr>
        <p:sp>
          <p:nvSpPr>
            <p:cNvPr id="39" name="矩形 38"/>
            <p:cNvSpPr/>
            <p:nvPr/>
          </p:nvSpPr>
          <p:spPr>
            <a:xfrm>
              <a:off x="735" y="2677"/>
              <a:ext cx="8379" cy="2382"/>
            </a:xfrm>
            <a:prstGeom prst="rect">
              <a:avLst/>
            </a:prstGeom>
            <a:solidFill>
              <a:schemeClr val="bg1"/>
            </a:solidFill>
            <a:ln>
              <a:solidFill>
                <a:srgbClr val="A8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sp>
          <p:nvSpPr>
            <p:cNvPr id="40" name="文本框 39"/>
            <p:cNvSpPr txBox="1"/>
            <p:nvPr/>
          </p:nvSpPr>
          <p:spPr>
            <a:xfrm>
              <a:off x="2609" y="3250"/>
              <a:ext cx="6256" cy="1537"/>
            </a:xfrm>
            <a:prstGeom prst="rect">
              <a:avLst/>
            </a:prstGeom>
            <a:noFill/>
          </p:spPr>
          <p:txBody>
            <a:bodyPr wrap="square" rtlCol="0">
              <a:spAutoFit/>
            </a:bodyPr>
            <a:p>
              <a:pPr>
                <a:lnSpc>
                  <a:spcPct val="120000"/>
                </a:lnSpc>
                <a:spcBef>
                  <a:spcPts val="0"/>
                </a:spcBef>
                <a:spcAft>
                  <a:spcPts val="400"/>
                </a:spcAft>
              </a:pPr>
              <a:r>
                <a:rPr lang="en-US" altLang="zh-CN" sz="1600">
                  <a:cs typeface="汉仪文黑-55简" panose="00020600040101010101" charset="-122"/>
                </a:rPr>
                <a:t>龙卷风，强风暴，一旦袭来进地窖，室内躲避离门窗，电源水源全关掉，室外趴在低洼地，汽车里面不可靠。 </a:t>
              </a:r>
              <a:endParaRPr lang="en-US" altLang="zh-CN" sz="1600">
                <a:cs typeface="汉仪文黑-55简" panose="00020600040101010101" charset="-122"/>
              </a:endParaRPr>
            </a:p>
          </p:txBody>
        </p:sp>
        <p:sp>
          <p:nvSpPr>
            <p:cNvPr id="41" name="矩形 40"/>
            <p:cNvSpPr/>
            <p:nvPr/>
          </p:nvSpPr>
          <p:spPr>
            <a:xfrm>
              <a:off x="735" y="2677"/>
              <a:ext cx="8379" cy="270"/>
            </a:xfrm>
            <a:prstGeom prst="rect">
              <a:avLst/>
            </a:prstGeom>
            <a:solidFill>
              <a:srgbClr val="A8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grpSp>
          <p:nvGrpSpPr>
            <p:cNvPr id="42" name="组合 41"/>
            <p:cNvGrpSpPr/>
            <p:nvPr/>
          </p:nvGrpSpPr>
          <p:grpSpPr>
            <a:xfrm rot="0">
              <a:off x="1004" y="3264"/>
              <a:ext cx="1246" cy="1369"/>
              <a:chOff x="8880" y="4680"/>
              <a:chExt cx="1513" cy="1440"/>
            </a:xfrm>
          </p:grpSpPr>
          <p:pic>
            <p:nvPicPr>
              <p:cNvPr id="43" name="图片 42" descr="32313534303532333b32313534303531393bc8d5c0fa"/>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880" y="4680"/>
                <a:ext cx="1513" cy="1440"/>
              </a:xfrm>
              <a:prstGeom prst="rect">
                <a:avLst/>
              </a:prstGeom>
            </p:spPr>
          </p:pic>
          <p:sp>
            <p:nvSpPr>
              <p:cNvPr id="44" name="矩形 43"/>
              <p:cNvSpPr/>
              <p:nvPr/>
            </p:nvSpPr>
            <p:spPr>
              <a:xfrm>
                <a:off x="9159" y="5178"/>
                <a:ext cx="960" cy="67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汉仪文黑-55简" panose="00020600040101010101" charset="-122"/>
                </a:endParaRPr>
              </a:p>
            </p:txBody>
          </p:sp>
        </p:grpSp>
        <p:sp>
          <p:nvSpPr>
            <p:cNvPr id="45" name="文本框 44"/>
            <p:cNvSpPr txBox="1"/>
            <p:nvPr/>
          </p:nvSpPr>
          <p:spPr>
            <a:xfrm>
              <a:off x="999" y="3857"/>
              <a:ext cx="1386" cy="531"/>
            </a:xfrm>
            <a:prstGeom prst="rect">
              <a:avLst/>
            </a:prstGeom>
            <a:noFill/>
          </p:spPr>
          <p:txBody>
            <a:bodyPr wrap="square" rtlCol="0">
              <a:spAutoFit/>
            </a:bodyPr>
            <a:p>
              <a:pPr algn="l">
                <a:lnSpc>
                  <a:spcPct val="100000"/>
                </a:lnSpc>
                <a:spcBef>
                  <a:spcPts val="0"/>
                </a:spcBef>
                <a:spcAft>
                  <a:spcPts val="400"/>
                </a:spcAft>
              </a:pPr>
              <a:r>
                <a:rPr lang="zh-CN" altLang="en-US" sz="1600" b="1">
                  <a:cs typeface="汉仪文黑-55简" panose="00020600040101010101" charset="-122"/>
                </a:rPr>
                <a:t>龙卷风</a:t>
              </a:r>
              <a:endParaRPr lang="zh-CN" altLang="en-US" sz="1600" b="1">
                <a:cs typeface="汉仪文黑-55简" panose="00020600040101010101" charset="-122"/>
              </a:endParaRPr>
            </a:p>
          </p:txBody>
        </p:sp>
      </p:grpSp>
    </p:spTree>
    <p:custDataLst>
      <p:tags r:id="rId3"/>
    </p:custData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1500823" y="1576070"/>
            <a:ext cx="9190355" cy="1445260"/>
          </a:xfrm>
          <a:prstGeom prst="rect">
            <a:avLst/>
          </a:prstGeom>
          <a:noFill/>
        </p:spPr>
        <p:txBody>
          <a:bodyPr wrap="square" rtlCol="0">
            <a:spAutoFit/>
          </a:bodyPr>
          <a:p>
            <a:pPr algn="dist"/>
            <a:r>
              <a:rPr lang="zh-CN" altLang="en-US" sz="8800">
                <a:solidFill>
                  <a:schemeClr val="accent4">
                    <a:lumMod val="60000"/>
                    <a:lumOff val="40000"/>
                  </a:schemeClr>
                </a:solidFill>
                <a:latin typeface="汉仪颜楷简" panose="00020600040101010101" charset="-122"/>
                <a:ea typeface="汉仪颜楷简" panose="00020600040101010101" charset="-122"/>
                <a:cs typeface="汉仪文黑-55简" panose="00020600040101010101" charset="-122"/>
              </a:rPr>
              <a:t>护航高质量发展</a:t>
            </a:r>
            <a:endParaRPr lang="zh-CN" altLang="en-US" sz="8800">
              <a:solidFill>
                <a:schemeClr val="accent4">
                  <a:lumMod val="60000"/>
                  <a:lumOff val="40000"/>
                </a:schemeClr>
              </a:solidFill>
              <a:latin typeface="汉仪颜楷简" panose="00020600040101010101" charset="-122"/>
              <a:ea typeface="汉仪颜楷简" panose="00020600040101010101" charset="-122"/>
              <a:cs typeface="汉仪文黑-55简" panose="00020600040101010101" charset="-122"/>
            </a:endParaRPr>
          </a:p>
        </p:txBody>
      </p:sp>
      <p:pic>
        <p:nvPicPr>
          <p:cNvPr id="21" name="图片 20" descr="32313538313137343b32303238393936333bb0aed0c4"/>
          <p:cNvPicPr>
            <a:picLocks noChangeAspect="1"/>
          </p:cNvPicPr>
          <p:nvPr/>
        </p:nvPicPr>
        <p:blipFill>
          <a:blip r:embed="rId1"/>
          <a:stretch>
            <a:fillRect/>
          </a:stretch>
        </p:blipFill>
        <p:spPr>
          <a:xfrm>
            <a:off x="5881370" y="812800"/>
            <a:ext cx="429260" cy="429260"/>
          </a:xfrm>
          <a:prstGeom prst="rect">
            <a:avLst/>
          </a:prstGeom>
        </p:spPr>
      </p:pic>
      <p:cxnSp>
        <p:nvCxnSpPr>
          <p:cNvPr id="22" name="直接连接符 21"/>
          <p:cNvCxnSpPr/>
          <p:nvPr/>
        </p:nvCxnSpPr>
        <p:spPr>
          <a:xfrm>
            <a:off x="2755265" y="1071245"/>
            <a:ext cx="819150" cy="0"/>
          </a:xfrm>
          <a:prstGeom prst="line">
            <a:avLst/>
          </a:prstGeom>
          <a:ln>
            <a:gradFill>
              <a:gsLst>
                <a:gs pos="0">
                  <a:schemeClr val="accent4">
                    <a:lumMod val="40000"/>
                    <a:lumOff val="60000"/>
                    <a:alpha val="0"/>
                  </a:schemeClr>
                </a:gs>
                <a:gs pos="100000">
                  <a:schemeClr val="accent4">
                    <a:lumMod val="40000"/>
                    <a:lumOff val="60000"/>
                  </a:schemeClr>
                </a:gs>
              </a:gsLst>
              <a:lin ang="0" scaled="1"/>
            </a:gra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8617585" y="1080135"/>
            <a:ext cx="819150" cy="0"/>
          </a:xfrm>
          <a:prstGeom prst="line">
            <a:avLst/>
          </a:prstGeom>
          <a:ln>
            <a:gradFill>
              <a:gsLst>
                <a:gs pos="0">
                  <a:schemeClr val="accent4">
                    <a:lumMod val="40000"/>
                    <a:lumOff val="60000"/>
                    <a:alpha val="0"/>
                  </a:schemeClr>
                </a:gs>
                <a:gs pos="100000">
                  <a:schemeClr val="accent4">
                    <a:lumMod val="40000"/>
                    <a:lumOff val="60000"/>
                  </a:schemeClr>
                </a:gs>
              </a:gsLst>
              <a:lin ang="0" scaled="1"/>
            </a:gra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3580765" y="880745"/>
            <a:ext cx="5030470" cy="398780"/>
          </a:xfrm>
          <a:prstGeom prst="rect">
            <a:avLst/>
          </a:prstGeom>
          <a:noFill/>
        </p:spPr>
        <p:txBody>
          <a:bodyPr wrap="square" rtlCol="0">
            <a:spAutoFit/>
          </a:bodyPr>
          <a:p>
            <a:pPr algn="dist"/>
            <a:r>
              <a:rPr lang="zh-CN" altLang="en-US" sz="2000">
                <a:solidFill>
                  <a:schemeClr val="accent4">
                    <a:lumMod val="60000"/>
                    <a:lumOff val="40000"/>
                  </a:schemeClr>
                </a:solidFill>
                <a:latin typeface="汉仪文黑-55简" panose="00020600040101010101" charset="-122"/>
                <a:ea typeface="汉仪文黑-55简" panose="00020600040101010101" charset="-122"/>
                <a:cs typeface="汉仪文黑-55简" panose="00020600040101010101" charset="-122"/>
              </a:rPr>
              <a:t>防范灾害风险</a:t>
            </a:r>
            <a:r>
              <a:rPr lang="en-US" altLang="zh-CN" sz="2000">
                <a:solidFill>
                  <a:schemeClr val="accent4">
                    <a:lumMod val="60000"/>
                    <a:lumOff val="40000"/>
                  </a:schemeClr>
                </a:solidFill>
                <a:latin typeface="汉仪文黑-55简" panose="00020600040101010101" charset="-122"/>
                <a:ea typeface="汉仪文黑-55简" panose="00020600040101010101" charset="-122"/>
                <a:cs typeface="汉仪文黑-55简" panose="00020600040101010101" charset="-122"/>
              </a:rPr>
              <a:t>       </a:t>
            </a:r>
            <a:r>
              <a:rPr lang="zh-CN" altLang="en-US" sz="2000">
                <a:solidFill>
                  <a:schemeClr val="accent4">
                    <a:lumMod val="60000"/>
                    <a:lumOff val="40000"/>
                  </a:schemeClr>
                </a:solidFill>
                <a:latin typeface="汉仪文黑-55简" panose="00020600040101010101" charset="-122"/>
                <a:ea typeface="汉仪文黑-55简" panose="00020600040101010101" charset="-122"/>
                <a:cs typeface="汉仪文黑-55简" panose="00020600040101010101" charset="-122"/>
              </a:rPr>
              <a:t>护航高质量发展</a:t>
            </a:r>
            <a:endParaRPr lang="zh-CN" altLang="en-US" sz="2000">
              <a:solidFill>
                <a:schemeClr val="accent4">
                  <a:lumMod val="60000"/>
                  <a:lumOff val="40000"/>
                </a:schemeClr>
              </a:solidFill>
              <a:latin typeface="汉仪文黑-55简" panose="00020600040101010101" charset="-122"/>
              <a:ea typeface="汉仪文黑-55简" panose="00020600040101010101" charset="-122"/>
              <a:cs typeface="汉仪文黑-55简" panose="00020600040101010101" charset="-122"/>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47.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94.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41.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88.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1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2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2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2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2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2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2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2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2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2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2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2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2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35.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2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2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2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2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2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2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2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2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2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2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2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2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2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8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2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3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3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3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3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3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3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29.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30.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331.xml><?xml version="1.0" encoding="utf-8"?>
<p:tagLst xmlns:p="http://schemas.openxmlformats.org/presentationml/2006/main">
  <p:tag name="KSO_WM_BEAUTIFY_FLAG" val="#wm#"/>
  <p:tag name="KSO_WM_TEMPLATE_CATEGORY" val="custom"/>
  <p:tag name="KSO_WM_TEMPLATE_INDEX" val="20205081"/>
</p:tagLst>
</file>

<file path=ppt/tags/tag332.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333.xml><?xml version="1.0" encoding="utf-8"?>
<p:tagLst xmlns:p="http://schemas.openxmlformats.org/presentationml/2006/main">
  <p:tag name="KSO_WM_BEAUTIFY_FLAG" val="#wm#"/>
  <p:tag name="KSO_WM_TEMPLATE_CATEGORY" val="custom"/>
  <p:tag name="KSO_WM_TEMPLATE_INDEX" val="20205081"/>
</p:tagLst>
</file>

<file path=ppt/tags/tag334.xml><?xml version="1.0" encoding="utf-8"?>
<p:tagLst xmlns:p="http://schemas.openxmlformats.org/presentationml/2006/main">
  <p:tag name="KSO_WM_BEAUTIFY_FLAG" val="#wm#"/>
  <p:tag name="KSO_WM_TEMPLATE_CATEGORY" val="custom"/>
  <p:tag name="KSO_WM_TEMPLATE_INDEX" val="20205081"/>
</p:tagLst>
</file>

<file path=ppt/tags/tag335.xml><?xml version="1.0" encoding="utf-8"?>
<p:tagLst xmlns:p="http://schemas.openxmlformats.org/presentationml/2006/main">
  <p:tag name="KSO_WM_BEAUTIFY_FLAG" val="#wm#"/>
  <p:tag name="KSO_WM_TEMPLATE_CATEGORY" val="custom"/>
  <p:tag name="KSO_WM_TEMPLATE_INDEX" val="20205081"/>
</p:tagLst>
</file>

<file path=ppt/tags/tag336.xml><?xml version="1.0" encoding="utf-8"?>
<p:tagLst xmlns:p="http://schemas.openxmlformats.org/presentationml/2006/main">
  <p:tag name="KSO_WM_BEAUTIFY_FLAG" val="#wm#"/>
  <p:tag name="KSO_WM_TEMPLATE_CATEGORY" val="custom"/>
  <p:tag name="KSO_WM_TEMPLATE_INDEX" val="20205081"/>
</p:tagLst>
</file>

<file path=ppt/tags/tag33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338.xml><?xml version="1.0" encoding="utf-8"?>
<p:tagLst xmlns:p="http://schemas.openxmlformats.org/presentationml/2006/main">
  <p:tag name="KSO_WM_BEAUTIFY_FLAG" val="#wm#"/>
  <p:tag name="KSO_WM_TEMPLATE_CATEGORY" val="custom"/>
  <p:tag name="KSO_WM_TEMPLATE_INDEX" val="20205081"/>
</p:tagLst>
</file>

<file path=ppt/tags/tag339.xml><?xml version="1.0" encoding="utf-8"?>
<p:tagLst xmlns:p="http://schemas.openxmlformats.org/presentationml/2006/main">
  <p:tag name="KSO_WM_BEAUTIFY_FLAG" val="#wm#"/>
  <p:tag name="KSO_WM_TEMPLATE_CATEGORY" val="custom"/>
  <p:tag name="KSO_WM_TEMPLATE_INDEX" val="20205081"/>
</p:tagLst>
</file>

<file path=ppt/tags/tag340.xml><?xml version="1.0" encoding="utf-8"?>
<p:tagLst xmlns:p="http://schemas.openxmlformats.org/presentationml/2006/main">
  <p:tag name="KSO_WM_BEAUTIFY_FLAG" val="#wm#"/>
  <p:tag name="KSO_WM_TEMPLATE_CATEGORY" val="custom"/>
  <p:tag name="KSO_WM_TEMPLATE_INDEX" val="20205081"/>
</p:tagLst>
</file>

<file path=ppt/tags/tag341.xml><?xml version="1.0" encoding="utf-8"?>
<p:tagLst xmlns:p="http://schemas.openxmlformats.org/presentationml/2006/main">
  <p:tag name="KSO_WM_BEAUTIFY_FLAG" val="#wm#"/>
  <p:tag name="KSO_WM_TEMPLATE_CATEGORY" val="custom"/>
  <p:tag name="KSO_WM_TEMPLATE_INDEX" val="20205081"/>
</p:tagLst>
</file>

<file path=ppt/tags/tag342.xml><?xml version="1.0" encoding="utf-8"?>
<p:tagLst xmlns:p="http://schemas.openxmlformats.org/presentationml/2006/main">
  <p:tag name="KSO_WM_BEAUTIFY_FLAG" val="#wm#"/>
  <p:tag name="KSO_WM_TEMPLATE_CATEGORY" val="custom"/>
  <p:tag name="KSO_WM_TEMPLATE_INDEX" val="20205081"/>
</p:tagLst>
</file>

<file path=ppt/tags/tag34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344.xml><?xml version="1.0" encoding="utf-8"?>
<p:tagLst xmlns:p="http://schemas.openxmlformats.org/presentationml/2006/main">
  <p:tag name="KSO_WM_BEAUTIFY_FLAG" val="#wm#"/>
  <p:tag name="KSO_WM_TEMPLATE_CATEGORY" val="custom"/>
  <p:tag name="KSO_WM_TEMPLATE_INDEX" val="20205081"/>
</p:tagLst>
</file>

<file path=ppt/tags/tag345.xml><?xml version="1.0" encoding="utf-8"?>
<p:tagLst xmlns:p="http://schemas.openxmlformats.org/presentationml/2006/main">
  <p:tag name="KSO_WM_BEAUTIFY_FLAG" val="#wm#"/>
  <p:tag name="KSO_WM_TEMPLATE_CATEGORY" val="custom"/>
  <p:tag name="KSO_WM_TEMPLATE_INDEX" val="20205081"/>
</p:tagLst>
</file>

<file path=ppt/tags/tag346.xml><?xml version="1.0" encoding="utf-8"?>
<p:tagLst xmlns:p="http://schemas.openxmlformats.org/presentationml/2006/main">
  <p:tag name="KSO_WM_BEAUTIFY_FLAG" val="#wm#"/>
  <p:tag name="KSO_WM_TEMPLATE_CATEGORY" val="custom"/>
  <p:tag name="KSO_WM_TEMPLATE_INDEX" val="20205081"/>
</p:tagLst>
</file>

<file path=ppt/tags/tag347.xml><?xml version="1.0" encoding="utf-8"?>
<p:tagLst xmlns:p="http://schemas.openxmlformats.org/presentationml/2006/main">
  <p:tag name="KSO_WM_BEAUTIFY_FLAG" val="#wm#"/>
  <p:tag name="KSO_WM_TEMPLATE_CATEGORY" val="custom"/>
  <p:tag name="KSO_WM_TEMPLATE_INDEX" val="20205081"/>
</p:tagLst>
</file>

<file path=ppt/tags/tag348.xml><?xml version="1.0" encoding="utf-8"?>
<p:tagLst xmlns:p="http://schemas.openxmlformats.org/presentationml/2006/main">
  <p:tag name="KSO_WM_BEAUTIFY_FLAG" val="#wm#"/>
  <p:tag name="KSO_WM_TEMPLATE_CATEGORY" val="custom"/>
  <p:tag name="KSO_WM_TEMPLATE_INDEX" val="20205081"/>
</p:tagLst>
</file>

<file path=ppt/tags/tag349.xml><?xml version="1.0" encoding="utf-8"?>
<p:tagLst xmlns:p="http://schemas.openxmlformats.org/presentationml/2006/main">
  <p:tag name="KSO_WM_BEAUTIFY_FLAG" val="#wm#"/>
  <p:tag name="KSO_WM_TEMPLATE_CATEGORY" val="custom"/>
  <p:tag name="KSO_WM_TEMPLATE_INDEX" val="20205081"/>
</p:tagLst>
</file>

<file path=ppt/tags/tag350.xml><?xml version="1.0" encoding="utf-8"?>
<p:tagLst xmlns:p="http://schemas.openxmlformats.org/presentationml/2006/main">
  <p:tag name="KSO_WM_BEAUTIFY_FLAG" val="#wm#"/>
  <p:tag name="KSO_WM_TEMPLATE_CATEGORY" val="custom"/>
  <p:tag name="KSO_WM_TEMPLATE_INDEX" val="20205081"/>
</p:tagLst>
</file>

<file path=ppt/tags/tag351.xml><?xml version="1.0" encoding="utf-8"?>
<p:tagLst xmlns:p="http://schemas.openxmlformats.org/presentationml/2006/main">
  <p:tag name="KSO_WM_BEAUTIFY_FLAG" val="#wm#"/>
  <p:tag name="KSO_WM_TEMPLATE_CATEGORY" val="custom"/>
  <p:tag name="KSO_WM_TEMPLATE_INDEX" val="20205081"/>
</p:tagLst>
</file>

<file path=ppt/tags/tag352.xml><?xml version="1.0" encoding="utf-8"?>
<p:tagLst xmlns:p="http://schemas.openxmlformats.org/presentationml/2006/main">
  <p:tag name="KSO_WM_BEAUTIFY_FLAG" val="#wm#"/>
  <p:tag name="KSO_WM_TEMPLATE_CATEGORY" val="custom"/>
  <p:tag name="KSO_WM_TEMPLATE_INDEX" val="20205081"/>
</p:tagLst>
</file>

<file path=ppt/tags/tag353.xml><?xml version="1.0" encoding="utf-8"?>
<p:tagLst xmlns:p="http://schemas.openxmlformats.org/presentationml/2006/main">
  <p:tag name="KSO_WM_BEAUTIFY_FLAG" val="#wm#"/>
  <p:tag name="KSO_WM_TEMPLATE_CATEGORY" val="custom"/>
  <p:tag name="KSO_WM_TEMPLATE_INDEX" val="20205081"/>
</p:tagLst>
</file>

<file path=ppt/tags/tag354.xml><?xml version="1.0" encoding="utf-8"?>
<p:tagLst xmlns:p="http://schemas.openxmlformats.org/presentationml/2006/main">
  <p:tag name="KSO_WM_BEAUTIFY_FLAG" val="#wm#"/>
  <p:tag name="KSO_WM_TEMPLATE_CATEGORY" val="custom"/>
  <p:tag name="KSO_WM_TEMPLATE_INDEX" val="20205081"/>
</p:tagLst>
</file>

<file path=ppt/tags/tag355.xml><?xml version="1.0" encoding="utf-8"?>
<p:tagLst xmlns:p="http://schemas.openxmlformats.org/presentationml/2006/main">
  <p:tag name="KSO_WM_BEAUTIFY_FLAG" val="#wm#"/>
  <p:tag name="KSO_WM_TEMPLATE_CATEGORY" val="custom"/>
  <p:tag name="KSO_WM_TEMPLATE_INDEX" val="20205081"/>
</p:tagLst>
</file>

<file path=ppt/tags/tag35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357.xml><?xml version="1.0" encoding="utf-8"?>
<p:tagLst xmlns:p="http://schemas.openxmlformats.org/presentationml/2006/main">
  <p:tag name="KSO_WM_BEAUTIFY_FLAG" val="#wm#"/>
  <p:tag name="KSO_WM_TEMPLATE_CATEGORY" val="custom"/>
  <p:tag name="KSO_WM_TEMPLATE_INDEX" val="20205081"/>
</p:tagLst>
</file>

<file path=ppt/tags/tag358.xml><?xml version="1.0" encoding="utf-8"?>
<p:tagLst xmlns:p="http://schemas.openxmlformats.org/presentationml/2006/main">
  <p:tag name="KSO_WM_BEAUTIFY_FLAG" val="#wm#"/>
  <p:tag name="KSO_WM_TEMPLATE_CATEGORY" val="custom"/>
  <p:tag name="KSO_WM_TEMPLATE_INDEX" val="20205081"/>
</p:tagLst>
</file>

<file path=ppt/tags/tag359.xml><?xml version="1.0" encoding="utf-8"?>
<p:tagLst xmlns:p="http://schemas.openxmlformats.org/presentationml/2006/main">
  <p:tag name="KSO_WM_BEAUTIFY_FLAG" val="#wm#"/>
  <p:tag name="KSO_WM_TEMPLATE_CATEGORY" val="custom"/>
  <p:tag name="KSO_WM_TEMPLATE_INDEX" val="20205081"/>
</p:tagLst>
</file>

<file path=ppt/tags/tag360.xml><?xml version="1.0" encoding="utf-8"?>
<p:tagLst xmlns:p="http://schemas.openxmlformats.org/presentationml/2006/main">
  <p:tag name="KSO_WM_BEAUTIFY_FLAG" val="#wm#"/>
  <p:tag name="KSO_WM_TEMPLATE_CATEGORY" val="custom"/>
  <p:tag name="KSO_WM_TEMPLATE_INDEX" val="20205081"/>
</p:tagLst>
</file>

<file path=ppt/tags/tag361.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362.xml><?xml version="1.0" encoding="utf-8"?>
<p:tagLst xmlns:p="http://schemas.openxmlformats.org/presentationml/2006/main">
  <p:tag name="KSO_WM_BEAUTIFY_FLAG" val="#wm#"/>
  <p:tag name="KSO_WM_TEMPLATE_CATEGORY" val="custom"/>
  <p:tag name="KSO_WM_TEMPLATE_INDEX" val="20205081"/>
</p:tagLst>
</file>

<file path=ppt/tags/tag363.xml><?xml version="1.0" encoding="utf-8"?>
<p:tagLst xmlns:p="http://schemas.openxmlformats.org/presentationml/2006/main">
  <p:tag name="KSO_WM_BEAUTIFY_FLAG" val="#wm#"/>
  <p:tag name="KSO_WM_TEMPLATE_CATEGORY" val="custom"/>
  <p:tag name="KSO_WM_TEMPLATE_INDEX" val="20205081"/>
</p:tagLst>
</file>

<file path=ppt/tags/tag364.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365.xml><?xml version="1.0" encoding="utf-8"?>
<p:tagLst xmlns:p="http://schemas.openxmlformats.org/presentationml/2006/main">
  <p:tag name="KSO_WM_BEAUTIFY_FLAG" val="#wm#"/>
  <p:tag name="KSO_WM_TEMPLATE_CATEGORY" val="custom"/>
  <p:tag name="KSO_WM_TEMPLATE_INDEX" val="20205081"/>
</p:tagLst>
</file>

<file path=ppt/tags/tag366.xml><?xml version="1.0" encoding="utf-8"?>
<p:tagLst xmlns:p="http://schemas.openxmlformats.org/presentationml/2006/main">
  <p:tag name="KSO_WM_BEAUTIFY_FLAG" val="#wm#"/>
  <p:tag name="KSO_WM_TEMPLATE_CATEGORY" val="custom"/>
  <p:tag name="KSO_WM_TEMPLATE_INDEX" val="20205081"/>
</p:tagLst>
</file>

<file path=ppt/tags/tag367.xml><?xml version="1.0" encoding="utf-8"?>
<p:tagLst xmlns:p="http://schemas.openxmlformats.org/presentationml/2006/main">
  <p:tag name="KSO_WM_BEAUTIFY_FLAG" val="#wm#"/>
  <p:tag name="KSO_WM_TEMPLATE_CATEGORY" val="custom"/>
  <p:tag name="KSO_WM_TEMPLATE_INDEX" val="20205081"/>
</p:tagLst>
</file>

<file path=ppt/tags/tag368.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369.xml><?xml version="1.0" encoding="utf-8"?>
<p:tagLst xmlns:p="http://schemas.openxmlformats.org/presentationml/2006/main">
  <p:tag name="KSO_WPP_MARK_KEY" val="a8626d92-659d-432d-a5d5-5bf7c831e3bb"/>
  <p:tag name="COMMONDATA" val="eyJjb3VudCI6MiwiaGRpZCI6ImQ4OGI1ZTg3OTA2Y2M5ZWExMWQ5N2Y3YmI5YzYyYzMxIiwidXNlckNvdW50IjoyfQ=="/>
  <p:tag name="commondata" val="eyJjb3VudCI6MywiaGRpZCI6IjEyZWZmODhmZmU1YzNmN2EzYzkxNWViYWE0YzFhYjM3IiwidXNlckNvdW50IjoxfQ=="/>
</p:tagLst>
</file>

<file path=ppt/theme/theme1.xml><?xml version="1.0" encoding="utf-8"?>
<a:theme xmlns:a="http://schemas.openxmlformats.org/drawingml/2006/main" name="Office 主题​​">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汉仪文黑-55简"/>
        <a:ea typeface="汉仪文黑-55简"/>
        <a:cs typeface=""/>
      </a:majorFont>
      <a:minorFont>
        <a:latin typeface="汉仪文黑-55简"/>
        <a:ea typeface="汉仪文黑-55简"/>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nSpc>
            <a:spcPct val="120000"/>
          </a:lnSpc>
          <a:spcBef>
            <a:spcPts val="0"/>
          </a:spcBef>
          <a:spcAft>
            <a:spcPts val="400"/>
          </a:spcAft>
          <a:defRPr lang="en-US" altLang="zh-CN"/>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汉仪文黑-55简"/>
        <a:ea typeface="汉仪文黑-55简"/>
        <a:cs typeface=""/>
      </a:majorFont>
      <a:minorFont>
        <a:latin typeface="汉仪文黑-55简"/>
        <a:ea typeface="汉仪文黑-55简"/>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nSpc>
            <a:spcPct val="120000"/>
          </a:lnSpc>
          <a:spcBef>
            <a:spcPts val="0"/>
          </a:spcBef>
          <a:spcAft>
            <a:spcPts val="0"/>
          </a:spcAft>
          <a:defRPr lang="zh-CN" altLang="en-US"/>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主题​​">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汉仪文黑-55简"/>
        <a:ea typeface="汉仪文黑-55简"/>
        <a:cs typeface=""/>
      </a:majorFont>
      <a:minorFont>
        <a:latin typeface="汉仪文黑-55简"/>
        <a:ea typeface="汉仪文黑-55简"/>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nSpc>
            <a:spcPct val="120000"/>
          </a:lnSpc>
          <a:spcBef>
            <a:spcPts val="0"/>
          </a:spcBef>
          <a:spcAft>
            <a:spcPts val="0"/>
          </a:spcAft>
          <a:defRPr lang="zh-CN" altLang="en-US"/>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主题​​">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汉仪文黑-55简"/>
        <a:ea typeface="汉仪文黑-55简"/>
        <a:cs typeface=""/>
      </a:majorFont>
      <a:minorFont>
        <a:latin typeface="汉仪文黑-55简"/>
        <a:ea typeface="汉仪文黑-55简"/>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nSpc>
            <a:spcPct val="120000"/>
          </a:lnSpc>
          <a:spcBef>
            <a:spcPts val="0"/>
          </a:spcBef>
          <a:spcAft>
            <a:spcPts val="0"/>
          </a:spcAft>
          <a:defRPr lang="zh-CN" altLang="en-US"/>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Office 主题​​">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汉仪文黑-55简"/>
        <a:ea typeface="汉仪文黑-55简"/>
        <a:cs typeface=""/>
      </a:majorFont>
      <a:minorFont>
        <a:latin typeface="汉仪文黑-55简"/>
        <a:ea typeface="汉仪文黑-55简"/>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nSpc>
            <a:spcPct val="120000"/>
          </a:lnSpc>
          <a:spcBef>
            <a:spcPts val="0"/>
          </a:spcBef>
          <a:spcAft>
            <a:spcPts val="0"/>
          </a:spcAft>
          <a:defRPr lang="zh-CN" altLang="en-US"/>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Office 主题​​">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汉仪文黑-55简"/>
        <a:ea typeface="汉仪文黑-55简"/>
        <a:cs typeface=""/>
      </a:majorFont>
      <a:minorFont>
        <a:latin typeface="汉仪文黑-55简"/>
        <a:ea typeface="汉仪文黑-55简"/>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nSpc>
            <a:spcPct val="120000"/>
          </a:lnSpc>
          <a:spcBef>
            <a:spcPts val="0"/>
          </a:spcBef>
          <a:spcAft>
            <a:spcPts val="0"/>
          </a:spcAft>
          <a:defRPr lang="zh-CN" altLang="en-US"/>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Office 主题​​">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汉仪文黑-55简"/>
        <a:ea typeface="汉仪文黑-55简"/>
        <a:cs typeface=""/>
      </a:majorFont>
      <a:minorFont>
        <a:latin typeface="汉仪文黑-55简"/>
        <a:ea typeface="汉仪文黑-55简"/>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nSpc>
            <a:spcPct val="120000"/>
          </a:lnSpc>
          <a:spcBef>
            <a:spcPts val="0"/>
          </a:spcBef>
          <a:spcAft>
            <a:spcPts val="400"/>
          </a:spcAft>
          <a:defRPr lang="en-US" altLang="zh-CN"/>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汉仪文黑-55简"/>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汉仪文黑-55简"/>
        <a:ea typeface=""/>
        <a:cs typeface=""/>
        <a:font script="Jpan" typeface="ＭＳ Ｐゴシック"/>
        <a:font script="Hang" typeface="맑은 고딕"/>
        <a:font script="Hans" typeface="汉仪文黑-55简"/>
        <a:font script="Hant" typeface="新細明體"/>
        <a:font script="Arab" typeface="汉仪文黑-55简"/>
        <a:font script="Hebr" typeface="汉仪文黑-55简"/>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汉仪文黑-55简"/>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汉仪文黑-55简"/>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汉仪文黑-55简"/>
        <a:ea typeface=""/>
        <a:cs typeface=""/>
        <a:font script="Jpan" typeface="ＭＳ Ｐゴシック"/>
        <a:font script="Hang" typeface="맑은 고딕"/>
        <a:font script="Hans" typeface="汉仪文黑-55简"/>
        <a:font script="Hant" typeface="新細明體"/>
        <a:font script="Arab" typeface="汉仪文黑-55简"/>
        <a:font script="Hebr" typeface="汉仪文黑-55简"/>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汉仪文黑-55简"/>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5519</Words>
  <Application>WPS 演示</Application>
  <PresentationFormat>宽屏</PresentationFormat>
  <Paragraphs>422</Paragraphs>
  <Slides>39</Slides>
  <Notes>4</Notes>
  <HiddenSlides>0</HiddenSlides>
  <MMClips>0</MMClips>
  <ScaleCrop>false</ScaleCrop>
  <HeadingPairs>
    <vt:vector size="6" baseType="variant">
      <vt:variant>
        <vt:lpstr>已用的字体</vt:lpstr>
      </vt:variant>
      <vt:variant>
        <vt:i4>8</vt:i4>
      </vt:variant>
      <vt:variant>
        <vt:lpstr>主题</vt:lpstr>
      </vt:variant>
      <vt:variant>
        <vt:i4>7</vt:i4>
      </vt:variant>
      <vt:variant>
        <vt:lpstr>幻灯片标题</vt:lpstr>
      </vt:variant>
      <vt:variant>
        <vt:i4>39</vt:i4>
      </vt:variant>
    </vt:vector>
  </HeadingPairs>
  <TitlesOfParts>
    <vt:vector size="54" baseType="lpstr">
      <vt:lpstr>Arial</vt:lpstr>
      <vt:lpstr>宋体</vt:lpstr>
      <vt:lpstr>Wingdings</vt:lpstr>
      <vt:lpstr>汉仪文黑-55简</vt:lpstr>
      <vt:lpstr>Wingdings</vt:lpstr>
      <vt:lpstr>汉仪颜楷简</vt:lpstr>
      <vt:lpstr>微软雅黑</vt:lpstr>
      <vt:lpstr>Arial Unicode MS</vt:lpstr>
      <vt:lpstr>Office 主题​​</vt:lpstr>
      <vt:lpstr>1_Office 主题​​</vt:lpstr>
      <vt:lpstr>2_Office 主题​​</vt:lpstr>
      <vt:lpstr>3_Office 主题​​</vt:lpstr>
      <vt:lpstr>4_Office 主题​​</vt:lpstr>
      <vt:lpstr>5_Office 主题​​</vt:lpstr>
      <vt:lpstr>6_Office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翘首长亭</cp:lastModifiedBy>
  <cp:revision>4</cp:revision>
  <dcterms:created xsi:type="dcterms:W3CDTF">2022-05-10T00:43:00Z</dcterms:created>
  <dcterms:modified xsi:type="dcterms:W3CDTF">2024-05-06T07:54:15Z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2052-12.1.0.16120</vt:lpwstr>
  </property>
  <property fmtid="{D5CDD505-2E9C-101B-9397-08002B2CF9AE}" pid="3" name="ICV">
    <vt:lpwstr>03FE5F4E7D4041C5836E5E8EBF26E199</vt:lpwstr>
  </property>
  <property fmtid="{D5CDD505-2E9C-101B-9397-08002B2CF9AE}" pid="4" name="KSOTemplateUUID">
    <vt:lpwstr>v1.0_mb_DvqNiKWPS8IV0beSvAkIrQ==</vt:lpwstr>
  </property>
</Properties>
</file>