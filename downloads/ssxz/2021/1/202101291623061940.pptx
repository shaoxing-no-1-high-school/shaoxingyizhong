
<file path=[Content_Types].xml><?xml version="1.0" encoding="utf-8"?>
<Types xmlns="http://schemas.openxmlformats.org/package/2006/content-types">
  <Default Extension="jpeg" ContentType="image/jpe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10.xml" ContentType="application/vnd.openxmlformats-officedocument.drawingml.diagramColors+xml"/>
  <Override PartName="/ppt/diagrams/colors11.xml" ContentType="application/vnd.openxmlformats-officedocument.drawingml.diagramColors+xml"/>
  <Override PartName="/ppt/diagrams/colors12.xml" ContentType="application/vnd.openxmlformats-officedocument.drawingml.diagramColors+xml"/>
  <Override PartName="/ppt/diagrams/colors13.xml" ContentType="application/vnd.openxmlformats-officedocument.drawingml.diagramColors+xml"/>
  <Override PartName="/ppt/diagrams/colors14.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10.xml" ContentType="application/vnd.openxmlformats-officedocument.drawingml.diagramData+xml"/>
  <Override PartName="/ppt/diagrams/data11.xml" ContentType="application/vnd.openxmlformats-officedocument.drawingml.diagramData+xml"/>
  <Override PartName="/ppt/diagrams/data12.xml" ContentType="application/vnd.openxmlformats-officedocument.drawingml.diagramData+xml"/>
  <Override PartName="/ppt/diagrams/data13.xml" ContentType="application/vnd.openxmlformats-officedocument.drawingml.diagramData+xml"/>
  <Override PartName="/ppt/diagrams/data14.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10.xml" ContentType="application/vnd.ms-office.drawingml.diagramDrawing+xml"/>
  <Override PartName="/ppt/diagrams/drawing11.xml" ContentType="application/vnd.ms-office.drawingml.diagramDrawing+xml"/>
  <Override PartName="/ppt/diagrams/drawing12.xml" ContentType="application/vnd.ms-office.drawingml.diagramDrawing+xml"/>
  <Override PartName="/ppt/diagrams/drawing13.xml" ContentType="application/vnd.ms-office.drawingml.diagramDrawing+xml"/>
  <Override PartName="/ppt/diagrams/drawing14.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10.xml" ContentType="application/vnd.openxmlformats-officedocument.drawingml.diagramLayout+xml"/>
  <Override PartName="/ppt/diagrams/layout11.xml" ContentType="application/vnd.openxmlformats-officedocument.drawingml.diagramLayout+xml"/>
  <Override PartName="/ppt/diagrams/layout12.xml" ContentType="application/vnd.openxmlformats-officedocument.drawingml.diagramLayout+xml"/>
  <Override PartName="/ppt/diagrams/layout13.xml" ContentType="application/vnd.openxmlformats-officedocument.drawingml.diagramLayout+xml"/>
  <Override PartName="/ppt/diagrams/layout14.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10.xml" ContentType="application/vnd.openxmlformats-officedocument.drawingml.diagramStyle+xml"/>
  <Override PartName="/ppt/diagrams/quickStyle11.xml" ContentType="application/vnd.openxmlformats-officedocument.drawingml.diagramStyle+xml"/>
  <Override PartName="/ppt/diagrams/quickStyle12.xml" ContentType="application/vnd.openxmlformats-officedocument.drawingml.diagramStyle+xml"/>
  <Override PartName="/ppt/diagrams/quickStyle13.xml" ContentType="application/vnd.openxmlformats-officedocument.drawingml.diagramStyle+xml"/>
  <Override PartName="/ppt/diagrams/quickStyle14.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40"/>
  </p:handoutMasterIdLst>
  <p:sldIdLst>
    <p:sldId id="1193" r:id="rId3"/>
    <p:sldId id="1094" r:id="rId5"/>
    <p:sldId id="907" r:id="rId6"/>
    <p:sldId id="989" r:id="rId7"/>
    <p:sldId id="1095" r:id="rId8"/>
    <p:sldId id="1065" r:id="rId9"/>
    <p:sldId id="1067" r:id="rId10"/>
    <p:sldId id="1189" r:id="rId11"/>
    <p:sldId id="1064" r:id="rId12"/>
    <p:sldId id="1070" r:id="rId13"/>
    <p:sldId id="1097" r:id="rId14"/>
    <p:sldId id="1099" r:id="rId15"/>
    <p:sldId id="1195" r:id="rId16"/>
    <p:sldId id="1199" r:id="rId17"/>
    <p:sldId id="1201" r:id="rId18"/>
    <p:sldId id="1098" r:id="rId19"/>
    <p:sldId id="1136" r:id="rId20"/>
    <p:sldId id="1100" r:id="rId21"/>
    <p:sldId id="1072" r:id="rId22"/>
    <p:sldId id="1109" r:id="rId23"/>
    <p:sldId id="1101" r:id="rId24"/>
    <p:sldId id="1190" r:id="rId25"/>
    <p:sldId id="1191" r:id="rId26"/>
    <p:sldId id="1085" r:id="rId27"/>
    <p:sldId id="1086" r:id="rId28"/>
    <p:sldId id="1087" r:id="rId29"/>
    <p:sldId id="1088" r:id="rId30"/>
    <p:sldId id="1089" r:id="rId31"/>
    <p:sldId id="1093" r:id="rId32"/>
    <p:sldId id="1090" r:id="rId33"/>
    <p:sldId id="1091" r:id="rId34"/>
    <p:sldId id="1092" r:id="rId35"/>
    <p:sldId id="1103" r:id="rId36"/>
    <p:sldId id="991" r:id="rId37"/>
    <p:sldId id="1069" r:id="rId38"/>
    <p:sldId id="927" r:id="rId39"/>
  </p:sldIdLst>
  <p:sldSz cx="12192000" cy="6858000"/>
  <p:notesSz cx="6797675" cy="9928225"/>
  <p:embeddedFontLst>
    <p:embeddedFont>
      <p:font typeface="黑体" panose="02010609060101010101" pitchFamily="49" charset="-122"/>
      <p:regular r:id="rId45"/>
    </p:embeddedFont>
    <p:embeddedFont>
      <p:font typeface="微软雅黑" panose="020B0503020204020204" charset="-122"/>
      <p:regular r:id="rId46"/>
    </p:embeddedFont>
    <p:embeddedFont>
      <p:font typeface="方正清刻本悦宋简体" panose="02000000000000000000" pitchFamily="2" charset="-122"/>
      <p:regular r:id="rId47"/>
    </p:embeddedFont>
    <p:embeddedFont>
      <p:font typeface="等线" panose="02010600030101010101" pitchFamily="2" charset="-122"/>
      <p:regular r:id="rId48"/>
    </p:embeddedFont>
    <p:embeddedFont>
      <p:font typeface="华文楷体" panose="02010600040101010101" pitchFamily="2" charset="-122"/>
      <p:regular r:id="rId49"/>
    </p:embeddedFont>
    <p:embeddedFont>
      <p:font typeface="方正大标宋简体" panose="02000000000000000000" charset="-122"/>
      <p:regular r:id="rId50"/>
    </p:embeddedFont>
    <p:embeddedFont>
      <p:font typeface="方正风雅宋简体" panose="02000000000000000000" charset="-122"/>
      <p:regular r:id="rId51"/>
    </p:embeddedFont>
    <p:embeddedFont>
      <p:font typeface="Perpetua Titling MT" panose="02020502060505020804" pitchFamily="18" charset="0"/>
      <p:regular r:id="rId52"/>
      <p:bold r:id="rId53"/>
    </p:embeddedFont>
    <p:embeddedFont>
      <p:font typeface="方正特雅宋_GBK" panose="02000000000000000000" pitchFamily="2" charset="-122"/>
      <p:regular r:id="rId54"/>
    </p:embeddedFont>
  </p:embeddedFontLst>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唐彭" initials="唐彭"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472C4"/>
    <a:srgbClr val="005ACB"/>
    <a:srgbClr val="763EB9"/>
    <a:srgbClr val="D2DEEF"/>
    <a:srgbClr val="243C71"/>
    <a:srgbClr val="333399"/>
    <a:srgbClr val="0E2860"/>
    <a:srgbClr val="0D2860"/>
    <a:srgbClr val="04679C"/>
    <a:srgbClr val="733B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7" autoAdjust="0"/>
    <p:restoredTop sz="79652" autoAdjust="0"/>
  </p:normalViewPr>
  <p:slideViewPr>
    <p:cSldViewPr showGuides="1">
      <p:cViewPr varScale="1">
        <p:scale>
          <a:sx n="89" d="100"/>
          <a:sy n="89" d="100"/>
        </p:scale>
        <p:origin x="120" y="66"/>
      </p:cViewPr>
      <p:guideLst>
        <p:guide orient="horz" pos="510"/>
        <p:guide pos="525"/>
        <p:guide pos="7228"/>
        <p:guide orient="horz" pos="4096"/>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78" d="100"/>
          <a:sy n="78" d="100"/>
        </p:scale>
        <p:origin x="3078" y="96"/>
      </p:cViewPr>
      <p:guideLst/>
    </p:cSldViewPr>
  </p:notesViewPr>
  <p:gridSpacing cx="69848" cy="6984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38.xml"/><Relationship Id="rId54" Type="http://schemas.openxmlformats.org/officeDocument/2006/relationships/font" Target="fonts/font10.fntdata"/><Relationship Id="rId53" Type="http://schemas.openxmlformats.org/officeDocument/2006/relationships/font" Target="fonts/font9.fntdata"/><Relationship Id="rId52" Type="http://schemas.openxmlformats.org/officeDocument/2006/relationships/font" Target="fonts/font8.fntdata"/><Relationship Id="rId51" Type="http://schemas.openxmlformats.org/officeDocument/2006/relationships/font" Target="fonts/font7.fntdata"/><Relationship Id="rId50" Type="http://schemas.openxmlformats.org/officeDocument/2006/relationships/font" Target="fonts/font6.fntdata"/><Relationship Id="rId5" Type="http://schemas.openxmlformats.org/officeDocument/2006/relationships/slide" Target="slides/slide2.xml"/><Relationship Id="rId49" Type="http://schemas.openxmlformats.org/officeDocument/2006/relationships/font" Target="fonts/font5.fntdata"/><Relationship Id="rId48" Type="http://schemas.openxmlformats.org/officeDocument/2006/relationships/font" Target="fonts/font4.fntdata"/><Relationship Id="rId47" Type="http://schemas.openxmlformats.org/officeDocument/2006/relationships/font" Target="fonts/font3.fntdata"/><Relationship Id="rId46" Type="http://schemas.openxmlformats.org/officeDocument/2006/relationships/font" Target="fonts/font2.fntdata"/><Relationship Id="rId45" Type="http://schemas.openxmlformats.org/officeDocument/2006/relationships/font" Target="fonts/font1.fntdata"/><Relationship Id="rId44" Type="http://schemas.openxmlformats.org/officeDocument/2006/relationships/commentAuthors" Target="commentAuthors.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_rels/data10.xml.rels><?xml version="1.0" encoding="UTF-8" standalone="yes"?>
<Relationships xmlns="http://schemas.openxmlformats.org/package/2006/relationships"><Relationship Id="rId4" Type="http://schemas.openxmlformats.org/officeDocument/2006/relationships/image" Target="../media/image117.png"/><Relationship Id="rId3" Type="http://schemas.openxmlformats.org/officeDocument/2006/relationships/image" Target="../media/image116.jpeg"/><Relationship Id="rId2" Type="http://schemas.openxmlformats.org/officeDocument/2006/relationships/image" Target="../media/image115.png"/><Relationship Id="rId1" Type="http://schemas.openxmlformats.org/officeDocument/2006/relationships/image" Target="../media/image114.png"/></Relationships>
</file>

<file path=ppt/diagrams/_rels/data1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image" Target="../media/image118.png"/></Relationships>
</file>

<file path=ppt/diagrams/_rels/drawing10.xml.rels><?xml version="1.0" encoding="UTF-8" standalone="yes"?>
<Relationships xmlns="http://schemas.openxmlformats.org/package/2006/relationships"><Relationship Id="rId4" Type="http://schemas.openxmlformats.org/officeDocument/2006/relationships/image" Target="../media/image117.png"/><Relationship Id="rId3" Type="http://schemas.openxmlformats.org/officeDocument/2006/relationships/image" Target="../media/image116.jpeg"/><Relationship Id="rId2" Type="http://schemas.openxmlformats.org/officeDocument/2006/relationships/image" Target="../media/image115.png"/><Relationship Id="rId1" Type="http://schemas.openxmlformats.org/officeDocument/2006/relationships/image" Target="../media/image114.png"/></Relationships>
</file>

<file path=ppt/diagrams/_rels/drawing1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image" Target="../media/image118.png"/></Relationships>
</file>

<file path=ppt/diagrams/colors1.xml><?xml version="1.0" encoding="utf-8"?>
<dgm:colorsDef xmlns:dgm="http://schemas.openxmlformats.org/drawingml/2006/diagram" xmlns:a="http://schemas.openxmlformats.org/drawingml/2006/main" uniqueId="urn:microsoft.com/office/officeart/2005/8/colors/accent2_3#3">
  <dgm:title val=""/>
  <dgm:desc val=""/>
  <dgm:catLst>
    <dgm:cat type="accent2" pri="11300"/>
  </dgm:catLst>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2">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3">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4">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2#1">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2#4">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5#2">
  <dgm:title val=""/>
  <dgm:desc val=""/>
  <dgm:catLst>
    <dgm:cat type="accent2" pri="11500"/>
  </dgm:catLst>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5_2#5">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4_2#1">
  <dgm:title val=""/>
  <dgm:desc val=""/>
  <dgm:catLst>
    <dgm:cat type="accent4" pri="11200"/>
  </dgm:catLst>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5_2#7">
  <dgm:title val=""/>
  <dgm:desc val=""/>
  <dgm:catLst>
    <dgm:cat type="accent5" pri="11200"/>
  </dgm:catLst>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594DE04-533D-4B5D-A6AA-1B07637B87BB}" type="doc">
      <dgm:prSet loTypeId="urn:microsoft.com/office/officeart/2005/8/layout/hierarchy4" loCatId="list" qsTypeId="urn:microsoft.com/office/officeart/2005/8/quickstyle/simple1#7" qsCatId="simple" csTypeId="urn:microsoft.com/office/officeart/2005/8/colors/accent2_3#3" csCatId="accent2" phldr="1"/>
      <dgm:spPr/>
      <dgm:t>
        <a:bodyPr/>
        <a:lstStyle/>
        <a:p>
          <a:endParaRPr lang="zh-CN" altLang="en-US"/>
        </a:p>
      </dgm:t>
    </dgm:pt>
    <dgm:pt modelId="{6D0B6B7F-2F7B-4EF5-BACB-A792FBF5E69B}">
      <dgm:prSet custT="1"/>
      <dgm:spPr>
        <a:solidFill>
          <a:srgbClr val="0070C0"/>
        </a:solidFill>
        <a:ln w="25400">
          <a:solidFill>
            <a:schemeClr val="bg1"/>
          </a:solidFill>
        </a:ln>
      </dgm:spPr>
      <dgm:t>
        <a:bodyPr/>
        <a:lstStyle/>
        <a:p>
          <a:pPr rtl="0">
            <a:spcAft>
              <a:spcPts val="0"/>
            </a:spcAft>
          </a:pPr>
          <a:endParaRPr lang="en-US" altLang="zh-CN" sz="2000" b="1" dirty="0" smtClean="0">
            <a:solidFill>
              <a:srgbClr val="FFC000"/>
            </a:solidFill>
            <a:latin typeface="微软雅黑" panose="020B0503020204020204" charset="-122"/>
            <a:ea typeface="微软雅黑" panose="020B0503020204020204" charset="-122"/>
            <a:sym typeface="+mn-lt"/>
          </a:endParaRPr>
        </a:p>
        <a:p>
          <a:pPr rtl="0">
            <a:spcAft>
              <a:spcPts val="0"/>
            </a:spcAft>
          </a:pPr>
          <a:endParaRPr lang="en-US" altLang="zh-CN" sz="2000" b="1" dirty="0" smtClean="0">
            <a:solidFill>
              <a:srgbClr val="FFC000"/>
            </a:solidFill>
            <a:latin typeface="微软雅黑" panose="020B0503020204020204" charset="-122"/>
            <a:ea typeface="微软雅黑" panose="020B0503020204020204" charset="-122"/>
            <a:sym typeface="+mn-lt"/>
          </a:endParaRPr>
        </a:p>
        <a:p>
          <a:pPr rtl="0">
            <a:spcAft>
              <a:spcPts val="0"/>
            </a:spcAft>
          </a:pPr>
          <a:endParaRPr lang="en-US" altLang="zh-CN" sz="2000" b="1" dirty="0" smtClean="0">
            <a:solidFill>
              <a:srgbClr val="FFC000"/>
            </a:solidFill>
            <a:latin typeface="微软雅黑" panose="020B0503020204020204" charset="-122"/>
            <a:ea typeface="微软雅黑" panose="020B0503020204020204" charset="-122"/>
            <a:sym typeface="+mn-lt"/>
          </a:endParaRPr>
        </a:p>
        <a:p>
          <a:pPr rtl="0">
            <a:spcAft>
              <a:spcPts val="0"/>
            </a:spcAft>
          </a:pPr>
          <a:r>
            <a:rPr lang="zh-CN" altLang="en-US" sz="2000" b="1" dirty="0" smtClean="0">
              <a:solidFill>
                <a:srgbClr val="FFC000"/>
              </a:solidFill>
              <a:latin typeface="微软雅黑" panose="020B0503020204020204" charset="-122"/>
              <a:ea typeface="微软雅黑" panose="020B0503020204020204" charset="-122"/>
              <a:sym typeface="+mn-lt"/>
            </a:rPr>
            <a:t>泰晤士</a:t>
          </a:r>
          <a:endParaRPr lang="en-US" altLang="zh-CN" sz="2000" b="1" dirty="0">
            <a:solidFill>
              <a:srgbClr val="FFC000"/>
            </a:solidFill>
            <a:latin typeface="微软雅黑" panose="020B0503020204020204" charset="-122"/>
            <a:ea typeface="微软雅黑" panose="020B0503020204020204" charset="-122"/>
            <a:sym typeface="+mn-lt"/>
          </a:endParaRPr>
        </a:p>
        <a:p>
          <a:pPr rtl="0">
            <a:spcAft>
              <a:spcPct val="35000"/>
            </a:spcAft>
          </a:pPr>
          <a:r>
            <a:rPr lang="zh-CN" altLang="en-US" sz="2000" b="1" dirty="0">
              <a:latin typeface="微软雅黑" panose="020B0503020204020204" charset="-122"/>
              <a:ea typeface="微软雅黑" panose="020B0503020204020204" charset="-122"/>
              <a:sym typeface="+mn-lt"/>
            </a:rPr>
            <a:t>高等教育世界大学排名</a:t>
          </a:r>
        </a:p>
      </dgm:t>
    </dgm:pt>
    <dgm:pt modelId="{8A38F348-FAEF-4778-B00B-D8DFB1DF9CF3}" cxnId="{8E338058-0E19-4C1D-A6AE-72FD9902F04E}" type="parTrans">
      <dgm:prSet/>
      <dgm:spPr/>
      <dgm:t>
        <a:bodyPr/>
        <a:lstStyle/>
        <a:p>
          <a:endParaRPr lang="zh-CN" altLang="en-US"/>
        </a:p>
      </dgm:t>
    </dgm:pt>
    <dgm:pt modelId="{4B066227-44C9-4015-95A7-05630047E047}" cxnId="{8E338058-0E19-4C1D-A6AE-72FD9902F04E}" type="sibTrans">
      <dgm:prSet/>
      <dgm:spPr/>
      <dgm:t>
        <a:bodyPr/>
        <a:lstStyle/>
        <a:p>
          <a:endParaRPr lang="zh-CN" altLang="en-US"/>
        </a:p>
      </dgm:t>
    </dgm:pt>
    <dgm:pt modelId="{B4854CF3-1E7A-4567-99B8-FD4F8F2BF5A0}">
      <dgm:prSet custT="1"/>
      <dgm:spPr>
        <a:solidFill>
          <a:srgbClr val="002060"/>
        </a:solidFill>
      </dgm:spPr>
      <dgm:t>
        <a:bodyPr/>
        <a:lstStyle/>
        <a:p>
          <a:r>
            <a:rPr lang="zh-CN" altLang="zh-CN" sz="2400" b="1" dirty="0" smtClean="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dirty="0" smtClean="0">
              <a:solidFill>
                <a:srgbClr val="FFC000"/>
              </a:solidFill>
              <a:latin typeface="微软雅黑" panose="020B0503020204020204" charset="-122"/>
              <a:ea typeface="微软雅黑" panose="020B0503020204020204" charset="-122"/>
              <a:cs typeface="微软雅黑" panose="020B0503020204020204" charset="-122"/>
              <a:sym typeface="+mn-lt"/>
            </a:rPr>
            <a:t>34-50</a:t>
          </a:r>
          <a:r>
            <a:rPr lang="zh-CN" altLang="en-US" sz="2400" b="1" dirty="0" smtClean="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dirty="0">
            <a:solidFill>
              <a:srgbClr val="FFC000"/>
            </a:solidFill>
            <a:latin typeface="微软雅黑" panose="020B0503020204020204" charset="-122"/>
            <a:ea typeface="微软雅黑" panose="020B0503020204020204" charset="-122"/>
            <a:sym typeface="+mn-lt"/>
          </a:endParaRPr>
        </a:p>
      </dgm:t>
    </dgm:pt>
    <dgm:pt modelId="{B155B2EE-A83A-4AC5-92DF-9BFDE5C5C592}" cxnId="{6E4D0AA7-E175-431E-A7B5-347B12819B64}" type="parTrans">
      <dgm:prSet/>
      <dgm:spPr/>
      <dgm:t>
        <a:bodyPr/>
        <a:lstStyle/>
        <a:p>
          <a:endParaRPr lang="zh-CN" altLang="en-US"/>
        </a:p>
      </dgm:t>
    </dgm:pt>
    <dgm:pt modelId="{F5BCFDDD-83BB-49F4-A658-0ABADA11F4E1}" cxnId="{6E4D0AA7-E175-431E-A7B5-347B12819B64}" type="sibTrans">
      <dgm:prSet/>
      <dgm:spPr/>
      <dgm:t>
        <a:bodyPr/>
        <a:lstStyle/>
        <a:p>
          <a:endParaRPr lang="zh-CN" altLang="en-US"/>
        </a:p>
      </dgm:t>
    </dgm:pt>
    <dgm:pt modelId="{4C570820-761F-4980-ADA8-F0F272F15729}">
      <dgm:prSet custT="1"/>
      <dgm:spPr>
        <a:solidFill>
          <a:srgbClr val="0070C0"/>
        </a:solidFill>
        <a:ln w="25400">
          <a:solidFill>
            <a:schemeClr val="bg1"/>
          </a:solidFill>
        </a:ln>
      </dgm:spPr>
      <dgm:t>
        <a:bodyPr/>
        <a:lstStyle/>
        <a:p>
          <a:pPr>
            <a:lnSpc>
              <a:spcPct val="90000"/>
            </a:lnSpc>
            <a:spcAft>
              <a:spcPts val="0"/>
            </a:spcAft>
          </a:pPr>
          <a:endParaRPr lang="en-US" altLang="zh-CN" sz="2000" b="1"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a:lnSpc>
              <a:spcPct val="90000"/>
            </a:lnSpc>
            <a:spcAft>
              <a:spcPts val="0"/>
            </a:spcAft>
          </a:pPr>
          <a:endParaRPr lang="en-US" altLang="zh-CN" sz="2000" b="1"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a:lnSpc>
              <a:spcPct val="90000"/>
            </a:lnSpc>
            <a:spcAft>
              <a:spcPts val="0"/>
            </a:spcAft>
          </a:pPr>
          <a:endParaRPr lang="en-US" altLang="zh-CN" sz="2000" b="1"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a:lnSpc>
              <a:spcPct val="90000"/>
            </a:lnSpc>
            <a:spcAft>
              <a:spcPts val="0"/>
            </a:spcAft>
          </a:pPr>
          <a:r>
            <a:rPr lang="zh-CN" altLang="en-US" sz="2000" b="1" dirty="0" smtClean="0">
              <a:solidFill>
                <a:srgbClr val="FFC000"/>
              </a:solidFill>
              <a:latin typeface="微软雅黑" panose="020B0503020204020204" charset="-122"/>
              <a:ea typeface="微软雅黑" panose="020B0503020204020204" charset="-122"/>
              <a:cs typeface="楷体" panose="02010609060101010101" charset="-122"/>
              <a:sym typeface="+mn-lt"/>
            </a:rPr>
            <a:t>QS</a:t>
          </a:r>
          <a:endParaRPr lang="en-US" altLang="zh-CN" sz="2000" b="1" dirty="0">
            <a:solidFill>
              <a:srgbClr val="FFC000"/>
            </a:solidFill>
            <a:latin typeface="微软雅黑" panose="020B0503020204020204" charset="-122"/>
            <a:ea typeface="微软雅黑" panose="020B0503020204020204" charset="-122"/>
            <a:cs typeface="楷体" panose="02010609060101010101" charset="-122"/>
            <a:sym typeface="+mn-lt"/>
          </a:endParaRPr>
        </a:p>
        <a:p>
          <a:pPr>
            <a:lnSpc>
              <a:spcPct val="90000"/>
            </a:lnSpc>
            <a:spcAft>
              <a:spcPts val="0"/>
            </a:spcAft>
          </a:pPr>
          <a:r>
            <a:rPr lang="zh-CN" altLang="en-US" sz="2000" b="1" dirty="0">
              <a:latin typeface="微软雅黑" panose="020B0503020204020204" charset="-122"/>
              <a:ea typeface="微软雅黑" panose="020B0503020204020204" charset="-122"/>
              <a:cs typeface="楷体" panose="02010609060101010101" charset="-122"/>
              <a:sym typeface="+mn-lt"/>
            </a:rPr>
            <a:t>世界大学  </a:t>
          </a:r>
          <a:endParaRPr lang="en-US" altLang="zh-CN" sz="2000" b="1" dirty="0">
            <a:latin typeface="微软雅黑" panose="020B0503020204020204" charset="-122"/>
            <a:ea typeface="微软雅黑" panose="020B0503020204020204" charset="-122"/>
            <a:cs typeface="楷体" panose="02010609060101010101" charset="-122"/>
            <a:sym typeface="+mn-lt"/>
          </a:endParaRPr>
        </a:p>
        <a:p>
          <a:pPr>
            <a:lnSpc>
              <a:spcPct val="90000"/>
            </a:lnSpc>
            <a:spcAft>
              <a:spcPts val="0"/>
            </a:spcAft>
          </a:pPr>
          <a:r>
            <a:rPr lang="zh-CN" altLang="en-US" sz="2000" b="1" dirty="0">
              <a:latin typeface="微软雅黑" panose="020B0503020204020204" charset="-122"/>
              <a:ea typeface="微软雅黑" panose="020B0503020204020204" charset="-122"/>
              <a:cs typeface="楷体" panose="02010609060101010101" charset="-122"/>
              <a:sym typeface="+mn-lt"/>
            </a:rPr>
            <a:t>排名</a:t>
          </a:r>
          <a:endParaRPr lang="zh-CN" sz="2000" b="1" dirty="0">
            <a:latin typeface="微软雅黑" panose="020B0503020204020204" charset="-122"/>
            <a:ea typeface="微软雅黑" panose="020B0503020204020204" charset="-122"/>
            <a:sym typeface="+mn-lt"/>
          </a:endParaRPr>
        </a:p>
      </dgm:t>
    </dgm:pt>
    <dgm:pt modelId="{57AAC038-3597-499C-A87B-11BE45B277E6}" cxnId="{7BE4E94D-84E3-4BE5-ADAA-9388827E4DE8}" type="parTrans">
      <dgm:prSet/>
      <dgm:spPr/>
      <dgm:t>
        <a:bodyPr/>
        <a:lstStyle/>
        <a:p>
          <a:endParaRPr lang="zh-CN" altLang="en-US"/>
        </a:p>
      </dgm:t>
    </dgm:pt>
    <dgm:pt modelId="{7DFAC1A8-F180-406D-949A-403CC2AD6F50}" cxnId="{7BE4E94D-84E3-4BE5-ADAA-9388827E4DE8}" type="sibTrans">
      <dgm:prSet/>
      <dgm:spPr/>
      <dgm:t>
        <a:bodyPr/>
        <a:lstStyle/>
        <a:p>
          <a:endParaRPr lang="zh-CN" altLang="en-US"/>
        </a:p>
      </dgm:t>
    </dgm:pt>
    <dgm:pt modelId="{18A27168-9E27-46F3-BE48-5EDDA6D5FE7C}">
      <dgm:prSet custT="1"/>
      <dgm:spPr>
        <a:solidFill>
          <a:srgbClr val="002060"/>
        </a:solidFill>
      </dgm:spPr>
      <dgm:t>
        <a:bodyPr/>
        <a:lstStyle/>
        <a:p>
          <a:r>
            <a:rPr lang="zh-CN" altLang="en-US" sz="2400" b="1" dirty="0" smtClean="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dirty="0" smtClean="0">
              <a:solidFill>
                <a:srgbClr val="FFC000"/>
              </a:solidFill>
              <a:latin typeface="微软雅黑" panose="020B0503020204020204" charset="-122"/>
              <a:ea typeface="微软雅黑" panose="020B0503020204020204" charset="-122"/>
              <a:cs typeface="微软雅黑" panose="020B0503020204020204" charset="-122"/>
              <a:sym typeface="+mn-lt"/>
            </a:rPr>
            <a:t>53</a:t>
          </a:r>
          <a:r>
            <a:rPr lang="zh-CN" altLang="en-US" sz="2400" b="1" dirty="0" smtClean="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dirty="0">
            <a:solidFill>
              <a:srgbClr val="FFC000"/>
            </a:solidFill>
            <a:latin typeface="微软雅黑" panose="020B0503020204020204" charset="-122"/>
            <a:ea typeface="微软雅黑" panose="020B0503020204020204" charset="-122"/>
            <a:sym typeface="+mn-lt"/>
          </a:endParaRPr>
        </a:p>
      </dgm:t>
    </dgm:pt>
    <dgm:pt modelId="{8C832E7D-736D-423E-8B0D-6161D044B4D5}" cxnId="{985A0644-9629-4423-A341-8044337F52EE}" type="parTrans">
      <dgm:prSet/>
      <dgm:spPr/>
      <dgm:t>
        <a:bodyPr/>
        <a:lstStyle/>
        <a:p>
          <a:endParaRPr lang="zh-CN" altLang="en-US"/>
        </a:p>
      </dgm:t>
    </dgm:pt>
    <dgm:pt modelId="{F63846FC-2002-4393-92DD-D54D22DD15C2}" cxnId="{985A0644-9629-4423-A341-8044337F52EE}" type="sibTrans">
      <dgm:prSet/>
      <dgm:spPr/>
      <dgm:t>
        <a:bodyPr/>
        <a:lstStyle/>
        <a:p>
          <a:endParaRPr lang="zh-CN" altLang="en-US"/>
        </a:p>
      </dgm:t>
    </dgm:pt>
    <dgm:pt modelId="{D7F44776-95C6-44E1-8D99-F3852BEBB74E}">
      <dgm:prSet custT="1"/>
      <dgm:spPr>
        <a:solidFill>
          <a:srgbClr val="0070C0"/>
        </a:solidFill>
        <a:ln w="25400">
          <a:solidFill>
            <a:schemeClr val="bg1"/>
          </a:solidFill>
        </a:ln>
      </dgm:spPr>
      <dgm:t>
        <a:bodyPr/>
        <a:lstStyle/>
        <a:p>
          <a:pPr>
            <a:spcAft>
              <a:spcPts val="0"/>
            </a:spcAft>
          </a:pPr>
          <a:endParaRPr lang="en-US" sz="2000" b="1"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a:spcAft>
              <a:spcPts val="0"/>
            </a:spcAft>
          </a:pPr>
          <a:endParaRPr lang="en-US" sz="2000" b="1"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a:spcAft>
              <a:spcPts val="0"/>
            </a:spcAft>
          </a:pPr>
          <a:endParaRPr lang="en-US" sz="2000" b="1"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a:spcAft>
              <a:spcPts val="0"/>
            </a:spcAft>
          </a:pPr>
          <a:r>
            <a:rPr lang="en-US" sz="2000" b="1" dirty="0" err="1" smtClean="0">
              <a:solidFill>
                <a:srgbClr val="FFC000"/>
              </a:solidFill>
              <a:latin typeface="微软雅黑" panose="020B0503020204020204" charset="-122"/>
              <a:ea typeface="微软雅黑" panose="020B0503020204020204" charset="-122"/>
              <a:cs typeface="楷体" panose="02010609060101010101" charset="-122"/>
              <a:sym typeface="+mn-lt"/>
            </a:rPr>
            <a:t>U.S.News</a:t>
          </a:r>
          <a:r>
            <a:rPr lang="en-US" sz="2000" b="1" dirty="0" smtClean="0">
              <a:solidFill>
                <a:srgbClr val="FFC000"/>
              </a:solidFill>
              <a:latin typeface="微软雅黑" panose="020B0503020204020204" charset="-122"/>
              <a:ea typeface="微软雅黑" panose="020B0503020204020204" charset="-122"/>
              <a:cs typeface="楷体" panose="02010609060101010101" charset="-122"/>
              <a:sym typeface="+mn-lt"/>
            </a:rPr>
            <a:t> </a:t>
          </a:r>
          <a:r>
            <a:rPr lang="en-US" sz="2000" b="1" i="0" dirty="0" smtClean="0">
              <a:solidFill>
                <a:srgbClr val="FFC000"/>
              </a:solidFill>
              <a:latin typeface="微软雅黑" panose="020B0503020204020204" charset="-122"/>
              <a:ea typeface="微软雅黑" panose="020B0503020204020204" charset="-122"/>
              <a:sym typeface="+mn-lt"/>
            </a:rPr>
            <a:t> </a:t>
          </a:r>
        </a:p>
        <a:p>
          <a:pPr>
            <a:spcAft>
              <a:spcPts val="0"/>
            </a:spcAft>
          </a:pPr>
          <a:r>
            <a:rPr lang="zh-CN" altLang="en-US" sz="2000" b="1" dirty="0" smtClean="0">
              <a:latin typeface="微软雅黑" panose="020B0503020204020204" charset="-122"/>
              <a:ea typeface="微软雅黑" panose="020B0503020204020204" charset="-122"/>
              <a:cs typeface="楷体" panose="02010609060101010101" charset="-122"/>
              <a:sym typeface="+mn-lt"/>
            </a:rPr>
            <a:t>世界大学 </a:t>
          </a:r>
          <a:endParaRPr lang="en-US" altLang="zh-CN" sz="2000" b="1" dirty="0" smtClean="0">
            <a:latin typeface="微软雅黑" panose="020B0503020204020204" charset="-122"/>
            <a:ea typeface="微软雅黑" panose="020B0503020204020204" charset="-122"/>
            <a:cs typeface="楷体" panose="02010609060101010101" charset="-122"/>
            <a:sym typeface="+mn-lt"/>
          </a:endParaRPr>
        </a:p>
        <a:p>
          <a:pPr>
            <a:spcAft>
              <a:spcPts val="0"/>
            </a:spcAft>
          </a:pPr>
          <a:r>
            <a:rPr lang="zh-CN" altLang="en-US" sz="2000" b="1" dirty="0" smtClean="0">
              <a:latin typeface="微软雅黑" panose="020B0503020204020204" charset="-122"/>
              <a:ea typeface="微软雅黑" panose="020B0503020204020204" charset="-122"/>
              <a:cs typeface="楷体" panose="02010609060101010101" charset="-122"/>
              <a:sym typeface="+mn-lt"/>
            </a:rPr>
            <a:t>排名</a:t>
          </a:r>
          <a:endParaRPr lang="zh-CN" sz="1800" b="1" dirty="0">
            <a:latin typeface="微软雅黑" panose="020B0503020204020204" charset="-122"/>
            <a:ea typeface="微软雅黑" panose="020B0503020204020204" charset="-122"/>
            <a:sym typeface="+mn-lt"/>
          </a:endParaRPr>
        </a:p>
      </dgm:t>
    </dgm:pt>
    <dgm:pt modelId="{A7B29205-B7DE-4D91-9030-5C204CB06BCC}" cxnId="{23E29C55-AF5A-4823-AF7F-6146DED365AC}" type="parTrans">
      <dgm:prSet/>
      <dgm:spPr/>
      <dgm:t>
        <a:bodyPr/>
        <a:lstStyle/>
        <a:p>
          <a:endParaRPr lang="zh-CN" altLang="en-US"/>
        </a:p>
      </dgm:t>
    </dgm:pt>
    <dgm:pt modelId="{5153B0C0-5E67-47DA-806D-46FB05177349}" cxnId="{23E29C55-AF5A-4823-AF7F-6146DED365AC}" type="sibTrans">
      <dgm:prSet/>
      <dgm:spPr/>
      <dgm:t>
        <a:bodyPr/>
        <a:lstStyle/>
        <a:p>
          <a:endParaRPr lang="zh-CN" altLang="en-US"/>
        </a:p>
      </dgm:t>
    </dgm:pt>
    <dgm:pt modelId="{E2AA81D8-E1DA-44ED-944C-44D8C43716E1}">
      <dgm:prSet phldr="0" custT="1"/>
      <dgm:spPr>
        <a:solidFill>
          <a:srgbClr val="002060"/>
        </a:solidFill>
      </dgm:spPr>
      <dgm:t>
        <a:bodyPr vert="horz" wrap="square"/>
        <a:lstStyle/>
        <a:p>
          <a:pPr>
            <a:lnSpc>
              <a:spcPct val="100000"/>
            </a:lnSpc>
            <a:spcBef>
              <a:spcPct val="0"/>
            </a:spcBef>
            <a:spcAft>
              <a:spcPct val="35000"/>
            </a:spcAft>
          </a:pPr>
          <a:r>
            <a:rPr lang="zh-CN" altLang="en-US" sz="2400" b="1" dirty="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dirty="0">
              <a:solidFill>
                <a:srgbClr val="FFC000"/>
              </a:solidFill>
              <a:latin typeface="微软雅黑" panose="020B0503020204020204" charset="-122"/>
              <a:ea typeface="微软雅黑" panose="020B0503020204020204" charset="-122"/>
              <a:cs typeface="微软雅黑" panose="020B0503020204020204" charset="-122"/>
              <a:sym typeface="+mn-lt"/>
            </a:rPr>
            <a:t>41</a:t>
          </a:r>
          <a:r>
            <a:rPr lang="zh-CN" altLang="en-US" sz="2400" b="1" dirty="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dirty="0">
            <a:solidFill>
              <a:srgbClr val="FFC000"/>
            </a:solidFill>
            <a:latin typeface="微软雅黑" panose="020B0503020204020204" charset="-122"/>
            <a:ea typeface="微软雅黑" panose="020B0503020204020204" charset="-122"/>
            <a:sym typeface="+mn-lt"/>
          </a:endParaRPr>
        </a:p>
      </dgm:t>
    </dgm:pt>
    <dgm:pt modelId="{30D09C93-5D65-4F64-81FC-C9C3BD3D9E3A}" cxnId="{142826F2-6517-4818-A084-806CFE0E86B5}" type="parTrans">
      <dgm:prSet/>
      <dgm:spPr/>
      <dgm:t>
        <a:bodyPr/>
        <a:lstStyle/>
        <a:p>
          <a:endParaRPr lang="zh-CN" altLang="en-US"/>
        </a:p>
      </dgm:t>
    </dgm:pt>
    <dgm:pt modelId="{527A6E39-DF53-4080-8359-A12009A604F3}" cxnId="{142826F2-6517-4818-A084-806CFE0E86B5}" type="sibTrans">
      <dgm:prSet/>
      <dgm:spPr/>
      <dgm:t>
        <a:bodyPr/>
        <a:lstStyle/>
        <a:p>
          <a:endParaRPr lang="zh-CN" altLang="en-US"/>
        </a:p>
      </dgm:t>
    </dgm:pt>
    <dgm:pt modelId="{94FEB1E3-A742-4321-8D7E-1C07FCE1AD80}">
      <dgm:prSet custT="1"/>
      <dgm:spPr>
        <a:solidFill>
          <a:srgbClr val="0070C0"/>
        </a:solidFill>
        <a:ln w="25400">
          <a:solidFill>
            <a:schemeClr val="bg1"/>
          </a:solidFill>
        </a:ln>
      </dgm:spPr>
      <dgm:t>
        <a:bodyPr anchor="ctr" anchorCtr="0"/>
        <a:lstStyle/>
        <a:p>
          <a:pPr rtl="0">
            <a:lnSpc>
              <a:spcPct val="100000"/>
            </a:lnSpc>
            <a:spcAft>
              <a:spcPts val="0"/>
            </a:spcAft>
          </a:pPr>
          <a:endParaRPr lang="en-US" altLang="zh-CN" sz="2000" b="1" dirty="0" smtClean="0">
            <a:solidFill>
              <a:srgbClr val="FFC000"/>
            </a:solidFill>
            <a:latin typeface="微软雅黑" panose="020B0503020204020204" charset="-122"/>
            <a:ea typeface="微软雅黑" panose="020B0503020204020204" charset="-122"/>
            <a:sym typeface="+mn-lt"/>
          </a:endParaRPr>
        </a:p>
        <a:p>
          <a:pPr rtl="0">
            <a:lnSpc>
              <a:spcPct val="100000"/>
            </a:lnSpc>
            <a:spcAft>
              <a:spcPts val="0"/>
            </a:spcAft>
          </a:pPr>
          <a:endParaRPr lang="en-US" altLang="zh-CN" sz="2000" b="1" dirty="0" smtClean="0">
            <a:solidFill>
              <a:srgbClr val="FFC000"/>
            </a:solidFill>
            <a:latin typeface="微软雅黑" panose="020B0503020204020204" charset="-122"/>
            <a:ea typeface="微软雅黑" panose="020B0503020204020204" charset="-122"/>
            <a:sym typeface="+mn-lt"/>
          </a:endParaRPr>
        </a:p>
        <a:p>
          <a:pPr rtl="0">
            <a:lnSpc>
              <a:spcPct val="100000"/>
            </a:lnSpc>
            <a:spcAft>
              <a:spcPts val="0"/>
            </a:spcAft>
          </a:pPr>
          <a:endParaRPr lang="en-US" altLang="zh-CN" sz="2000" b="1" dirty="0" smtClean="0">
            <a:solidFill>
              <a:srgbClr val="FFC000"/>
            </a:solidFill>
            <a:latin typeface="微软雅黑" panose="020B0503020204020204" charset="-122"/>
            <a:ea typeface="微软雅黑" panose="020B0503020204020204" charset="-122"/>
            <a:sym typeface="+mn-lt"/>
          </a:endParaRPr>
        </a:p>
        <a:p>
          <a:pPr rtl="0">
            <a:lnSpc>
              <a:spcPct val="100000"/>
            </a:lnSpc>
            <a:spcAft>
              <a:spcPts val="0"/>
            </a:spcAft>
          </a:pPr>
          <a:r>
            <a:rPr lang="zh-CN" altLang="en-US" sz="2000" b="1" dirty="0" smtClean="0">
              <a:solidFill>
                <a:srgbClr val="FFC000"/>
              </a:solidFill>
              <a:latin typeface="微软雅黑" panose="020B0503020204020204" charset="-122"/>
              <a:ea typeface="微软雅黑" panose="020B0503020204020204" charset="-122"/>
              <a:sym typeface="+mn-lt"/>
            </a:rPr>
            <a:t>上海</a:t>
          </a:r>
          <a:r>
            <a:rPr lang="zh-CN" altLang="en-US" sz="2000" b="1" dirty="0">
              <a:solidFill>
                <a:srgbClr val="FFC000"/>
              </a:solidFill>
              <a:latin typeface="微软雅黑" panose="020B0503020204020204" charset="-122"/>
              <a:ea typeface="微软雅黑" panose="020B0503020204020204" charset="-122"/>
              <a:sym typeface="+mn-lt"/>
            </a:rPr>
            <a:t>软科 </a:t>
          </a:r>
          <a:endParaRPr lang="en-US" altLang="zh-CN" sz="2000" b="1" dirty="0">
            <a:solidFill>
              <a:srgbClr val="FFC000"/>
            </a:solidFill>
            <a:latin typeface="微软雅黑" panose="020B0503020204020204" charset="-122"/>
            <a:ea typeface="微软雅黑" panose="020B0503020204020204" charset="-122"/>
            <a:sym typeface="+mn-lt"/>
          </a:endParaRPr>
        </a:p>
        <a:p>
          <a:pPr>
            <a:lnSpc>
              <a:spcPct val="90000"/>
            </a:lnSpc>
            <a:spcAft>
              <a:spcPct val="35000"/>
            </a:spcAft>
          </a:pPr>
          <a:r>
            <a:rPr lang="zh-CN" altLang="en-US" sz="2000" b="1" dirty="0">
              <a:latin typeface="微软雅黑" panose="020B0503020204020204" charset="-122"/>
              <a:ea typeface="微软雅黑" panose="020B0503020204020204" charset="-122"/>
              <a:sym typeface="+mn-lt"/>
            </a:rPr>
            <a:t>世界大学学术排名</a:t>
          </a:r>
        </a:p>
      </dgm:t>
    </dgm:pt>
    <dgm:pt modelId="{F9ADFB1C-086A-4639-BBE8-E7F77BD848DA}" cxnId="{8549433B-C9A8-4ED1-BB51-398D404FAA52}" type="parTrans">
      <dgm:prSet/>
      <dgm:spPr/>
      <dgm:t>
        <a:bodyPr/>
        <a:lstStyle/>
        <a:p>
          <a:endParaRPr lang="zh-CN" altLang="en-US"/>
        </a:p>
      </dgm:t>
    </dgm:pt>
    <dgm:pt modelId="{F5D50D58-5A5E-4E85-9E63-0AE636DCF93B}" cxnId="{8549433B-C9A8-4ED1-BB51-398D404FAA52}" type="sibTrans">
      <dgm:prSet/>
      <dgm:spPr/>
      <dgm:t>
        <a:bodyPr/>
        <a:lstStyle/>
        <a:p>
          <a:endParaRPr lang="zh-CN" altLang="en-US"/>
        </a:p>
      </dgm:t>
    </dgm:pt>
    <dgm:pt modelId="{7C411D19-D10E-46D9-9DDB-660140E3F913}">
      <dgm:prSet phldr="0" custT="1"/>
      <dgm:spPr>
        <a:solidFill>
          <a:srgbClr val="002060"/>
        </a:solidFill>
      </dgm:spPr>
      <dgm:t>
        <a:bodyPr vert="horz" wrap="square"/>
        <a:lstStyle/>
        <a:p>
          <a:pPr>
            <a:lnSpc>
              <a:spcPct val="100000"/>
            </a:lnSpc>
            <a:spcBef>
              <a:spcPct val="0"/>
            </a:spcBef>
            <a:spcAft>
              <a:spcPct val="35000"/>
            </a:spcAft>
          </a:pPr>
          <a:r>
            <a:rPr lang="zh-CN" altLang="en-US" sz="2400" b="1" dirty="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dirty="0">
              <a:solidFill>
                <a:srgbClr val="FFC000"/>
              </a:solidFill>
              <a:latin typeface="微软雅黑" panose="020B0503020204020204" charset="-122"/>
              <a:ea typeface="微软雅黑" panose="020B0503020204020204" charset="-122"/>
              <a:cs typeface="微软雅黑" panose="020B0503020204020204" charset="-122"/>
              <a:sym typeface="+mn-lt"/>
            </a:rPr>
            <a:t>52</a:t>
          </a:r>
          <a:r>
            <a:rPr lang="zh-CN" altLang="en-US" sz="2400" b="1" dirty="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dirty="0">
            <a:solidFill>
              <a:srgbClr val="FFC000"/>
            </a:solidFill>
            <a:latin typeface="微软雅黑" panose="020B0503020204020204" charset="-122"/>
            <a:ea typeface="微软雅黑" panose="020B0503020204020204" charset="-122"/>
            <a:sym typeface="+mn-lt"/>
          </a:endParaRPr>
        </a:p>
      </dgm:t>
    </dgm:pt>
    <dgm:pt modelId="{CB033B52-93E2-4613-8588-977DBFCCC337}" cxnId="{085ECF8C-E2D2-45C9-9620-7AF3321A27AE}" type="parTrans">
      <dgm:prSet/>
      <dgm:spPr/>
      <dgm:t>
        <a:bodyPr/>
        <a:lstStyle/>
        <a:p>
          <a:endParaRPr lang="zh-CN" altLang="en-US"/>
        </a:p>
      </dgm:t>
    </dgm:pt>
    <dgm:pt modelId="{F366AB2F-2FD2-424E-870D-63D28E5F0CB8}" cxnId="{085ECF8C-E2D2-45C9-9620-7AF3321A27AE}" type="sibTrans">
      <dgm:prSet/>
      <dgm:spPr/>
      <dgm:t>
        <a:bodyPr/>
        <a:lstStyle/>
        <a:p>
          <a:endParaRPr lang="zh-CN" altLang="en-US"/>
        </a:p>
      </dgm:t>
    </dgm:pt>
    <dgm:pt modelId="{3EB2373A-1EEA-4068-89ED-2186DEF16FD4}" type="pres">
      <dgm:prSet presAssocID="{0594DE04-533D-4B5D-A6AA-1B07637B87BB}" presName="Name0" presStyleCnt="0">
        <dgm:presLayoutVars>
          <dgm:chPref val="1"/>
          <dgm:dir/>
          <dgm:animOne val="branch"/>
          <dgm:animLvl val="lvl"/>
          <dgm:resizeHandles/>
        </dgm:presLayoutVars>
      </dgm:prSet>
      <dgm:spPr/>
      <dgm:t>
        <a:bodyPr/>
        <a:lstStyle/>
        <a:p>
          <a:endParaRPr lang="zh-CN" altLang="en-US"/>
        </a:p>
      </dgm:t>
    </dgm:pt>
    <dgm:pt modelId="{0602CBAC-8161-4391-9BF2-15B72B36A17E}" type="pres">
      <dgm:prSet presAssocID="{6D0B6B7F-2F7B-4EF5-BACB-A792FBF5E69B}" presName="vertOne" presStyleCnt="0"/>
      <dgm:spPr/>
    </dgm:pt>
    <dgm:pt modelId="{5F64D293-7088-465C-BA9A-70783BAA1E75}" type="pres">
      <dgm:prSet presAssocID="{6D0B6B7F-2F7B-4EF5-BACB-A792FBF5E69B}" presName="txOne" presStyleLbl="node0" presStyleIdx="0" presStyleCnt="4">
        <dgm:presLayoutVars>
          <dgm:chPref val="3"/>
        </dgm:presLayoutVars>
      </dgm:prSet>
      <dgm:spPr/>
      <dgm:t>
        <a:bodyPr/>
        <a:lstStyle/>
        <a:p>
          <a:endParaRPr lang="zh-CN" altLang="en-US"/>
        </a:p>
      </dgm:t>
    </dgm:pt>
    <dgm:pt modelId="{EA27DFD0-7A7F-43F8-9FF4-1B0D7801A8F9}" type="pres">
      <dgm:prSet presAssocID="{6D0B6B7F-2F7B-4EF5-BACB-A792FBF5E69B}" presName="parTransOne" presStyleCnt="0"/>
      <dgm:spPr/>
    </dgm:pt>
    <dgm:pt modelId="{492AE888-8C03-451A-A64D-1DCF4006D13D}" type="pres">
      <dgm:prSet presAssocID="{6D0B6B7F-2F7B-4EF5-BACB-A792FBF5E69B}" presName="horzOne" presStyleCnt="0"/>
      <dgm:spPr/>
    </dgm:pt>
    <dgm:pt modelId="{B3C63F95-E7C7-4AD0-9E94-6C33BA56D548}" type="pres">
      <dgm:prSet presAssocID="{B4854CF3-1E7A-4567-99B8-FD4F8F2BF5A0}" presName="vertTwo" presStyleCnt="0"/>
      <dgm:spPr/>
    </dgm:pt>
    <dgm:pt modelId="{0487FE95-8C82-4C78-A68B-BA27387870F3}" type="pres">
      <dgm:prSet presAssocID="{B4854CF3-1E7A-4567-99B8-FD4F8F2BF5A0}" presName="txTwo" presStyleLbl="node2" presStyleIdx="0" presStyleCnt="4" custScaleY="40646">
        <dgm:presLayoutVars>
          <dgm:chPref val="3"/>
        </dgm:presLayoutVars>
      </dgm:prSet>
      <dgm:spPr/>
      <dgm:t>
        <a:bodyPr/>
        <a:lstStyle/>
        <a:p>
          <a:endParaRPr lang="zh-CN" altLang="en-US"/>
        </a:p>
      </dgm:t>
    </dgm:pt>
    <dgm:pt modelId="{BF2512D9-7AC3-4401-A74C-2BF741591466}" type="pres">
      <dgm:prSet presAssocID="{B4854CF3-1E7A-4567-99B8-FD4F8F2BF5A0}" presName="horzTwo" presStyleCnt="0"/>
      <dgm:spPr/>
    </dgm:pt>
    <dgm:pt modelId="{4504D204-4991-4D8A-AD85-8D6962D05D59}" type="pres">
      <dgm:prSet presAssocID="{4B066227-44C9-4015-95A7-05630047E047}" presName="sibSpaceOne" presStyleCnt="0"/>
      <dgm:spPr/>
    </dgm:pt>
    <dgm:pt modelId="{6A4E62A0-A54D-4662-A5BE-4665EA1590E4}" type="pres">
      <dgm:prSet presAssocID="{4C570820-761F-4980-ADA8-F0F272F15729}" presName="vertOne" presStyleCnt="0"/>
      <dgm:spPr/>
    </dgm:pt>
    <dgm:pt modelId="{CFB17809-6A02-46D1-BE24-9D0A4596863C}" type="pres">
      <dgm:prSet presAssocID="{4C570820-761F-4980-ADA8-F0F272F15729}" presName="txOne" presStyleLbl="node0" presStyleIdx="1" presStyleCnt="4">
        <dgm:presLayoutVars>
          <dgm:chPref val="3"/>
        </dgm:presLayoutVars>
      </dgm:prSet>
      <dgm:spPr/>
      <dgm:t>
        <a:bodyPr/>
        <a:lstStyle/>
        <a:p>
          <a:endParaRPr lang="zh-CN" altLang="en-US"/>
        </a:p>
      </dgm:t>
    </dgm:pt>
    <dgm:pt modelId="{3A41F6A1-E931-4F96-83F9-30EFFC35C9B8}" type="pres">
      <dgm:prSet presAssocID="{4C570820-761F-4980-ADA8-F0F272F15729}" presName="parTransOne" presStyleCnt="0"/>
      <dgm:spPr/>
    </dgm:pt>
    <dgm:pt modelId="{CD1FDF9D-E336-4F7A-893B-F90BB05B9AFA}" type="pres">
      <dgm:prSet presAssocID="{4C570820-761F-4980-ADA8-F0F272F15729}" presName="horzOne" presStyleCnt="0"/>
      <dgm:spPr/>
    </dgm:pt>
    <dgm:pt modelId="{C23A56BE-84FA-4B7F-A7D0-BD190FCCBDDD}" type="pres">
      <dgm:prSet presAssocID="{18A27168-9E27-46F3-BE48-5EDDA6D5FE7C}" presName="vertTwo" presStyleCnt="0"/>
      <dgm:spPr/>
    </dgm:pt>
    <dgm:pt modelId="{FE6470D0-D2A5-4AB0-AA45-ED5C85146F72}" type="pres">
      <dgm:prSet presAssocID="{18A27168-9E27-46F3-BE48-5EDDA6D5FE7C}" presName="txTwo" presStyleLbl="node2" presStyleIdx="1" presStyleCnt="4" custScaleY="40482">
        <dgm:presLayoutVars>
          <dgm:chPref val="3"/>
        </dgm:presLayoutVars>
      </dgm:prSet>
      <dgm:spPr/>
      <dgm:t>
        <a:bodyPr/>
        <a:lstStyle/>
        <a:p>
          <a:endParaRPr lang="zh-CN" altLang="en-US"/>
        </a:p>
      </dgm:t>
    </dgm:pt>
    <dgm:pt modelId="{861BEB14-8CB9-4CEA-A93D-1AA410CABFE2}" type="pres">
      <dgm:prSet presAssocID="{18A27168-9E27-46F3-BE48-5EDDA6D5FE7C}" presName="horzTwo" presStyleCnt="0"/>
      <dgm:spPr/>
    </dgm:pt>
    <dgm:pt modelId="{AA5241C4-AB63-4C54-B84E-1827A9A008AE}" type="pres">
      <dgm:prSet presAssocID="{7DFAC1A8-F180-406D-949A-403CC2AD6F50}" presName="sibSpaceOne" presStyleCnt="0"/>
      <dgm:spPr/>
    </dgm:pt>
    <dgm:pt modelId="{6F065D4F-8F1E-4540-AC11-1281B776FBCD}" type="pres">
      <dgm:prSet presAssocID="{D7F44776-95C6-44E1-8D99-F3852BEBB74E}" presName="vertOne" presStyleCnt="0"/>
      <dgm:spPr/>
    </dgm:pt>
    <dgm:pt modelId="{6212FE88-0B49-4A37-986C-3F9A9970A080}" type="pres">
      <dgm:prSet presAssocID="{D7F44776-95C6-44E1-8D99-F3852BEBB74E}" presName="txOne" presStyleLbl="node0" presStyleIdx="2" presStyleCnt="4">
        <dgm:presLayoutVars>
          <dgm:chPref val="3"/>
        </dgm:presLayoutVars>
      </dgm:prSet>
      <dgm:spPr/>
      <dgm:t>
        <a:bodyPr/>
        <a:lstStyle/>
        <a:p>
          <a:endParaRPr lang="zh-CN" altLang="en-US"/>
        </a:p>
      </dgm:t>
    </dgm:pt>
    <dgm:pt modelId="{11AC42D6-47E6-44F6-8BC1-153E78FD986B}" type="pres">
      <dgm:prSet presAssocID="{D7F44776-95C6-44E1-8D99-F3852BEBB74E}" presName="parTransOne" presStyleCnt="0"/>
      <dgm:spPr/>
    </dgm:pt>
    <dgm:pt modelId="{C036CC5D-F2F3-43B9-9983-5E1DB7389EE5}" type="pres">
      <dgm:prSet presAssocID="{D7F44776-95C6-44E1-8D99-F3852BEBB74E}" presName="horzOne" presStyleCnt="0"/>
      <dgm:spPr/>
    </dgm:pt>
    <dgm:pt modelId="{039B4322-0123-480C-9CE3-AE8AB734D7A9}" type="pres">
      <dgm:prSet presAssocID="{E2AA81D8-E1DA-44ED-944C-44D8C43716E1}" presName="vertTwo" presStyleCnt="0"/>
      <dgm:spPr/>
    </dgm:pt>
    <dgm:pt modelId="{D59F1664-5FC6-44D4-9790-126F2C3D99D8}" type="pres">
      <dgm:prSet presAssocID="{E2AA81D8-E1DA-44ED-944C-44D8C43716E1}" presName="txTwo" presStyleLbl="node2" presStyleIdx="2" presStyleCnt="4" custScaleY="40657">
        <dgm:presLayoutVars>
          <dgm:chPref val="3"/>
        </dgm:presLayoutVars>
      </dgm:prSet>
      <dgm:spPr/>
      <dgm:t>
        <a:bodyPr/>
        <a:lstStyle/>
        <a:p>
          <a:endParaRPr lang="zh-CN" altLang="en-US"/>
        </a:p>
      </dgm:t>
    </dgm:pt>
    <dgm:pt modelId="{269A2720-FCC6-4CB3-A39A-D9D6BA4EBF53}" type="pres">
      <dgm:prSet presAssocID="{E2AA81D8-E1DA-44ED-944C-44D8C43716E1}" presName="horzTwo" presStyleCnt="0"/>
      <dgm:spPr/>
    </dgm:pt>
    <dgm:pt modelId="{33EC5C58-F860-4DCA-B016-01DAA673432F}" type="pres">
      <dgm:prSet presAssocID="{5153B0C0-5E67-47DA-806D-46FB05177349}" presName="sibSpaceOne" presStyleCnt="0"/>
      <dgm:spPr/>
    </dgm:pt>
    <dgm:pt modelId="{C8FDD9B6-017A-4470-9D3F-CF036C8FDA1F}" type="pres">
      <dgm:prSet presAssocID="{94FEB1E3-A742-4321-8D7E-1C07FCE1AD80}" presName="vertOne" presStyleCnt="0"/>
      <dgm:spPr/>
    </dgm:pt>
    <dgm:pt modelId="{1CF9C8AA-BB06-4113-BED2-549D539D420E}" type="pres">
      <dgm:prSet presAssocID="{94FEB1E3-A742-4321-8D7E-1C07FCE1AD80}" presName="txOne" presStyleLbl="node0" presStyleIdx="3" presStyleCnt="4" custLinFactNeighborX="-1341" custLinFactNeighborY="-372">
        <dgm:presLayoutVars>
          <dgm:chPref val="3"/>
        </dgm:presLayoutVars>
      </dgm:prSet>
      <dgm:spPr/>
      <dgm:t>
        <a:bodyPr/>
        <a:lstStyle/>
        <a:p>
          <a:endParaRPr lang="zh-CN" altLang="en-US"/>
        </a:p>
      </dgm:t>
    </dgm:pt>
    <dgm:pt modelId="{76A9828C-FBAE-483A-A911-44D79A186F32}" type="pres">
      <dgm:prSet presAssocID="{94FEB1E3-A742-4321-8D7E-1C07FCE1AD80}" presName="parTransOne" presStyleCnt="0"/>
      <dgm:spPr/>
    </dgm:pt>
    <dgm:pt modelId="{2A88FB8E-4A31-438B-B46D-F18C72A48EA0}" type="pres">
      <dgm:prSet presAssocID="{94FEB1E3-A742-4321-8D7E-1C07FCE1AD80}" presName="horzOne" presStyleCnt="0"/>
      <dgm:spPr/>
    </dgm:pt>
    <dgm:pt modelId="{D43179C5-0E8C-412A-8E0A-6922FAFC4490}" type="pres">
      <dgm:prSet presAssocID="{7C411D19-D10E-46D9-9DDB-660140E3F913}" presName="vertTwo" presStyleCnt="0"/>
      <dgm:spPr/>
    </dgm:pt>
    <dgm:pt modelId="{188CADF0-BADA-430D-80EA-A53F4EBCA7F7}" type="pres">
      <dgm:prSet presAssocID="{7C411D19-D10E-46D9-9DDB-660140E3F913}" presName="txTwo" presStyleLbl="node2" presStyleIdx="3" presStyleCnt="4" custScaleY="40657">
        <dgm:presLayoutVars>
          <dgm:chPref val="3"/>
        </dgm:presLayoutVars>
      </dgm:prSet>
      <dgm:spPr/>
      <dgm:t>
        <a:bodyPr/>
        <a:lstStyle/>
        <a:p>
          <a:endParaRPr lang="zh-CN" altLang="en-US"/>
        </a:p>
      </dgm:t>
    </dgm:pt>
    <dgm:pt modelId="{7E0F653B-2292-4BF9-BE51-574E6B153332}" type="pres">
      <dgm:prSet presAssocID="{7C411D19-D10E-46D9-9DDB-660140E3F913}" presName="horzTwo" presStyleCnt="0"/>
      <dgm:spPr/>
    </dgm:pt>
  </dgm:ptLst>
  <dgm:cxnLst>
    <dgm:cxn modelId="{20DB8056-9031-49C1-98EC-AE68EBF254D7}" type="presOf" srcId="{E2AA81D8-E1DA-44ED-944C-44D8C43716E1}" destId="{D59F1664-5FC6-44D4-9790-126F2C3D99D8}" srcOrd="0" destOrd="0" presId="urn:microsoft.com/office/officeart/2005/8/layout/hierarchy4"/>
    <dgm:cxn modelId="{8549433B-C9A8-4ED1-BB51-398D404FAA52}" srcId="{0594DE04-533D-4B5D-A6AA-1B07637B87BB}" destId="{94FEB1E3-A742-4321-8D7E-1C07FCE1AD80}" srcOrd="3" destOrd="0" parTransId="{F9ADFB1C-086A-4639-BBE8-E7F77BD848DA}" sibTransId="{F5D50D58-5A5E-4E85-9E63-0AE636DCF93B}"/>
    <dgm:cxn modelId="{5740FF42-D5E5-463F-870B-A86FD8B925DA}" type="presOf" srcId="{0594DE04-533D-4B5D-A6AA-1B07637B87BB}" destId="{3EB2373A-1EEA-4068-89ED-2186DEF16FD4}" srcOrd="0" destOrd="0" presId="urn:microsoft.com/office/officeart/2005/8/layout/hierarchy4"/>
    <dgm:cxn modelId="{7BE4E94D-84E3-4BE5-ADAA-9388827E4DE8}" srcId="{0594DE04-533D-4B5D-A6AA-1B07637B87BB}" destId="{4C570820-761F-4980-ADA8-F0F272F15729}" srcOrd="1" destOrd="0" parTransId="{57AAC038-3597-499C-A87B-11BE45B277E6}" sibTransId="{7DFAC1A8-F180-406D-949A-403CC2AD6F50}"/>
    <dgm:cxn modelId="{4880E01E-51CF-4319-B50A-9BA47B31FFA0}" type="presOf" srcId="{94FEB1E3-A742-4321-8D7E-1C07FCE1AD80}" destId="{1CF9C8AA-BB06-4113-BED2-549D539D420E}" srcOrd="0" destOrd="0" presId="urn:microsoft.com/office/officeart/2005/8/layout/hierarchy4"/>
    <dgm:cxn modelId="{142826F2-6517-4818-A084-806CFE0E86B5}" srcId="{D7F44776-95C6-44E1-8D99-F3852BEBB74E}" destId="{E2AA81D8-E1DA-44ED-944C-44D8C43716E1}" srcOrd="0" destOrd="0" parTransId="{30D09C93-5D65-4F64-81FC-C9C3BD3D9E3A}" sibTransId="{527A6E39-DF53-4080-8359-A12009A604F3}"/>
    <dgm:cxn modelId="{D6FD8FEF-590E-469C-BD86-E69AFF56FC5E}" type="presOf" srcId="{4C570820-761F-4980-ADA8-F0F272F15729}" destId="{CFB17809-6A02-46D1-BE24-9D0A4596863C}" srcOrd="0" destOrd="0" presId="urn:microsoft.com/office/officeart/2005/8/layout/hierarchy4"/>
    <dgm:cxn modelId="{B4F5E183-3C86-4A43-8E00-944D46B06497}" type="presOf" srcId="{D7F44776-95C6-44E1-8D99-F3852BEBB74E}" destId="{6212FE88-0B49-4A37-986C-3F9A9970A080}" srcOrd="0" destOrd="0" presId="urn:microsoft.com/office/officeart/2005/8/layout/hierarchy4"/>
    <dgm:cxn modelId="{6E4D0AA7-E175-431E-A7B5-347B12819B64}" srcId="{6D0B6B7F-2F7B-4EF5-BACB-A792FBF5E69B}" destId="{B4854CF3-1E7A-4567-99B8-FD4F8F2BF5A0}" srcOrd="0" destOrd="0" parTransId="{B155B2EE-A83A-4AC5-92DF-9BFDE5C5C592}" sibTransId="{F5BCFDDD-83BB-49F4-A658-0ABADA11F4E1}"/>
    <dgm:cxn modelId="{985A0644-9629-4423-A341-8044337F52EE}" srcId="{4C570820-761F-4980-ADA8-F0F272F15729}" destId="{18A27168-9E27-46F3-BE48-5EDDA6D5FE7C}" srcOrd="0" destOrd="0" parTransId="{8C832E7D-736D-423E-8B0D-6161D044B4D5}" sibTransId="{F63846FC-2002-4393-92DD-D54D22DD15C2}"/>
    <dgm:cxn modelId="{2DFDD0E9-FAFC-4FA3-860B-AD1D5C65E34D}" type="presOf" srcId="{6D0B6B7F-2F7B-4EF5-BACB-A792FBF5E69B}" destId="{5F64D293-7088-465C-BA9A-70783BAA1E75}" srcOrd="0" destOrd="0" presId="urn:microsoft.com/office/officeart/2005/8/layout/hierarchy4"/>
    <dgm:cxn modelId="{23E29C55-AF5A-4823-AF7F-6146DED365AC}" srcId="{0594DE04-533D-4B5D-A6AA-1B07637B87BB}" destId="{D7F44776-95C6-44E1-8D99-F3852BEBB74E}" srcOrd="2" destOrd="0" parTransId="{A7B29205-B7DE-4D91-9030-5C204CB06BCC}" sibTransId="{5153B0C0-5E67-47DA-806D-46FB05177349}"/>
    <dgm:cxn modelId="{085ECF8C-E2D2-45C9-9620-7AF3321A27AE}" srcId="{94FEB1E3-A742-4321-8D7E-1C07FCE1AD80}" destId="{7C411D19-D10E-46D9-9DDB-660140E3F913}" srcOrd="0" destOrd="0" parTransId="{CB033B52-93E2-4613-8588-977DBFCCC337}" sibTransId="{F366AB2F-2FD2-424E-870D-63D28E5F0CB8}"/>
    <dgm:cxn modelId="{F6474C85-3FC2-4D30-A59D-6D314934C84B}" type="presOf" srcId="{18A27168-9E27-46F3-BE48-5EDDA6D5FE7C}" destId="{FE6470D0-D2A5-4AB0-AA45-ED5C85146F72}" srcOrd="0" destOrd="0" presId="urn:microsoft.com/office/officeart/2005/8/layout/hierarchy4"/>
    <dgm:cxn modelId="{8E338058-0E19-4C1D-A6AE-72FD9902F04E}" srcId="{0594DE04-533D-4B5D-A6AA-1B07637B87BB}" destId="{6D0B6B7F-2F7B-4EF5-BACB-A792FBF5E69B}" srcOrd="0" destOrd="0" parTransId="{8A38F348-FAEF-4778-B00B-D8DFB1DF9CF3}" sibTransId="{4B066227-44C9-4015-95A7-05630047E047}"/>
    <dgm:cxn modelId="{DC481757-7033-4BFE-9DEA-E2F6ABB0BC33}" type="presOf" srcId="{B4854CF3-1E7A-4567-99B8-FD4F8F2BF5A0}" destId="{0487FE95-8C82-4C78-A68B-BA27387870F3}" srcOrd="0" destOrd="0" presId="urn:microsoft.com/office/officeart/2005/8/layout/hierarchy4"/>
    <dgm:cxn modelId="{87E60BE8-5D68-4967-8524-6FCF45726086}" type="presOf" srcId="{7C411D19-D10E-46D9-9DDB-660140E3F913}" destId="{188CADF0-BADA-430D-80EA-A53F4EBCA7F7}" srcOrd="0" destOrd="0" presId="urn:microsoft.com/office/officeart/2005/8/layout/hierarchy4"/>
    <dgm:cxn modelId="{080D4BC8-B6FC-43A9-9FC0-DD8BA400569A}" type="presParOf" srcId="{3EB2373A-1EEA-4068-89ED-2186DEF16FD4}" destId="{0602CBAC-8161-4391-9BF2-15B72B36A17E}" srcOrd="0" destOrd="0" presId="urn:microsoft.com/office/officeart/2005/8/layout/hierarchy4"/>
    <dgm:cxn modelId="{2CF34E09-999D-480D-879F-FE431C416F55}" type="presParOf" srcId="{0602CBAC-8161-4391-9BF2-15B72B36A17E}" destId="{5F64D293-7088-465C-BA9A-70783BAA1E75}" srcOrd="0" destOrd="0" presId="urn:microsoft.com/office/officeart/2005/8/layout/hierarchy4"/>
    <dgm:cxn modelId="{9BF24EEC-1752-4CFC-BAAD-1CD0C1C00B95}" type="presParOf" srcId="{0602CBAC-8161-4391-9BF2-15B72B36A17E}" destId="{EA27DFD0-7A7F-43F8-9FF4-1B0D7801A8F9}" srcOrd="1" destOrd="0" presId="urn:microsoft.com/office/officeart/2005/8/layout/hierarchy4"/>
    <dgm:cxn modelId="{A97DEF10-1F64-41EF-AA7D-847ECA5E380B}" type="presParOf" srcId="{0602CBAC-8161-4391-9BF2-15B72B36A17E}" destId="{492AE888-8C03-451A-A64D-1DCF4006D13D}" srcOrd="2" destOrd="0" presId="urn:microsoft.com/office/officeart/2005/8/layout/hierarchy4"/>
    <dgm:cxn modelId="{2AFBAF7F-FFB1-456D-9FCC-D49A9B02CF98}" type="presParOf" srcId="{492AE888-8C03-451A-A64D-1DCF4006D13D}" destId="{B3C63F95-E7C7-4AD0-9E94-6C33BA56D548}" srcOrd="0" destOrd="0" presId="urn:microsoft.com/office/officeart/2005/8/layout/hierarchy4"/>
    <dgm:cxn modelId="{3304507F-7BFE-4F2F-B59F-6A098BC5FEB3}" type="presParOf" srcId="{B3C63F95-E7C7-4AD0-9E94-6C33BA56D548}" destId="{0487FE95-8C82-4C78-A68B-BA27387870F3}" srcOrd="0" destOrd="0" presId="urn:microsoft.com/office/officeart/2005/8/layout/hierarchy4"/>
    <dgm:cxn modelId="{DF27E495-4597-45CA-B235-068B3133C488}" type="presParOf" srcId="{B3C63F95-E7C7-4AD0-9E94-6C33BA56D548}" destId="{BF2512D9-7AC3-4401-A74C-2BF741591466}" srcOrd="1" destOrd="0" presId="urn:microsoft.com/office/officeart/2005/8/layout/hierarchy4"/>
    <dgm:cxn modelId="{55E246D6-BBE6-46B8-8505-D9B767892B61}" type="presParOf" srcId="{3EB2373A-1EEA-4068-89ED-2186DEF16FD4}" destId="{4504D204-4991-4D8A-AD85-8D6962D05D59}" srcOrd="1" destOrd="0" presId="urn:microsoft.com/office/officeart/2005/8/layout/hierarchy4"/>
    <dgm:cxn modelId="{CA71824A-AEED-475E-8749-CF0DAB6D65C3}" type="presParOf" srcId="{3EB2373A-1EEA-4068-89ED-2186DEF16FD4}" destId="{6A4E62A0-A54D-4662-A5BE-4665EA1590E4}" srcOrd="2" destOrd="0" presId="urn:microsoft.com/office/officeart/2005/8/layout/hierarchy4"/>
    <dgm:cxn modelId="{90382621-D19A-487E-847C-A86017EEBA76}" type="presParOf" srcId="{6A4E62A0-A54D-4662-A5BE-4665EA1590E4}" destId="{CFB17809-6A02-46D1-BE24-9D0A4596863C}" srcOrd="0" destOrd="0" presId="urn:microsoft.com/office/officeart/2005/8/layout/hierarchy4"/>
    <dgm:cxn modelId="{16848350-8D21-403F-9BA2-9FBAE50A8192}" type="presParOf" srcId="{6A4E62A0-A54D-4662-A5BE-4665EA1590E4}" destId="{3A41F6A1-E931-4F96-83F9-30EFFC35C9B8}" srcOrd="1" destOrd="0" presId="urn:microsoft.com/office/officeart/2005/8/layout/hierarchy4"/>
    <dgm:cxn modelId="{2B85EDE5-C8FC-482C-A6D3-CB68571826A8}" type="presParOf" srcId="{6A4E62A0-A54D-4662-A5BE-4665EA1590E4}" destId="{CD1FDF9D-E336-4F7A-893B-F90BB05B9AFA}" srcOrd="2" destOrd="0" presId="urn:microsoft.com/office/officeart/2005/8/layout/hierarchy4"/>
    <dgm:cxn modelId="{EB7332DE-B7EA-4CB0-AF06-E0F6FAA55D55}" type="presParOf" srcId="{CD1FDF9D-E336-4F7A-893B-F90BB05B9AFA}" destId="{C23A56BE-84FA-4B7F-A7D0-BD190FCCBDDD}" srcOrd="0" destOrd="0" presId="urn:microsoft.com/office/officeart/2005/8/layout/hierarchy4"/>
    <dgm:cxn modelId="{AA04955E-9B6C-491E-854F-25BC3AB27B2F}" type="presParOf" srcId="{C23A56BE-84FA-4B7F-A7D0-BD190FCCBDDD}" destId="{FE6470D0-D2A5-4AB0-AA45-ED5C85146F72}" srcOrd="0" destOrd="0" presId="urn:microsoft.com/office/officeart/2005/8/layout/hierarchy4"/>
    <dgm:cxn modelId="{2259063D-6C80-4C28-9C32-C00EC2E395AE}" type="presParOf" srcId="{C23A56BE-84FA-4B7F-A7D0-BD190FCCBDDD}" destId="{861BEB14-8CB9-4CEA-A93D-1AA410CABFE2}" srcOrd="1" destOrd="0" presId="urn:microsoft.com/office/officeart/2005/8/layout/hierarchy4"/>
    <dgm:cxn modelId="{04C885D2-7C7A-4DA8-8743-09543D5A992C}" type="presParOf" srcId="{3EB2373A-1EEA-4068-89ED-2186DEF16FD4}" destId="{AA5241C4-AB63-4C54-B84E-1827A9A008AE}" srcOrd="3" destOrd="0" presId="urn:microsoft.com/office/officeart/2005/8/layout/hierarchy4"/>
    <dgm:cxn modelId="{3030FA8B-DA38-497F-A890-6B758C43891F}" type="presParOf" srcId="{3EB2373A-1EEA-4068-89ED-2186DEF16FD4}" destId="{6F065D4F-8F1E-4540-AC11-1281B776FBCD}" srcOrd="4" destOrd="0" presId="urn:microsoft.com/office/officeart/2005/8/layout/hierarchy4"/>
    <dgm:cxn modelId="{5D39CCEE-2042-45E5-B7E8-37C8DDD77766}" type="presParOf" srcId="{6F065D4F-8F1E-4540-AC11-1281B776FBCD}" destId="{6212FE88-0B49-4A37-986C-3F9A9970A080}" srcOrd="0" destOrd="0" presId="urn:microsoft.com/office/officeart/2005/8/layout/hierarchy4"/>
    <dgm:cxn modelId="{21AAA8B5-D6AE-4EB3-8263-2A2408B1DBCB}" type="presParOf" srcId="{6F065D4F-8F1E-4540-AC11-1281B776FBCD}" destId="{11AC42D6-47E6-44F6-8BC1-153E78FD986B}" srcOrd="1" destOrd="0" presId="urn:microsoft.com/office/officeart/2005/8/layout/hierarchy4"/>
    <dgm:cxn modelId="{4CFAB9A7-B893-4C7A-A069-77339EAE7981}" type="presParOf" srcId="{6F065D4F-8F1E-4540-AC11-1281B776FBCD}" destId="{C036CC5D-F2F3-43B9-9983-5E1DB7389EE5}" srcOrd="2" destOrd="0" presId="urn:microsoft.com/office/officeart/2005/8/layout/hierarchy4"/>
    <dgm:cxn modelId="{5C27DE86-0C4C-4493-B959-3C63566D6ECB}" type="presParOf" srcId="{C036CC5D-F2F3-43B9-9983-5E1DB7389EE5}" destId="{039B4322-0123-480C-9CE3-AE8AB734D7A9}" srcOrd="0" destOrd="0" presId="urn:microsoft.com/office/officeart/2005/8/layout/hierarchy4"/>
    <dgm:cxn modelId="{24EA5BB1-24CD-4295-A9B3-9C8416639A7D}" type="presParOf" srcId="{039B4322-0123-480C-9CE3-AE8AB734D7A9}" destId="{D59F1664-5FC6-44D4-9790-126F2C3D99D8}" srcOrd="0" destOrd="0" presId="urn:microsoft.com/office/officeart/2005/8/layout/hierarchy4"/>
    <dgm:cxn modelId="{68249DB2-4E3E-41E9-9E56-562A0F3D40EB}" type="presParOf" srcId="{039B4322-0123-480C-9CE3-AE8AB734D7A9}" destId="{269A2720-FCC6-4CB3-A39A-D9D6BA4EBF53}" srcOrd="1" destOrd="0" presId="urn:microsoft.com/office/officeart/2005/8/layout/hierarchy4"/>
    <dgm:cxn modelId="{FB14A667-ADFD-4A37-AFB9-9BB5D6F325D9}" type="presParOf" srcId="{3EB2373A-1EEA-4068-89ED-2186DEF16FD4}" destId="{33EC5C58-F860-4DCA-B016-01DAA673432F}" srcOrd="5" destOrd="0" presId="urn:microsoft.com/office/officeart/2005/8/layout/hierarchy4"/>
    <dgm:cxn modelId="{76EC1E0E-5D4B-45A6-9C4F-330E3C22F7E9}" type="presParOf" srcId="{3EB2373A-1EEA-4068-89ED-2186DEF16FD4}" destId="{C8FDD9B6-017A-4470-9D3F-CF036C8FDA1F}" srcOrd="6" destOrd="0" presId="urn:microsoft.com/office/officeart/2005/8/layout/hierarchy4"/>
    <dgm:cxn modelId="{603C1894-7AC7-4A88-A88C-094DB1103AB3}" type="presParOf" srcId="{C8FDD9B6-017A-4470-9D3F-CF036C8FDA1F}" destId="{1CF9C8AA-BB06-4113-BED2-549D539D420E}" srcOrd="0" destOrd="0" presId="urn:microsoft.com/office/officeart/2005/8/layout/hierarchy4"/>
    <dgm:cxn modelId="{B1486D26-143F-4F25-B149-29694A60D8EC}" type="presParOf" srcId="{C8FDD9B6-017A-4470-9D3F-CF036C8FDA1F}" destId="{76A9828C-FBAE-483A-A911-44D79A186F32}" srcOrd="1" destOrd="0" presId="urn:microsoft.com/office/officeart/2005/8/layout/hierarchy4"/>
    <dgm:cxn modelId="{97E37B7D-01A1-4599-AE97-CDC5B5E455DC}" type="presParOf" srcId="{C8FDD9B6-017A-4470-9D3F-CF036C8FDA1F}" destId="{2A88FB8E-4A31-438B-B46D-F18C72A48EA0}" srcOrd="2" destOrd="0" presId="urn:microsoft.com/office/officeart/2005/8/layout/hierarchy4"/>
    <dgm:cxn modelId="{96CDAE3F-D602-46D1-8172-10F5A600DEEA}" type="presParOf" srcId="{2A88FB8E-4A31-438B-B46D-F18C72A48EA0}" destId="{D43179C5-0E8C-412A-8E0A-6922FAFC4490}" srcOrd="0" destOrd="0" presId="urn:microsoft.com/office/officeart/2005/8/layout/hierarchy4"/>
    <dgm:cxn modelId="{0DC3967B-8D4C-4279-AD9E-3E43DCCA876E}" type="presParOf" srcId="{D43179C5-0E8C-412A-8E0A-6922FAFC4490}" destId="{188CADF0-BADA-430D-80EA-A53F4EBCA7F7}" srcOrd="0" destOrd="0" presId="urn:microsoft.com/office/officeart/2005/8/layout/hierarchy4"/>
    <dgm:cxn modelId="{3BC51A86-4F80-477F-B58D-49B7A104F282}" type="presParOf" srcId="{D43179C5-0E8C-412A-8E0A-6922FAFC4490}" destId="{7E0F653B-2292-4BF9-BE51-574E6B153332}" srcOrd="1" destOrd="0" presId="urn:microsoft.com/office/officeart/2005/8/layout/hierarchy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9ACE94-B362-4890-9A86-4B3E82BA9573}" type="doc">
      <dgm:prSet loTypeId="urn:microsoft.com/office/officeart/2005/8/layout/vList2#1" loCatId="list" qsTypeId="urn:microsoft.com/office/officeart/2005/8/quickstyle/simple2#1" qsCatId="simple" csTypeId="urn:microsoft.com/office/officeart/2005/8/colors/accent1_1#1" csCatId="accent1" phldr="1"/>
      <dgm:spPr/>
      <dgm:t>
        <a:bodyPr/>
        <a:lstStyle/>
        <a:p>
          <a:endParaRPr lang="zh-CN" altLang="en-US"/>
        </a:p>
      </dgm:t>
    </dgm:pt>
    <dgm:pt modelId="{70A44FD3-49B3-49BA-828A-689826681231}">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数学与统计学院</a:t>
          </a:r>
        </a:p>
      </dgm:t>
    </dgm:pt>
    <dgm:pt modelId="{E6C3488B-D227-457A-9ECF-714BE4B358F2}" cxnId="{42BE4A93-CBBD-40A2-941C-E81B83EA1356}" type="parTrans">
      <dgm:prSet/>
      <dgm:spPr/>
      <dgm:t>
        <a:bodyPr/>
        <a:lstStyle/>
        <a:p>
          <a:pPr algn="ctr"/>
          <a:endParaRPr lang="zh-CN" altLang="en-US" sz="1200"/>
        </a:p>
      </dgm:t>
    </dgm:pt>
    <dgm:pt modelId="{DD2DC76E-055D-4FFA-8D78-8F08549C2946}" cxnId="{42BE4A93-CBBD-40A2-941C-E81B83EA1356}" type="sibTrans">
      <dgm:prSet/>
      <dgm:spPr/>
      <dgm:t>
        <a:bodyPr/>
        <a:lstStyle/>
        <a:p>
          <a:pPr algn="ctr"/>
          <a:endParaRPr lang="zh-CN" altLang="en-US" sz="1200"/>
        </a:p>
      </dgm:t>
    </dgm:pt>
    <dgm:pt modelId="{A5F33F88-B667-40AB-97EB-4B062C7714B9}">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物理与光电工程学院</a:t>
          </a:r>
        </a:p>
      </dgm:t>
    </dgm:pt>
    <dgm:pt modelId="{3B27FDCA-3A83-40EB-B9CF-67C2B75B196F}" cxnId="{32ECF370-5F70-41EF-B2CD-2F844FA09DFC}" type="parTrans">
      <dgm:prSet/>
      <dgm:spPr/>
      <dgm:t>
        <a:bodyPr/>
        <a:lstStyle/>
        <a:p>
          <a:pPr algn="ctr"/>
          <a:endParaRPr lang="zh-CN" altLang="en-US" sz="1200"/>
        </a:p>
      </dgm:t>
    </dgm:pt>
    <dgm:pt modelId="{0956AD7E-3957-480D-92C2-46AB89D304B2}" cxnId="{32ECF370-5F70-41EF-B2CD-2F844FA09DFC}" type="sibTrans">
      <dgm:prSet/>
      <dgm:spPr/>
      <dgm:t>
        <a:bodyPr/>
        <a:lstStyle/>
        <a:p>
          <a:pPr algn="ctr"/>
          <a:endParaRPr lang="zh-CN" altLang="en-US" sz="1200"/>
        </a:p>
      </dgm:t>
    </dgm:pt>
    <dgm:pt modelId="{1E2CCE57-A857-4A34-97AA-5382125EA2E0}">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法政学院</a:t>
          </a:r>
        </a:p>
      </dgm:t>
    </dgm:pt>
    <dgm:pt modelId="{E31BD484-3E6E-4A33-994F-1C1F7B338F63}" cxnId="{CB5BC7B6-D80F-423B-BCF4-96930ACF255A}" type="parTrans">
      <dgm:prSet/>
      <dgm:spPr/>
      <dgm:t>
        <a:bodyPr/>
        <a:lstStyle/>
        <a:p>
          <a:pPr algn="ctr"/>
          <a:endParaRPr lang="zh-CN" altLang="en-US" sz="1200"/>
        </a:p>
      </dgm:t>
    </dgm:pt>
    <dgm:pt modelId="{2DBF244B-29B5-4D74-AB5D-2F018C21B4C6}" cxnId="{CB5BC7B6-D80F-423B-BCF4-96930ACF255A}" type="sibTrans">
      <dgm:prSet/>
      <dgm:spPr/>
      <dgm:t>
        <a:bodyPr/>
        <a:lstStyle/>
        <a:p>
          <a:pPr algn="ctr"/>
          <a:endParaRPr lang="zh-CN" altLang="en-US" sz="1200"/>
        </a:p>
      </dgm:t>
    </dgm:pt>
    <dgm:pt modelId="{764048B3-9749-4BF5-9AD5-53CC61B37BBD}">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马克思主义学院</a:t>
          </a:r>
        </a:p>
      </dgm:t>
    </dgm:pt>
    <dgm:pt modelId="{EB4E4480-9B7B-4664-984B-21036F625840}" cxnId="{68C3457E-E277-4C52-8858-64CEBBAECE0F}" type="parTrans">
      <dgm:prSet/>
      <dgm:spPr/>
      <dgm:t>
        <a:bodyPr/>
        <a:lstStyle/>
        <a:p>
          <a:pPr algn="ctr"/>
          <a:endParaRPr lang="zh-CN" altLang="en-US" sz="1200"/>
        </a:p>
      </dgm:t>
    </dgm:pt>
    <dgm:pt modelId="{91A457D0-FAD1-4BA3-A059-178AAF1D786A}" cxnId="{68C3457E-E277-4C52-8858-64CEBBAECE0F}" type="sibTrans">
      <dgm:prSet/>
      <dgm:spPr/>
      <dgm:t>
        <a:bodyPr/>
        <a:lstStyle/>
        <a:p>
          <a:pPr algn="ctr"/>
          <a:endParaRPr lang="zh-CN" altLang="en-US" sz="1200"/>
        </a:p>
      </dgm:t>
    </dgm:pt>
    <dgm:pt modelId="{EF4CFA1F-9AD8-468A-9987-C701C672F2CB}">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latin typeface="+mn-lt"/>
              <a:ea typeface="微软雅黑" panose="020B0503020204020204" charset="-122"/>
              <a:sym typeface="+mn-lt"/>
            </a:rPr>
            <a:t>管理工程学院</a:t>
          </a:r>
        </a:p>
      </dgm:t>
    </dgm:pt>
    <dgm:pt modelId="{E1BCBBC3-4EC1-4B8D-9C13-13EA56459F6F}" cxnId="{9D60F125-A4DD-49A9-A030-2D8B338FAAD0}" type="parTrans">
      <dgm:prSet/>
      <dgm:spPr/>
      <dgm:t>
        <a:bodyPr/>
        <a:lstStyle/>
        <a:p>
          <a:pPr algn="ctr"/>
          <a:endParaRPr lang="zh-CN" altLang="en-US" sz="1200"/>
        </a:p>
      </dgm:t>
    </dgm:pt>
    <dgm:pt modelId="{E75BD467-F389-482D-AE3A-7D86D8456F81}" cxnId="{9D60F125-A4DD-49A9-A030-2D8B338FAAD0}" type="sibTrans">
      <dgm:prSet/>
      <dgm:spPr/>
      <dgm:t>
        <a:bodyPr/>
        <a:lstStyle/>
        <a:p>
          <a:pPr algn="ctr"/>
          <a:endParaRPr lang="zh-CN" altLang="en-US" sz="1200"/>
        </a:p>
      </dgm:t>
    </dgm:pt>
    <dgm:pt modelId="{CC7E6768-477B-4163-B95A-F870967B9BBD}" type="pres">
      <dgm:prSet presAssocID="{DE9ACE94-B362-4890-9A86-4B3E82BA9573}" presName="linear" presStyleCnt="0">
        <dgm:presLayoutVars>
          <dgm:animLvl val="lvl"/>
          <dgm:resizeHandles val="exact"/>
        </dgm:presLayoutVars>
      </dgm:prSet>
      <dgm:spPr/>
      <dgm:t>
        <a:bodyPr/>
        <a:lstStyle/>
        <a:p>
          <a:endParaRPr lang="zh-CN" altLang="en-US"/>
        </a:p>
      </dgm:t>
    </dgm:pt>
    <dgm:pt modelId="{F0845750-6DEE-4AE1-9749-79B85EF85E9D}" type="pres">
      <dgm:prSet presAssocID="{70A44FD3-49B3-49BA-828A-689826681231}" presName="parentText" presStyleLbl="node1" presStyleIdx="0" presStyleCnt="5">
        <dgm:presLayoutVars>
          <dgm:chMax val="0"/>
          <dgm:bulletEnabled val="1"/>
        </dgm:presLayoutVars>
      </dgm:prSet>
      <dgm:spPr/>
      <dgm:t>
        <a:bodyPr/>
        <a:lstStyle/>
        <a:p>
          <a:endParaRPr lang="zh-CN" altLang="en-US"/>
        </a:p>
      </dgm:t>
    </dgm:pt>
    <dgm:pt modelId="{C83EB44B-9C25-4813-9FC6-2107C1E5962E}" type="pres">
      <dgm:prSet presAssocID="{DD2DC76E-055D-4FFA-8D78-8F08549C2946}" presName="spacer" presStyleCnt="0"/>
      <dgm:spPr/>
    </dgm:pt>
    <dgm:pt modelId="{ECCA6396-C8EA-408F-B3B0-A1C1129F873F}" type="pres">
      <dgm:prSet presAssocID="{A5F33F88-B667-40AB-97EB-4B062C7714B9}" presName="parentText" presStyleLbl="node1" presStyleIdx="1" presStyleCnt="5">
        <dgm:presLayoutVars>
          <dgm:chMax val="0"/>
          <dgm:bulletEnabled val="1"/>
        </dgm:presLayoutVars>
      </dgm:prSet>
      <dgm:spPr/>
      <dgm:t>
        <a:bodyPr/>
        <a:lstStyle/>
        <a:p>
          <a:endParaRPr lang="zh-CN" altLang="en-US"/>
        </a:p>
      </dgm:t>
    </dgm:pt>
    <dgm:pt modelId="{136768A5-1B79-44CF-B33A-B7EB23373BBE}" type="pres">
      <dgm:prSet presAssocID="{0956AD7E-3957-480D-92C2-46AB89D304B2}" presName="spacer" presStyleCnt="0"/>
      <dgm:spPr/>
    </dgm:pt>
    <dgm:pt modelId="{C43724B1-92C8-4F04-A506-6167BA0976C5}" type="pres">
      <dgm:prSet presAssocID="{1E2CCE57-A857-4A34-97AA-5382125EA2E0}" presName="parentText" presStyleLbl="node1" presStyleIdx="2" presStyleCnt="5">
        <dgm:presLayoutVars>
          <dgm:chMax val="0"/>
          <dgm:bulletEnabled val="1"/>
        </dgm:presLayoutVars>
      </dgm:prSet>
      <dgm:spPr/>
      <dgm:t>
        <a:bodyPr/>
        <a:lstStyle/>
        <a:p>
          <a:endParaRPr lang="zh-CN" altLang="en-US"/>
        </a:p>
      </dgm:t>
    </dgm:pt>
    <dgm:pt modelId="{C83E07FC-A494-4786-825E-19A9176DED98}" type="pres">
      <dgm:prSet presAssocID="{2DBF244B-29B5-4D74-AB5D-2F018C21B4C6}" presName="spacer" presStyleCnt="0"/>
      <dgm:spPr/>
    </dgm:pt>
    <dgm:pt modelId="{FB4BF8EE-9C8B-4B4F-BD76-C085B899F46D}" type="pres">
      <dgm:prSet presAssocID="{764048B3-9749-4BF5-9AD5-53CC61B37BBD}" presName="parentText" presStyleLbl="node1" presStyleIdx="3" presStyleCnt="5">
        <dgm:presLayoutVars>
          <dgm:chMax val="0"/>
          <dgm:bulletEnabled val="1"/>
        </dgm:presLayoutVars>
      </dgm:prSet>
      <dgm:spPr/>
      <dgm:t>
        <a:bodyPr/>
        <a:lstStyle/>
        <a:p>
          <a:endParaRPr lang="zh-CN" altLang="en-US"/>
        </a:p>
      </dgm:t>
    </dgm:pt>
    <dgm:pt modelId="{A514BBDF-47BB-42F0-9C09-807B58C6CD7B}" type="pres">
      <dgm:prSet presAssocID="{91A457D0-FAD1-4BA3-A059-178AAF1D786A}" presName="spacer" presStyleCnt="0"/>
      <dgm:spPr/>
    </dgm:pt>
    <dgm:pt modelId="{3F2AFF53-7AF7-400C-8A92-30FE644EA230}" type="pres">
      <dgm:prSet presAssocID="{EF4CFA1F-9AD8-468A-9987-C701C672F2CB}" presName="parentText" presStyleLbl="node1" presStyleIdx="4" presStyleCnt="5">
        <dgm:presLayoutVars>
          <dgm:chMax val="0"/>
          <dgm:bulletEnabled val="1"/>
        </dgm:presLayoutVars>
      </dgm:prSet>
      <dgm:spPr/>
      <dgm:t>
        <a:bodyPr/>
        <a:lstStyle/>
        <a:p>
          <a:endParaRPr lang="zh-CN" altLang="en-US"/>
        </a:p>
      </dgm:t>
    </dgm:pt>
  </dgm:ptLst>
  <dgm:cxnLst>
    <dgm:cxn modelId="{DF29F2C6-023A-4BC9-BAD3-20F6E5A1873C}" type="presOf" srcId="{764048B3-9749-4BF5-9AD5-53CC61B37BBD}" destId="{FB4BF8EE-9C8B-4B4F-BD76-C085B899F46D}" srcOrd="0" destOrd="0" presId="urn:microsoft.com/office/officeart/2005/8/layout/vList2#1"/>
    <dgm:cxn modelId="{07B9EE90-F199-44FD-95CD-CE5BD74C849C}" type="presOf" srcId="{DE9ACE94-B362-4890-9A86-4B3E82BA9573}" destId="{CC7E6768-477B-4163-B95A-F870967B9BBD}" srcOrd="0" destOrd="0" presId="urn:microsoft.com/office/officeart/2005/8/layout/vList2#1"/>
    <dgm:cxn modelId="{68C3457E-E277-4C52-8858-64CEBBAECE0F}" srcId="{DE9ACE94-B362-4890-9A86-4B3E82BA9573}" destId="{764048B3-9749-4BF5-9AD5-53CC61B37BBD}" srcOrd="3" destOrd="0" parTransId="{EB4E4480-9B7B-4664-984B-21036F625840}" sibTransId="{91A457D0-FAD1-4BA3-A059-178AAF1D786A}"/>
    <dgm:cxn modelId="{CB5BC7B6-D80F-423B-BCF4-96930ACF255A}" srcId="{DE9ACE94-B362-4890-9A86-4B3E82BA9573}" destId="{1E2CCE57-A857-4A34-97AA-5382125EA2E0}" srcOrd="2" destOrd="0" parTransId="{E31BD484-3E6E-4A33-994F-1C1F7B338F63}" sibTransId="{2DBF244B-29B5-4D74-AB5D-2F018C21B4C6}"/>
    <dgm:cxn modelId="{307F1874-A8C9-48B8-B95C-1219A2ECC866}" type="presOf" srcId="{EF4CFA1F-9AD8-468A-9987-C701C672F2CB}" destId="{3F2AFF53-7AF7-400C-8A92-30FE644EA230}" srcOrd="0" destOrd="0" presId="urn:microsoft.com/office/officeart/2005/8/layout/vList2#1"/>
    <dgm:cxn modelId="{42BE4A93-CBBD-40A2-941C-E81B83EA1356}" srcId="{DE9ACE94-B362-4890-9A86-4B3E82BA9573}" destId="{70A44FD3-49B3-49BA-828A-689826681231}" srcOrd="0" destOrd="0" parTransId="{E6C3488B-D227-457A-9ECF-714BE4B358F2}" sibTransId="{DD2DC76E-055D-4FFA-8D78-8F08549C2946}"/>
    <dgm:cxn modelId="{DABD6DB2-1153-4041-9F97-6E65C06BE7C1}" type="presOf" srcId="{70A44FD3-49B3-49BA-828A-689826681231}" destId="{F0845750-6DEE-4AE1-9749-79B85EF85E9D}" srcOrd="0" destOrd="0" presId="urn:microsoft.com/office/officeart/2005/8/layout/vList2#1"/>
    <dgm:cxn modelId="{FA0BDDAA-C54D-4941-AD47-E57EFF3F7FDB}" type="presOf" srcId="{A5F33F88-B667-40AB-97EB-4B062C7714B9}" destId="{ECCA6396-C8EA-408F-B3B0-A1C1129F873F}" srcOrd="0" destOrd="0" presId="urn:microsoft.com/office/officeart/2005/8/layout/vList2#1"/>
    <dgm:cxn modelId="{C728B507-BEE8-4C60-8E22-D7B1273F8864}" type="presOf" srcId="{1E2CCE57-A857-4A34-97AA-5382125EA2E0}" destId="{C43724B1-92C8-4F04-A506-6167BA0976C5}" srcOrd="0" destOrd="0" presId="urn:microsoft.com/office/officeart/2005/8/layout/vList2#1"/>
    <dgm:cxn modelId="{9D60F125-A4DD-49A9-A030-2D8B338FAAD0}" srcId="{DE9ACE94-B362-4890-9A86-4B3E82BA9573}" destId="{EF4CFA1F-9AD8-468A-9987-C701C672F2CB}" srcOrd="4" destOrd="0" parTransId="{E1BCBBC3-4EC1-4B8D-9C13-13EA56459F6F}" sibTransId="{E75BD467-F389-482D-AE3A-7D86D8456F81}"/>
    <dgm:cxn modelId="{32ECF370-5F70-41EF-B2CD-2F844FA09DFC}" srcId="{DE9ACE94-B362-4890-9A86-4B3E82BA9573}" destId="{A5F33F88-B667-40AB-97EB-4B062C7714B9}" srcOrd="1" destOrd="0" parTransId="{3B27FDCA-3A83-40EB-B9CF-67C2B75B196F}" sibTransId="{0956AD7E-3957-480D-92C2-46AB89D304B2}"/>
    <dgm:cxn modelId="{B7E86E77-104D-49A6-B5FF-18F6C9DA9775}" type="presParOf" srcId="{CC7E6768-477B-4163-B95A-F870967B9BBD}" destId="{F0845750-6DEE-4AE1-9749-79B85EF85E9D}" srcOrd="0" destOrd="0" presId="urn:microsoft.com/office/officeart/2005/8/layout/vList2#1"/>
    <dgm:cxn modelId="{FF7D57F9-8A7C-4C24-B9BB-6FFEAD0C7B90}" type="presParOf" srcId="{CC7E6768-477B-4163-B95A-F870967B9BBD}" destId="{C83EB44B-9C25-4813-9FC6-2107C1E5962E}" srcOrd="1" destOrd="0" presId="urn:microsoft.com/office/officeart/2005/8/layout/vList2#1"/>
    <dgm:cxn modelId="{387A6007-82F6-49A1-9BB8-931DBAEE4912}" type="presParOf" srcId="{CC7E6768-477B-4163-B95A-F870967B9BBD}" destId="{ECCA6396-C8EA-408F-B3B0-A1C1129F873F}" srcOrd="2" destOrd="0" presId="urn:microsoft.com/office/officeart/2005/8/layout/vList2#1"/>
    <dgm:cxn modelId="{E4B890EB-8C33-4BA7-9B27-762056562A82}" type="presParOf" srcId="{CC7E6768-477B-4163-B95A-F870967B9BBD}" destId="{136768A5-1B79-44CF-B33A-B7EB23373BBE}" srcOrd="3" destOrd="0" presId="urn:microsoft.com/office/officeart/2005/8/layout/vList2#1"/>
    <dgm:cxn modelId="{797CB526-0C89-4647-A0E2-34DF31862497}" type="presParOf" srcId="{CC7E6768-477B-4163-B95A-F870967B9BBD}" destId="{C43724B1-92C8-4F04-A506-6167BA0976C5}" srcOrd="4" destOrd="0" presId="urn:microsoft.com/office/officeart/2005/8/layout/vList2#1"/>
    <dgm:cxn modelId="{445C1B68-859F-43CA-9FF6-C227A727871C}" type="presParOf" srcId="{CC7E6768-477B-4163-B95A-F870967B9BBD}" destId="{C83E07FC-A494-4786-825E-19A9176DED98}" srcOrd="5" destOrd="0" presId="urn:microsoft.com/office/officeart/2005/8/layout/vList2#1"/>
    <dgm:cxn modelId="{91A30B9A-8AFA-415E-A9A9-AAA1A8C15AF5}" type="presParOf" srcId="{CC7E6768-477B-4163-B95A-F870967B9BBD}" destId="{FB4BF8EE-9C8B-4B4F-BD76-C085B899F46D}" srcOrd="6" destOrd="0" presId="urn:microsoft.com/office/officeart/2005/8/layout/vList2#1"/>
    <dgm:cxn modelId="{F4592E29-F3AA-4FC4-A410-DC7FA512BF26}" type="presParOf" srcId="{CC7E6768-477B-4163-B95A-F870967B9BBD}" destId="{A514BBDF-47BB-42F0-9C09-807B58C6CD7B}" srcOrd="7" destOrd="0" presId="urn:microsoft.com/office/officeart/2005/8/layout/vList2#1"/>
    <dgm:cxn modelId="{C29A1B51-4306-4F8C-836E-2A620ECBC3C8}" type="presParOf" srcId="{CC7E6768-477B-4163-B95A-F870967B9BBD}" destId="{3F2AFF53-7AF7-400C-8A92-30FE644EA230}" srcOrd="8" destOrd="0" presId="urn:microsoft.com/office/officeart/2005/8/layout/vList2#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F427ED6-AC9E-44F2-96AD-57E66B1C4777}" type="doc">
      <dgm:prSet loTypeId="urn:microsoft.com/office/officeart/2005/8/layout/vList2#2" loCatId="list" qsTypeId="urn:microsoft.com/office/officeart/2005/8/quickstyle/simple2#2" qsCatId="simple" csTypeId="urn:microsoft.com/office/officeart/2005/8/colors/accent1_1#2" csCatId="accent1" phldr="1"/>
      <dgm:spPr/>
      <dgm:t>
        <a:bodyPr/>
        <a:lstStyle/>
        <a:p>
          <a:endParaRPr lang="zh-CN" altLang="en-US"/>
        </a:p>
      </dgm:t>
    </dgm:pt>
    <dgm:pt modelId="{F15EFA1B-CF2A-4D0A-848A-B3C7E71BE7CD}">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海洋科学学院</a:t>
          </a:r>
        </a:p>
      </dgm:t>
    </dgm:pt>
    <dgm:pt modelId="{A35CA5B8-90A8-4AAB-9923-BDC6AECFB6B1}" cxnId="{6B6987D8-A9C9-4216-B8B2-ED9313872B67}" type="parTrans">
      <dgm:prSet/>
      <dgm:spPr/>
      <dgm:t>
        <a:bodyPr/>
        <a:lstStyle/>
        <a:p>
          <a:pPr algn="ctr"/>
          <a:endParaRPr lang="zh-CN" altLang="en-US">
            <a:effectLst>
              <a:outerShdw blurRad="38100" dist="38100" dir="2700000" algn="tl">
                <a:srgbClr val="000000">
                  <a:alpha val="43137"/>
                </a:srgbClr>
              </a:outerShdw>
            </a:effectLst>
            <a:latin typeface="微软雅黑" panose="020B0503020204020204" charset="-122"/>
            <a:ea typeface="微软雅黑" panose="020B0503020204020204" charset="-122"/>
          </a:endParaRPr>
        </a:p>
      </dgm:t>
    </dgm:pt>
    <dgm:pt modelId="{42563C07-F09E-40BF-8A40-45F87ACE08C3}" cxnId="{6B6987D8-A9C9-4216-B8B2-ED9313872B67}" type="sibTrans">
      <dgm:prSet/>
      <dgm:spPr/>
      <dgm:t>
        <a:bodyPr/>
        <a:lstStyle/>
        <a:p>
          <a:pPr algn="ctr"/>
          <a:endParaRPr lang="zh-CN" altLang="en-US">
            <a:effectLst>
              <a:outerShdw blurRad="38100" dist="38100" dir="2700000" algn="tl">
                <a:srgbClr val="000000">
                  <a:alpha val="43137"/>
                </a:srgbClr>
              </a:outerShdw>
            </a:effectLst>
            <a:latin typeface="微软雅黑" panose="020B0503020204020204" charset="-122"/>
            <a:ea typeface="微软雅黑" panose="020B0503020204020204" charset="-122"/>
          </a:endParaRPr>
        </a:p>
      </dgm:t>
    </dgm:pt>
    <dgm:pt modelId="{4ACCDF7D-0217-4A28-BB1E-267630146C8B}">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环境科学与工程学院</a:t>
          </a:r>
        </a:p>
      </dgm:t>
    </dgm:pt>
    <dgm:pt modelId="{970C4884-0C37-4221-9A50-5AB6FB7173C1}" cxnId="{4056F627-68D1-48D7-BDA0-25A54488A02D}" type="parTrans">
      <dgm:prSet/>
      <dgm:spPr/>
      <dgm:t>
        <a:bodyPr/>
        <a:lstStyle/>
        <a:p>
          <a:endParaRPr lang="zh-CN" altLang="en-US"/>
        </a:p>
      </dgm:t>
    </dgm:pt>
    <dgm:pt modelId="{48D6FED1-60F9-465A-808E-BACDA1F276CE}" cxnId="{4056F627-68D1-48D7-BDA0-25A54488A02D}" type="sibTrans">
      <dgm:prSet/>
      <dgm:spPr/>
      <dgm:t>
        <a:bodyPr/>
        <a:lstStyle/>
        <a:p>
          <a:endParaRPr lang="zh-CN" altLang="en-US"/>
        </a:p>
      </dgm:t>
    </dgm:pt>
    <dgm:pt modelId="{569677EB-8FE7-49CE-8413-8EC005C23F50}">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自动化学院</a:t>
          </a:r>
        </a:p>
      </dgm:t>
    </dgm:pt>
    <dgm:pt modelId="{A5C41341-8F21-46BB-BC43-BA645563032B}" cxnId="{E03AEA68-EFC7-4FC4-B780-A68A8CCD7E2E}" type="parTrans">
      <dgm:prSet/>
      <dgm:spPr/>
      <dgm:t>
        <a:bodyPr/>
        <a:lstStyle/>
        <a:p>
          <a:endParaRPr lang="zh-CN" altLang="en-US"/>
        </a:p>
      </dgm:t>
    </dgm:pt>
    <dgm:pt modelId="{001A443C-4F07-43BD-A044-84775054B4EC}" cxnId="{E03AEA68-EFC7-4FC4-B780-A68A8CCD7E2E}" type="sibTrans">
      <dgm:prSet/>
      <dgm:spPr/>
      <dgm:t>
        <a:bodyPr/>
        <a:lstStyle/>
        <a:p>
          <a:endParaRPr lang="zh-CN" altLang="en-US"/>
        </a:p>
      </dgm:t>
    </dgm:pt>
    <dgm:pt modelId="{FF1B36D0-CFEB-4C5C-8C2E-93C14EE787D8}">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电子与信息工程学院</a:t>
          </a:r>
        </a:p>
      </dgm:t>
    </dgm:pt>
    <dgm:pt modelId="{5DD92A2F-F07D-4277-92AD-7A66A6EBC116}" cxnId="{B971A9F2-C8AC-49FC-91D8-015E85F41181}" type="parTrans">
      <dgm:prSet/>
      <dgm:spPr/>
      <dgm:t>
        <a:bodyPr/>
        <a:lstStyle/>
        <a:p>
          <a:endParaRPr lang="zh-CN" altLang="en-US"/>
        </a:p>
      </dgm:t>
    </dgm:pt>
    <dgm:pt modelId="{B7D78490-F0A5-4BD0-98CF-B7CC520CF581}" cxnId="{B971A9F2-C8AC-49FC-91D8-015E85F41181}" type="sibTrans">
      <dgm:prSet/>
      <dgm:spPr/>
      <dgm:t>
        <a:bodyPr/>
        <a:lstStyle/>
        <a:p>
          <a:endParaRPr lang="zh-CN" altLang="en-US"/>
        </a:p>
      </dgm:t>
    </dgm:pt>
    <dgm:pt modelId="{1D699E21-EC3C-4AAD-B765-ACEF53D153ED}">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计算机与软件学院</a:t>
          </a:r>
        </a:p>
      </dgm:t>
    </dgm:pt>
    <dgm:pt modelId="{A95EF12E-DCE9-4EA0-B23B-0BA04D30B6EC}" cxnId="{13628F76-B98C-4E29-814E-8B47649799D1}" type="parTrans">
      <dgm:prSet/>
      <dgm:spPr/>
      <dgm:t>
        <a:bodyPr/>
        <a:lstStyle/>
        <a:p>
          <a:endParaRPr lang="zh-CN" altLang="en-US"/>
        </a:p>
      </dgm:t>
    </dgm:pt>
    <dgm:pt modelId="{E26C7020-B1EC-47F0-8958-E06A422D8977}" cxnId="{13628F76-B98C-4E29-814E-8B47649799D1}" type="sibTrans">
      <dgm:prSet/>
      <dgm:spPr/>
      <dgm:t>
        <a:bodyPr/>
        <a:lstStyle/>
        <a:p>
          <a:endParaRPr lang="zh-CN" altLang="en-US"/>
        </a:p>
      </dgm:t>
    </dgm:pt>
    <dgm:pt modelId="{566BBF65-6469-4372-B0C9-D14A501F812A}" type="pres">
      <dgm:prSet presAssocID="{4F427ED6-AC9E-44F2-96AD-57E66B1C4777}" presName="linear" presStyleCnt="0">
        <dgm:presLayoutVars>
          <dgm:animLvl val="lvl"/>
          <dgm:resizeHandles val="exact"/>
        </dgm:presLayoutVars>
      </dgm:prSet>
      <dgm:spPr/>
      <dgm:t>
        <a:bodyPr/>
        <a:lstStyle/>
        <a:p>
          <a:endParaRPr lang="zh-CN" altLang="en-US"/>
        </a:p>
      </dgm:t>
    </dgm:pt>
    <dgm:pt modelId="{AA146AC4-5440-4E95-A2CB-63D9B8866B8F}" type="pres">
      <dgm:prSet presAssocID="{F15EFA1B-CF2A-4D0A-848A-B3C7E71BE7CD}" presName="parentText" presStyleLbl="node1" presStyleIdx="0" presStyleCnt="5" custLinFactNeighborX="-6761" custLinFactNeighborY="13978">
        <dgm:presLayoutVars>
          <dgm:chMax val="0"/>
          <dgm:bulletEnabled val="1"/>
        </dgm:presLayoutVars>
      </dgm:prSet>
      <dgm:spPr/>
      <dgm:t>
        <a:bodyPr/>
        <a:lstStyle/>
        <a:p>
          <a:endParaRPr lang="zh-CN" altLang="en-US"/>
        </a:p>
      </dgm:t>
    </dgm:pt>
    <dgm:pt modelId="{CE747B5A-BEDC-40A6-B0B9-238E35BDD9B2}" type="pres">
      <dgm:prSet presAssocID="{42563C07-F09E-40BF-8A40-45F87ACE08C3}" presName="spacer" presStyleCnt="0"/>
      <dgm:spPr/>
    </dgm:pt>
    <dgm:pt modelId="{FBB08F2E-3677-485D-80A4-99A6AEEFE678}" type="pres">
      <dgm:prSet presAssocID="{4ACCDF7D-0217-4A28-BB1E-267630146C8B}" presName="parentText" presStyleLbl="node1" presStyleIdx="1" presStyleCnt="5" custLinFactNeighborX="-6301" custLinFactNeighborY="-35475">
        <dgm:presLayoutVars>
          <dgm:chMax val="0"/>
          <dgm:bulletEnabled val="1"/>
        </dgm:presLayoutVars>
      </dgm:prSet>
      <dgm:spPr/>
      <dgm:t>
        <a:bodyPr/>
        <a:lstStyle/>
        <a:p>
          <a:endParaRPr lang="zh-CN" altLang="en-US"/>
        </a:p>
      </dgm:t>
    </dgm:pt>
    <dgm:pt modelId="{2DC4C4FB-EF0F-499A-8B98-DCEF1CF3F25A}" type="pres">
      <dgm:prSet presAssocID="{48D6FED1-60F9-465A-808E-BACDA1F276CE}" presName="spacer" presStyleCnt="0"/>
      <dgm:spPr/>
    </dgm:pt>
    <dgm:pt modelId="{2A0FC97E-665F-4C83-9E24-15A9AE1F4E08}" type="pres">
      <dgm:prSet presAssocID="{569677EB-8FE7-49CE-8413-8EC005C23F50}" presName="parentText" presStyleLbl="node1" presStyleIdx="2" presStyleCnt="5" custLinFactNeighborX="-6301" custLinFactNeighborY="-74855">
        <dgm:presLayoutVars>
          <dgm:chMax val="0"/>
          <dgm:bulletEnabled val="1"/>
        </dgm:presLayoutVars>
      </dgm:prSet>
      <dgm:spPr/>
      <dgm:t>
        <a:bodyPr/>
        <a:lstStyle/>
        <a:p>
          <a:endParaRPr lang="zh-CN" altLang="en-US"/>
        </a:p>
      </dgm:t>
    </dgm:pt>
    <dgm:pt modelId="{75700FD2-DA92-4E59-9159-3AE0DC003D12}" type="pres">
      <dgm:prSet presAssocID="{001A443C-4F07-43BD-A044-84775054B4EC}" presName="spacer" presStyleCnt="0"/>
      <dgm:spPr/>
    </dgm:pt>
    <dgm:pt modelId="{64CE4853-D470-4E42-BC0B-89DE4BACFD64}" type="pres">
      <dgm:prSet presAssocID="{FF1B36D0-CFEB-4C5C-8C2E-93C14EE787D8}" presName="parentText" presStyleLbl="node1" presStyleIdx="3" presStyleCnt="5" custLinFactY="-3839" custLinFactNeighborX="-6301" custLinFactNeighborY="-100000">
        <dgm:presLayoutVars>
          <dgm:chMax val="0"/>
          <dgm:bulletEnabled val="1"/>
        </dgm:presLayoutVars>
      </dgm:prSet>
      <dgm:spPr/>
      <dgm:t>
        <a:bodyPr/>
        <a:lstStyle/>
        <a:p>
          <a:endParaRPr lang="zh-CN" altLang="en-US"/>
        </a:p>
      </dgm:t>
    </dgm:pt>
    <dgm:pt modelId="{8F11BD71-A81D-4A89-9C67-33AEADB055F0}" type="pres">
      <dgm:prSet presAssocID="{B7D78490-F0A5-4BD0-98CF-B7CC520CF581}" presName="spacer" presStyleCnt="0"/>
      <dgm:spPr/>
    </dgm:pt>
    <dgm:pt modelId="{D28E7E9F-119B-4651-8032-27F0F35BF61F}" type="pres">
      <dgm:prSet presAssocID="{1D699E21-EC3C-4AAD-B765-ACEF53D153ED}" presName="parentText" presStyleLbl="node1" presStyleIdx="4" presStyleCnt="5" custLinFactY="-13582" custLinFactNeighborX="-6301" custLinFactNeighborY="-100000">
        <dgm:presLayoutVars>
          <dgm:chMax val="0"/>
          <dgm:bulletEnabled val="1"/>
        </dgm:presLayoutVars>
      </dgm:prSet>
      <dgm:spPr/>
      <dgm:t>
        <a:bodyPr/>
        <a:lstStyle/>
        <a:p>
          <a:endParaRPr lang="zh-CN" altLang="en-US"/>
        </a:p>
      </dgm:t>
    </dgm:pt>
  </dgm:ptLst>
  <dgm:cxnLst>
    <dgm:cxn modelId="{13628F76-B98C-4E29-814E-8B47649799D1}" srcId="{4F427ED6-AC9E-44F2-96AD-57E66B1C4777}" destId="{1D699E21-EC3C-4AAD-B765-ACEF53D153ED}" srcOrd="4" destOrd="0" parTransId="{A95EF12E-DCE9-4EA0-B23B-0BA04D30B6EC}" sibTransId="{E26C7020-B1EC-47F0-8958-E06A422D8977}"/>
    <dgm:cxn modelId="{901FDFF5-35ED-410A-A659-BF33A0FF6A2E}" type="presOf" srcId="{FF1B36D0-CFEB-4C5C-8C2E-93C14EE787D8}" destId="{64CE4853-D470-4E42-BC0B-89DE4BACFD64}" srcOrd="0" destOrd="0" presId="urn:microsoft.com/office/officeart/2005/8/layout/vList2#2"/>
    <dgm:cxn modelId="{4056F627-68D1-48D7-BDA0-25A54488A02D}" srcId="{4F427ED6-AC9E-44F2-96AD-57E66B1C4777}" destId="{4ACCDF7D-0217-4A28-BB1E-267630146C8B}" srcOrd="1" destOrd="0" parTransId="{970C4884-0C37-4221-9A50-5AB6FB7173C1}" sibTransId="{48D6FED1-60F9-465A-808E-BACDA1F276CE}"/>
    <dgm:cxn modelId="{B971A9F2-C8AC-49FC-91D8-015E85F41181}" srcId="{4F427ED6-AC9E-44F2-96AD-57E66B1C4777}" destId="{FF1B36D0-CFEB-4C5C-8C2E-93C14EE787D8}" srcOrd="3" destOrd="0" parTransId="{5DD92A2F-F07D-4277-92AD-7A66A6EBC116}" sibTransId="{B7D78490-F0A5-4BD0-98CF-B7CC520CF581}"/>
    <dgm:cxn modelId="{28BDE046-895D-4575-9E45-1F5ED31D3BEA}" type="presOf" srcId="{4F427ED6-AC9E-44F2-96AD-57E66B1C4777}" destId="{566BBF65-6469-4372-B0C9-D14A501F812A}" srcOrd="0" destOrd="0" presId="urn:microsoft.com/office/officeart/2005/8/layout/vList2#2"/>
    <dgm:cxn modelId="{6B6987D8-A9C9-4216-B8B2-ED9313872B67}" srcId="{4F427ED6-AC9E-44F2-96AD-57E66B1C4777}" destId="{F15EFA1B-CF2A-4D0A-848A-B3C7E71BE7CD}" srcOrd="0" destOrd="0" parTransId="{A35CA5B8-90A8-4AAB-9923-BDC6AECFB6B1}" sibTransId="{42563C07-F09E-40BF-8A40-45F87ACE08C3}"/>
    <dgm:cxn modelId="{52C122BC-46C8-4317-97C0-CE8EC57AAAC3}" type="presOf" srcId="{F15EFA1B-CF2A-4D0A-848A-B3C7E71BE7CD}" destId="{AA146AC4-5440-4E95-A2CB-63D9B8866B8F}" srcOrd="0" destOrd="0" presId="urn:microsoft.com/office/officeart/2005/8/layout/vList2#2"/>
    <dgm:cxn modelId="{D5C69C8F-9328-44F7-97BC-E5943E67546B}" type="presOf" srcId="{4ACCDF7D-0217-4A28-BB1E-267630146C8B}" destId="{FBB08F2E-3677-485D-80A4-99A6AEEFE678}" srcOrd="0" destOrd="0" presId="urn:microsoft.com/office/officeart/2005/8/layout/vList2#2"/>
    <dgm:cxn modelId="{0FDC56DA-2EA0-4BB1-87C5-6899FB210459}" type="presOf" srcId="{569677EB-8FE7-49CE-8413-8EC005C23F50}" destId="{2A0FC97E-665F-4C83-9E24-15A9AE1F4E08}" srcOrd="0" destOrd="0" presId="urn:microsoft.com/office/officeart/2005/8/layout/vList2#2"/>
    <dgm:cxn modelId="{E03AEA68-EFC7-4FC4-B780-A68A8CCD7E2E}" srcId="{4F427ED6-AC9E-44F2-96AD-57E66B1C4777}" destId="{569677EB-8FE7-49CE-8413-8EC005C23F50}" srcOrd="2" destOrd="0" parTransId="{A5C41341-8F21-46BB-BC43-BA645563032B}" sibTransId="{001A443C-4F07-43BD-A044-84775054B4EC}"/>
    <dgm:cxn modelId="{B9CF6268-792E-4AD8-B966-5DED97C7E9CD}" type="presOf" srcId="{1D699E21-EC3C-4AAD-B765-ACEF53D153ED}" destId="{D28E7E9F-119B-4651-8032-27F0F35BF61F}" srcOrd="0" destOrd="0" presId="urn:microsoft.com/office/officeart/2005/8/layout/vList2#2"/>
    <dgm:cxn modelId="{10575224-4BC9-4081-9015-4BB82DFEA2BE}" type="presParOf" srcId="{566BBF65-6469-4372-B0C9-D14A501F812A}" destId="{AA146AC4-5440-4E95-A2CB-63D9B8866B8F}" srcOrd="0" destOrd="0" presId="urn:microsoft.com/office/officeart/2005/8/layout/vList2#2"/>
    <dgm:cxn modelId="{0D6240FB-7BEA-4B94-B904-B523711FA963}" type="presParOf" srcId="{566BBF65-6469-4372-B0C9-D14A501F812A}" destId="{CE747B5A-BEDC-40A6-B0B9-238E35BDD9B2}" srcOrd="1" destOrd="0" presId="urn:microsoft.com/office/officeart/2005/8/layout/vList2#2"/>
    <dgm:cxn modelId="{A927A632-6639-4690-A357-FAEA7E2F62F0}" type="presParOf" srcId="{566BBF65-6469-4372-B0C9-D14A501F812A}" destId="{FBB08F2E-3677-485D-80A4-99A6AEEFE678}" srcOrd="2" destOrd="0" presId="urn:microsoft.com/office/officeart/2005/8/layout/vList2#2"/>
    <dgm:cxn modelId="{50CFA98B-B4DA-4982-A4D9-EC2D38459A72}" type="presParOf" srcId="{566BBF65-6469-4372-B0C9-D14A501F812A}" destId="{2DC4C4FB-EF0F-499A-8B98-DCEF1CF3F25A}" srcOrd="3" destOrd="0" presId="urn:microsoft.com/office/officeart/2005/8/layout/vList2#2"/>
    <dgm:cxn modelId="{0193038D-57BE-4FF4-AA65-183E99F4DAA2}" type="presParOf" srcId="{566BBF65-6469-4372-B0C9-D14A501F812A}" destId="{2A0FC97E-665F-4C83-9E24-15A9AE1F4E08}" srcOrd="4" destOrd="0" presId="urn:microsoft.com/office/officeart/2005/8/layout/vList2#2"/>
    <dgm:cxn modelId="{1C3A2849-EBC8-4A18-B976-6351F591FA20}" type="presParOf" srcId="{566BBF65-6469-4372-B0C9-D14A501F812A}" destId="{75700FD2-DA92-4E59-9159-3AE0DC003D12}" srcOrd="5" destOrd="0" presId="urn:microsoft.com/office/officeart/2005/8/layout/vList2#2"/>
    <dgm:cxn modelId="{561E33D1-FDFB-4C84-9AAD-ECF354883DE6}" type="presParOf" srcId="{566BBF65-6469-4372-B0C9-D14A501F812A}" destId="{64CE4853-D470-4E42-BC0B-89DE4BACFD64}" srcOrd="6" destOrd="0" presId="urn:microsoft.com/office/officeart/2005/8/layout/vList2#2"/>
    <dgm:cxn modelId="{6EFE20F2-8C7F-4519-9A1D-5C04FC49B01F}" type="presParOf" srcId="{566BBF65-6469-4372-B0C9-D14A501F812A}" destId="{8F11BD71-A81D-4A89-9C67-33AEADB055F0}" srcOrd="7" destOrd="0" presId="urn:microsoft.com/office/officeart/2005/8/layout/vList2#2"/>
    <dgm:cxn modelId="{A9520369-6984-478F-BDB7-FE4A3433057B}" type="presParOf" srcId="{566BBF65-6469-4372-B0C9-D14A501F812A}" destId="{D28E7E9F-119B-4651-8032-27F0F35BF61F}" srcOrd="8" destOrd="0" presId="urn:microsoft.com/office/officeart/2005/8/layout/vList2#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F427ED6-AC9E-44F2-96AD-57E66B1C4777}" type="doc">
      <dgm:prSet loTypeId="urn:microsoft.com/office/officeart/2005/8/layout/vList2#3" loCatId="list" qsTypeId="urn:microsoft.com/office/officeart/2005/8/quickstyle/simple2#3" qsCatId="simple" csTypeId="urn:microsoft.com/office/officeart/2005/8/colors/accent1_1#3" csCatId="accent1" phldr="1"/>
      <dgm:spPr/>
      <dgm:t>
        <a:bodyPr/>
        <a:lstStyle/>
        <a:p>
          <a:endParaRPr lang="zh-CN" altLang="en-US"/>
        </a:p>
      </dgm:t>
    </dgm:pt>
    <dgm:pt modelId="{696B5007-923A-427D-AFB8-D7645C2B3691}">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大气科学学院</a:t>
          </a:r>
        </a:p>
      </dgm:t>
    </dgm:pt>
    <dgm:pt modelId="{8612AB54-A8B0-4D9E-A182-B607C0B67262}" cxnId="{5E55E86F-A267-4FDB-8D9C-297370FE81E6}" type="parTrans">
      <dgm:prSet/>
      <dgm:spPr/>
      <dgm:t>
        <a:bodyPr/>
        <a:lstStyle/>
        <a:p>
          <a:endParaRPr lang="zh-CN" altLang="en-US"/>
        </a:p>
      </dgm:t>
    </dgm:pt>
    <dgm:pt modelId="{E6026AAD-A0D4-4E9B-ADB3-CEB1BA0E6F78}" cxnId="{5E55E86F-A267-4FDB-8D9C-297370FE81E6}" type="sibTrans">
      <dgm:prSet/>
      <dgm:spPr/>
      <dgm:t>
        <a:bodyPr/>
        <a:lstStyle/>
        <a:p>
          <a:endParaRPr lang="zh-CN" altLang="en-US"/>
        </a:p>
      </dgm:t>
    </dgm:pt>
    <dgm:pt modelId="{FF7525EA-DADE-4C92-8CB3-03B53AF80BBC}">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应用气象学院</a:t>
          </a:r>
        </a:p>
      </dgm:t>
    </dgm:pt>
    <dgm:pt modelId="{6E689F26-BB8C-4B22-9710-A14B2098A4B5}" cxnId="{30F84D9A-FD7C-4251-8A2C-6F8232223714}" type="parTrans">
      <dgm:prSet/>
      <dgm:spPr/>
      <dgm:t>
        <a:bodyPr/>
        <a:lstStyle/>
        <a:p>
          <a:endParaRPr lang="zh-CN" altLang="en-US"/>
        </a:p>
      </dgm:t>
    </dgm:pt>
    <dgm:pt modelId="{1FD7A48F-EFD2-46E5-ADC4-1F89FC8DE10D}" cxnId="{30F84D9A-FD7C-4251-8A2C-6F8232223714}" type="sibTrans">
      <dgm:prSet/>
      <dgm:spPr/>
      <dgm:t>
        <a:bodyPr/>
        <a:lstStyle/>
        <a:p>
          <a:endParaRPr lang="zh-CN" altLang="en-US"/>
        </a:p>
      </dgm:t>
    </dgm:pt>
    <dgm:pt modelId="{B1B222B2-2654-4810-876C-B6C66EBA8E72}">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大气物理学院</a:t>
          </a:r>
        </a:p>
      </dgm:t>
    </dgm:pt>
    <dgm:pt modelId="{575CBEB9-604F-4D63-8CFA-A8023E5B9575}" cxnId="{40E9CCFA-53E6-46F4-85A1-418AAF5EB700}" type="parTrans">
      <dgm:prSet/>
      <dgm:spPr/>
      <dgm:t>
        <a:bodyPr/>
        <a:lstStyle/>
        <a:p>
          <a:endParaRPr lang="zh-CN" altLang="en-US"/>
        </a:p>
      </dgm:t>
    </dgm:pt>
    <dgm:pt modelId="{800FB999-7856-4B67-8F27-3F5115EC4DBD}" cxnId="{40E9CCFA-53E6-46F4-85A1-418AAF5EB700}" type="sibTrans">
      <dgm:prSet/>
      <dgm:spPr/>
      <dgm:t>
        <a:bodyPr/>
        <a:lstStyle/>
        <a:p>
          <a:endParaRPr lang="zh-CN" altLang="en-US"/>
        </a:p>
      </dgm:t>
    </dgm:pt>
    <dgm:pt modelId="{D5297D7E-653B-42EC-A7F1-D4D8617C66B6}">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地理科学学院</a:t>
          </a:r>
        </a:p>
      </dgm:t>
    </dgm:pt>
    <dgm:pt modelId="{8C6702BA-15AF-478E-A247-B01A749A96D9}" cxnId="{CEEDEF6D-B211-4432-B628-4DF682A9BF8B}" type="parTrans">
      <dgm:prSet/>
      <dgm:spPr/>
      <dgm:t>
        <a:bodyPr/>
        <a:lstStyle/>
        <a:p>
          <a:endParaRPr lang="zh-CN" altLang="en-US"/>
        </a:p>
      </dgm:t>
    </dgm:pt>
    <dgm:pt modelId="{1E2CE6C0-756F-4926-B627-A43B1EBFB8BA}" cxnId="{CEEDEF6D-B211-4432-B628-4DF682A9BF8B}" type="sibTrans">
      <dgm:prSet/>
      <dgm:spPr/>
      <dgm:t>
        <a:bodyPr/>
        <a:lstStyle/>
        <a:p>
          <a:endParaRPr lang="zh-CN" altLang="en-US"/>
        </a:p>
      </dgm:t>
    </dgm:pt>
    <dgm:pt modelId="{E9174014-340F-433C-9747-FE1893EB5563}">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遥感与测绘工程学院</a:t>
          </a:r>
        </a:p>
      </dgm:t>
    </dgm:pt>
    <dgm:pt modelId="{3FEAA690-8953-4289-BBED-BCC817345EEB}" cxnId="{5A9DE712-32BD-4956-A5F3-E7E9224C565F}" type="parTrans">
      <dgm:prSet/>
      <dgm:spPr/>
      <dgm:t>
        <a:bodyPr/>
        <a:lstStyle/>
        <a:p>
          <a:endParaRPr lang="zh-CN" altLang="en-US"/>
        </a:p>
      </dgm:t>
    </dgm:pt>
    <dgm:pt modelId="{22E40BE3-C2DC-4C4F-BB3C-1970072089CD}" cxnId="{5A9DE712-32BD-4956-A5F3-E7E9224C565F}" type="sibTrans">
      <dgm:prSet/>
      <dgm:spPr/>
      <dgm:t>
        <a:bodyPr/>
        <a:lstStyle/>
        <a:p>
          <a:endParaRPr lang="zh-CN" altLang="en-US"/>
        </a:p>
      </dgm:t>
    </dgm:pt>
    <dgm:pt modelId="{509621E6-2758-4E4B-91D1-EA536F7D1E2B}">
      <dgm:prSet custT="1"/>
      <dgm:spPr>
        <a:solidFill>
          <a:schemeClr val="lt1">
            <a:hueOff val="0"/>
            <a:satOff val="0"/>
            <a:lumOff val="0"/>
          </a:schemeClr>
        </a:solidFill>
        <a:ln w="25400">
          <a:solidFill>
            <a:srgbClr val="179EEE"/>
          </a:solidFill>
        </a:ln>
      </dgm:spPr>
      <dgm:t>
        <a:bodyPr/>
        <a:lstStyle/>
        <a:p>
          <a:pPr algn="ctr"/>
          <a:r>
            <a:rPr lang="zh-CN" altLang="en-US" sz="1200" b="1" dirty="0">
              <a:solidFill>
                <a:srgbClr val="002060"/>
              </a:solidFill>
              <a:effectLst/>
              <a:latin typeface="+mn-lt"/>
              <a:ea typeface="微软雅黑" panose="020B0503020204020204" charset="-122"/>
              <a:sym typeface="+mn-lt"/>
            </a:rPr>
            <a:t>水文与水资源工程学院</a:t>
          </a:r>
        </a:p>
      </dgm:t>
    </dgm:pt>
    <dgm:pt modelId="{D2795D69-9F44-4547-8095-ED2200606B27}" cxnId="{8E9EA423-5770-4466-BC4A-4E98F36132AB}" type="parTrans">
      <dgm:prSet/>
      <dgm:spPr/>
      <dgm:t>
        <a:bodyPr/>
        <a:lstStyle/>
        <a:p>
          <a:endParaRPr lang="zh-CN" altLang="en-US"/>
        </a:p>
      </dgm:t>
    </dgm:pt>
    <dgm:pt modelId="{23C8405E-3447-48A1-97C5-0D7DC2F5D53E}" cxnId="{8E9EA423-5770-4466-BC4A-4E98F36132AB}" type="sibTrans">
      <dgm:prSet/>
      <dgm:spPr/>
      <dgm:t>
        <a:bodyPr/>
        <a:lstStyle/>
        <a:p>
          <a:endParaRPr lang="zh-CN" altLang="en-US"/>
        </a:p>
      </dgm:t>
    </dgm:pt>
    <dgm:pt modelId="{08E878F4-25CF-41B4-9C61-2997990103DE}" type="pres">
      <dgm:prSet presAssocID="{4F427ED6-AC9E-44F2-96AD-57E66B1C4777}" presName="linear" presStyleCnt="0">
        <dgm:presLayoutVars>
          <dgm:animLvl val="lvl"/>
          <dgm:resizeHandles val="exact"/>
        </dgm:presLayoutVars>
      </dgm:prSet>
      <dgm:spPr/>
      <dgm:t>
        <a:bodyPr/>
        <a:lstStyle/>
        <a:p>
          <a:endParaRPr lang="zh-CN" altLang="en-US"/>
        </a:p>
      </dgm:t>
    </dgm:pt>
    <dgm:pt modelId="{97652C09-BE2F-4D1C-A7DE-08129C9BE79A}" type="pres">
      <dgm:prSet presAssocID="{696B5007-923A-427D-AFB8-D7645C2B3691}" presName="parentText" presStyleLbl="node1" presStyleIdx="0" presStyleCnt="6" custLinFactNeighborX="8939" custLinFactNeighborY="40162">
        <dgm:presLayoutVars>
          <dgm:chMax val="0"/>
          <dgm:bulletEnabled val="1"/>
        </dgm:presLayoutVars>
      </dgm:prSet>
      <dgm:spPr/>
      <dgm:t>
        <a:bodyPr/>
        <a:lstStyle/>
        <a:p>
          <a:endParaRPr lang="zh-CN" altLang="en-US"/>
        </a:p>
      </dgm:t>
    </dgm:pt>
    <dgm:pt modelId="{303F7FD0-E389-42C5-ACCE-D2B6351C6A4D}" type="pres">
      <dgm:prSet presAssocID="{E6026AAD-A0D4-4E9B-ADB3-CEB1BA0E6F78}" presName="spacer" presStyleCnt="0"/>
      <dgm:spPr/>
    </dgm:pt>
    <dgm:pt modelId="{0C837617-A849-460D-873B-26328E057B74}" type="pres">
      <dgm:prSet presAssocID="{FF7525EA-DADE-4C92-8CB3-03B53AF80BBC}" presName="parentText" presStyleLbl="node1" presStyleIdx="1" presStyleCnt="6">
        <dgm:presLayoutVars>
          <dgm:chMax val="0"/>
          <dgm:bulletEnabled val="1"/>
        </dgm:presLayoutVars>
      </dgm:prSet>
      <dgm:spPr/>
      <dgm:t>
        <a:bodyPr/>
        <a:lstStyle/>
        <a:p>
          <a:endParaRPr lang="zh-CN" altLang="en-US"/>
        </a:p>
      </dgm:t>
    </dgm:pt>
    <dgm:pt modelId="{40B11F6A-EBF0-44B9-8179-FA67E5974E7D}" type="pres">
      <dgm:prSet presAssocID="{1FD7A48F-EFD2-46E5-ADC4-1F89FC8DE10D}" presName="spacer" presStyleCnt="0"/>
      <dgm:spPr/>
    </dgm:pt>
    <dgm:pt modelId="{052F5AEC-A25C-4E17-B3C3-086CCA237912}" type="pres">
      <dgm:prSet presAssocID="{B1B222B2-2654-4810-876C-B6C66EBA8E72}" presName="parentText" presStyleLbl="node1" presStyleIdx="2" presStyleCnt="6">
        <dgm:presLayoutVars>
          <dgm:chMax val="0"/>
          <dgm:bulletEnabled val="1"/>
        </dgm:presLayoutVars>
      </dgm:prSet>
      <dgm:spPr/>
      <dgm:t>
        <a:bodyPr/>
        <a:lstStyle/>
        <a:p>
          <a:endParaRPr lang="zh-CN" altLang="en-US"/>
        </a:p>
      </dgm:t>
    </dgm:pt>
    <dgm:pt modelId="{6C417D16-E091-44FD-9659-0B2A7CED03DA}" type="pres">
      <dgm:prSet presAssocID="{800FB999-7856-4B67-8F27-3F5115EC4DBD}" presName="spacer" presStyleCnt="0"/>
      <dgm:spPr/>
    </dgm:pt>
    <dgm:pt modelId="{68391498-DAF6-4D49-B8A4-9B449C38DCB4}" type="pres">
      <dgm:prSet presAssocID="{D5297D7E-653B-42EC-A7F1-D4D8617C66B6}" presName="parentText" presStyleLbl="node1" presStyleIdx="3" presStyleCnt="6">
        <dgm:presLayoutVars>
          <dgm:chMax val="0"/>
          <dgm:bulletEnabled val="1"/>
        </dgm:presLayoutVars>
      </dgm:prSet>
      <dgm:spPr/>
      <dgm:t>
        <a:bodyPr/>
        <a:lstStyle/>
        <a:p>
          <a:endParaRPr lang="zh-CN" altLang="en-US"/>
        </a:p>
      </dgm:t>
    </dgm:pt>
    <dgm:pt modelId="{1C63840F-986D-4852-9242-223CF0C56E27}" type="pres">
      <dgm:prSet presAssocID="{1E2CE6C0-756F-4926-B627-A43B1EBFB8BA}" presName="spacer" presStyleCnt="0"/>
      <dgm:spPr/>
    </dgm:pt>
    <dgm:pt modelId="{77407136-BE1A-4FBE-A26B-85A4D7EA933A}" type="pres">
      <dgm:prSet presAssocID="{E9174014-340F-433C-9747-FE1893EB5563}" presName="parentText" presStyleLbl="node1" presStyleIdx="4" presStyleCnt="6">
        <dgm:presLayoutVars>
          <dgm:chMax val="0"/>
          <dgm:bulletEnabled val="1"/>
        </dgm:presLayoutVars>
      </dgm:prSet>
      <dgm:spPr/>
      <dgm:t>
        <a:bodyPr/>
        <a:lstStyle/>
        <a:p>
          <a:endParaRPr lang="zh-CN" altLang="en-US"/>
        </a:p>
      </dgm:t>
    </dgm:pt>
    <dgm:pt modelId="{29D6F6BB-197D-42A5-920C-0B0817648B82}" type="pres">
      <dgm:prSet presAssocID="{22E40BE3-C2DC-4C4F-BB3C-1970072089CD}" presName="spacer" presStyleCnt="0"/>
      <dgm:spPr/>
    </dgm:pt>
    <dgm:pt modelId="{DA1059BA-7B29-4DB2-9D9B-B62F9A11825C}" type="pres">
      <dgm:prSet presAssocID="{509621E6-2758-4E4B-91D1-EA536F7D1E2B}" presName="parentText" presStyleLbl="node1" presStyleIdx="5" presStyleCnt="6">
        <dgm:presLayoutVars>
          <dgm:chMax val="0"/>
          <dgm:bulletEnabled val="1"/>
        </dgm:presLayoutVars>
      </dgm:prSet>
      <dgm:spPr/>
      <dgm:t>
        <a:bodyPr/>
        <a:lstStyle/>
        <a:p>
          <a:endParaRPr lang="zh-CN" altLang="en-US"/>
        </a:p>
      </dgm:t>
    </dgm:pt>
  </dgm:ptLst>
  <dgm:cxnLst>
    <dgm:cxn modelId="{8E9EA423-5770-4466-BC4A-4E98F36132AB}" srcId="{4F427ED6-AC9E-44F2-96AD-57E66B1C4777}" destId="{509621E6-2758-4E4B-91D1-EA536F7D1E2B}" srcOrd="5" destOrd="0" parTransId="{D2795D69-9F44-4547-8095-ED2200606B27}" sibTransId="{23C8405E-3447-48A1-97C5-0D7DC2F5D53E}"/>
    <dgm:cxn modelId="{27C8C9D6-88A2-4F6E-AD10-FEFBD7347EB5}" type="presOf" srcId="{4F427ED6-AC9E-44F2-96AD-57E66B1C4777}" destId="{08E878F4-25CF-41B4-9C61-2997990103DE}" srcOrd="0" destOrd="0" presId="urn:microsoft.com/office/officeart/2005/8/layout/vList2#3"/>
    <dgm:cxn modelId="{5A9DE712-32BD-4956-A5F3-E7E9224C565F}" srcId="{4F427ED6-AC9E-44F2-96AD-57E66B1C4777}" destId="{E9174014-340F-433C-9747-FE1893EB5563}" srcOrd="4" destOrd="0" parTransId="{3FEAA690-8953-4289-BBED-BCC817345EEB}" sibTransId="{22E40BE3-C2DC-4C4F-BB3C-1970072089CD}"/>
    <dgm:cxn modelId="{CEEDEF6D-B211-4432-B628-4DF682A9BF8B}" srcId="{4F427ED6-AC9E-44F2-96AD-57E66B1C4777}" destId="{D5297D7E-653B-42EC-A7F1-D4D8617C66B6}" srcOrd="3" destOrd="0" parTransId="{8C6702BA-15AF-478E-A247-B01A749A96D9}" sibTransId="{1E2CE6C0-756F-4926-B627-A43B1EBFB8BA}"/>
    <dgm:cxn modelId="{F6173FEE-6D23-4C34-9E3A-F84D53D91DAB}" type="presOf" srcId="{E9174014-340F-433C-9747-FE1893EB5563}" destId="{77407136-BE1A-4FBE-A26B-85A4D7EA933A}" srcOrd="0" destOrd="0" presId="urn:microsoft.com/office/officeart/2005/8/layout/vList2#3"/>
    <dgm:cxn modelId="{BF52C807-5048-477F-99CB-6EE78BB0521D}" type="presOf" srcId="{B1B222B2-2654-4810-876C-B6C66EBA8E72}" destId="{052F5AEC-A25C-4E17-B3C3-086CCA237912}" srcOrd="0" destOrd="0" presId="urn:microsoft.com/office/officeart/2005/8/layout/vList2#3"/>
    <dgm:cxn modelId="{B887F90C-6C8B-44B4-8911-3880539D3EA8}" type="presOf" srcId="{509621E6-2758-4E4B-91D1-EA536F7D1E2B}" destId="{DA1059BA-7B29-4DB2-9D9B-B62F9A11825C}" srcOrd="0" destOrd="0" presId="urn:microsoft.com/office/officeart/2005/8/layout/vList2#3"/>
    <dgm:cxn modelId="{514033EB-0F53-48DE-A0E0-9D074A126588}" type="presOf" srcId="{FF7525EA-DADE-4C92-8CB3-03B53AF80BBC}" destId="{0C837617-A849-460D-873B-26328E057B74}" srcOrd="0" destOrd="0" presId="urn:microsoft.com/office/officeart/2005/8/layout/vList2#3"/>
    <dgm:cxn modelId="{30F84D9A-FD7C-4251-8A2C-6F8232223714}" srcId="{4F427ED6-AC9E-44F2-96AD-57E66B1C4777}" destId="{FF7525EA-DADE-4C92-8CB3-03B53AF80BBC}" srcOrd="1" destOrd="0" parTransId="{6E689F26-BB8C-4B22-9710-A14B2098A4B5}" sibTransId="{1FD7A48F-EFD2-46E5-ADC4-1F89FC8DE10D}"/>
    <dgm:cxn modelId="{5E55E86F-A267-4FDB-8D9C-297370FE81E6}" srcId="{4F427ED6-AC9E-44F2-96AD-57E66B1C4777}" destId="{696B5007-923A-427D-AFB8-D7645C2B3691}" srcOrd="0" destOrd="0" parTransId="{8612AB54-A8B0-4D9E-A182-B607C0B67262}" sibTransId="{E6026AAD-A0D4-4E9B-ADB3-CEB1BA0E6F78}"/>
    <dgm:cxn modelId="{8DB47176-4265-496D-9D99-B06AD5B5E6AD}" type="presOf" srcId="{D5297D7E-653B-42EC-A7F1-D4D8617C66B6}" destId="{68391498-DAF6-4D49-B8A4-9B449C38DCB4}" srcOrd="0" destOrd="0" presId="urn:microsoft.com/office/officeart/2005/8/layout/vList2#3"/>
    <dgm:cxn modelId="{40E9CCFA-53E6-46F4-85A1-418AAF5EB700}" srcId="{4F427ED6-AC9E-44F2-96AD-57E66B1C4777}" destId="{B1B222B2-2654-4810-876C-B6C66EBA8E72}" srcOrd="2" destOrd="0" parTransId="{575CBEB9-604F-4D63-8CFA-A8023E5B9575}" sibTransId="{800FB999-7856-4B67-8F27-3F5115EC4DBD}"/>
    <dgm:cxn modelId="{EDA2D0BD-7A17-43B7-A4AD-F2895F25A1D7}" type="presOf" srcId="{696B5007-923A-427D-AFB8-D7645C2B3691}" destId="{97652C09-BE2F-4D1C-A7DE-08129C9BE79A}" srcOrd="0" destOrd="0" presId="urn:microsoft.com/office/officeart/2005/8/layout/vList2#3"/>
    <dgm:cxn modelId="{9B02A5FA-7710-412F-992A-54111B2379ED}" type="presParOf" srcId="{08E878F4-25CF-41B4-9C61-2997990103DE}" destId="{97652C09-BE2F-4D1C-A7DE-08129C9BE79A}" srcOrd="0" destOrd="0" presId="urn:microsoft.com/office/officeart/2005/8/layout/vList2#3"/>
    <dgm:cxn modelId="{19C7CEA0-C9AB-4B01-B429-1DE2A2CF010B}" type="presParOf" srcId="{08E878F4-25CF-41B4-9C61-2997990103DE}" destId="{303F7FD0-E389-42C5-ACCE-D2B6351C6A4D}" srcOrd="1" destOrd="0" presId="urn:microsoft.com/office/officeart/2005/8/layout/vList2#3"/>
    <dgm:cxn modelId="{84354724-684E-4E68-A215-D7093E6A9D77}" type="presParOf" srcId="{08E878F4-25CF-41B4-9C61-2997990103DE}" destId="{0C837617-A849-460D-873B-26328E057B74}" srcOrd="2" destOrd="0" presId="urn:microsoft.com/office/officeart/2005/8/layout/vList2#3"/>
    <dgm:cxn modelId="{E031939D-FE92-464C-8AC7-6230E85D99B1}" type="presParOf" srcId="{08E878F4-25CF-41B4-9C61-2997990103DE}" destId="{40B11F6A-EBF0-44B9-8179-FA67E5974E7D}" srcOrd="3" destOrd="0" presId="urn:microsoft.com/office/officeart/2005/8/layout/vList2#3"/>
    <dgm:cxn modelId="{99B70497-A7EC-4017-BB87-147E2BB121CD}" type="presParOf" srcId="{08E878F4-25CF-41B4-9C61-2997990103DE}" destId="{052F5AEC-A25C-4E17-B3C3-086CCA237912}" srcOrd="4" destOrd="0" presId="urn:microsoft.com/office/officeart/2005/8/layout/vList2#3"/>
    <dgm:cxn modelId="{7B9F4449-4F0C-4601-A49D-F0EA7808FACF}" type="presParOf" srcId="{08E878F4-25CF-41B4-9C61-2997990103DE}" destId="{6C417D16-E091-44FD-9659-0B2A7CED03DA}" srcOrd="5" destOrd="0" presId="urn:microsoft.com/office/officeart/2005/8/layout/vList2#3"/>
    <dgm:cxn modelId="{9DC23C7C-2305-4A9E-8D60-C5B24058A242}" type="presParOf" srcId="{08E878F4-25CF-41B4-9C61-2997990103DE}" destId="{68391498-DAF6-4D49-B8A4-9B449C38DCB4}" srcOrd="6" destOrd="0" presId="urn:microsoft.com/office/officeart/2005/8/layout/vList2#3"/>
    <dgm:cxn modelId="{4F1D6640-5625-4EBB-83DB-2652F242333B}" type="presParOf" srcId="{08E878F4-25CF-41B4-9C61-2997990103DE}" destId="{1C63840F-986D-4852-9242-223CF0C56E27}" srcOrd="7" destOrd="0" presId="urn:microsoft.com/office/officeart/2005/8/layout/vList2#3"/>
    <dgm:cxn modelId="{9E6E18A0-03BB-4760-BE0D-28B8568D1656}" type="presParOf" srcId="{08E878F4-25CF-41B4-9C61-2997990103DE}" destId="{77407136-BE1A-4FBE-A26B-85A4D7EA933A}" srcOrd="8" destOrd="0" presId="urn:microsoft.com/office/officeart/2005/8/layout/vList2#3"/>
    <dgm:cxn modelId="{67FA25E2-9B69-477E-9C47-54C789944D07}" type="presParOf" srcId="{08E878F4-25CF-41B4-9C61-2997990103DE}" destId="{29D6F6BB-197D-42A5-920C-0B0817648B82}" srcOrd="9" destOrd="0" presId="urn:microsoft.com/office/officeart/2005/8/layout/vList2#3"/>
    <dgm:cxn modelId="{9B5D350C-AC01-465B-9903-609AC4936CC5}" type="presParOf" srcId="{08E878F4-25CF-41B4-9C61-2997990103DE}" destId="{DA1059BA-7B29-4DB2-9D9B-B62F9A11825C}" srcOrd="10" destOrd="0" presId="urn:microsoft.com/office/officeart/2005/8/layout/vList2#3"/>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CD219D9-3CAB-4CCC-813E-6959604EBCEC}" type="doc">
      <dgm:prSet loTypeId="urn:microsoft.com/office/officeart/2005/8/layout/vList2#4" loCatId="list" qsTypeId="urn:microsoft.com/office/officeart/2005/8/quickstyle/simple2#4" qsCatId="simple" csTypeId="urn:microsoft.com/office/officeart/2005/8/colors/accent1_1#4" csCatId="accent1" phldr="1"/>
      <dgm:spPr/>
      <dgm:t>
        <a:bodyPr/>
        <a:lstStyle/>
        <a:p>
          <a:endParaRPr lang="zh-CN" altLang="en-US"/>
        </a:p>
      </dgm:t>
    </dgm:pt>
    <dgm:pt modelId="{E403AEBA-15A5-4C1B-9594-59E6CB40DEAC}">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商学院</a:t>
          </a:r>
        </a:p>
      </dgm:t>
    </dgm:pt>
    <dgm:pt modelId="{88AA8B5B-ECD2-4E5D-92B9-96C18BCE0B74}" cxnId="{E1109D67-6645-4343-8317-C50826E95ADE}" type="parTrans">
      <dgm:prSet/>
      <dgm:spPr/>
      <dgm:t>
        <a:bodyPr/>
        <a:lstStyle/>
        <a:p>
          <a:pPr algn="ctr"/>
          <a:endParaRPr lang="zh-CN" altLang="en-US" sz="1200">
            <a:latin typeface="微软雅黑" panose="020B0503020204020204" charset="-122"/>
            <a:ea typeface="微软雅黑" panose="020B0503020204020204" charset="-122"/>
          </a:endParaRPr>
        </a:p>
      </dgm:t>
    </dgm:pt>
    <dgm:pt modelId="{A5F784FB-0886-4F5B-BD96-739CA2605E7B}" cxnId="{E1109D67-6645-4343-8317-C50826E95ADE}" type="sibTrans">
      <dgm:prSet/>
      <dgm:spPr/>
      <dgm:t>
        <a:bodyPr/>
        <a:lstStyle/>
        <a:p>
          <a:pPr algn="ctr"/>
          <a:endParaRPr lang="zh-CN" altLang="en-US" sz="1200">
            <a:latin typeface="微软雅黑" panose="020B0503020204020204" charset="-122"/>
            <a:ea typeface="微软雅黑" panose="020B0503020204020204" charset="-122"/>
          </a:endParaRPr>
        </a:p>
      </dgm:t>
    </dgm:pt>
    <dgm:pt modelId="{C08C1174-4AF7-4903-B89A-CEC2D6BF59FF}">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文学院</a:t>
          </a:r>
        </a:p>
      </dgm:t>
    </dgm:pt>
    <dgm:pt modelId="{4F3AAF10-F855-49D7-9399-8DF94B7A7392}" cxnId="{E332647F-C96B-4B3F-894D-43972F726B0E}" type="parTrans">
      <dgm:prSet/>
      <dgm:spPr/>
      <dgm:t>
        <a:bodyPr/>
        <a:lstStyle/>
        <a:p>
          <a:pPr algn="ctr"/>
          <a:endParaRPr lang="zh-CN" altLang="en-US" sz="1200">
            <a:latin typeface="微软雅黑" panose="020B0503020204020204" charset="-122"/>
            <a:ea typeface="微软雅黑" panose="020B0503020204020204" charset="-122"/>
          </a:endParaRPr>
        </a:p>
      </dgm:t>
    </dgm:pt>
    <dgm:pt modelId="{031EC881-5946-4AC3-B720-936AD6B1BEA0}" cxnId="{E332647F-C96B-4B3F-894D-43972F726B0E}" type="sibTrans">
      <dgm:prSet/>
      <dgm:spPr/>
      <dgm:t>
        <a:bodyPr/>
        <a:lstStyle/>
        <a:p>
          <a:pPr algn="ctr"/>
          <a:endParaRPr lang="zh-CN" altLang="en-US" sz="1200">
            <a:latin typeface="微软雅黑" panose="020B0503020204020204" charset="-122"/>
            <a:ea typeface="微软雅黑" panose="020B0503020204020204" charset="-122"/>
          </a:endParaRPr>
        </a:p>
      </dgm:t>
    </dgm:pt>
    <dgm:pt modelId="{5D336D13-E7CD-4D20-8808-8D82707C7609}">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艺术学院</a:t>
          </a:r>
        </a:p>
      </dgm:t>
    </dgm:pt>
    <dgm:pt modelId="{F068AE09-E69C-4DF4-A034-15EC9B049894}" cxnId="{6EC17F06-B59D-4215-8FFD-C9078D372793}" type="parTrans">
      <dgm:prSet/>
      <dgm:spPr/>
      <dgm:t>
        <a:bodyPr/>
        <a:lstStyle/>
        <a:p>
          <a:pPr algn="ctr"/>
          <a:endParaRPr lang="zh-CN" altLang="en-US" sz="1200">
            <a:latin typeface="微软雅黑" panose="020B0503020204020204" charset="-122"/>
            <a:ea typeface="微软雅黑" panose="020B0503020204020204" charset="-122"/>
          </a:endParaRPr>
        </a:p>
      </dgm:t>
    </dgm:pt>
    <dgm:pt modelId="{B42D0311-6BBC-48E7-BFD6-B82EAE5DD197}" cxnId="{6EC17F06-B59D-4215-8FFD-C9078D372793}" type="sibTrans">
      <dgm:prSet/>
      <dgm:spPr/>
      <dgm:t>
        <a:bodyPr/>
        <a:lstStyle/>
        <a:p>
          <a:pPr algn="ctr"/>
          <a:endParaRPr lang="zh-CN" altLang="en-US" sz="1200">
            <a:latin typeface="微软雅黑" panose="020B0503020204020204" charset="-122"/>
            <a:ea typeface="微软雅黑" panose="020B0503020204020204" charset="-122"/>
          </a:endParaRPr>
        </a:p>
      </dgm:t>
    </dgm:pt>
    <dgm:pt modelId="{4D1F16C5-C8FC-478B-851F-1963D652B343}">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教师教育学院</a:t>
          </a:r>
        </a:p>
      </dgm:t>
    </dgm:pt>
    <dgm:pt modelId="{8EBA0012-CBA1-49CF-8EB8-4DC07B8B5886}" cxnId="{BA563786-46CF-4FBA-8332-22BABF4F9659}" type="parTrans">
      <dgm:prSet/>
      <dgm:spPr/>
      <dgm:t>
        <a:bodyPr/>
        <a:lstStyle/>
        <a:p>
          <a:pPr algn="ctr"/>
          <a:endParaRPr lang="zh-CN" altLang="en-US" sz="1200">
            <a:latin typeface="微软雅黑" panose="020B0503020204020204" charset="-122"/>
            <a:ea typeface="微软雅黑" panose="020B0503020204020204" charset="-122"/>
          </a:endParaRPr>
        </a:p>
      </dgm:t>
    </dgm:pt>
    <dgm:pt modelId="{6B18FCE7-3F99-40BA-8B52-CF55DD10EB73}" cxnId="{BA563786-46CF-4FBA-8332-22BABF4F9659}" type="sibTrans">
      <dgm:prSet/>
      <dgm:spPr/>
      <dgm:t>
        <a:bodyPr/>
        <a:lstStyle/>
        <a:p>
          <a:pPr algn="ctr"/>
          <a:endParaRPr lang="zh-CN" altLang="en-US" sz="1200">
            <a:latin typeface="微软雅黑" panose="020B0503020204020204" charset="-122"/>
            <a:ea typeface="微软雅黑" panose="020B0503020204020204" charset="-122"/>
          </a:endParaRPr>
        </a:p>
      </dgm:t>
    </dgm:pt>
    <dgm:pt modelId="{AE2EA5E0-0F36-4AA0-96F1-2DD1BF9C2DF1}">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化学与材料学院</a:t>
          </a:r>
        </a:p>
      </dgm:t>
    </dgm:pt>
    <dgm:pt modelId="{A6DA85ED-37FE-46B9-B48A-40861142FE6A}" cxnId="{3FEB655F-91E8-45AE-8235-92918CBDCF49}" type="parTrans">
      <dgm:prSet/>
      <dgm:spPr/>
      <dgm:t>
        <a:bodyPr/>
        <a:lstStyle/>
        <a:p>
          <a:pPr algn="ctr"/>
          <a:endParaRPr lang="zh-CN" altLang="en-US" sz="1200">
            <a:latin typeface="微软雅黑" panose="020B0503020204020204" charset="-122"/>
            <a:ea typeface="微软雅黑" panose="020B0503020204020204" charset="-122"/>
          </a:endParaRPr>
        </a:p>
      </dgm:t>
    </dgm:pt>
    <dgm:pt modelId="{9204679E-515D-40C5-8545-B7D9B8CBA8F6}" cxnId="{3FEB655F-91E8-45AE-8235-92918CBDCF49}" type="sibTrans">
      <dgm:prSet/>
      <dgm:spPr/>
      <dgm:t>
        <a:bodyPr/>
        <a:lstStyle/>
        <a:p>
          <a:pPr algn="ctr"/>
          <a:endParaRPr lang="zh-CN" altLang="en-US" sz="1200">
            <a:latin typeface="微软雅黑" panose="020B0503020204020204" charset="-122"/>
            <a:ea typeface="微软雅黑" panose="020B0503020204020204" charset="-122"/>
          </a:endParaRPr>
        </a:p>
      </dgm:t>
    </dgm:pt>
    <dgm:pt modelId="{9ED5BA0F-B498-4729-A819-79AD9E989190}">
      <dgm:prSet custT="1"/>
      <dgm:spPr>
        <a:solidFill>
          <a:schemeClr val="lt1">
            <a:hueOff val="0"/>
            <a:satOff val="0"/>
            <a:lumOff val="0"/>
          </a:schemeClr>
        </a:solidFill>
        <a:ln w="25400">
          <a:solidFill>
            <a:srgbClr val="179EEE"/>
          </a:solidFill>
        </a:ln>
      </dgm:spPr>
      <dgm:t>
        <a:bodyPr/>
        <a:lstStyle/>
        <a:p>
          <a:pPr algn="ctr" rtl="0"/>
          <a:r>
            <a:rPr lang="zh-CN" altLang="en-US" sz="1200" b="1" dirty="0">
              <a:solidFill>
                <a:srgbClr val="002060"/>
              </a:solidFill>
              <a:latin typeface="+mn-lt"/>
              <a:ea typeface="微软雅黑" panose="020B0503020204020204" charset="-122"/>
              <a:sym typeface="+mn-lt"/>
            </a:rPr>
            <a:t>人工智能学院</a:t>
          </a:r>
        </a:p>
      </dgm:t>
    </dgm:pt>
    <dgm:pt modelId="{8BE92973-D951-495A-88F3-40C2B3AEC21F}" cxnId="{83B2F153-BDAD-4F88-9A2E-0A8A6A001BFC}" type="parTrans">
      <dgm:prSet/>
      <dgm:spPr/>
      <dgm:t>
        <a:bodyPr/>
        <a:lstStyle/>
        <a:p>
          <a:pPr algn="ctr"/>
          <a:endParaRPr lang="zh-CN" altLang="en-US" sz="1200">
            <a:latin typeface="微软雅黑" panose="020B0503020204020204" charset="-122"/>
            <a:ea typeface="微软雅黑" panose="020B0503020204020204" charset="-122"/>
          </a:endParaRPr>
        </a:p>
      </dgm:t>
    </dgm:pt>
    <dgm:pt modelId="{AFF10DC1-5857-4E92-A866-87D105A03FB0}" cxnId="{83B2F153-BDAD-4F88-9A2E-0A8A6A001BFC}" type="sibTrans">
      <dgm:prSet/>
      <dgm:spPr/>
      <dgm:t>
        <a:bodyPr/>
        <a:lstStyle/>
        <a:p>
          <a:pPr algn="ctr"/>
          <a:endParaRPr lang="zh-CN" altLang="en-US" sz="1200">
            <a:latin typeface="微软雅黑" panose="020B0503020204020204" charset="-122"/>
            <a:ea typeface="微软雅黑" panose="020B0503020204020204" charset="-122"/>
          </a:endParaRPr>
        </a:p>
      </dgm:t>
    </dgm:pt>
    <dgm:pt modelId="{0616024D-3991-4A3B-B443-7191B66AAB9E}" type="pres">
      <dgm:prSet presAssocID="{7CD219D9-3CAB-4CCC-813E-6959604EBCEC}" presName="linear" presStyleCnt="0">
        <dgm:presLayoutVars>
          <dgm:animLvl val="lvl"/>
          <dgm:resizeHandles val="exact"/>
        </dgm:presLayoutVars>
      </dgm:prSet>
      <dgm:spPr/>
      <dgm:t>
        <a:bodyPr/>
        <a:lstStyle/>
        <a:p>
          <a:endParaRPr lang="zh-CN" altLang="en-US"/>
        </a:p>
      </dgm:t>
    </dgm:pt>
    <dgm:pt modelId="{FADFC058-6D76-4E0E-B064-EFA5555C7206}" type="pres">
      <dgm:prSet presAssocID="{E403AEBA-15A5-4C1B-9594-59E6CB40DEAC}" presName="parentText" presStyleLbl="node1" presStyleIdx="0" presStyleCnt="6" custLinFactY="3960" custLinFactNeighborX="-12792" custLinFactNeighborY="100000">
        <dgm:presLayoutVars>
          <dgm:chMax val="0"/>
          <dgm:bulletEnabled val="1"/>
        </dgm:presLayoutVars>
      </dgm:prSet>
      <dgm:spPr/>
      <dgm:t>
        <a:bodyPr/>
        <a:lstStyle/>
        <a:p>
          <a:endParaRPr lang="zh-CN" altLang="en-US"/>
        </a:p>
      </dgm:t>
    </dgm:pt>
    <dgm:pt modelId="{B2612FC7-33B8-4125-AC33-418DADEC0195}" type="pres">
      <dgm:prSet presAssocID="{A5F784FB-0886-4F5B-BD96-739CA2605E7B}" presName="spacer" presStyleCnt="0"/>
      <dgm:spPr/>
    </dgm:pt>
    <dgm:pt modelId="{C467F94D-2EF0-4520-928F-F9DD5EDB68AD}" type="pres">
      <dgm:prSet presAssocID="{C08C1174-4AF7-4903-B89A-CEC2D6BF59FF}" presName="parentText" presStyleLbl="node1" presStyleIdx="1" presStyleCnt="6">
        <dgm:presLayoutVars>
          <dgm:chMax val="0"/>
          <dgm:bulletEnabled val="1"/>
        </dgm:presLayoutVars>
      </dgm:prSet>
      <dgm:spPr/>
      <dgm:t>
        <a:bodyPr/>
        <a:lstStyle/>
        <a:p>
          <a:endParaRPr lang="zh-CN" altLang="en-US"/>
        </a:p>
      </dgm:t>
    </dgm:pt>
    <dgm:pt modelId="{213CFE0F-D6F9-4DDE-941E-0625ED3189B8}" type="pres">
      <dgm:prSet presAssocID="{031EC881-5946-4AC3-B720-936AD6B1BEA0}" presName="spacer" presStyleCnt="0"/>
      <dgm:spPr/>
    </dgm:pt>
    <dgm:pt modelId="{3A396797-DAE2-41D2-AA75-4440611B01A2}" type="pres">
      <dgm:prSet presAssocID="{5D336D13-E7CD-4D20-8808-8D82707C7609}" presName="parentText" presStyleLbl="node1" presStyleIdx="2" presStyleCnt="6">
        <dgm:presLayoutVars>
          <dgm:chMax val="0"/>
          <dgm:bulletEnabled val="1"/>
        </dgm:presLayoutVars>
      </dgm:prSet>
      <dgm:spPr/>
      <dgm:t>
        <a:bodyPr/>
        <a:lstStyle/>
        <a:p>
          <a:endParaRPr lang="zh-CN" altLang="en-US"/>
        </a:p>
      </dgm:t>
    </dgm:pt>
    <dgm:pt modelId="{DB36145D-1BAF-449D-B01C-B6840D2E7ABD}" type="pres">
      <dgm:prSet presAssocID="{B42D0311-6BBC-48E7-BFD6-B82EAE5DD197}" presName="spacer" presStyleCnt="0"/>
      <dgm:spPr/>
    </dgm:pt>
    <dgm:pt modelId="{18ED4AAC-330D-42AE-A485-49B9194859FE}" type="pres">
      <dgm:prSet presAssocID="{4D1F16C5-C8FC-478B-851F-1963D652B343}" presName="parentText" presStyleLbl="node1" presStyleIdx="3" presStyleCnt="6">
        <dgm:presLayoutVars>
          <dgm:chMax val="0"/>
          <dgm:bulletEnabled val="1"/>
        </dgm:presLayoutVars>
      </dgm:prSet>
      <dgm:spPr/>
      <dgm:t>
        <a:bodyPr/>
        <a:lstStyle/>
        <a:p>
          <a:endParaRPr lang="zh-CN" altLang="en-US"/>
        </a:p>
      </dgm:t>
    </dgm:pt>
    <dgm:pt modelId="{AADF4410-4ED5-493F-837B-8878162E2A60}" type="pres">
      <dgm:prSet presAssocID="{6B18FCE7-3F99-40BA-8B52-CF55DD10EB73}" presName="spacer" presStyleCnt="0"/>
      <dgm:spPr/>
    </dgm:pt>
    <dgm:pt modelId="{61177F86-D721-44E1-AE7B-4C821CB80CCA}" type="pres">
      <dgm:prSet presAssocID="{AE2EA5E0-0F36-4AA0-96F1-2DD1BF9C2DF1}" presName="parentText" presStyleLbl="node1" presStyleIdx="4" presStyleCnt="6">
        <dgm:presLayoutVars>
          <dgm:chMax val="0"/>
          <dgm:bulletEnabled val="1"/>
        </dgm:presLayoutVars>
      </dgm:prSet>
      <dgm:spPr/>
      <dgm:t>
        <a:bodyPr/>
        <a:lstStyle/>
        <a:p>
          <a:endParaRPr lang="zh-CN" altLang="en-US"/>
        </a:p>
      </dgm:t>
    </dgm:pt>
    <dgm:pt modelId="{A0D343FF-FF96-4A91-B2C9-03C313172B05}" type="pres">
      <dgm:prSet presAssocID="{9204679E-515D-40C5-8545-B7D9B8CBA8F6}" presName="spacer" presStyleCnt="0"/>
      <dgm:spPr/>
    </dgm:pt>
    <dgm:pt modelId="{FF829CFF-7E53-4D54-8DCA-390BB3310DCC}" type="pres">
      <dgm:prSet presAssocID="{9ED5BA0F-B498-4729-A819-79AD9E989190}" presName="parentText" presStyleLbl="node1" presStyleIdx="5" presStyleCnt="6">
        <dgm:presLayoutVars>
          <dgm:chMax val="0"/>
          <dgm:bulletEnabled val="1"/>
        </dgm:presLayoutVars>
      </dgm:prSet>
      <dgm:spPr/>
      <dgm:t>
        <a:bodyPr/>
        <a:lstStyle/>
        <a:p>
          <a:endParaRPr lang="zh-CN" altLang="en-US"/>
        </a:p>
      </dgm:t>
    </dgm:pt>
  </dgm:ptLst>
  <dgm:cxnLst>
    <dgm:cxn modelId="{BF08C2B0-18CF-4E68-B891-3BECCB50CDEF}" type="presOf" srcId="{9ED5BA0F-B498-4729-A819-79AD9E989190}" destId="{FF829CFF-7E53-4D54-8DCA-390BB3310DCC}" srcOrd="0" destOrd="0" presId="urn:microsoft.com/office/officeart/2005/8/layout/vList2#4"/>
    <dgm:cxn modelId="{EAE1E112-B80A-4B08-A55A-AE057D5809C3}" type="presOf" srcId="{5D336D13-E7CD-4D20-8808-8D82707C7609}" destId="{3A396797-DAE2-41D2-AA75-4440611B01A2}" srcOrd="0" destOrd="0" presId="urn:microsoft.com/office/officeart/2005/8/layout/vList2#4"/>
    <dgm:cxn modelId="{313A6BE0-6ED8-4481-BD6F-F0BBE69CB463}" type="presOf" srcId="{C08C1174-4AF7-4903-B89A-CEC2D6BF59FF}" destId="{C467F94D-2EF0-4520-928F-F9DD5EDB68AD}" srcOrd="0" destOrd="0" presId="urn:microsoft.com/office/officeart/2005/8/layout/vList2#4"/>
    <dgm:cxn modelId="{025D42BD-6872-408A-80F6-377A0209C55F}" type="presOf" srcId="{7CD219D9-3CAB-4CCC-813E-6959604EBCEC}" destId="{0616024D-3991-4A3B-B443-7191B66AAB9E}" srcOrd="0" destOrd="0" presId="urn:microsoft.com/office/officeart/2005/8/layout/vList2#4"/>
    <dgm:cxn modelId="{3FEB655F-91E8-45AE-8235-92918CBDCF49}" srcId="{7CD219D9-3CAB-4CCC-813E-6959604EBCEC}" destId="{AE2EA5E0-0F36-4AA0-96F1-2DD1BF9C2DF1}" srcOrd="4" destOrd="0" parTransId="{A6DA85ED-37FE-46B9-B48A-40861142FE6A}" sibTransId="{9204679E-515D-40C5-8545-B7D9B8CBA8F6}"/>
    <dgm:cxn modelId="{E1109D67-6645-4343-8317-C50826E95ADE}" srcId="{7CD219D9-3CAB-4CCC-813E-6959604EBCEC}" destId="{E403AEBA-15A5-4C1B-9594-59E6CB40DEAC}" srcOrd="0" destOrd="0" parTransId="{88AA8B5B-ECD2-4E5D-92B9-96C18BCE0B74}" sibTransId="{A5F784FB-0886-4F5B-BD96-739CA2605E7B}"/>
    <dgm:cxn modelId="{E332647F-C96B-4B3F-894D-43972F726B0E}" srcId="{7CD219D9-3CAB-4CCC-813E-6959604EBCEC}" destId="{C08C1174-4AF7-4903-B89A-CEC2D6BF59FF}" srcOrd="1" destOrd="0" parTransId="{4F3AAF10-F855-49D7-9399-8DF94B7A7392}" sibTransId="{031EC881-5946-4AC3-B720-936AD6B1BEA0}"/>
    <dgm:cxn modelId="{6EC17F06-B59D-4215-8FFD-C9078D372793}" srcId="{7CD219D9-3CAB-4CCC-813E-6959604EBCEC}" destId="{5D336D13-E7CD-4D20-8808-8D82707C7609}" srcOrd="2" destOrd="0" parTransId="{F068AE09-E69C-4DF4-A034-15EC9B049894}" sibTransId="{B42D0311-6BBC-48E7-BFD6-B82EAE5DD197}"/>
    <dgm:cxn modelId="{BCB3985C-6816-4664-8630-4324DFCDE7DA}" type="presOf" srcId="{AE2EA5E0-0F36-4AA0-96F1-2DD1BF9C2DF1}" destId="{61177F86-D721-44E1-AE7B-4C821CB80CCA}" srcOrd="0" destOrd="0" presId="urn:microsoft.com/office/officeart/2005/8/layout/vList2#4"/>
    <dgm:cxn modelId="{06A51D27-40A0-4F9B-A4ED-51DFAC2F764C}" type="presOf" srcId="{4D1F16C5-C8FC-478B-851F-1963D652B343}" destId="{18ED4AAC-330D-42AE-A485-49B9194859FE}" srcOrd="0" destOrd="0" presId="urn:microsoft.com/office/officeart/2005/8/layout/vList2#4"/>
    <dgm:cxn modelId="{19284F68-E691-4878-B2DE-CA5CA5FA8146}" type="presOf" srcId="{E403AEBA-15A5-4C1B-9594-59E6CB40DEAC}" destId="{FADFC058-6D76-4E0E-B064-EFA5555C7206}" srcOrd="0" destOrd="0" presId="urn:microsoft.com/office/officeart/2005/8/layout/vList2#4"/>
    <dgm:cxn modelId="{83B2F153-BDAD-4F88-9A2E-0A8A6A001BFC}" srcId="{7CD219D9-3CAB-4CCC-813E-6959604EBCEC}" destId="{9ED5BA0F-B498-4729-A819-79AD9E989190}" srcOrd="5" destOrd="0" parTransId="{8BE92973-D951-495A-88F3-40C2B3AEC21F}" sibTransId="{AFF10DC1-5857-4E92-A866-87D105A03FB0}"/>
    <dgm:cxn modelId="{BA563786-46CF-4FBA-8332-22BABF4F9659}" srcId="{7CD219D9-3CAB-4CCC-813E-6959604EBCEC}" destId="{4D1F16C5-C8FC-478B-851F-1963D652B343}" srcOrd="3" destOrd="0" parTransId="{8EBA0012-CBA1-49CF-8EB8-4DC07B8B5886}" sibTransId="{6B18FCE7-3F99-40BA-8B52-CF55DD10EB73}"/>
    <dgm:cxn modelId="{F0E19D7D-93BC-4E86-A723-CC723ADAAE99}" type="presParOf" srcId="{0616024D-3991-4A3B-B443-7191B66AAB9E}" destId="{FADFC058-6D76-4E0E-B064-EFA5555C7206}" srcOrd="0" destOrd="0" presId="urn:microsoft.com/office/officeart/2005/8/layout/vList2#4"/>
    <dgm:cxn modelId="{CDBE9D6D-CB1F-44A6-A1A1-711AEB1FF5FD}" type="presParOf" srcId="{0616024D-3991-4A3B-B443-7191B66AAB9E}" destId="{B2612FC7-33B8-4125-AC33-418DADEC0195}" srcOrd="1" destOrd="0" presId="urn:microsoft.com/office/officeart/2005/8/layout/vList2#4"/>
    <dgm:cxn modelId="{992C8720-D67E-47CC-927D-82BF31EF262F}" type="presParOf" srcId="{0616024D-3991-4A3B-B443-7191B66AAB9E}" destId="{C467F94D-2EF0-4520-928F-F9DD5EDB68AD}" srcOrd="2" destOrd="0" presId="urn:microsoft.com/office/officeart/2005/8/layout/vList2#4"/>
    <dgm:cxn modelId="{B47F46E3-E3B0-44A4-8A30-4609279401F1}" type="presParOf" srcId="{0616024D-3991-4A3B-B443-7191B66AAB9E}" destId="{213CFE0F-D6F9-4DDE-941E-0625ED3189B8}" srcOrd="3" destOrd="0" presId="urn:microsoft.com/office/officeart/2005/8/layout/vList2#4"/>
    <dgm:cxn modelId="{BB32F23E-27E3-4BD4-93D0-6AB5D777AF1E}" type="presParOf" srcId="{0616024D-3991-4A3B-B443-7191B66AAB9E}" destId="{3A396797-DAE2-41D2-AA75-4440611B01A2}" srcOrd="4" destOrd="0" presId="urn:microsoft.com/office/officeart/2005/8/layout/vList2#4"/>
    <dgm:cxn modelId="{720EC279-DEBB-458A-BA5F-51A9B5679755}" type="presParOf" srcId="{0616024D-3991-4A3B-B443-7191B66AAB9E}" destId="{DB36145D-1BAF-449D-B01C-B6840D2E7ABD}" srcOrd="5" destOrd="0" presId="urn:microsoft.com/office/officeart/2005/8/layout/vList2#4"/>
    <dgm:cxn modelId="{C890AB63-5EB4-4269-B00D-0CF9F9230437}" type="presParOf" srcId="{0616024D-3991-4A3B-B443-7191B66AAB9E}" destId="{18ED4AAC-330D-42AE-A485-49B9194859FE}" srcOrd="6" destOrd="0" presId="urn:microsoft.com/office/officeart/2005/8/layout/vList2#4"/>
    <dgm:cxn modelId="{2DCBBAF1-FD95-488F-9CF7-949D8FF57CFC}" type="presParOf" srcId="{0616024D-3991-4A3B-B443-7191B66AAB9E}" destId="{AADF4410-4ED5-493F-837B-8878162E2A60}" srcOrd="7" destOrd="0" presId="urn:microsoft.com/office/officeart/2005/8/layout/vList2#4"/>
    <dgm:cxn modelId="{B1E4BE15-59ED-4D17-8180-5FEC3B4E5B66}" type="presParOf" srcId="{0616024D-3991-4A3B-B443-7191B66AAB9E}" destId="{61177F86-D721-44E1-AE7B-4C821CB80CCA}" srcOrd="8" destOrd="0" presId="urn:microsoft.com/office/officeart/2005/8/layout/vList2#4"/>
    <dgm:cxn modelId="{C9BB2147-58FE-4DFD-A06F-AA409C00ADEE}" type="presParOf" srcId="{0616024D-3991-4A3B-B443-7191B66AAB9E}" destId="{A0D343FF-FF96-4A91-B2C9-03C313172B05}" srcOrd="9" destOrd="0" presId="urn:microsoft.com/office/officeart/2005/8/layout/vList2#4"/>
    <dgm:cxn modelId="{F732B9BB-5DA1-43A2-B73F-BD4EE2569BD3}" type="presParOf" srcId="{0616024D-3991-4A3B-B443-7191B66AAB9E}" destId="{FF829CFF-7E53-4D54-8DCA-390BB3310DCC}" srcOrd="10" destOrd="0" presId="urn:microsoft.com/office/officeart/2005/8/layout/vList2#4"/>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6481065-1D04-49F7-B416-3752401BCE8C}" type="doc">
      <dgm:prSet loTypeId="urn:microsoft.com/office/officeart/2005/8/layout/default#1" loCatId="list" qsTypeId="urn:microsoft.com/office/officeart/2005/8/quickstyle/simple2#5" qsCatId="simple" csTypeId="urn:microsoft.com/office/officeart/2005/8/colors/accent5_2#1" csCatId="accent5" phldr="1"/>
      <dgm:spPr/>
      <dgm:t>
        <a:bodyPr/>
        <a:lstStyle/>
        <a:p>
          <a:endParaRPr lang="zh-CN" altLang="en-US"/>
        </a:p>
      </dgm:t>
    </dgm:pt>
    <dgm:pt modelId="{056DFE0E-C945-4857-B633-8619230782C2}">
      <dgm:prSet custT="1"/>
      <dgm:spPr>
        <a:solidFill>
          <a:schemeClr val="accent2"/>
        </a:solidFill>
        <a:ln w="12700">
          <a:solidFill>
            <a:schemeClr val="bg1"/>
          </a:solidFill>
        </a:ln>
      </dgm:spPr>
      <dgm:t>
        <a:bodyPr/>
        <a:lstStyle/>
        <a:p>
          <a:pPr rtl="0">
            <a:spcAft>
              <a:spcPts val="0"/>
            </a:spcAft>
          </a:pPr>
          <a:r>
            <a:rPr lang="en-US" sz="1800" b="1" dirty="0">
              <a:solidFill>
                <a:schemeClr val="bg1"/>
              </a:solidFill>
              <a:effectLst/>
              <a:latin typeface="+mn-lt"/>
              <a:ea typeface="微软雅黑" panose="020B0503020204020204" charset="-122"/>
              <a:sym typeface="+mn-lt"/>
            </a:rPr>
            <a:t>22</a:t>
          </a:r>
          <a:r>
            <a:rPr lang="zh-CN" sz="1800" b="1" dirty="0">
              <a:solidFill>
                <a:schemeClr val="bg1"/>
              </a:solidFill>
              <a:effectLst/>
              <a:latin typeface="+mn-lt"/>
              <a:ea typeface="微软雅黑" panose="020B0503020204020204" charset="-122"/>
              <a:sym typeface="+mn-lt"/>
            </a:rPr>
            <a:t>个</a:t>
          </a:r>
          <a:r>
            <a:rPr lang="en-US" altLang="zh-CN" sz="1800" b="1" dirty="0">
              <a:solidFill>
                <a:schemeClr val="bg1"/>
              </a:solidFill>
              <a:effectLst/>
              <a:latin typeface="+mn-lt"/>
              <a:ea typeface="微软雅黑" panose="020B0503020204020204" charset="-122"/>
              <a:sym typeface="+mn-lt"/>
            </a:rPr>
            <a:t>  </a:t>
          </a:r>
          <a:r>
            <a:rPr lang="zh-CN" sz="1800" b="1" dirty="0">
              <a:solidFill>
                <a:schemeClr val="bg1"/>
              </a:solidFill>
              <a:effectLst/>
              <a:latin typeface="+mn-lt"/>
              <a:ea typeface="微软雅黑" panose="020B0503020204020204" charset="-122"/>
              <a:sym typeface="+mn-lt"/>
            </a:rPr>
            <a:t>专业学院</a:t>
          </a:r>
        </a:p>
      </dgm:t>
    </dgm:pt>
    <dgm:pt modelId="{D7E15A88-F6A6-4C60-9CDD-C3F155FEDFDD}" cxnId="{4FC39657-E00A-4279-AE2C-833CDE8354F0}" type="parTrans">
      <dgm:prSet/>
      <dgm:spPr/>
      <dgm:t>
        <a:bodyPr/>
        <a:lstStyle/>
        <a:p>
          <a:endParaRPr lang="zh-CN" altLang="en-US">
            <a:solidFill>
              <a:schemeClr val="bg1"/>
            </a:solidFill>
          </a:endParaRPr>
        </a:p>
      </dgm:t>
    </dgm:pt>
    <dgm:pt modelId="{7341B26F-3BB9-4B96-B556-B3CE7FD59DAF}" cxnId="{4FC39657-E00A-4279-AE2C-833CDE8354F0}" type="sibTrans">
      <dgm:prSet/>
      <dgm:spPr/>
      <dgm:t>
        <a:bodyPr/>
        <a:lstStyle/>
        <a:p>
          <a:endParaRPr lang="zh-CN" altLang="en-US">
            <a:solidFill>
              <a:schemeClr val="bg1"/>
            </a:solidFill>
          </a:endParaRPr>
        </a:p>
      </dgm:t>
    </dgm:pt>
    <dgm:pt modelId="{20C2E91D-AFA4-46B2-B4DF-0C5106A62319}" type="pres">
      <dgm:prSet presAssocID="{D6481065-1D04-49F7-B416-3752401BCE8C}" presName="diagram" presStyleCnt="0">
        <dgm:presLayoutVars>
          <dgm:dir/>
          <dgm:resizeHandles val="exact"/>
        </dgm:presLayoutVars>
      </dgm:prSet>
      <dgm:spPr/>
      <dgm:t>
        <a:bodyPr/>
        <a:lstStyle/>
        <a:p>
          <a:endParaRPr lang="zh-CN" altLang="en-US"/>
        </a:p>
      </dgm:t>
    </dgm:pt>
    <dgm:pt modelId="{7FC92F4D-A7CC-42B4-895E-0E333F801C21}" type="pres">
      <dgm:prSet presAssocID="{056DFE0E-C945-4857-B633-8619230782C2}" presName="node" presStyleLbl="node1" presStyleIdx="0" presStyleCnt="1" custScaleX="185918" custLinFactNeighborX="-40537" custLinFactNeighborY="-74">
        <dgm:presLayoutVars>
          <dgm:bulletEnabled val="1"/>
        </dgm:presLayoutVars>
      </dgm:prSet>
      <dgm:spPr/>
      <dgm:t>
        <a:bodyPr/>
        <a:lstStyle/>
        <a:p>
          <a:endParaRPr lang="zh-CN" altLang="en-US"/>
        </a:p>
      </dgm:t>
    </dgm:pt>
  </dgm:ptLst>
  <dgm:cxnLst>
    <dgm:cxn modelId="{4FC39657-E00A-4279-AE2C-833CDE8354F0}" srcId="{D6481065-1D04-49F7-B416-3752401BCE8C}" destId="{056DFE0E-C945-4857-B633-8619230782C2}" srcOrd="0" destOrd="0" parTransId="{D7E15A88-F6A6-4C60-9CDD-C3F155FEDFDD}" sibTransId="{7341B26F-3BB9-4B96-B556-B3CE7FD59DAF}"/>
    <dgm:cxn modelId="{18731040-A1F5-4D5B-8D6F-106FCB1480FB}" type="presOf" srcId="{056DFE0E-C945-4857-B633-8619230782C2}" destId="{7FC92F4D-A7CC-42B4-895E-0E333F801C21}" srcOrd="0" destOrd="0" presId="urn:microsoft.com/office/officeart/2005/8/layout/default#1"/>
    <dgm:cxn modelId="{EDB5D151-AA85-40D6-BC4B-7173FB9DECFB}" type="presOf" srcId="{D6481065-1D04-49F7-B416-3752401BCE8C}" destId="{20C2E91D-AFA4-46B2-B4DF-0C5106A62319}" srcOrd="0" destOrd="0" presId="urn:microsoft.com/office/officeart/2005/8/layout/default#1"/>
    <dgm:cxn modelId="{01AF25B8-FD4A-489F-923B-660D3C769327}" type="presParOf" srcId="{20C2E91D-AFA4-46B2-B4DF-0C5106A62319}" destId="{7FC92F4D-A7CC-42B4-895E-0E333F801C21}" srcOrd="0" destOrd="0" presId="urn:microsoft.com/office/officeart/2005/8/layout/default#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2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D2CEE75-D75E-4D3F-87FE-1BA9DD176C5F}" type="doc">
      <dgm:prSet loTypeId="urn:microsoft.com/office/officeart/2005/8/layout/hierarchy4" loCatId="hierarchy" qsTypeId="urn:microsoft.com/office/officeart/2005/8/quickstyle/simple1#4" qsCatId="simple" csTypeId="urn:microsoft.com/office/officeart/2005/8/colors/colorful4#1" csCatId="colorful" phldr="1"/>
      <dgm:spPr/>
      <dgm:t>
        <a:bodyPr/>
        <a:lstStyle/>
        <a:p>
          <a:endParaRPr lang="zh-CN" altLang="en-US"/>
        </a:p>
      </dgm:t>
    </dgm:pt>
    <dgm:pt modelId="{114B60BA-9662-4E72-BF79-A48080F14E4E}">
      <dgm:prSet phldr="0" custT="1"/>
      <dgm:spPr>
        <a:solidFill>
          <a:srgbClr val="FFC000"/>
        </a:solidFill>
        <a:ln w="12700">
          <a:solidFill>
            <a:schemeClr val="lt1">
              <a:hueOff val="0"/>
              <a:satOff val="0"/>
              <a:lumOff val="0"/>
            </a:schemeClr>
          </a:solidFill>
        </a:ln>
      </dgm:spPr>
      <dgm:t>
        <a:bodyPr vert="horz" wrap="square"/>
        <a:lstStyle/>
        <a:p>
          <a:pPr rtl="0">
            <a:lnSpc>
              <a:spcPct val="100000"/>
            </a:lnSpc>
            <a:spcBef>
              <a:spcPct val="0"/>
            </a:spcBef>
            <a:spcAft>
              <a:spcPct val="35000"/>
            </a:spcAft>
          </a:pPr>
          <a:r>
            <a:rPr lang="zh-CN" altLang="en-US" sz="2000" b="1" dirty="0">
              <a:solidFill>
                <a:schemeClr val="bg1"/>
              </a:solidFill>
              <a:effectLst>
                <a:outerShdw blurRad="38100" dist="38100" dir="2700000" algn="tl">
                  <a:srgbClr val="000000">
                    <a:alpha val="43137"/>
                  </a:srgbClr>
                </a:outerShdw>
              </a:effectLst>
              <a:latin typeface="+mn-lt"/>
              <a:ea typeface="微软雅黑" panose="020B0503020204020204" charset="-122"/>
              <a:sym typeface="+mn-lt"/>
            </a:rPr>
            <a:t>高水平办学机构</a:t>
          </a:r>
          <a:endParaRPr sz="7200" b="1" dirty="0">
            <a:solidFill>
              <a:schemeClr val="bg1"/>
            </a:solidFill>
            <a:latin typeface="+mn-lt"/>
            <a:sym typeface="+mn-lt"/>
          </a:endParaRPr>
        </a:p>
      </dgm:t>
    </dgm:pt>
    <dgm:pt modelId="{5B7A71E9-10E8-4598-8CD2-589A688C226E}" cxnId="{4B8D0AB0-79FB-4308-B360-047BFE57FD30}" type="parTrans">
      <dgm:prSet/>
      <dgm:spPr/>
      <dgm:t>
        <a:bodyPr/>
        <a:lstStyle/>
        <a:p>
          <a:endParaRPr lang="zh-CN" altLang="en-US"/>
        </a:p>
      </dgm:t>
    </dgm:pt>
    <dgm:pt modelId="{0C45F17C-BD99-408D-8979-B47BDB711CD5}" cxnId="{4B8D0AB0-79FB-4308-B360-047BFE57FD30}" type="sibTrans">
      <dgm:prSet/>
      <dgm:spPr/>
      <dgm:t>
        <a:bodyPr/>
        <a:lstStyle/>
        <a:p>
          <a:endParaRPr lang="zh-CN" altLang="en-US"/>
        </a:p>
      </dgm:t>
    </dgm:pt>
    <dgm:pt modelId="{A53C0277-F393-4BA2-BE9A-595DE6B4277A}" type="asst">
      <dgm:prSet custT="1"/>
      <dgm:spPr>
        <a:solidFill>
          <a:srgbClr val="0A97F4"/>
        </a:solidFill>
        <a:ln>
          <a:solidFill>
            <a:schemeClr val="lt1">
              <a:hueOff val="0"/>
              <a:satOff val="0"/>
              <a:lumOff val="0"/>
            </a:schemeClr>
          </a:solidFill>
        </a:ln>
      </dgm:spPr>
      <dgm:t>
        <a:bodyPr/>
        <a:lstStyle/>
        <a:p>
          <a:pPr rtl="0"/>
          <a:r>
            <a:rPr lang="en-US" altLang="zh-CN" sz="1400" b="1" dirty="0">
              <a:solidFill>
                <a:schemeClr val="bg1"/>
              </a:solidFill>
              <a:latin typeface="+mn-lt"/>
              <a:ea typeface="微软雅黑" panose="020B0503020204020204" charset="-122"/>
              <a:sym typeface="+mn-lt"/>
            </a:rPr>
            <a:t> </a:t>
          </a:r>
          <a:r>
            <a:rPr lang="zh-CN" sz="1400" b="1" dirty="0">
              <a:solidFill>
                <a:schemeClr val="bg1"/>
              </a:solidFill>
              <a:latin typeface="+mn-lt"/>
              <a:ea typeface="微软雅黑" panose="020B0503020204020204" charset="-122"/>
              <a:sym typeface="+mn-lt"/>
            </a:rPr>
            <a:t>龙山书院</a:t>
          </a:r>
          <a:r>
            <a:rPr lang="en-US" altLang="zh-CN" sz="1400" b="1" dirty="0">
              <a:solidFill>
                <a:schemeClr val="bg1"/>
              </a:solidFill>
              <a:latin typeface="+mn-lt"/>
              <a:ea typeface="微软雅黑" panose="020B0503020204020204" charset="-122"/>
              <a:sym typeface="+mn-lt"/>
            </a:rPr>
            <a:t>       </a:t>
          </a:r>
          <a:r>
            <a:rPr lang="zh-CN" sz="1400" b="1" dirty="0">
              <a:solidFill>
                <a:schemeClr val="bg1"/>
              </a:solidFill>
              <a:latin typeface="+mn-lt"/>
              <a:ea typeface="微软雅黑" panose="020B0503020204020204" charset="-122"/>
              <a:sym typeface="+mn-lt"/>
            </a:rPr>
            <a:t>（大类培养</a:t>
          </a:r>
          <a:r>
            <a:rPr lang="zh-CN" altLang="en-US" sz="1400" b="1" dirty="0">
              <a:solidFill>
                <a:schemeClr val="bg1"/>
              </a:solidFill>
              <a:latin typeface="+mn-lt"/>
              <a:ea typeface="微软雅黑" panose="020B0503020204020204" charset="-122"/>
              <a:sym typeface="+mn-lt"/>
            </a:rPr>
            <a:t>）</a:t>
          </a:r>
        </a:p>
      </dgm:t>
    </dgm:pt>
    <dgm:pt modelId="{41349422-B3FF-4397-9FA2-3D82EFEB42D2}" cxnId="{E0259165-AF06-4807-8656-08A68EBAE2F6}" type="parTrans">
      <dgm:prSet/>
      <dgm:spPr/>
      <dgm:t>
        <a:bodyPr/>
        <a:lstStyle/>
        <a:p>
          <a:endParaRPr lang="zh-CN" altLang="en-US"/>
        </a:p>
      </dgm:t>
    </dgm:pt>
    <dgm:pt modelId="{45D50FA4-F6B9-47E1-B294-E1AA6D0F9179}" cxnId="{E0259165-AF06-4807-8656-08A68EBAE2F6}" type="sibTrans">
      <dgm:prSet/>
      <dgm:spPr/>
      <dgm:t>
        <a:bodyPr/>
        <a:lstStyle/>
        <a:p>
          <a:endParaRPr lang="zh-CN" altLang="en-US"/>
        </a:p>
      </dgm:t>
    </dgm:pt>
    <dgm:pt modelId="{FE9DF91F-0389-47F4-9B6D-25FA46A595B0}" type="asst">
      <dgm:prSet custT="1"/>
      <dgm:spPr>
        <a:solidFill>
          <a:srgbClr val="0A97F4"/>
        </a:solidFill>
        <a:ln>
          <a:solidFill>
            <a:schemeClr val="lt1">
              <a:hueOff val="0"/>
              <a:satOff val="0"/>
              <a:lumOff val="0"/>
            </a:schemeClr>
          </a:solidFill>
        </a:ln>
      </dgm:spPr>
      <dgm:t>
        <a:bodyPr/>
        <a:lstStyle/>
        <a:p>
          <a:pPr rtl="0"/>
          <a:r>
            <a:rPr lang="en-US" altLang="zh-CN" sz="1400" b="1" dirty="0">
              <a:latin typeface="+mn-lt"/>
              <a:ea typeface="微软雅黑" panose="020B0503020204020204" charset="-122"/>
              <a:sym typeface="+mn-lt"/>
            </a:rPr>
            <a:t>  </a:t>
          </a:r>
          <a:r>
            <a:rPr lang="zh-CN" sz="1400" b="1" dirty="0">
              <a:latin typeface="+mn-lt"/>
              <a:ea typeface="微软雅黑" panose="020B0503020204020204" charset="-122"/>
              <a:sym typeface="+mn-lt"/>
            </a:rPr>
            <a:t>雷丁学院</a:t>
          </a:r>
          <a:r>
            <a:rPr lang="en-US" altLang="zh-CN" sz="1400" b="1" dirty="0">
              <a:latin typeface="+mn-lt"/>
              <a:ea typeface="微软雅黑" panose="020B0503020204020204" charset="-122"/>
              <a:sym typeface="+mn-lt"/>
            </a:rPr>
            <a:t>       </a:t>
          </a:r>
          <a:r>
            <a:rPr lang="zh-CN" sz="1400" b="1" dirty="0">
              <a:latin typeface="+mn-lt"/>
              <a:ea typeface="微软雅黑" panose="020B0503020204020204" charset="-122"/>
              <a:sym typeface="+mn-lt"/>
            </a:rPr>
            <a:t>（中英合作）</a:t>
          </a:r>
          <a:endParaRPr lang="zh-CN" altLang="en-US" sz="1400" b="1" dirty="0">
            <a:latin typeface="+mn-lt"/>
            <a:ea typeface="微软雅黑" panose="020B0503020204020204" charset="-122"/>
            <a:sym typeface="+mn-lt"/>
          </a:endParaRPr>
        </a:p>
      </dgm:t>
    </dgm:pt>
    <dgm:pt modelId="{F395B08C-CAB9-4F59-B742-EB9AA743285A}" cxnId="{4514E7A7-E91F-42FE-A16F-4236D55D9B34}" type="parTrans">
      <dgm:prSet/>
      <dgm:spPr/>
      <dgm:t>
        <a:bodyPr/>
        <a:lstStyle/>
        <a:p>
          <a:endParaRPr lang="zh-CN" altLang="en-US"/>
        </a:p>
      </dgm:t>
    </dgm:pt>
    <dgm:pt modelId="{9F7D980C-DD98-4375-AEC4-FCCD040EB0DC}" cxnId="{4514E7A7-E91F-42FE-A16F-4236D55D9B34}" type="sibTrans">
      <dgm:prSet/>
      <dgm:spPr/>
      <dgm:t>
        <a:bodyPr/>
        <a:lstStyle/>
        <a:p>
          <a:endParaRPr lang="zh-CN" altLang="en-US"/>
        </a:p>
      </dgm:t>
    </dgm:pt>
    <dgm:pt modelId="{F976B1A3-243D-4312-86F7-21DED2841A5A}">
      <dgm:prSet custT="1"/>
      <dgm:spPr>
        <a:solidFill>
          <a:srgbClr val="0A97F4"/>
        </a:solidFill>
        <a:ln>
          <a:solidFill>
            <a:schemeClr val="lt1">
              <a:hueOff val="0"/>
              <a:satOff val="0"/>
              <a:lumOff val="0"/>
            </a:schemeClr>
          </a:solidFill>
        </a:ln>
      </dgm:spPr>
      <dgm:t>
        <a:bodyPr/>
        <a:lstStyle/>
        <a:p>
          <a:pPr rtl="0"/>
          <a:r>
            <a:rPr lang="en-US" altLang="zh-CN" sz="1400" b="1" dirty="0">
              <a:latin typeface="+mn-lt"/>
              <a:ea typeface="微软雅黑" panose="020B0503020204020204" charset="-122"/>
              <a:sym typeface="+mn-lt"/>
            </a:rPr>
            <a:t>  </a:t>
          </a:r>
          <a:r>
            <a:rPr lang="zh-CN" sz="1400" b="1" dirty="0">
              <a:latin typeface="+mn-lt"/>
              <a:ea typeface="微软雅黑" panose="020B0503020204020204" charset="-122"/>
              <a:sym typeface="+mn-lt"/>
            </a:rPr>
            <a:t>长望学院</a:t>
          </a:r>
          <a:r>
            <a:rPr lang="en-US" altLang="zh-CN" sz="1400" b="1" dirty="0">
              <a:latin typeface="+mn-lt"/>
              <a:ea typeface="微软雅黑" panose="020B0503020204020204" charset="-122"/>
              <a:sym typeface="+mn-lt"/>
            </a:rPr>
            <a:t> </a:t>
          </a:r>
          <a:r>
            <a:rPr lang="zh-CN" sz="1400" b="1" dirty="0">
              <a:latin typeface="+mn-lt"/>
              <a:ea typeface="微软雅黑" panose="020B0503020204020204" charset="-122"/>
              <a:sym typeface="+mn-lt"/>
            </a:rPr>
            <a:t>（拔尖培养）</a:t>
          </a:r>
        </a:p>
      </dgm:t>
    </dgm:pt>
    <dgm:pt modelId="{22BCADED-83EE-4E88-98BB-A48693D44C92}" cxnId="{04CEABA8-A8C6-4792-8FF2-379C1597CE83}" type="parTrans">
      <dgm:prSet/>
      <dgm:spPr/>
      <dgm:t>
        <a:bodyPr/>
        <a:lstStyle/>
        <a:p>
          <a:endParaRPr lang="zh-CN" altLang="en-US"/>
        </a:p>
      </dgm:t>
    </dgm:pt>
    <dgm:pt modelId="{438C3C73-D678-43AB-A609-88AB31E3D0DD}" cxnId="{04CEABA8-A8C6-4792-8FF2-379C1597CE83}" type="sibTrans">
      <dgm:prSet/>
      <dgm:spPr/>
      <dgm:t>
        <a:bodyPr/>
        <a:lstStyle/>
        <a:p>
          <a:endParaRPr lang="zh-CN" altLang="en-US"/>
        </a:p>
      </dgm:t>
    </dgm:pt>
    <dgm:pt modelId="{3FF28AAD-E1FC-457D-8DBF-DBA25796C4F4}">
      <dgm:prSet custT="1"/>
      <dgm:spPr>
        <a:solidFill>
          <a:srgbClr val="0A97F4"/>
        </a:solidFill>
        <a:ln>
          <a:solidFill>
            <a:schemeClr val="lt1">
              <a:hueOff val="0"/>
              <a:satOff val="0"/>
              <a:lumOff val="0"/>
            </a:schemeClr>
          </a:solidFill>
        </a:ln>
      </dgm:spPr>
      <dgm:t>
        <a:bodyPr/>
        <a:lstStyle/>
        <a:p>
          <a:pPr rtl="0"/>
          <a:r>
            <a:rPr lang="en-US" altLang="zh-CN" sz="1400" b="1" dirty="0">
              <a:latin typeface="+mn-lt"/>
              <a:ea typeface="微软雅黑" panose="020B0503020204020204" charset="-122"/>
              <a:sym typeface="+mn-lt"/>
            </a:rPr>
            <a:t>  </a:t>
          </a:r>
          <a:r>
            <a:rPr lang="zh-CN" sz="1400" b="1" dirty="0">
              <a:latin typeface="+mn-lt"/>
              <a:ea typeface="微软雅黑" panose="020B0503020204020204" charset="-122"/>
              <a:sym typeface="+mn-lt"/>
            </a:rPr>
            <a:t>藕舫学院</a:t>
          </a:r>
          <a:r>
            <a:rPr lang="en-US" altLang="zh-CN" sz="1400" b="1" dirty="0">
              <a:latin typeface="+mn-lt"/>
              <a:ea typeface="微软雅黑" panose="020B0503020204020204" charset="-122"/>
              <a:sym typeface="+mn-lt"/>
            </a:rPr>
            <a:t>       </a:t>
          </a:r>
          <a:r>
            <a:rPr lang="zh-CN" sz="1400" b="1" dirty="0">
              <a:latin typeface="+mn-lt"/>
              <a:ea typeface="微软雅黑" panose="020B0503020204020204" charset="-122"/>
              <a:sym typeface="+mn-lt"/>
            </a:rPr>
            <a:t>（创新创业</a:t>
          </a:r>
          <a:r>
            <a:rPr lang="zh-CN" altLang="en-US" sz="1400" b="1" dirty="0">
              <a:latin typeface="+mn-lt"/>
              <a:ea typeface="微软雅黑" panose="020B0503020204020204" charset="-122"/>
              <a:sym typeface="+mn-lt"/>
            </a:rPr>
            <a:t>）</a:t>
          </a:r>
          <a:endParaRPr lang="zh-CN" sz="1400" b="1" dirty="0">
            <a:latin typeface="+mn-lt"/>
            <a:ea typeface="微软雅黑" panose="020B0503020204020204" charset="-122"/>
            <a:sym typeface="+mn-lt"/>
          </a:endParaRPr>
        </a:p>
      </dgm:t>
    </dgm:pt>
    <dgm:pt modelId="{6693B316-DAFE-4C49-B6DB-28319DB91EFF}" cxnId="{7C81E51A-3856-4AB7-9028-C82DDDD0B5AE}" type="parTrans">
      <dgm:prSet/>
      <dgm:spPr/>
      <dgm:t>
        <a:bodyPr/>
        <a:lstStyle/>
        <a:p>
          <a:endParaRPr lang="zh-CN" altLang="en-US"/>
        </a:p>
      </dgm:t>
    </dgm:pt>
    <dgm:pt modelId="{E50C0E72-C98C-497B-82C1-E92C001C16AE}" cxnId="{7C81E51A-3856-4AB7-9028-C82DDDD0B5AE}" type="sibTrans">
      <dgm:prSet/>
      <dgm:spPr/>
      <dgm:t>
        <a:bodyPr/>
        <a:lstStyle/>
        <a:p>
          <a:endParaRPr lang="zh-CN" altLang="en-US"/>
        </a:p>
      </dgm:t>
    </dgm:pt>
    <dgm:pt modelId="{1A6E1978-5C9B-4B6B-B995-91AA91FA1727}">
      <dgm:prSet custT="1"/>
      <dgm:spPr>
        <a:solidFill>
          <a:srgbClr val="0A97F4"/>
        </a:solidFill>
        <a:ln>
          <a:solidFill>
            <a:schemeClr val="lt1">
              <a:hueOff val="0"/>
              <a:satOff val="0"/>
              <a:lumOff val="0"/>
            </a:schemeClr>
          </a:solidFill>
        </a:ln>
      </dgm:spPr>
      <dgm:t>
        <a:bodyPr/>
        <a:lstStyle/>
        <a:p>
          <a:pPr rtl="0">
            <a:lnSpc>
              <a:spcPct val="90000"/>
            </a:lnSpc>
            <a:spcAft>
              <a:spcPts val="0"/>
            </a:spcAft>
          </a:pPr>
          <a:r>
            <a:rPr lang="zh-CN" altLang="en-US" sz="1400" b="1" dirty="0">
              <a:latin typeface="+mn-lt"/>
              <a:ea typeface="微软雅黑" panose="020B0503020204020204" charset="-122"/>
              <a:sym typeface="+mn-lt"/>
            </a:rPr>
            <a:t>应用技术</a:t>
          </a:r>
          <a:endParaRPr lang="en-US" altLang="zh-CN" sz="1400" b="1" dirty="0">
            <a:latin typeface="+mn-lt"/>
            <a:ea typeface="微软雅黑" panose="020B0503020204020204" charset="-122"/>
            <a:sym typeface="+mn-lt"/>
          </a:endParaRPr>
        </a:p>
        <a:p>
          <a:pPr rtl="0">
            <a:lnSpc>
              <a:spcPct val="90000"/>
            </a:lnSpc>
            <a:spcAft>
              <a:spcPts val="0"/>
            </a:spcAft>
          </a:pPr>
          <a:r>
            <a:rPr lang="zh-CN" altLang="en-US" sz="1400" b="1" dirty="0">
              <a:latin typeface="+mn-lt"/>
              <a:ea typeface="微软雅黑" panose="020B0503020204020204" charset="-122"/>
              <a:sym typeface="+mn-lt"/>
            </a:rPr>
            <a:t>学院</a:t>
          </a:r>
          <a:endParaRPr lang="zh-CN" sz="1400" b="1" dirty="0">
            <a:latin typeface="+mn-lt"/>
            <a:ea typeface="微软雅黑" panose="020B0503020204020204" charset="-122"/>
            <a:sym typeface="+mn-lt"/>
          </a:endParaRPr>
        </a:p>
      </dgm:t>
    </dgm:pt>
    <dgm:pt modelId="{309015CD-881F-4D01-BCE0-BDEBFAE7335A}" cxnId="{60CCE518-1D5E-4B5D-99CB-33BDC528DA6B}" type="parTrans">
      <dgm:prSet/>
      <dgm:spPr/>
      <dgm:t>
        <a:bodyPr/>
        <a:lstStyle/>
        <a:p>
          <a:endParaRPr lang="zh-CN" altLang="en-US"/>
        </a:p>
      </dgm:t>
    </dgm:pt>
    <dgm:pt modelId="{150FDC86-9B7B-4B42-817B-B34E0F70098C}" cxnId="{60CCE518-1D5E-4B5D-99CB-33BDC528DA6B}" type="sibTrans">
      <dgm:prSet/>
      <dgm:spPr/>
      <dgm:t>
        <a:bodyPr/>
        <a:lstStyle/>
        <a:p>
          <a:endParaRPr lang="zh-CN" altLang="en-US"/>
        </a:p>
      </dgm:t>
    </dgm:pt>
    <dgm:pt modelId="{830AAE7C-7FF8-4448-B37B-CCA5D48BB43B}">
      <dgm:prSet custT="1"/>
      <dgm:spPr>
        <a:solidFill>
          <a:srgbClr val="0A97F4"/>
        </a:solidFill>
        <a:ln>
          <a:solidFill>
            <a:schemeClr val="lt1">
              <a:hueOff val="0"/>
              <a:satOff val="0"/>
              <a:lumOff val="0"/>
            </a:schemeClr>
          </a:solidFill>
        </a:ln>
      </dgm:spPr>
      <dgm:t>
        <a:bodyPr/>
        <a:lstStyle/>
        <a:p>
          <a:pPr rtl="0">
            <a:lnSpc>
              <a:spcPct val="90000"/>
            </a:lnSpc>
            <a:spcAft>
              <a:spcPts val="0"/>
            </a:spcAft>
          </a:pPr>
          <a:r>
            <a:rPr lang="zh-CN" altLang="en-US" sz="1400" b="1" dirty="0">
              <a:latin typeface="+mn-lt"/>
              <a:ea typeface="微软雅黑" panose="020B0503020204020204" charset="-122"/>
              <a:sym typeface="+mn-lt"/>
            </a:rPr>
            <a:t>继续教育</a:t>
          </a:r>
          <a:endParaRPr lang="en-US" altLang="zh-CN" sz="1400" b="1" dirty="0">
            <a:latin typeface="+mn-lt"/>
            <a:ea typeface="微软雅黑" panose="020B0503020204020204" charset="-122"/>
            <a:sym typeface="+mn-lt"/>
          </a:endParaRPr>
        </a:p>
        <a:p>
          <a:pPr rtl="0">
            <a:lnSpc>
              <a:spcPct val="90000"/>
            </a:lnSpc>
            <a:spcAft>
              <a:spcPts val="0"/>
            </a:spcAft>
          </a:pPr>
          <a:r>
            <a:rPr lang="zh-CN" altLang="en-US" sz="1400" b="1" dirty="0">
              <a:latin typeface="+mn-lt"/>
              <a:ea typeface="微软雅黑" panose="020B0503020204020204" charset="-122"/>
              <a:sym typeface="+mn-lt"/>
            </a:rPr>
            <a:t>学院</a:t>
          </a:r>
          <a:endParaRPr lang="zh-CN" sz="1400" b="1" dirty="0">
            <a:latin typeface="+mn-lt"/>
            <a:ea typeface="微软雅黑" panose="020B0503020204020204" charset="-122"/>
            <a:sym typeface="+mn-lt"/>
          </a:endParaRPr>
        </a:p>
      </dgm:t>
    </dgm:pt>
    <dgm:pt modelId="{4958AC68-9D88-4ABE-A29E-8B4709DEA797}" cxnId="{15CE337F-3BB1-4B2F-842F-FED726D2CFAE}" type="parTrans">
      <dgm:prSet/>
      <dgm:spPr/>
      <dgm:t>
        <a:bodyPr/>
        <a:lstStyle/>
        <a:p>
          <a:endParaRPr lang="zh-CN" altLang="en-US"/>
        </a:p>
      </dgm:t>
    </dgm:pt>
    <dgm:pt modelId="{B8F1EF76-A587-48F7-9FC3-E3676EBA0E3E}" cxnId="{15CE337F-3BB1-4B2F-842F-FED726D2CFAE}" type="sibTrans">
      <dgm:prSet/>
      <dgm:spPr/>
      <dgm:t>
        <a:bodyPr/>
        <a:lstStyle/>
        <a:p>
          <a:endParaRPr lang="zh-CN" altLang="en-US"/>
        </a:p>
      </dgm:t>
    </dgm:pt>
    <dgm:pt modelId="{945532B0-7149-4883-BDAA-DADFF29A2C1A}">
      <dgm:prSet custT="1"/>
      <dgm:spPr>
        <a:solidFill>
          <a:srgbClr val="0A97F4"/>
        </a:solidFill>
        <a:ln>
          <a:solidFill>
            <a:schemeClr val="lt1">
              <a:hueOff val="0"/>
              <a:satOff val="0"/>
              <a:lumOff val="0"/>
            </a:schemeClr>
          </a:solidFill>
        </a:ln>
      </dgm:spPr>
      <dgm:t>
        <a:bodyPr/>
        <a:lstStyle/>
        <a:p>
          <a:pPr rtl="0">
            <a:lnSpc>
              <a:spcPct val="90000"/>
            </a:lnSpc>
            <a:spcAft>
              <a:spcPts val="0"/>
            </a:spcAft>
          </a:pPr>
          <a:r>
            <a:rPr lang="zh-CN" altLang="en-US" sz="1400" b="1" dirty="0">
              <a:latin typeface="+mn-lt"/>
              <a:ea typeface="微软雅黑" panose="020B0503020204020204" charset="-122"/>
              <a:sym typeface="+mn-lt"/>
            </a:rPr>
            <a:t>滨江学院     （独立学院）</a:t>
          </a:r>
          <a:endParaRPr lang="zh-CN" sz="1400" b="1" dirty="0">
            <a:latin typeface="+mn-lt"/>
            <a:ea typeface="微软雅黑" panose="020B0503020204020204" charset="-122"/>
            <a:sym typeface="+mn-lt"/>
          </a:endParaRPr>
        </a:p>
      </dgm:t>
    </dgm:pt>
    <dgm:pt modelId="{B24C4D18-4665-479F-9FC8-DF4F17A1FEF7}" cxnId="{890094E0-74C6-4982-A930-A433ADF233A1}" type="parTrans">
      <dgm:prSet/>
      <dgm:spPr/>
      <dgm:t>
        <a:bodyPr/>
        <a:lstStyle/>
        <a:p>
          <a:endParaRPr lang="zh-CN" altLang="en-US"/>
        </a:p>
      </dgm:t>
    </dgm:pt>
    <dgm:pt modelId="{4EDB7664-6715-43DC-95DC-74AB6D92AF26}" cxnId="{890094E0-74C6-4982-A930-A433ADF233A1}" type="sibTrans">
      <dgm:prSet/>
      <dgm:spPr/>
      <dgm:t>
        <a:bodyPr/>
        <a:lstStyle/>
        <a:p>
          <a:endParaRPr lang="zh-CN" altLang="en-US"/>
        </a:p>
      </dgm:t>
    </dgm:pt>
    <dgm:pt modelId="{A6D0AA10-D556-495C-862D-1B9881E9157B}" type="pres">
      <dgm:prSet presAssocID="{AD2CEE75-D75E-4D3F-87FE-1BA9DD176C5F}" presName="Name0" presStyleCnt="0">
        <dgm:presLayoutVars>
          <dgm:chPref val="1"/>
          <dgm:dir/>
          <dgm:animOne val="branch"/>
          <dgm:animLvl val="lvl"/>
          <dgm:resizeHandles/>
        </dgm:presLayoutVars>
      </dgm:prSet>
      <dgm:spPr/>
      <dgm:t>
        <a:bodyPr/>
        <a:lstStyle/>
        <a:p>
          <a:endParaRPr lang="zh-CN" altLang="en-US"/>
        </a:p>
      </dgm:t>
    </dgm:pt>
    <dgm:pt modelId="{283C1912-F30D-4C3B-8A89-D30A33B7B83A}" type="pres">
      <dgm:prSet presAssocID="{114B60BA-9662-4E72-BF79-A48080F14E4E}" presName="vertOne" presStyleCnt="0"/>
      <dgm:spPr/>
    </dgm:pt>
    <dgm:pt modelId="{5E821735-C44F-4E2A-8E8A-E9EA90F35455}" type="pres">
      <dgm:prSet presAssocID="{114B60BA-9662-4E72-BF79-A48080F14E4E}" presName="txOne" presStyleLbl="node0" presStyleIdx="0" presStyleCnt="1" custScaleX="30819" custScaleY="87730" custLinFactNeighborX="-676" custLinFactNeighborY="-5401">
        <dgm:presLayoutVars>
          <dgm:chPref val="3"/>
        </dgm:presLayoutVars>
      </dgm:prSet>
      <dgm:spPr>
        <a:prstGeom prst="rect">
          <a:avLst/>
        </a:prstGeom>
      </dgm:spPr>
      <dgm:t>
        <a:bodyPr/>
        <a:lstStyle/>
        <a:p>
          <a:endParaRPr lang="zh-CN" altLang="en-US"/>
        </a:p>
      </dgm:t>
    </dgm:pt>
    <dgm:pt modelId="{CECC0CCA-2F9B-40C4-9819-113F48DB1F08}" type="pres">
      <dgm:prSet presAssocID="{114B60BA-9662-4E72-BF79-A48080F14E4E}" presName="parTransOne" presStyleCnt="0"/>
      <dgm:spPr/>
    </dgm:pt>
    <dgm:pt modelId="{5055FF70-BF33-40DA-B2C0-0B90FE1CBA6C}" type="pres">
      <dgm:prSet presAssocID="{114B60BA-9662-4E72-BF79-A48080F14E4E}" presName="horzOne" presStyleCnt="0"/>
      <dgm:spPr/>
    </dgm:pt>
    <dgm:pt modelId="{F1826C0D-37AB-4D21-9253-B7CC883ADEC0}" type="pres">
      <dgm:prSet presAssocID="{A53C0277-F393-4BA2-BE9A-595DE6B4277A}" presName="vertTwo" presStyleCnt="0"/>
      <dgm:spPr/>
    </dgm:pt>
    <dgm:pt modelId="{52AED5E2-3C3E-4D06-851D-C4F5168E36EC}" type="pres">
      <dgm:prSet presAssocID="{A53C0277-F393-4BA2-BE9A-595DE6B4277A}" presName="txTwo" presStyleLbl="asst1" presStyleIdx="0" presStyleCnt="2" custScaleX="131596">
        <dgm:presLayoutVars>
          <dgm:chPref val="3"/>
        </dgm:presLayoutVars>
      </dgm:prSet>
      <dgm:spPr/>
      <dgm:t>
        <a:bodyPr/>
        <a:lstStyle/>
        <a:p>
          <a:endParaRPr lang="zh-CN" altLang="en-US"/>
        </a:p>
      </dgm:t>
    </dgm:pt>
    <dgm:pt modelId="{1FC27DBD-A199-489B-9A15-B8E7A73A54B4}" type="pres">
      <dgm:prSet presAssocID="{A53C0277-F393-4BA2-BE9A-595DE6B4277A}" presName="horzTwo" presStyleCnt="0"/>
      <dgm:spPr/>
    </dgm:pt>
    <dgm:pt modelId="{439C0D2E-5951-4D15-BF6F-1339798D82F5}" type="pres">
      <dgm:prSet presAssocID="{45D50FA4-F6B9-47E1-B294-E1AA6D0F9179}" presName="sibSpaceTwo" presStyleCnt="0"/>
      <dgm:spPr/>
    </dgm:pt>
    <dgm:pt modelId="{0F1B41B5-42DE-4220-ADE0-497CC8B6C7E0}" type="pres">
      <dgm:prSet presAssocID="{FE9DF91F-0389-47F4-9B6D-25FA46A595B0}" presName="vertTwo" presStyleCnt="0"/>
      <dgm:spPr/>
    </dgm:pt>
    <dgm:pt modelId="{5D1B73F5-A12B-4774-96AF-89D49F98F0DD}" type="pres">
      <dgm:prSet presAssocID="{FE9DF91F-0389-47F4-9B6D-25FA46A595B0}" presName="txTwo" presStyleLbl="asst1" presStyleIdx="1" presStyleCnt="2" custScaleX="119360">
        <dgm:presLayoutVars>
          <dgm:chPref val="3"/>
        </dgm:presLayoutVars>
      </dgm:prSet>
      <dgm:spPr/>
      <dgm:t>
        <a:bodyPr/>
        <a:lstStyle/>
        <a:p>
          <a:endParaRPr lang="zh-CN" altLang="en-US"/>
        </a:p>
      </dgm:t>
    </dgm:pt>
    <dgm:pt modelId="{52F2FCA6-4844-40A0-8650-C11546BC598C}" type="pres">
      <dgm:prSet presAssocID="{FE9DF91F-0389-47F4-9B6D-25FA46A595B0}" presName="horzTwo" presStyleCnt="0"/>
      <dgm:spPr/>
    </dgm:pt>
    <dgm:pt modelId="{BB1E4D78-4ACE-4ED3-BB00-B53EA9C18455}" type="pres">
      <dgm:prSet presAssocID="{9F7D980C-DD98-4375-AEC4-FCCD040EB0DC}" presName="sibSpaceTwo" presStyleCnt="0"/>
      <dgm:spPr/>
    </dgm:pt>
    <dgm:pt modelId="{E4B5D7F8-58DE-4F9E-A1DC-66CAFBA542B4}" type="pres">
      <dgm:prSet presAssocID="{F976B1A3-243D-4312-86F7-21DED2841A5A}" presName="vertTwo" presStyleCnt="0"/>
      <dgm:spPr/>
    </dgm:pt>
    <dgm:pt modelId="{FAD8ED28-43B6-41C4-A544-1D4CF95ED9DB}" type="pres">
      <dgm:prSet presAssocID="{F976B1A3-243D-4312-86F7-21DED2841A5A}" presName="txTwo" presStyleLbl="node2" presStyleIdx="0" presStyleCnt="5" custScaleX="122575">
        <dgm:presLayoutVars>
          <dgm:chPref val="3"/>
        </dgm:presLayoutVars>
      </dgm:prSet>
      <dgm:spPr/>
      <dgm:t>
        <a:bodyPr/>
        <a:lstStyle/>
        <a:p>
          <a:endParaRPr lang="zh-CN" altLang="en-US"/>
        </a:p>
      </dgm:t>
    </dgm:pt>
    <dgm:pt modelId="{B1DD0040-3260-4E41-8F75-596A8C376972}" type="pres">
      <dgm:prSet presAssocID="{F976B1A3-243D-4312-86F7-21DED2841A5A}" presName="horzTwo" presStyleCnt="0"/>
      <dgm:spPr/>
    </dgm:pt>
    <dgm:pt modelId="{47AF66AE-3333-495B-AB38-0F4DD0EC94D0}" type="pres">
      <dgm:prSet presAssocID="{438C3C73-D678-43AB-A609-88AB31E3D0DD}" presName="sibSpaceTwo" presStyleCnt="0"/>
      <dgm:spPr/>
    </dgm:pt>
    <dgm:pt modelId="{7E1DC7B6-F78F-4A8E-B5C5-EFB514A864D9}" type="pres">
      <dgm:prSet presAssocID="{3FF28AAD-E1FC-457D-8DBF-DBA25796C4F4}" presName="vertTwo" presStyleCnt="0"/>
      <dgm:spPr/>
    </dgm:pt>
    <dgm:pt modelId="{36B315A7-F192-495C-A410-C43DFE3B79ED}" type="pres">
      <dgm:prSet presAssocID="{3FF28AAD-E1FC-457D-8DBF-DBA25796C4F4}" presName="txTwo" presStyleLbl="node2" presStyleIdx="1" presStyleCnt="5" custScaleX="124864">
        <dgm:presLayoutVars>
          <dgm:chPref val="3"/>
        </dgm:presLayoutVars>
      </dgm:prSet>
      <dgm:spPr/>
      <dgm:t>
        <a:bodyPr/>
        <a:lstStyle/>
        <a:p>
          <a:endParaRPr lang="zh-CN" altLang="en-US"/>
        </a:p>
      </dgm:t>
    </dgm:pt>
    <dgm:pt modelId="{73BA7995-9995-4995-A54D-CC2F19015E37}" type="pres">
      <dgm:prSet presAssocID="{3FF28AAD-E1FC-457D-8DBF-DBA25796C4F4}" presName="horzTwo" presStyleCnt="0"/>
      <dgm:spPr/>
    </dgm:pt>
    <dgm:pt modelId="{80ECB093-27D9-47B1-8866-A23A882C809B}" type="pres">
      <dgm:prSet presAssocID="{E50C0E72-C98C-497B-82C1-E92C001C16AE}" presName="sibSpaceTwo" presStyleCnt="0"/>
      <dgm:spPr/>
    </dgm:pt>
    <dgm:pt modelId="{4BC9BDB3-EB65-4CA1-97D7-35CA1D286E3C}" type="pres">
      <dgm:prSet presAssocID="{1A6E1978-5C9B-4B6B-B995-91AA91FA1727}" presName="vertTwo" presStyleCnt="0"/>
      <dgm:spPr/>
    </dgm:pt>
    <dgm:pt modelId="{7EADAA1C-7E2F-414A-B6F7-0A70D6B7388D}" type="pres">
      <dgm:prSet presAssocID="{1A6E1978-5C9B-4B6B-B995-91AA91FA1727}" presName="txTwo" presStyleLbl="node2" presStyleIdx="2" presStyleCnt="5">
        <dgm:presLayoutVars>
          <dgm:chPref val="3"/>
        </dgm:presLayoutVars>
      </dgm:prSet>
      <dgm:spPr/>
      <dgm:t>
        <a:bodyPr/>
        <a:lstStyle/>
        <a:p>
          <a:endParaRPr lang="zh-CN" altLang="en-US"/>
        </a:p>
      </dgm:t>
    </dgm:pt>
    <dgm:pt modelId="{01217E2A-00EF-4DBD-89A4-539CF5406487}" type="pres">
      <dgm:prSet presAssocID="{1A6E1978-5C9B-4B6B-B995-91AA91FA1727}" presName="horzTwo" presStyleCnt="0"/>
      <dgm:spPr/>
    </dgm:pt>
    <dgm:pt modelId="{6B36EA99-1AD1-4607-B26B-D6F1CBEDA4FE}" type="pres">
      <dgm:prSet presAssocID="{150FDC86-9B7B-4B42-817B-B34E0F70098C}" presName="sibSpaceTwo" presStyleCnt="0"/>
      <dgm:spPr/>
    </dgm:pt>
    <dgm:pt modelId="{DB8E5132-0532-4BF0-B588-F84FA0BE1CA5}" type="pres">
      <dgm:prSet presAssocID="{830AAE7C-7FF8-4448-B37B-CCA5D48BB43B}" presName="vertTwo" presStyleCnt="0"/>
      <dgm:spPr/>
    </dgm:pt>
    <dgm:pt modelId="{1E7C9474-F4FB-4692-841A-B5591CABD9AB}" type="pres">
      <dgm:prSet presAssocID="{830AAE7C-7FF8-4448-B37B-CCA5D48BB43B}" presName="txTwo" presStyleLbl="node2" presStyleIdx="3" presStyleCnt="5">
        <dgm:presLayoutVars>
          <dgm:chPref val="3"/>
        </dgm:presLayoutVars>
      </dgm:prSet>
      <dgm:spPr/>
      <dgm:t>
        <a:bodyPr/>
        <a:lstStyle/>
        <a:p>
          <a:endParaRPr lang="zh-CN" altLang="en-US"/>
        </a:p>
      </dgm:t>
    </dgm:pt>
    <dgm:pt modelId="{BB9AD9A6-A6F3-4BA3-9758-5C19BB84A8BC}" type="pres">
      <dgm:prSet presAssocID="{830AAE7C-7FF8-4448-B37B-CCA5D48BB43B}" presName="horzTwo" presStyleCnt="0"/>
      <dgm:spPr/>
    </dgm:pt>
    <dgm:pt modelId="{DC409802-395D-4513-8951-95C3DD95BB12}" type="pres">
      <dgm:prSet presAssocID="{B8F1EF76-A587-48F7-9FC3-E3676EBA0E3E}" presName="sibSpaceTwo" presStyleCnt="0"/>
      <dgm:spPr/>
    </dgm:pt>
    <dgm:pt modelId="{F095BBEF-B2F4-4A3E-8AD5-CF83D17C7B30}" type="pres">
      <dgm:prSet presAssocID="{945532B0-7149-4883-BDAA-DADFF29A2C1A}" presName="vertTwo" presStyleCnt="0"/>
      <dgm:spPr/>
    </dgm:pt>
    <dgm:pt modelId="{F74EA5D0-032D-4678-8EAD-8A31A3B5F796}" type="pres">
      <dgm:prSet presAssocID="{945532B0-7149-4883-BDAA-DADFF29A2C1A}" presName="txTwo" presStyleLbl="node2" presStyleIdx="4" presStyleCnt="5" custScaleX="129977">
        <dgm:presLayoutVars>
          <dgm:chPref val="3"/>
        </dgm:presLayoutVars>
      </dgm:prSet>
      <dgm:spPr/>
      <dgm:t>
        <a:bodyPr/>
        <a:lstStyle/>
        <a:p>
          <a:endParaRPr lang="zh-CN" altLang="en-US"/>
        </a:p>
      </dgm:t>
    </dgm:pt>
    <dgm:pt modelId="{64450266-06E3-4D3F-974E-5011A4847625}" type="pres">
      <dgm:prSet presAssocID="{945532B0-7149-4883-BDAA-DADFF29A2C1A}" presName="horzTwo" presStyleCnt="0"/>
      <dgm:spPr/>
    </dgm:pt>
  </dgm:ptLst>
  <dgm:cxnLst>
    <dgm:cxn modelId="{60CCE518-1D5E-4B5D-99CB-33BDC528DA6B}" srcId="{114B60BA-9662-4E72-BF79-A48080F14E4E}" destId="{1A6E1978-5C9B-4B6B-B995-91AA91FA1727}" srcOrd="4" destOrd="0" parTransId="{309015CD-881F-4D01-BCE0-BDEBFAE7335A}" sibTransId="{150FDC86-9B7B-4B42-817B-B34E0F70098C}"/>
    <dgm:cxn modelId="{ACCD6EF4-90E7-4B2A-B906-0C79FCE81351}" type="presOf" srcId="{3FF28AAD-E1FC-457D-8DBF-DBA25796C4F4}" destId="{36B315A7-F192-495C-A410-C43DFE3B79ED}" srcOrd="0" destOrd="0" presId="urn:microsoft.com/office/officeart/2005/8/layout/hierarchy4"/>
    <dgm:cxn modelId="{4514E7A7-E91F-42FE-A16F-4236D55D9B34}" srcId="{114B60BA-9662-4E72-BF79-A48080F14E4E}" destId="{FE9DF91F-0389-47F4-9B6D-25FA46A595B0}" srcOrd="1" destOrd="0" parTransId="{F395B08C-CAB9-4F59-B742-EB9AA743285A}" sibTransId="{9F7D980C-DD98-4375-AEC4-FCCD040EB0DC}"/>
    <dgm:cxn modelId="{7CF027F4-2492-445E-87B8-68839D91B288}" type="presOf" srcId="{A53C0277-F393-4BA2-BE9A-595DE6B4277A}" destId="{52AED5E2-3C3E-4D06-851D-C4F5168E36EC}" srcOrd="0" destOrd="0" presId="urn:microsoft.com/office/officeart/2005/8/layout/hierarchy4"/>
    <dgm:cxn modelId="{15CE337F-3BB1-4B2F-842F-FED726D2CFAE}" srcId="{114B60BA-9662-4E72-BF79-A48080F14E4E}" destId="{830AAE7C-7FF8-4448-B37B-CCA5D48BB43B}" srcOrd="5" destOrd="0" parTransId="{4958AC68-9D88-4ABE-A29E-8B4709DEA797}" sibTransId="{B8F1EF76-A587-48F7-9FC3-E3676EBA0E3E}"/>
    <dgm:cxn modelId="{6AAAF63D-832F-425C-AB6B-7798511A2037}" type="presOf" srcId="{830AAE7C-7FF8-4448-B37B-CCA5D48BB43B}" destId="{1E7C9474-F4FB-4692-841A-B5591CABD9AB}" srcOrd="0" destOrd="0" presId="urn:microsoft.com/office/officeart/2005/8/layout/hierarchy4"/>
    <dgm:cxn modelId="{CC595DCD-50E8-4B69-81F9-FA6FC874FD21}" type="presOf" srcId="{945532B0-7149-4883-BDAA-DADFF29A2C1A}" destId="{F74EA5D0-032D-4678-8EAD-8A31A3B5F796}" srcOrd="0" destOrd="0" presId="urn:microsoft.com/office/officeart/2005/8/layout/hierarchy4"/>
    <dgm:cxn modelId="{46E494E4-5680-4248-8A78-616CBB0CE577}" type="presOf" srcId="{F976B1A3-243D-4312-86F7-21DED2841A5A}" destId="{FAD8ED28-43B6-41C4-A544-1D4CF95ED9DB}" srcOrd="0" destOrd="0" presId="urn:microsoft.com/office/officeart/2005/8/layout/hierarchy4"/>
    <dgm:cxn modelId="{FE016970-E56B-4824-AF05-68120B56EF7A}" type="presOf" srcId="{1A6E1978-5C9B-4B6B-B995-91AA91FA1727}" destId="{7EADAA1C-7E2F-414A-B6F7-0A70D6B7388D}" srcOrd="0" destOrd="0" presId="urn:microsoft.com/office/officeart/2005/8/layout/hierarchy4"/>
    <dgm:cxn modelId="{890094E0-74C6-4982-A930-A433ADF233A1}" srcId="{114B60BA-9662-4E72-BF79-A48080F14E4E}" destId="{945532B0-7149-4883-BDAA-DADFF29A2C1A}" srcOrd="6" destOrd="0" parTransId="{B24C4D18-4665-479F-9FC8-DF4F17A1FEF7}" sibTransId="{4EDB7664-6715-43DC-95DC-74AB6D92AF26}"/>
    <dgm:cxn modelId="{4B8D0AB0-79FB-4308-B360-047BFE57FD30}" srcId="{AD2CEE75-D75E-4D3F-87FE-1BA9DD176C5F}" destId="{114B60BA-9662-4E72-BF79-A48080F14E4E}" srcOrd="0" destOrd="0" parTransId="{5B7A71E9-10E8-4598-8CD2-589A688C226E}" sibTransId="{0C45F17C-BD99-408D-8979-B47BDB711CD5}"/>
    <dgm:cxn modelId="{3036B412-E408-477E-A99A-34716D4DEB53}" type="presOf" srcId="{AD2CEE75-D75E-4D3F-87FE-1BA9DD176C5F}" destId="{A6D0AA10-D556-495C-862D-1B9881E9157B}" srcOrd="0" destOrd="0" presId="urn:microsoft.com/office/officeart/2005/8/layout/hierarchy4"/>
    <dgm:cxn modelId="{E0259165-AF06-4807-8656-08A68EBAE2F6}" srcId="{114B60BA-9662-4E72-BF79-A48080F14E4E}" destId="{A53C0277-F393-4BA2-BE9A-595DE6B4277A}" srcOrd="0" destOrd="0" parTransId="{41349422-B3FF-4397-9FA2-3D82EFEB42D2}" sibTransId="{45D50FA4-F6B9-47E1-B294-E1AA6D0F9179}"/>
    <dgm:cxn modelId="{7C81E51A-3856-4AB7-9028-C82DDDD0B5AE}" srcId="{114B60BA-9662-4E72-BF79-A48080F14E4E}" destId="{3FF28AAD-E1FC-457D-8DBF-DBA25796C4F4}" srcOrd="3" destOrd="0" parTransId="{6693B316-DAFE-4C49-B6DB-28319DB91EFF}" sibTransId="{E50C0E72-C98C-497B-82C1-E92C001C16AE}"/>
    <dgm:cxn modelId="{472D81C8-DC4D-4560-BD6F-06A12ABF7562}" type="presOf" srcId="{FE9DF91F-0389-47F4-9B6D-25FA46A595B0}" destId="{5D1B73F5-A12B-4774-96AF-89D49F98F0DD}" srcOrd="0" destOrd="0" presId="urn:microsoft.com/office/officeart/2005/8/layout/hierarchy4"/>
    <dgm:cxn modelId="{04CEABA8-A8C6-4792-8FF2-379C1597CE83}" srcId="{114B60BA-9662-4E72-BF79-A48080F14E4E}" destId="{F976B1A3-243D-4312-86F7-21DED2841A5A}" srcOrd="2" destOrd="0" parTransId="{22BCADED-83EE-4E88-98BB-A48693D44C92}" sibTransId="{438C3C73-D678-43AB-A609-88AB31E3D0DD}"/>
    <dgm:cxn modelId="{76E91C36-9EA7-4E50-90B4-E7D4EE478A8B}" type="presOf" srcId="{114B60BA-9662-4E72-BF79-A48080F14E4E}" destId="{5E821735-C44F-4E2A-8E8A-E9EA90F35455}" srcOrd="0" destOrd="0" presId="urn:microsoft.com/office/officeart/2005/8/layout/hierarchy4"/>
    <dgm:cxn modelId="{40AA5251-9E7B-4820-92D1-4F45E5563529}" type="presParOf" srcId="{A6D0AA10-D556-495C-862D-1B9881E9157B}" destId="{283C1912-F30D-4C3B-8A89-D30A33B7B83A}" srcOrd="0" destOrd="0" presId="urn:microsoft.com/office/officeart/2005/8/layout/hierarchy4"/>
    <dgm:cxn modelId="{09AABCB0-34C1-4E7B-B26C-F3C4411903A9}" type="presParOf" srcId="{283C1912-F30D-4C3B-8A89-D30A33B7B83A}" destId="{5E821735-C44F-4E2A-8E8A-E9EA90F35455}" srcOrd="0" destOrd="0" presId="urn:microsoft.com/office/officeart/2005/8/layout/hierarchy4"/>
    <dgm:cxn modelId="{20C2C14B-D570-4022-A505-1299E7075A69}" type="presParOf" srcId="{283C1912-F30D-4C3B-8A89-D30A33B7B83A}" destId="{CECC0CCA-2F9B-40C4-9819-113F48DB1F08}" srcOrd="1" destOrd="0" presId="urn:microsoft.com/office/officeart/2005/8/layout/hierarchy4"/>
    <dgm:cxn modelId="{BFD316E6-A325-43C6-BA2B-873063C79157}" type="presParOf" srcId="{283C1912-F30D-4C3B-8A89-D30A33B7B83A}" destId="{5055FF70-BF33-40DA-B2C0-0B90FE1CBA6C}" srcOrd="2" destOrd="0" presId="urn:microsoft.com/office/officeart/2005/8/layout/hierarchy4"/>
    <dgm:cxn modelId="{9262D4D4-1636-41E8-8DDB-3DD82868A9E8}" type="presParOf" srcId="{5055FF70-BF33-40DA-B2C0-0B90FE1CBA6C}" destId="{F1826C0D-37AB-4D21-9253-B7CC883ADEC0}" srcOrd="0" destOrd="0" presId="urn:microsoft.com/office/officeart/2005/8/layout/hierarchy4"/>
    <dgm:cxn modelId="{F9731A7C-F101-44F9-B4B2-116BCFE814F3}" type="presParOf" srcId="{F1826C0D-37AB-4D21-9253-B7CC883ADEC0}" destId="{52AED5E2-3C3E-4D06-851D-C4F5168E36EC}" srcOrd="0" destOrd="0" presId="urn:microsoft.com/office/officeart/2005/8/layout/hierarchy4"/>
    <dgm:cxn modelId="{2D63B215-D378-4223-B842-911B2D138E06}" type="presParOf" srcId="{F1826C0D-37AB-4D21-9253-B7CC883ADEC0}" destId="{1FC27DBD-A199-489B-9A15-B8E7A73A54B4}" srcOrd="1" destOrd="0" presId="urn:microsoft.com/office/officeart/2005/8/layout/hierarchy4"/>
    <dgm:cxn modelId="{2EFDB5F7-D9DB-432E-8944-74205EF8EBE3}" type="presParOf" srcId="{5055FF70-BF33-40DA-B2C0-0B90FE1CBA6C}" destId="{439C0D2E-5951-4D15-BF6F-1339798D82F5}" srcOrd="1" destOrd="0" presId="urn:microsoft.com/office/officeart/2005/8/layout/hierarchy4"/>
    <dgm:cxn modelId="{B8F7922D-07BA-4B4C-8BC3-57471A5AC688}" type="presParOf" srcId="{5055FF70-BF33-40DA-B2C0-0B90FE1CBA6C}" destId="{0F1B41B5-42DE-4220-ADE0-497CC8B6C7E0}" srcOrd="2" destOrd="0" presId="urn:microsoft.com/office/officeart/2005/8/layout/hierarchy4"/>
    <dgm:cxn modelId="{9446C61D-A11B-4A41-AE8B-39DC77CE1B58}" type="presParOf" srcId="{0F1B41B5-42DE-4220-ADE0-497CC8B6C7E0}" destId="{5D1B73F5-A12B-4774-96AF-89D49F98F0DD}" srcOrd="0" destOrd="0" presId="urn:microsoft.com/office/officeart/2005/8/layout/hierarchy4"/>
    <dgm:cxn modelId="{CB5097B4-B6D5-4BD5-93C1-B77A0ABB3D51}" type="presParOf" srcId="{0F1B41B5-42DE-4220-ADE0-497CC8B6C7E0}" destId="{52F2FCA6-4844-40A0-8650-C11546BC598C}" srcOrd="1" destOrd="0" presId="urn:microsoft.com/office/officeart/2005/8/layout/hierarchy4"/>
    <dgm:cxn modelId="{75B11EE0-C850-410A-BAB0-6D5F83F45A52}" type="presParOf" srcId="{5055FF70-BF33-40DA-B2C0-0B90FE1CBA6C}" destId="{BB1E4D78-4ACE-4ED3-BB00-B53EA9C18455}" srcOrd="3" destOrd="0" presId="urn:microsoft.com/office/officeart/2005/8/layout/hierarchy4"/>
    <dgm:cxn modelId="{266B13F6-4338-402E-8711-1426037707DF}" type="presParOf" srcId="{5055FF70-BF33-40DA-B2C0-0B90FE1CBA6C}" destId="{E4B5D7F8-58DE-4F9E-A1DC-66CAFBA542B4}" srcOrd="4" destOrd="0" presId="urn:microsoft.com/office/officeart/2005/8/layout/hierarchy4"/>
    <dgm:cxn modelId="{20E4E750-D9A7-4681-A750-780DBE35946E}" type="presParOf" srcId="{E4B5D7F8-58DE-4F9E-A1DC-66CAFBA542B4}" destId="{FAD8ED28-43B6-41C4-A544-1D4CF95ED9DB}" srcOrd="0" destOrd="0" presId="urn:microsoft.com/office/officeart/2005/8/layout/hierarchy4"/>
    <dgm:cxn modelId="{B75461FF-663A-4901-8845-ACF752EC429D}" type="presParOf" srcId="{E4B5D7F8-58DE-4F9E-A1DC-66CAFBA542B4}" destId="{B1DD0040-3260-4E41-8F75-596A8C376972}" srcOrd="1" destOrd="0" presId="urn:microsoft.com/office/officeart/2005/8/layout/hierarchy4"/>
    <dgm:cxn modelId="{09F7DF4E-BEE9-4986-985B-FE410CF0CFC3}" type="presParOf" srcId="{5055FF70-BF33-40DA-B2C0-0B90FE1CBA6C}" destId="{47AF66AE-3333-495B-AB38-0F4DD0EC94D0}" srcOrd="5" destOrd="0" presId="urn:microsoft.com/office/officeart/2005/8/layout/hierarchy4"/>
    <dgm:cxn modelId="{1EFA5053-554A-498B-B299-B84915631644}" type="presParOf" srcId="{5055FF70-BF33-40DA-B2C0-0B90FE1CBA6C}" destId="{7E1DC7B6-F78F-4A8E-B5C5-EFB514A864D9}" srcOrd="6" destOrd="0" presId="urn:microsoft.com/office/officeart/2005/8/layout/hierarchy4"/>
    <dgm:cxn modelId="{2BEB01EA-CF88-4826-86DD-3EFE6524C0C8}" type="presParOf" srcId="{7E1DC7B6-F78F-4A8E-B5C5-EFB514A864D9}" destId="{36B315A7-F192-495C-A410-C43DFE3B79ED}" srcOrd="0" destOrd="0" presId="urn:microsoft.com/office/officeart/2005/8/layout/hierarchy4"/>
    <dgm:cxn modelId="{64F003FF-22A8-46EF-9865-CD1278F25902}" type="presParOf" srcId="{7E1DC7B6-F78F-4A8E-B5C5-EFB514A864D9}" destId="{73BA7995-9995-4995-A54D-CC2F19015E37}" srcOrd="1" destOrd="0" presId="urn:microsoft.com/office/officeart/2005/8/layout/hierarchy4"/>
    <dgm:cxn modelId="{0E201AFF-68C6-401D-8D06-02D188DC482C}" type="presParOf" srcId="{5055FF70-BF33-40DA-B2C0-0B90FE1CBA6C}" destId="{80ECB093-27D9-47B1-8866-A23A882C809B}" srcOrd="7" destOrd="0" presId="urn:microsoft.com/office/officeart/2005/8/layout/hierarchy4"/>
    <dgm:cxn modelId="{9DB8DD08-9A27-43D9-9876-9C5C52B257FC}" type="presParOf" srcId="{5055FF70-BF33-40DA-B2C0-0B90FE1CBA6C}" destId="{4BC9BDB3-EB65-4CA1-97D7-35CA1D286E3C}" srcOrd="8" destOrd="0" presId="urn:microsoft.com/office/officeart/2005/8/layout/hierarchy4"/>
    <dgm:cxn modelId="{73EC9559-C701-4A63-8140-C4DD269A872B}" type="presParOf" srcId="{4BC9BDB3-EB65-4CA1-97D7-35CA1D286E3C}" destId="{7EADAA1C-7E2F-414A-B6F7-0A70D6B7388D}" srcOrd="0" destOrd="0" presId="urn:microsoft.com/office/officeart/2005/8/layout/hierarchy4"/>
    <dgm:cxn modelId="{78ED5ED8-1CC7-4B44-9D70-26DD7BDB8286}" type="presParOf" srcId="{4BC9BDB3-EB65-4CA1-97D7-35CA1D286E3C}" destId="{01217E2A-00EF-4DBD-89A4-539CF5406487}" srcOrd="1" destOrd="0" presId="urn:microsoft.com/office/officeart/2005/8/layout/hierarchy4"/>
    <dgm:cxn modelId="{8CA25E6B-798A-48D8-B486-354C67667A76}" type="presParOf" srcId="{5055FF70-BF33-40DA-B2C0-0B90FE1CBA6C}" destId="{6B36EA99-1AD1-4607-B26B-D6F1CBEDA4FE}" srcOrd="9" destOrd="0" presId="urn:microsoft.com/office/officeart/2005/8/layout/hierarchy4"/>
    <dgm:cxn modelId="{CD0925D5-1155-4DB2-917C-9AA30449974B}" type="presParOf" srcId="{5055FF70-BF33-40DA-B2C0-0B90FE1CBA6C}" destId="{DB8E5132-0532-4BF0-B588-F84FA0BE1CA5}" srcOrd="10" destOrd="0" presId="urn:microsoft.com/office/officeart/2005/8/layout/hierarchy4"/>
    <dgm:cxn modelId="{A079B701-E370-40BA-BF3F-FC9660EA80DA}" type="presParOf" srcId="{DB8E5132-0532-4BF0-B588-F84FA0BE1CA5}" destId="{1E7C9474-F4FB-4692-841A-B5591CABD9AB}" srcOrd="0" destOrd="0" presId="urn:microsoft.com/office/officeart/2005/8/layout/hierarchy4"/>
    <dgm:cxn modelId="{FDED2B1C-C7D8-44AC-96DE-0908D2F3CB71}" type="presParOf" srcId="{DB8E5132-0532-4BF0-B588-F84FA0BE1CA5}" destId="{BB9AD9A6-A6F3-4BA3-9758-5C19BB84A8BC}" srcOrd="1" destOrd="0" presId="urn:microsoft.com/office/officeart/2005/8/layout/hierarchy4"/>
    <dgm:cxn modelId="{DB34FB70-13D0-4980-9AC5-071967CD79AA}" type="presParOf" srcId="{5055FF70-BF33-40DA-B2C0-0B90FE1CBA6C}" destId="{DC409802-395D-4513-8951-95C3DD95BB12}" srcOrd="11" destOrd="0" presId="urn:microsoft.com/office/officeart/2005/8/layout/hierarchy4"/>
    <dgm:cxn modelId="{77A2FA16-9D18-4661-B79E-08A77281B540}" type="presParOf" srcId="{5055FF70-BF33-40DA-B2C0-0B90FE1CBA6C}" destId="{F095BBEF-B2F4-4A3E-8AD5-CF83D17C7B30}" srcOrd="12" destOrd="0" presId="urn:microsoft.com/office/officeart/2005/8/layout/hierarchy4"/>
    <dgm:cxn modelId="{6D00F649-230A-451F-8295-B7E87B11E8D1}" type="presParOf" srcId="{F095BBEF-B2F4-4A3E-8AD5-CF83D17C7B30}" destId="{F74EA5D0-032D-4678-8EAD-8A31A3B5F796}" srcOrd="0" destOrd="0" presId="urn:microsoft.com/office/officeart/2005/8/layout/hierarchy4"/>
    <dgm:cxn modelId="{7CF1AF1C-0660-49CF-962E-ABD2BAC0F8BB}" type="presParOf" srcId="{F095BBEF-B2F4-4A3E-8AD5-CF83D17C7B30}" destId="{64450266-06E3-4D3F-974E-5011A4847625}" srcOrd="1" destOrd="0" presId="urn:microsoft.com/office/officeart/2005/8/layout/hierarchy4"/>
  </dgm:cxnLst>
  <dgm:bg/>
  <dgm:whole>
    <a:ln>
      <a:noFill/>
    </a:ln>
  </dgm:whole>
  <dgm:extLst>
    <a:ext uri="http://schemas.microsoft.com/office/drawing/2008/diagram">
      <dsp:dataModelExt xmlns:dsp="http://schemas.microsoft.com/office/drawing/2008/diagram" relId="rId30"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246AB73-332C-4431-8390-6B0E2E4B6BE3}" type="doc">
      <dgm:prSet loTypeId="urn:microsoft.com/office/officeart/2005/8/layout/lProcess2#1" loCatId="list" qsTypeId="urn:microsoft.com/office/officeart/2005/8/quickstyle/simple1#3" qsCatId="simple" csTypeId="urn:microsoft.com/office/officeart/2005/8/colors/accent5_2#4" csCatId="accent5" phldr="1"/>
      <dgm:spPr/>
      <dgm:t>
        <a:bodyPr/>
        <a:lstStyle/>
        <a:p>
          <a:endParaRPr lang="zh-CN" altLang="en-US"/>
        </a:p>
      </dgm:t>
    </dgm:pt>
    <dgm:pt modelId="{81D190FD-F96B-48BC-9F07-E926D26EA45B}">
      <dgm:prSet phldr="0" custT="1"/>
      <dgm:spPr/>
      <dgm:t>
        <a:bodyPr vert="horz" wrap="square"/>
        <a:lstStyle/>
        <a:p>
          <a:pPr rtl="0">
            <a:lnSpc>
              <a:spcPct val="100000"/>
            </a:lnSpc>
            <a:spcBef>
              <a:spcPct val="0"/>
            </a:spcBef>
            <a:spcAft>
              <a:spcPct val="35000"/>
            </a:spcAft>
          </a:pPr>
          <a:r>
            <a:rPr lang="zh-CN" sz="2600" b="1" dirty="0">
              <a:solidFill>
                <a:srgbClr val="0E2860"/>
              </a:solidFill>
              <a:effectLst/>
              <a:latin typeface="+mn-lt"/>
              <a:ea typeface="微软雅黑" panose="020B0503020204020204" charset="-122"/>
              <a:sym typeface="+mn-lt"/>
            </a:rPr>
            <a:t>全国</a:t>
          </a:r>
          <a:r>
            <a:rPr lang="zh-CN" sz="2600" b="1" dirty="0" smtClean="0">
              <a:solidFill>
                <a:srgbClr val="0E2860"/>
              </a:solidFill>
              <a:effectLst/>
              <a:latin typeface="+mn-lt"/>
              <a:ea typeface="微软雅黑" panose="020B0503020204020204" charset="-122"/>
              <a:sym typeface="+mn-lt"/>
            </a:rPr>
            <a:t>第一</a:t>
          </a:r>
          <a:r>
            <a:rPr lang="en-US" altLang="zh-CN" sz="2600" b="1" dirty="0" smtClean="0">
              <a:solidFill>
                <a:srgbClr val="0E2860"/>
              </a:solidFill>
              <a:effectLst/>
              <a:latin typeface="+mn-lt"/>
              <a:ea typeface="微软雅黑" panose="020B0503020204020204" charset="-122"/>
              <a:sym typeface="+mn-lt"/>
            </a:rPr>
            <a:t>        </a:t>
          </a:r>
          <a:r>
            <a:rPr lang="zh-CN" sz="2600" b="1" dirty="0" smtClean="0">
              <a:solidFill>
                <a:srgbClr val="0E2860"/>
              </a:solidFill>
              <a:effectLst/>
              <a:latin typeface="+mn-lt"/>
              <a:ea typeface="微软雅黑" panose="020B0503020204020204" charset="-122"/>
              <a:sym typeface="+mn-lt"/>
            </a:rPr>
            <a:t>全国重点</a:t>
          </a:r>
          <a:endParaRPr lang="zh-CN" sz="2600" b="1" dirty="0">
            <a:solidFill>
              <a:srgbClr val="0E2860"/>
            </a:solidFill>
            <a:effectLst/>
            <a:latin typeface="+mn-lt"/>
            <a:ea typeface="微软雅黑" panose="020B0503020204020204" charset="-122"/>
            <a:sym typeface="+mn-lt"/>
          </a:endParaRPr>
        </a:p>
      </dgm:t>
    </dgm:pt>
    <dgm:pt modelId="{87F911A5-96D7-4101-9F3B-E25D1E2E5725}" cxnId="{EF31A0F0-325C-47FD-B594-71B888237AC1}" type="parTrans">
      <dgm:prSet/>
      <dgm:spPr/>
      <dgm:t>
        <a:bodyPr/>
        <a:lstStyle/>
        <a:p>
          <a:endParaRPr lang="zh-CN" altLang="en-US" b="1"/>
        </a:p>
      </dgm:t>
    </dgm:pt>
    <dgm:pt modelId="{F9F49F4F-C464-4A06-A7E7-B2A9DA6CBC43}" cxnId="{EF31A0F0-325C-47FD-B594-71B888237AC1}" type="sibTrans">
      <dgm:prSet/>
      <dgm:spPr/>
      <dgm:t>
        <a:bodyPr/>
        <a:lstStyle/>
        <a:p>
          <a:endParaRPr lang="zh-CN" altLang="en-US" b="1"/>
        </a:p>
      </dgm:t>
    </dgm:pt>
    <dgm:pt modelId="{8E65A58D-91AD-4ACE-B469-F017F9421C5E}">
      <dgm:prSet custT="1">
        <dgm:style>
          <a:lnRef idx="2">
            <a:schemeClr val="accent2">
              <a:shade val="50000"/>
            </a:schemeClr>
          </a:lnRef>
          <a:fillRef idx="1">
            <a:schemeClr val="accent2"/>
          </a:fillRef>
          <a:effectRef idx="0">
            <a:schemeClr val="accent2"/>
          </a:effectRef>
          <a:fontRef idx="minor">
            <a:schemeClr val="lt1"/>
          </a:fontRef>
        </dgm:style>
      </dgm:prSet>
      <dgm:spPr>
        <a:solidFill>
          <a:srgbClr val="4472C4"/>
        </a:solidFill>
        <a:ln>
          <a:noFill/>
        </a:ln>
      </dgm:spPr>
      <dgm:t>
        <a:bodyPr/>
        <a:lstStyle/>
        <a:p>
          <a:pPr rtl="0">
            <a:spcAft>
              <a:spcPts val="0"/>
            </a:spcAft>
          </a:pPr>
          <a:r>
            <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大气科学</a:t>
          </a: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学科</a:t>
          </a:r>
          <a:endParaRPr lang="zh-CN" sz="1600" b="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6C9C7BBC-BFC2-4A1F-AEBB-26933E799B70}" cxnId="{18DD7F9B-6EF7-4392-9173-4E7A68CA4D51}" type="parTrans">
      <dgm:prSet/>
      <dgm:spPr/>
      <dgm:t>
        <a:bodyPr/>
        <a:lstStyle/>
        <a:p>
          <a:endParaRPr lang="zh-CN" altLang="en-US" b="1"/>
        </a:p>
      </dgm:t>
    </dgm:pt>
    <dgm:pt modelId="{2CD5F2C2-093F-4CF7-9CB5-F419AF88B695}" cxnId="{18DD7F9B-6EF7-4392-9173-4E7A68CA4D51}" type="sibTrans">
      <dgm:prSet/>
      <dgm:spPr/>
      <dgm:t>
        <a:bodyPr/>
        <a:lstStyle/>
        <a:p>
          <a:endParaRPr lang="zh-CN" altLang="en-US" b="1"/>
        </a:p>
      </dgm:t>
    </dgm:pt>
    <dgm:pt modelId="{07E800F4-D211-4379-84EA-2E556CBD1B25}">
      <dgm:prSet custT="1">
        <dgm:style>
          <a:lnRef idx="2">
            <a:schemeClr val="accent2">
              <a:shade val="50000"/>
            </a:schemeClr>
          </a:lnRef>
          <a:fillRef idx="1">
            <a:schemeClr val="accent2"/>
          </a:fillRef>
          <a:effectRef idx="0">
            <a:schemeClr val="accent2"/>
          </a:effectRef>
          <a:fontRef idx="minor">
            <a:schemeClr val="lt1"/>
          </a:fontRef>
        </dgm:style>
      </dgm:prSet>
      <dgm:spPr>
        <a:solidFill>
          <a:srgbClr val="4472C4"/>
        </a:solidFill>
        <a:ln>
          <a:noFill/>
        </a:ln>
      </dgm:spPr>
      <dgm:t>
        <a:bodyPr/>
        <a:lstStyle/>
        <a:p>
          <a:pPr rtl="0">
            <a:spcAft>
              <a:spcPts val="0"/>
            </a:spcAft>
          </a:pPr>
          <a:r>
            <a:rPr lang="zh-CN" sz="1600" b="1" dirty="0" smtClean="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两次</a:t>
          </a: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全国第一</a:t>
          </a:r>
          <a:endParaRPr lang="zh-CN" sz="1600" b="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3C1AA033-0B64-4073-8E43-06AD4523D9A0}" cxnId="{AE4C11E8-278D-4217-9467-21890786A774}" type="parTrans">
      <dgm:prSet/>
      <dgm:spPr/>
      <dgm:t>
        <a:bodyPr/>
        <a:lstStyle/>
        <a:p>
          <a:endParaRPr lang="zh-CN" altLang="en-US"/>
        </a:p>
      </dgm:t>
    </dgm:pt>
    <dgm:pt modelId="{1CC92107-4CEA-47DF-8EF3-AE3679CC25B5}" cxnId="{AE4C11E8-278D-4217-9467-21890786A774}" type="sibTrans">
      <dgm:prSet/>
      <dgm:spPr/>
      <dgm:t>
        <a:bodyPr/>
        <a:lstStyle/>
        <a:p>
          <a:endParaRPr lang="zh-CN" altLang="en-US"/>
        </a:p>
      </dgm:t>
    </dgm:pt>
    <dgm:pt modelId="{BCBB82C0-AEB9-4391-BF82-3B3ABB019992}">
      <dgm:prSet custT="1">
        <dgm:style>
          <a:lnRef idx="2">
            <a:schemeClr val="accent2">
              <a:shade val="50000"/>
            </a:schemeClr>
          </a:lnRef>
          <a:fillRef idx="1">
            <a:schemeClr val="accent2"/>
          </a:fillRef>
          <a:effectRef idx="0">
            <a:schemeClr val="accent2"/>
          </a:effectRef>
          <a:fontRef idx="minor">
            <a:schemeClr val="lt1"/>
          </a:fontRef>
        </dgm:style>
      </dgm:prSet>
      <dgm:spPr>
        <a:solidFill>
          <a:srgbClr val="4472C4"/>
        </a:solidFill>
        <a:ln>
          <a:noFill/>
        </a:ln>
      </dgm:spPr>
      <dgm:t>
        <a:bodyPr/>
        <a:lstStyle/>
        <a:p>
          <a:pPr rtl="0">
            <a:spcAft>
              <a:spcPts val="0"/>
            </a:spcAft>
          </a:pPr>
          <a:r>
            <a:rPr lang="zh-CN" sz="1600" b="1" dirty="0" smtClean="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获</a:t>
          </a:r>
          <a:r>
            <a:rPr lang="zh-CN" sz="1600" b="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评</a:t>
          </a:r>
          <a:r>
            <a:rPr lang="en-US"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A+</a:t>
          </a:r>
          <a:r>
            <a:rPr lang="zh-CN" sz="1600" b="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等级</a:t>
          </a:r>
        </a:p>
      </dgm:t>
    </dgm:pt>
    <dgm:pt modelId="{DBDB93FB-9A59-4EBB-8CAB-0F808559DDDA}" cxnId="{9C7439C1-3D75-4810-B6E5-72CBAAC09E6F}" type="parTrans">
      <dgm:prSet/>
      <dgm:spPr/>
      <dgm:t>
        <a:bodyPr/>
        <a:lstStyle/>
        <a:p>
          <a:endParaRPr lang="zh-CN" altLang="en-US"/>
        </a:p>
      </dgm:t>
    </dgm:pt>
    <dgm:pt modelId="{47363D86-0065-4D19-9E7D-444EA5F9A226}" cxnId="{9C7439C1-3D75-4810-B6E5-72CBAAC09E6F}" type="sibTrans">
      <dgm:prSet/>
      <dgm:spPr/>
      <dgm:t>
        <a:bodyPr/>
        <a:lstStyle/>
        <a:p>
          <a:endParaRPr lang="zh-CN" altLang="en-US"/>
        </a:p>
      </dgm:t>
    </dgm:pt>
    <dgm:pt modelId="{1CD380F9-8B3B-4B12-9812-0579EEC15F2E}">
      <dgm:prSet custT="1">
        <dgm:style>
          <a:lnRef idx="2">
            <a:schemeClr val="accent2">
              <a:shade val="50000"/>
            </a:schemeClr>
          </a:lnRef>
          <a:fillRef idx="1">
            <a:schemeClr val="accent2"/>
          </a:fillRef>
          <a:effectRef idx="0">
            <a:schemeClr val="accent2"/>
          </a:effectRef>
          <a:fontRef idx="minor">
            <a:schemeClr val="lt1"/>
          </a:fontRef>
        </dgm:style>
      </dgm:prSet>
      <dgm:spPr>
        <a:solidFill>
          <a:srgbClr val="4472C4"/>
        </a:solidFill>
        <a:ln>
          <a:noFill/>
        </a:ln>
      </dgm:spPr>
      <dgm:t>
        <a:bodyPr/>
        <a:lstStyle/>
        <a:p>
          <a:pPr>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气象学国家重点</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B4CB3E39-6E65-4D4C-8213-DDD7B4866498}" cxnId="{94A56242-3251-43AF-8BED-2D76C4F37497}" type="parTrans">
      <dgm:prSet/>
      <dgm:spPr/>
      <dgm:t>
        <a:bodyPr/>
        <a:lstStyle/>
        <a:p>
          <a:endParaRPr lang="zh-CN" altLang="en-US"/>
        </a:p>
      </dgm:t>
    </dgm:pt>
    <dgm:pt modelId="{D180BF3D-C73A-4AFC-BE7E-B9E88D837BB2}" cxnId="{94A56242-3251-43AF-8BED-2D76C4F37497}" type="sibTrans">
      <dgm:prSet/>
      <dgm:spPr/>
      <dgm:t>
        <a:bodyPr/>
        <a:lstStyle/>
        <a:p>
          <a:endParaRPr lang="zh-CN" altLang="en-US"/>
        </a:p>
      </dgm:t>
    </dgm:pt>
    <dgm:pt modelId="{9A044176-0D05-41A7-9E76-CD83DE048713}">
      <dgm:prSet custT="1"/>
      <dgm:spPr/>
      <dgm:t>
        <a:bodyPr/>
        <a:lstStyle/>
        <a:p>
          <a:pPr rtl="0">
            <a:spcAft>
              <a:spcPts val="0"/>
            </a:spcAft>
          </a:pPr>
          <a:r>
            <a:rPr lang="en-US" altLang="zh-CN" sz="2600" b="1" dirty="0" smtClean="0">
              <a:solidFill>
                <a:srgbClr val="0E2860"/>
              </a:solidFill>
              <a:effectLst/>
              <a:latin typeface="+mn-lt"/>
              <a:ea typeface="微软雅黑" panose="020B0503020204020204" charset="-122"/>
              <a:sym typeface="+mn-lt"/>
            </a:rPr>
            <a:t>ESI</a:t>
          </a:r>
        </a:p>
        <a:p>
          <a:pPr rtl="0">
            <a:spcAft>
              <a:spcPts val="0"/>
            </a:spcAft>
          </a:pPr>
          <a:r>
            <a:rPr lang="zh-CN" sz="2600" b="1" dirty="0" smtClean="0">
              <a:solidFill>
                <a:srgbClr val="0E2860"/>
              </a:solidFill>
              <a:effectLst/>
              <a:latin typeface="+mn-lt"/>
              <a:ea typeface="微软雅黑" panose="020B0503020204020204" charset="-122"/>
              <a:sym typeface="+mn-lt"/>
            </a:rPr>
            <a:t>全球</a:t>
          </a:r>
          <a:r>
            <a:rPr lang="zh-CN" sz="2600" b="1" dirty="0">
              <a:solidFill>
                <a:srgbClr val="0E2860"/>
              </a:solidFill>
              <a:effectLst/>
              <a:latin typeface="+mn-lt"/>
              <a:ea typeface="微软雅黑" panose="020B0503020204020204" charset="-122"/>
              <a:sym typeface="+mn-lt"/>
            </a:rPr>
            <a:t>前</a:t>
          </a:r>
          <a:r>
            <a:rPr lang="en-US" sz="2600" b="1" dirty="0">
              <a:solidFill>
                <a:srgbClr val="0E2860"/>
              </a:solidFill>
              <a:effectLst/>
              <a:latin typeface="+mn-lt"/>
              <a:ea typeface="微软雅黑" panose="020B0503020204020204" charset="-122"/>
              <a:sym typeface="+mn-lt"/>
            </a:rPr>
            <a:t>1%</a:t>
          </a:r>
          <a:endParaRPr lang="zh-CN" sz="2600" b="1" dirty="0">
            <a:solidFill>
              <a:srgbClr val="0E2860"/>
            </a:solidFill>
            <a:effectLst/>
            <a:latin typeface="+mn-lt"/>
            <a:ea typeface="微软雅黑" panose="020B0503020204020204" charset="-122"/>
            <a:sym typeface="+mn-lt"/>
          </a:endParaRPr>
        </a:p>
      </dgm:t>
    </dgm:pt>
    <dgm:pt modelId="{B21B2540-4A01-49AF-B2A8-81ED03521BBD}" cxnId="{4F562A6E-EA19-4507-910B-15C939DCF285}" type="parTrans">
      <dgm:prSet/>
      <dgm:spPr/>
      <dgm:t>
        <a:bodyPr/>
        <a:lstStyle/>
        <a:p>
          <a:endParaRPr lang="zh-CN" altLang="en-US" b="1"/>
        </a:p>
      </dgm:t>
    </dgm:pt>
    <dgm:pt modelId="{13F2AE16-5176-46CB-A0FF-D518EFF805F1}" cxnId="{4F562A6E-EA19-4507-910B-15C939DCF285}" type="sibTrans">
      <dgm:prSet/>
      <dgm:spPr/>
      <dgm:t>
        <a:bodyPr/>
        <a:lstStyle/>
        <a:p>
          <a:endParaRPr lang="zh-CN" altLang="en-US" b="1"/>
        </a:p>
      </dgm:t>
    </dgm:pt>
    <dgm:pt modelId="{DAF6B33C-4A58-40D0-AE40-65B8E2B3182A}">
      <dgm:prSet phldr="0" custT="1"/>
      <dgm:spPr>
        <a:ln>
          <a:noFill/>
        </a:ln>
      </dgm:spPr>
      <dgm:t>
        <a:bodyPr vert="horz" wrap="square" lIns="32400" rIns="32400" anchor="ctr" anchorCtr="0"/>
        <a:lstStyle/>
        <a:p>
          <a:pPr algn="ctr" rtl="0">
            <a:lnSpc>
              <a:spcPts val="2000"/>
            </a:lnSpc>
            <a:spcBef>
              <a:spcPct val="0"/>
            </a:spcBef>
            <a:spcAft>
              <a:spcPts val="0"/>
            </a:spcAft>
          </a:pP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地球科</a:t>
          </a: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a:t>
          </a:r>
          <a:r>
            <a:rPr lang="en-US" altLang="zh-CN" sz="1600"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2‰</a:t>
          </a:r>
          <a:endParaRPr 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0100544B-32D6-4A23-884D-61E0C00E0323}" cxnId="{A0AD1D87-2B9D-489E-AF13-4F5EE534739C}" type="parTrans">
      <dgm:prSet/>
      <dgm:spPr/>
      <dgm:t>
        <a:bodyPr/>
        <a:lstStyle/>
        <a:p>
          <a:endParaRPr lang="zh-CN" altLang="en-US" b="1"/>
        </a:p>
      </dgm:t>
    </dgm:pt>
    <dgm:pt modelId="{01CC974D-35F0-42F5-9C8E-F0F065E1B1A1}" cxnId="{A0AD1D87-2B9D-489E-AF13-4F5EE534739C}" type="sibTrans">
      <dgm:prSet/>
      <dgm:spPr/>
      <dgm:t>
        <a:bodyPr/>
        <a:lstStyle/>
        <a:p>
          <a:endParaRPr lang="zh-CN" altLang="en-US" b="1"/>
        </a:p>
      </dgm:t>
    </dgm:pt>
    <dgm:pt modelId="{80D5B245-FDD1-4990-B2E5-BCB8CA4438E5}">
      <dgm:prSet phldr="0" custT="1"/>
      <dgm:spPr>
        <a:ln>
          <a:noFill/>
        </a:ln>
      </dgm:spPr>
      <dgm:t>
        <a:bodyPr vert="horz" wrap="square" lIns="32400" rIns="32400" anchor="ctr" anchorCtr="0"/>
        <a:lstStyle/>
        <a:p>
          <a:pPr algn="ctr" rtl="0">
            <a:lnSpc>
              <a:spcPts val="2000"/>
            </a:lnSpc>
            <a:spcBef>
              <a:spcPct val="0"/>
            </a:spcBef>
            <a:spcAft>
              <a:spcPts val="0"/>
            </a:spcAft>
          </a:pP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工</a:t>
          </a:r>
          <a:r>
            <a:rPr lang="en-US" alt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程</a:t>
          </a:r>
          <a:r>
            <a:rPr lang="en-US" alt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a:t>
          </a:r>
          <a:r>
            <a:rPr lang="en-US" alt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4‰</a:t>
          </a:r>
          <a:endParaRPr 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48EF8A01-8382-46B1-ACEB-D9C07B63026A}" cxnId="{6E08C6F5-1401-4C3A-82F0-937F986E0A87}" type="parTrans">
      <dgm:prSet/>
      <dgm:spPr/>
      <dgm:t>
        <a:bodyPr/>
        <a:lstStyle/>
        <a:p>
          <a:endParaRPr lang="zh-CN" altLang="en-US"/>
        </a:p>
      </dgm:t>
    </dgm:pt>
    <dgm:pt modelId="{78D3F420-C3D4-4CD9-8861-29BA9278507A}" cxnId="{6E08C6F5-1401-4C3A-82F0-937F986E0A87}" type="sibTrans">
      <dgm:prSet/>
      <dgm:spPr/>
      <dgm:t>
        <a:bodyPr/>
        <a:lstStyle/>
        <a:p>
          <a:endParaRPr lang="zh-CN" altLang="en-US"/>
        </a:p>
      </dgm:t>
    </dgm:pt>
    <dgm:pt modelId="{03E27099-1BE6-46A8-B685-943F71B632CB}">
      <dgm:prSet phldr="0" custT="1"/>
      <dgm:spPr>
        <a:ln>
          <a:noFill/>
        </a:ln>
      </dgm:spPr>
      <dgm:t>
        <a:bodyPr vert="horz" wrap="square" lIns="32400" rIns="32400" anchor="ctr" anchorCtr="0"/>
        <a:lstStyle/>
        <a:p>
          <a:pPr algn="ctr" rtl="0">
            <a:lnSpc>
              <a:spcPts val="2000"/>
            </a:lnSpc>
            <a:spcBef>
              <a:spcPct val="0"/>
            </a:spcBef>
            <a:spcAft>
              <a:spcPts val="0"/>
            </a:spcAft>
          </a:pP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计算机科学</a:t>
          </a:r>
          <a:r>
            <a:rPr lang="en-US" alt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1‰</a:t>
          </a:r>
          <a:endParaRPr lang="en-US" altLang="zh-CN" sz="1600"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CFE6BFDC-6C5F-42BB-8867-1AA0DB572141}" cxnId="{188C5B63-C9CF-47E7-A845-7F49E45EA516}" type="parTrans">
      <dgm:prSet/>
      <dgm:spPr/>
      <dgm:t>
        <a:bodyPr/>
        <a:lstStyle/>
        <a:p>
          <a:endParaRPr lang="zh-CN" altLang="en-US"/>
        </a:p>
      </dgm:t>
    </dgm:pt>
    <dgm:pt modelId="{A4F6C100-015A-4213-9A02-42663B4CDAC1}" cxnId="{188C5B63-C9CF-47E7-A845-7F49E45EA516}" type="sibTrans">
      <dgm:prSet/>
      <dgm:spPr/>
      <dgm:t>
        <a:bodyPr/>
        <a:lstStyle/>
        <a:p>
          <a:endParaRPr lang="zh-CN" altLang="en-US"/>
        </a:p>
      </dgm:t>
    </dgm:pt>
    <dgm:pt modelId="{B8ED82D1-FB7E-498D-BFD2-E9ABA580B57E}">
      <dgm:prSet phldr="0" custT="1"/>
      <dgm:spPr>
        <a:ln>
          <a:noFill/>
        </a:ln>
      </dgm:spPr>
      <dgm:t>
        <a:bodyPr vert="horz" wrap="square" lIns="32400" rIns="32400" anchor="ctr" anchorCtr="0"/>
        <a:lstStyle/>
        <a:p>
          <a:pPr algn="ctr" rtl="0">
            <a:lnSpc>
              <a:spcPts val="2000"/>
            </a:lnSpc>
            <a:spcBef>
              <a:spcPct val="0"/>
            </a:spcBef>
            <a:spcAft>
              <a:spcPts val="0"/>
            </a:spcAft>
          </a:pP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环境</a:t>
          </a:r>
          <a:r>
            <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科学与</a:t>
          </a: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生态</a:t>
          </a: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a:t>
          </a:r>
          <a:r>
            <a:rPr lang="en-US" alt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5‰</a:t>
          </a:r>
          <a:endParaRPr 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56701B2F-7BAB-4F10-9E3B-F7EA16E19A50}" cxnId="{24BE0CAC-1D1E-403F-8352-6987C41B7AF1}" type="parTrans">
      <dgm:prSet/>
      <dgm:spPr/>
      <dgm:t>
        <a:bodyPr/>
        <a:lstStyle/>
        <a:p>
          <a:endParaRPr lang="zh-CN" altLang="en-US"/>
        </a:p>
      </dgm:t>
    </dgm:pt>
    <dgm:pt modelId="{249ECF8D-8F5E-4E7E-8684-815C5D51059E}" cxnId="{24BE0CAC-1D1E-403F-8352-6987C41B7AF1}" type="sibTrans">
      <dgm:prSet/>
      <dgm:spPr/>
      <dgm:t>
        <a:bodyPr/>
        <a:lstStyle/>
        <a:p>
          <a:endParaRPr lang="zh-CN" altLang="en-US"/>
        </a:p>
      </dgm:t>
    </dgm:pt>
    <dgm:pt modelId="{BF8AC453-10D6-4F79-8919-0C0AC77FC47D}">
      <dgm:prSet custT="1"/>
      <dgm:spPr/>
      <dgm:t>
        <a:bodyPr/>
        <a:lstStyle/>
        <a:p>
          <a:pPr rtl="0"/>
          <a:r>
            <a:rPr lang="zh-CN" altLang="en-US" sz="2600" b="1" dirty="0">
              <a:solidFill>
                <a:srgbClr val="0E2860"/>
              </a:solidFill>
              <a:effectLst/>
              <a:latin typeface="+mn-lt"/>
              <a:ea typeface="微软雅黑" panose="020B0503020204020204" charset="-122"/>
              <a:sym typeface="+mn-lt"/>
            </a:rPr>
            <a:t>优势学科</a:t>
          </a:r>
        </a:p>
      </dgm:t>
    </dgm:pt>
    <dgm:pt modelId="{93368F1B-5BE5-4C26-AEE0-1216812182BA}" cxnId="{42ADEC41-C0EF-47BC-8840-075F669E170A}" type="parTrans">
      <dgm:prSet/>
      <dgm:spPr/>
      <dgm:t>
        <a:bodyPr/>
        <a:lstStyle/>
        <a:p>
          <a:endParaRPr lang="zh-CN" altLang="en-US" b="1"/>
        </a:p>
      </dgm:t>
    </dgm:pt>
    <dgm:pt modelId="{8D8315AF-1CD8-4620-88AF-3428F198DA30}" cxnId="{42ADEC41-C0EF-47BC-8840-075F669E170A}" type="sibTrans">
      <dgm:prSet/>
      <dgm:spPr/>
      <dgm:t>
        <a:bodyPr/>
        <a:lstStyle/>
        <a:p>
          <a:endParaRPr lang="zh-CN" altLang="en-US" b="1"/>
        </a:p>
      </dgm:t>
    </dgm:pt>
    <dgm:pt modelId="{DDE61535-F1F4-4481-8A26-AC0E1F468A6D}">
      <dgm:prSet custT="1"/>
      <dgm:spPr>
        <a:ln>
          <a:noFill/>
        </a:ln>
      </dgm:spPr>
      <dgm:t>
        <a:bodyPr/>
        <a:lstStyle/>
        <a:p>
          <a:pPr rtl="0">
            <a:lnSpc>
              <a:spcPts val="2000"/>
            </a:lnSpc>
            <a:spcAft>
              <a:spcPts val="0"/>
            </a:spcAft>
          </a:pPr>
          <a:r>
            <a:rPr lang="zh-CN" altLang="en-US"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计算机科学与</a:t>
          </a: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技术</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D4C50266-91F3-4CFD-9AF6-196FC59050AA}" cxnId="{5630B3B5-7D66-48F8-A9D0-A5FA8907413D}" type="parTrans">
      <dgm:prSet/>
      <dgm:spPr/>
      <dgm:t>
        <a:bodyPr/>
        <a:lstStyle/>
        <a:p>
          <a:endParaRPr lang="zh-CN" altLang="en-US" b="1"/>
        </a:p>
      </dgm:t>
    </dgm:pt>
    <dgm:pt modelId="{447C8355-92FE-499C-9235-B758FE4F37FF}" cxnId="{5630B3B5-7D66-48F8-A9D0-A5FA8907413D}" type="sibTrans">
      <dgm:prSet/>
      <dgm:spPr/>
      <dgm:t>
        <a:bodyPr/>
        <a:lstStyle/>
        <a:p>
          <a:endParaRPr lang="zh-CN" altLang="en-US" b="1"/>
        </a:p>
      </dgm:t>
    </dgm:pt>
    <dgm:pt modelId="{C69D7914-F4D1-4027-863E-05F1AEA6D6F5}">
      <dgm:prSet custT="1"/>
      <dgm:spPr>
        <a:ln>
          <a:noFill/>
        </a:ln>
      </dgm:spPr>
      <dgm:t>
        <a:bodyPr/>
        <a:lstStyle/>
        <a:p>
          <a:pPr rtl="0">
            <a:lnSpc>
              <a:spcPts val="2000"/>
            </a:lnSpc>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信息</a:t>
          </a:r>
          <a:r>
            <a:rPr lang="zh-CN" altLang="en-US"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与通信</a:t>
          </a: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工程</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BBC3FBFC-E529-4DA7-A756-E84564DF3641}" cxnId="{D4EE8EC8-14B5-4FA2-80BD-F192448F7E60}" type="parTrans">
      <dgm:prSet/>
      <dgm:spPr/>
      <dgm:t>
        <a:bodyPr/>
        <a:lstStyle/>
        <a:p>
          <a:endParaRPr lang="zh-CN" altLang="en-US"/>
        </a:p>
      </dgm:t>
    </dgm:pt>
    <dgm:pt modelId="{1914DBB4-6DF4-416A-9952-348A929C87E4}" cxnId="{D4EE8EC8-14B5-4FA2-80BD-F192448F7E60}" type="sibTrans">
      <dgm:prSet/>
      <dgm:spPr/>
      <dgm:t>
        <a:bodyPr/>
        <a:lstStyle/>
        <a:p>
          <a:endParaRPr lang="zh-CN" altLang="en-US"/>
        </a:p>
      </dgm:t>
    </dgm:pt>
    <dgm:pt modelId="{C32730CE-D672-4C74-9CC4-222885EE186C}">
      <dgm:prSet custT="1"/>
      <dgm:spPr>
        <a:ln>
          <a:noFill/>
        </a:ln>
      </dgm:spPr>
      <dgm:t>
        <a:bodyPr/>
        <a:lstStyle/>
        <a:p>
          <a:pPr rtl="0">
            <a:lnSpc>
              <a:spcPts val="2000"/>
            </a:lnSpc>
            <a:spcAft>
              <a:spcPts val="0"/>
            </a:spcAft>
          </a:pPr>
          <a:r>
            <a:rPr lang="zh-CN"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环境工程</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1F166442-2B98-4DF3-A625-11D094017CBA}" cxnId="{0089DE21-4E2F-4597-8A91-754E9BE8BB58}" type="parTrans">
      <dgm:prSet/>
      <dgm:spPr/>
      <dgm:t>
        <a:bodyPr/>
        <a:lstStyle/>
        <a:p>
          <a:endParaRPr lang="zh-CN" altLang="en-US"/>
        </a:p>
      </dgm:t>
    </dgm:pt>
    <dgm:pt modelId="{F965BF82-9ECE-4AF7-848A-B33ACFED7032}" cxnId="{0089DE21-4E2F-4597-8A91-754E9BE8BB58}" type="sibTrans">
      <dgm:prSet/>
      <dgm:spPr/>
      <dgm:t>
        <a:bodyPr/>
        <a:lstStyle/>
        <a:p>
          <a:endParaRPr lang="zh-CN" altLang="en-US"/>
        </a:p>
      </dgm:t>
    </dgm:pt>
    <dgm:pt modelId="{FD9BD1BC-6BC4-4062-86A9-3E139DB75D76}">
      <dgm:prSet custT="1"/>
      <dgm:spPr>
        <a:ln>
          <a:noFill/>
        </a:ln>
      </dgm:spPr>
      <dgm:t>
        <a:bodyPr/>
        <a:lstStyle/>
        <a:p>
          <a:pPr rtl="0">
            <a:lnSpc>
              <a:spcPts val="2000"/>
            </a:lnSpc>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气象装备</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44174CF8-5495-441A-A420-D1338C8A6C18}" cxnId="{F44A7400-6BE3-4977-B2AD-2AC0C558EFFD}" type="parTrans">
      <dgm:prSet/>
      <dgm:spPr/>
      <dgm:t>
        <a:bodyPr/>
        <a:lstStyle/>
        <a:p>
          <a:endParaRPr lang="zh-CN" altLang="en-US"/>
        </a:p>
      </dgm:t>
    </dgm:pt>
    <dgm:pt modelId="{7FDCEE52-1AC1-4D23-BBBC-15BC7050DD9E}" cxnId="{F44A7400-6BE3-4977-B2AD-2AC0C558EFFD}" type="sibTrans">
      <dgm:prSet/>
      <dgm:spPr/>
      <dgm:t>
        <a:bodyPr/>
        <a:lstStyle/>
        <a:p>
          <a:endParaRPr lang="zh-CN" altLang="en-US"/>
        </a:p>
      </dgm:t>
    </dgm:pt>
    <dgm:pt modelId="{1345FB66-4063-4217-A934-FBD26260422E}">
      <dgm:prSet custT="1"/>
      <dgm:spPr>
        <a:ln>
          <a:noFill/>
        </a:ln>
      </dgm:spPr>
      <dgm:t>
        <a:bodyPr/>
        <a:lstStyle/>
        <a:p>
          <a:pPr rtl="0">
            <a:lnSpc>
              <a:spcPts val="2000"/>
            </a:lnSpc>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物</a:t>
          </a:r>
          <a:r>
            <a:rPr lang="zh-CN" altLang="en-US"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联网技术与</a:t>
          </a: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设备</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4895866A-F131-43DB-A55C-05485586F8F6}" cxnId="{30B077BB-64A9-4787-B638-8B6D68A4C950}" type="parTrans">
      <dgm:prSet/>
      <dgm:spPr/>
      <dgm:t>
        <a:bodyPr/>
        <a:lstStyle/>
        <a:p>
          <a:endParaRPr lang="zh-CN" altLang="en-US"/>
        </a:p>
      </dgm:t>
    </dgm:pt>
    <dgm:pt modelId="{E4140570-CFB6-4F4C-B961-5F0D7796BD2C}" cxnId="{30B077BB-64A9-4787-B638-8B6D68A4C950}" type="sibTrans">
      <dgm:prSet/>
      <dgm:spPr/>
      <dgm:t>
        <a:bodyPr/>
        <a:lstStyle/>
        <a:p>
          <a:endParaRPr lang="zh-CN" altLang="en-US"/>
        </a:p>
      </dgm:t>
    </dgm:pt>
    <dgm:pt modelId="{B7D8BF41-40BF-4FC6-B337-70CC34362C4E}">
      <dgm:prSet custT="1"/>
      <dgm:spPr>
        <a:ln>
          <a:noFill/>
        </a:ln>
      </dgm:spPr>
      <dgm:t>
        <a:bodyPr/>
        <a:lstStyle/>
        <a:p>
          <a:pPr rtl="0">
            <a:lnSpc>
              <a:spcPts val="2000"/>
            </a:lnSpc>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地 理 学</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2079DBD5-E493-4365-9A0B-72FDC10E8E4C}" cxnId="{448B70CD-6566-4269-9F0B-D3AA93AD9F77}" type="parTrans">
      <dgm:prSet/>
      <dgm:spPr/>
      <dgm:t>
        <a:bodyPr/>
        <a:lstStyle/>
        <a:p>
          <a:endParaRPr lang="zh-CN" altLang="en-US"/>
        </a:p>
      </dgm:t>
    </dgm:pt>
    <dgm:pt modelId="{E13F5216-3D48-4BCB-9351-120B37DD255B}" cxnId="{448B70CD-6566-4269-9F0B-D3AA93AD9F77}" type="sibTrans">
      <dgm:prSet/>
      <dgm:spPr/>
      <dgm:t>
        <a:bodyPr/>
        <a:lstStyle/>
        <a:p>
          <a:endParaRPr lang="zh-CN" altLang="en-US"/>
        </a:p>
      </dgm:t>
    </dgm:pt>
    <dgm:pt modelId="{3C93632D-12CD-4B76-9E03-B89E1B4DCAB2}">
      <dgm:prSet custT="1"/>
      <dgm:spPr/>
      <dgm:t>
        <a:bodyPr/>
        <a:lstStyle/>
        <a:p>
          <a:pPr rtl="0">
            <a:lnSpc>
              <a:spcPts val="2000"/>
            </a:lnSpc>
            <a:spcAft>
              <a:spcPts val="0"/>
            </a:spcAft>
          </a:pPr>
          <a:r>
            <a:rPr lang="zh-CN" altLang="en-US" sz="2600" b="1" dirty="0" smtClean="0">
              <a:solidFill>
                <a:srgbClr val="0E2860"/>
              </a:solidFill>
              <a:effectLst/>
              <a:latin typeface="+mn-lt"/>
              <a:ea typeface="微软雅黑" panose="020B0503020204020204" charset="-122"/>
              <a:sym typeface="+mn-lt"/>
            </a:rPr>
            <a:t>文科精品</a:t>
          </a:r>
          <a:endParaRPr lang="zh-CN" altLang="en-US" sz="2600" b="1" dirty="0">
            <a:solidFill>
              <a:srgbClr val="0E2860"/>
            </a:solidFill>
            <a:effectLst/>
            <a:latin typeface="+mn-lt"/>
            <a:ea typeface="微软雅黑" panose="020B0503020204020204" charset="-122"/>
            <a:sym typeface="+mn-lt"/>
          </a:endParaRPr>
        </a:p>
      </dgm:t>
    </dgm:pt>
    <dgm:pt modelId="{8FFBBA2F-13F0-44BB-BCF5-7EBA5A4C7A71}" cxnId="{A3859878-C8E9-43F8-BB33-E67C13DBD2EC}" type="parTrans">
      <dgm:prSet/>
      <dgm:spPr/>
      <dgm:t>
        <a:bodyPr/>
        <a:lstStyle/>
        <a:p>
          <a:endParaRPr lang="zh-CN" altLang="en-US"/>
        </a:p>
      </dgm:t>
    </dgm:pt>
    <dgm:pt modelId="{E6DD48CC-D63F-4A84-8FC5-3745A3D63629}" cxnId="{A3859878-C8E9-43F8-BB33-E67C13DBD2EC}" type="sibTrans">
      <dgm:prSet/>
      <dgm:spPr/>
      <dgm:t>
        <a:bodyPr/>
        <a:lstStyle/>
        <a:p>
          <a:endParaRPr lang="zh-CN" altLang="en-US"/>
        </a:p>
      </dgm:t>
    </dgm:pt>
    <dgm:pt modelId="{71369FE9-96FD-4474-85DC-DFD69149BDD8}">
      <dgm:prSet custT="1"/>
      <dgm:spPr>
        <a:ln>
          <a:noFill/>
        </a:ln>
      </dgm:spPr>
      <dgm:t>
        <a:bodyPr/>
        <a:lstStyle/>
        <a:p>
          <a:pPr>
            <a:lnSpc>
              <a:spcPts val="2000"/>
            </a:lnSpc>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师 范 类</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436A0891-BE1C-4CA8-8F9C-CC4EB70F3E5B}" cxnId="{20B8415F-CA69-4E25-94B4-9131524BFB1B}" type="parTrans">
      <dgm:prSet/>
      <dgm:spPr/>
      <dgm:t>
        <a:bodyPr/>
        <a:lstStyle/>
        <a:p>
          <a:endParaRPr lang="zh-CN" altLang="en-US"/>
        </a:p>
      </dgm:t>
    </dgm:pt>
    <dgm:pt modelId="{721FF5FE-5E7E-40EF-A201-F2D35F5F1FE3}" cxnId="{20B8415F-CA69-4E25-94B4-9131524BFB1B}" type="sibTrans">
      <dgm:prSet/>
      <dgm:spPr/>
      <dgm:t>
        <a:bodyPr/>
        <a:lstStyle/>
        <a:p>
          <a:endParaRPr lang="zh-CN" altLang="en-US"/>
        </a:p>
      </dgm:t>
    </dgm:pt>
    <dgm:pt modelId="{C4050995-A648-44FC-A423-8FE45FAB6D89}">
      <dgm:prSet custT="1"/>
      <dgm:spPr>
        <a:ln>
          <a:noFill/>
        </a:ln>
      </dgm:spPr>
      <dgm:t>
        <a:bodyPr/>
        <a:lstStyle/>
        <a:p>
          <a:pPr>
            <a:lnSpc>
              <a:spcPts val="2000"/>
            </a:lnSpc>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经 济 学</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41C5D7C6-D059-44A6-9552-C36880D8D40D}" cxnId="{30188022-9D2F-47D6-AD6A-700E42829049}" type="parTrans">
      <dgm:prSet/>
      <dgm:spPr/>
      <dgm:t>
        <a:bodyPr/>
        <a:lstStyle/>
        <a:p>
          <a:endParaRPr lang="zh-CN" altLang="en-US"/>
        </a:p>
      </dgm:t>
    </dgm:pt>
    <dgm:pt modelId="{3CBF3932-DCF0-4A52-896E-2CB68E3E96F3}" cxnId="{30188022-9D2F-47D6-AD6A-700E42829049}" type="sibTrans">
      <dgm:prSet/>
      <dgm:spPr/>
      <dgm:t>
        <a:bodyPr/>
        <a:lstStyle/>
        <a:p>
          <a:endParaRPr lang="zh-CN" altLang="en-US"/>
        </a:p>
      </dgm:t>
    </dgm:pt>
    <dgm:pt modelId="{E3275702-1DBE-4D54-857B-3D7A8BB9510C}">
      <dgm:prSet custT="1"/>
      <dgm:spPr>
        <a:ln>
          <a:noFill/>
        </a:ln>
      </dgm:spPr>
      <dgm:t>
        <a:bodyPr/>
        <a:lstStyle/>
        <a:p>
          <a:pPr>
            <a:lnSpc>
              <a:spcPts val="2000"/>
            </a:lnSpc>
            <a:spcAft>
              <a:spcPts val="0"/>
            </a:spcAft>
          </a:pPr>
          <a:r>
            <a:rPr lang="zh-CN" altLang="en-US" sz="16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管 理 学</a:t>
          </a:r>
          <a:endParaRPr lang="zh-CN" sz="16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FCE3BFF8-D7AB-4457-A2D0-EFB02DF6CF33}" cxnId="{41F597D7-25CF-46E0-93B6-A7014B2679F9}" type="parTrans">
      <dgm:prSet/>
      <dgm:spPr/>
      <dgm:t>
        <a:bodyPr/>
        <a:lstStyle/>
        <a:p>
          <a:endParaRPr lang="zh-CN" altLang="en-US"/>
        </a:p>
      </dgm:t>
    </dgm:pt>
    <dgm:pt modelId="{3E646F82-5CE9-4F36-9249-3EA692AD1C77}" cxnId="{41F597D7-25CF-46E0-93B6-A7014B2679F9}" type="sibTrans">
      <dgm:prSet/>
      <dgm:spPr/>
      <dgm:t>
        <a:bodyPr/>
        <a:lstStyle/>
        <a:p>
          <a:endParaRPr lang="zh-CN" altLang="en-US"/>
        </a:p>
      </dgm:t>
    </dgm:pt>
    <dgm:pt modelId="{63D74735-B9A1-44B3-890A-4C9BF4CC2178}">
      <dgm:prSet custT="1"/>
      <dgm:spPr>
        <a:ln>
          <a:noFill/>
        </a:ln>
      </dgm:spPr>
      <dgm:t>
        <a:bodyPr/>
        <a:lstStyle/>
        <a:p>
          <a:r>
            <a:rPr lang="zh-CN" altLang="en-US" sz="1700"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文 学</a:t>
          </a:r>
          <a:endParaRPr lang="en-US" altLang="zh-CN" sz="17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dgm:t>
    </dgm:pt>
    <dgm:pt modelId="{CBEC400C-CB01-4EC0-B081-5AF714881235}" cxnId="{300F3EE5-16C5-4102-9BFA-A201305A48F7}" type="parTrans">
      <dgm:prSet/>
      <dgm:spPr/>
      <dgm:t>
        <a:bodyPr/>
        <a:lstStyle/>
        <a:p>
          <a:endParaRPr lang="zh-CN" altLang="en-US"/>
        </a:p>
      </dgm:t>
    </dgm:pt>
    <dgm:pt modelId="{30BCBB23-F5ED-4244-85EA-10E6A5335F19}" cxnId="{300F3EE5-16C5-4102-9BFA-A201305A48F7}" type="sibTrans">
      <dgm:prSet/>
      <dgm:spPr/>
      <dgm:t>
        <a:bodyPr/>
        <a:lstStyle/>
        <a:p>
          <a:endParaRPr lang="zh-CN" altLang="en-US"/>
        </a:p>
      </dgm:t>
    </dgm:pt>
    <dgm:pt modelId="{F2B23F06-2217-4D69-8C94-EE270B98142D}">
      <dgm:prSet/>
      <dgm:spPr>
        <a:ln>
          <a:noFill/>
        </a:ln>
      </dgm:spPr>
      <dgm:t>
        <a:bodyPr/>
        <a:lstStyle/>
        <a:p>
          <a:r>
            <a:rPr lang="zh-CN" altLang="en-US" b="1"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法 学</a:t>
          </a:r>
          <a:endParaRPr lang="en-US" altLang="zh-CN"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dgm:t>
    </dgm:pt>
    <dgm:pt modelId="{C8EC5FB1-AAA8-4C52-84F5-41B723C3F8C4}" cxnId="{F2803C63-4699-47F5-BC17-D71E4A9823D1}" type="parTrans">
      <dgm:prSet/>
      <dgm:spPr/>
      <dgm:t>
        <a:bodyPr/>
        <a:lstStyle/>
        <a:p>
          <a:endParaRPr lang="zh-CN" altLang="en-US"/>
        </a:p>
      </dgm:t>
    </dgm:pt>
    <dgm:pt modelId="{06CA1F52-DA5C-4C47-8C7D-2A15034C4594}" cxnId="{F2803C63-4699-47F5-BC17-D71E4A9823D1}" type="sibTrans">
      <dgm:prSet/>
      <dgm:spPr/>
      <dgm:t>
        <a:bodyPr/>
        <a:lstStyle/>
        <a:p>
          <a:endParaRPr lang="zh-CN" altLang="en-US"/>
        </a:p>
      </dgm:t>
    </dgm:pt>
    <dgm:pt modelId="{271B196B-B078-4205-8A39-671076153BC0}" type="pres">
      <dgm:prSet presAssocID="{E246AB73-332C-4431-8390-6B0E2E4B6BE3}" presName="theList" presStyleCnt="0">
        <dgm:presLayoutVars>
          <dgm:dir/>
          <dgm:animLvl val="lvl"/>
          <dgm:resizeHandles val="exact"/>
        </dgm:presLayoutVars>
      </dgm:prSet>
      <dgm:spPr/>
      <dgm:t>
        <a:bodyPr/>
        <a:lstStyle/>
        <a:p>
          <a:endParaRPr lang="zh-CN" altLang="en-US"/>
        </a:p>
      </dgm:t>
    </dgm:pt>
    <dgm:pt modelId="{8D93719F-DB44-409F-B79D-C90D35FFB90D}" type="pres">
      <dgm:prSet presAssocID="{81D190FD-F96B-48BC-9F07-E926D26EA45B}" presName="compNode" presStyleCnt="0"/>
      <dgm:spPr/>
    </dgm:pt>
    <dgm:pt modelId="{6686D19F-CC20-474C-83E7-61AF51429C75}" type="pres">
      <dgm:prSet presAssocID="{81D190FD-F96B-48BC-9F07-E926D26EA45B}" presName="aNode" presStyleLbl="bgShp" presStyleIdx="0" presStyleCnt="4"/>
      <dgm:spPr/>
      <dgm:t>
        <a:bodyPr/>
        <a:lstStyle/>
        <a:p>
          <a:endParaRPr lang="zh-CN" altLang="en-US"/>
        </a:p>
      </dgm:t>
    </dgm:pt>
    <dgm:pt modelId="{26647E7D-34A4-40C0-B08F-EC55129C0468}" type="pres">
      <dgm:prSet presAssocID="{81D190FD-F96B-48BC-9F07-E926D26EA45B}" presName="textNode" presStyleLbl="bgShp" presStyleIdx="0" presStyleCnt="4"/>
      <dgm:spPr/>
      <dgm:t>
        <a:bodyPr/>
        <a:lstStyle/>
        <a:p>
          <a:endParaRPr lang="zh-CN" altLang="en-US"/>
        </a:p>
      </dgm:t>
    </dgm:pt>
    <dgm:pt modelId="{404E9648-29EB-40DF-BAD5-B3B803043B52}" type="pres">
      <dgm:prSet presAssocID="{81D190FD-F96B-48BC-9F07-E926D26EA45B}" presName="compChildNode" presStyleCnt="0"/>
      <dgm:spPr/>
    </dgm:pt>
    <dgm:pt modelId="{41B432E6-E5BB-4B1A-BBD2-BB5A04EBBC68}" type="pres">
      <dgm:prSet presAssocID="{81D190FD-F96B-48BC-9F07-E926D26EA45B}" presName="theInnerList" presStyleCnt="0"/>
      <dgm:spPr/>
    </dgm:pt>
    <dgm:pt modelId="{12B94CA3-2D04-41DF-85CA-88B7DD45C469}" type="pres">
      <dgm:prSet presAssocID="{8E65A58D-91AD-4ACE-B469-F017F9421C5E}" presName="childNode" presStyleLbl="node1" presStyleIdx="0" presStyleCnt="19" custScaleY="54546">
        <dgm:presLayoutVars>
          <dgm:bulletEnabled val="1"/>
        </dgm:presLayoutVars>
      </dgm:prSet>
      <dgm:spPr/>
      <dgm:t>
        <a:bodyPr/>
        <a:lstStyle/>
        <a:p>
          <a:endParaRPr lang="zh-CN" altLang="en-US"/>
        </a:p>
      </dgm:t>
    </dgm:pt>
    <dgm:pt modelId="{7781FCEF-ACCF-4C25-A5EA-9018413A2B6C}" type="pres">
      <dgm:prSet presAssocID="{8E65A58D-91AD-4ACE-B469-F017F9421C5E}" presName="aSpace2" presStyleCnt="0"/>
      <dgm:spPr/>
    </dgm:pt>
    <dgm:pt modelId="{C86012F0-1C9B-404A-B6B2-84D0FEBBC097}" type="pres">
      <dgm:prSet presAssocID="{07E800F4-D211-4379-84EA-2E556CBD1B25}" presName="childNode" presStyleLbl="node1" presStyleIdx="1" presStyleCnt="19" custScaleY="57023">
        <dgm:presLayoutVars>
          <dgm:bulletEnabled val="1"/>
        </dgm:presLayoutVars>
      </dgm:prSet>
      <dgm:spPr/>
      <dgm:t>
        <a:bodyPr/>
        <a:lstStyle/>
        <a:p>
          <a:endParaRPr lang="zh-CN" altLang="en-US"/>
        </a:p>
      </dgm:t>
    </dgm:pt>
    <dgm:pt modelId="{B01AAF96-E8D3-4F0B-AB77-8F3EF4A3455E}" type="pres">
      <dgm:prSet presAssocID="{07E800F4-D211-4379-84EA-2E556CBD1B25}" presName="aSpace2" presStyleCnt="0"/>
      <dgm:spPr/>
    </dgm:pt>
    <dgm:pt modelId="{9F6C1AE3-B12D-4A6E-882A-05D4684D7684}" type="pres">
      <dgm:prSet presAssocID="{BCBB82C0-AEB9-4391-BF82-3B3ABB019992}" presName="childNode" presStyleLbl="node1" presStyleIdx="2" presStyleCnt="19" custScaleY="60450">
        <dgm:presLayoutVars>
          <dgm:bulletEnabled val="1"/>
        </dgm:presLayoutVars>
      </dgm:prSet>
      <dgm:spPr/>
      <dgm:t>
        <a:bodyPr/>
        <a:lstStyle/>
        <a:p>
          <a:endParaRPr lang="zh-CN" altLang="en-US"/>
        </a:p>
      </dgm:t>
    </dgm:pt>
    <dgm:pt modelId="{08C362F9-0EEF-4581-9323-AB7BE2A882D1}" type="pres">
      <dgm:prSet presAssocID="{BCBB82C0-AEB9-4391-BF82-3B3ABB019992}" presName="aSpace2" presStyleCnt="0"/>
      <dgm:spPr/>
    </dgm:pt>
    <dgm:pt modelId="{AD6E8413-398D-405F-90D5-2135F87C240C}" type="pres">
      <dgm:prSet presAssocID="{1CD380F9-8B3B-4B12-9812-0579EEC15F2E}" presName="childNode" presStyleLbl="node1" presStyleIdx="3" presStyleCnt="19" custScaleY="57588">
        <dgm:presLayoutVars>
          <dgm:bulletEnabled val="1"/>
        </dgm:presLayoutVars>
      </dgm:prSet>
      <dgm:spPr/>
      <dgm:t>
        <a:bodyPr/>
        <a:lstStyle/>
        <a:p>
          <a:endParaRPr lang="zh-CN" altLang="en-US"/>
        </a:p>
      </dgm:t>
    </dgm:pt>
    <dgm:pt modelId="{A20E290F-005B-4B18-93D9-E0696ABD5C33}" type="pres">
      <dgm:prSet presAssocID="{81D190FD-F96B-48BC-9F07-E926D26EA45B}" presName="aSpace" presStyleCnt="0"/>
      <dgm:spPr/>
    </dgm:pt>
    <dgm:pt modelId="{7ED4FF1B-545B-41E4-AA75-8588A5353BAF}" type="pres">
      <dgm:prSet presAssocID="{9A044176-0D05-41A7-9E76-CD83DE048713}" presName="compNode" presStyleCnt="0"/>
      <dgm:spPr/>
    </dgm:pt>
    <dgm:pt modelId="{A7B0CAAC-7D9B-4BAB-B4A7-845E6C2FD2D3}" type="pres">
      <dgm:prSet presAssocID="{9A044176-0D05-41A7-9E76-CD83DE048713}" presName="aNode" presStyleLbl="bgShp" presStyleIdx="1" presStyleCnt="4" custScaleX="113918"/>
      <dgm:spPr/>
      <dgm:t>
        <a:bodyPr/>
        <a:lstStyle/>
        <a:p>
          <a:endParaRPr lang="zh-CN" altLang="en-US"/>
        </a:p>
      </dgm:t>
    </dgm:pt>
    <dgm:pt modelId="{D18B5A3F-3C1E-4EA5-AE8C-F4E7DC148B20}" type="pres">
      <dgm:prSet presAssocID="{9A044176-0D05-41A7-9E76-CD83DE048713}" presName="textNode" presStyleLbl="bgShp" presStyleIdx="1" presStyleCnt="4"/>
      <dgm:spPr/>
      <dgm:t>
        <a:bodyPr/>
        <a:lstStyle/>
        <a:p>
          <a:endParaRPr lang="zh-CN" altLang="en-US"/>
        </a:p>
      </dgm:t>
    </dgm:pt>
    <dgm:pt modelId="{C422A7B3-AD61-4305-9FAA-412CC2A2CC4B}" type="pres">
      <dgm:prSet presAssocID="{9A044176-0D05-41A7-9E76-CD83DE048713}" presName="compChildNode" presStyleCnt="0"/>
      <dgm:spPr/>
    </dgm:pt>
    <dgm:pt modelId="{52BE5370-BA5F-46EF-9957-8FAE006267C1}" type="pres">
      <dgm:prSet presAssocID="{9A044176-0D05-41A7-9E76-CD83DE048713}" presName="theInnerList" presStyleCnt="0"/>
      <dgm:spPr/>
    </dgm:pt>
    <dgm:pt modelId="{A2578325-9E8E-44CD-B11B-DF78D5FE5D31}" type="pres">
      <dgm:prSet presAssocID="{DAF6B33C-4A58-40D0-AE40-65B8E2B3182A}" presName="childNode" presStyleLbl="node1" presStyleIdx="4" presStyleCnt="19" custScaleX="125185">
        <dgm:presLayoutVars>
          <dgm:bulletEnabled val="1"/>
        </dgm:presLayoutVars>
      </dgm:prSet>
      <dgm:spPr/>
      <dgm:t>
        <a:bodyPr/>
        <a:lstStyle/>
        <a:p>
          <a:endParaRPr lang="zh-CN" altLang="en-US"/>
        </a:p>
      </dgm:t>
    </dgm:pt>
    <dgm:pt modelId="{CEF827E6-FD8D-438F-AF16-2167343F805E}" type="pres">
      <dgm:prSet presAssocID="{DAF6B33C-4A58-40D0-AE40-65B8E2B3182A}" presName="aSpace2" presStyleCnt="0"/>
      <dgm:spPr/>
    </dgm:pt>
    <dgm:pt modelId="{389B9346-262B-41DE-894E-94DBA4BF8527}" type="pres">
      <dgm:prSet presAssocID="{80D5B245-FDD1-4990-B2E5-BCB8CA4438E5}" presName="childNode" presStyleLbl="node1" presStyleIdx="5" presStyleCnt="19" custScaleX="125960">
        <dgm:presLayoutVars>
          <dgm:bulletEnabled val="1"/>
        </dgm:presLayoutVars>
      </dgm:prSet>
      <dgm:spPr/>
      <dgm:t>
        <a:bodyPr/>
        <a:lstStyle/>
        <a:p>
          <a:endParaRPr lang="zh-CN" altLang="en-US"/>
        </a:p>
      </dgm:t>
    </dgm:pt>
    <dgm:pt modelId="{605555D2-740D-4D54-8031-99E4128AF6B7}" type="pres">
      <dgm:prSet presAssocID="{80D5B245-FDD1-4990-B2E5-BCB8CA4438E5}" presName="aSpace2" presStyleCnt="0"/>
      <dgm:spPr/>
    </dgm:pt>
    <dgm:pt modelId="{55E767A6-4EF2-4251-A0AC-89E1CDD4C224}" type="pres">
      <dgm:prSet presAssocID="{03E27099-1BE6-46A8-B685-943F71B632CB}" presName="childNode" presStyleLbl="node1" presStyleIdx="6" presStyleCnt="19" custScaleX="125960" custScaleY="138468" custLinFactNeighborX="-268" custLinFactNeighborY="16928">
        <dgm:presLayoutVars>
          <dgm:bulletEnabled val="1"/>
        </dgm:presLayoutVars>
      </dgm:prSet>
      <dgm:spPr/>
      <dgm:t>
        <a:bodyPr/>
        <a:lstStyle/>
        <a:p>
          <a:endParaRPr lang="zh-CN" altLang="en-US"/>
        </a:p>
      </dgm:t>
    </dgm:pt>
    <dgm:pt modelId="{FA0EE7E4-16AF-4905-882D-3E8BB16EA52B}" type="pres">
      <dgm:prSet presAssocID="{03E27099-1BE6-46A8-B685-943F71B632CB}" presName="aSpace2" presStyleCnt="0"/>
      <dgm:spPr/>
    </dgm:pt>
    <dgm:pt modelId="{52C24060-DF4F-4D9A-8771-B39598E50109}" type="pres">
      <dgm:prSet presAssocID="{B8ED82D1-FB7E-498D-BFD2-E9ABA580B57E}" presName="childNode" presStyleLbl="node1" presStyleIdx="7" presStyleCnt="19" custScaleX="125960" custScaleY="164081">
        <dgm:presLayoutVars>
          <dgm:bulletEnabled val="1"/>
        </dgm:presLayoutVars>
      </dgm:prSet>
      <dgm:spPr/>
      <dgm:t>
        <a:bodyPr/>
        <a:lstStyle/>
        <a:p>
          <a:endParaRPr lang="zh-CN" altLang="en-US"/>
        </a:p>
      </dgm:t>
    </dgm:pt>
    <dgm:pt modelId="{F7DD2790-EB94-4859-B10B-0D4950663595}" type="pres">
      <dgm:prSet presAssocID="{9A044176-0D05-41A7-9E76-CD83DE048713}" presName="aSpace" presStyleCnt="0"/>
      <dgm:spPr/>
    </dgm:pt>
    <dgm:pt modelId="{BB4DD6C7-F09C-43F3-AFCF-1FF1EDAA343B}" type="pres">
      <dgm:prSet presAssocID="{BF8AC453-10D6-4F79-8919-0C0AC77FC47D}" presName="compNode" presStyleCnt="0"/>
      <dgm:spPr/>
    </dgm:pt>
    <dgm:pt modelId="{67F8073F-3DFF-4D36-A55F-7A622A7E4D4E}" type="pres">
      <dgm:prSet presAssocID="{BF8AC453-10D6-4F79-8919-0C0AC77FC47D}" presName="aNode" presStyleLbl="bgShp" presStyleIdx="2" presStyleCnt="4" custScaleX="109942"/>
      <dgm:spPr/>
      <dgm:t>
        <a:bodyPr/>
        <a:lstStyle/>
        <a:p>
          <a:endParaRPr lang="zh-CN" altLang="en-US"/>
        </a:p>
      </dgm:t>
    </dgm:pt>
    <dgm:pt modelId="{4A8764BA-7523-4944-93E0-09CC94663387}" type="pres">
      <dgm:prSet presAssocID="{BF8AC453-10D6-4F79-8919-0C0AC77FC47D}" presName="textNode" presStyleLbl="bgShp" presStyleIdx="2" presStyleCnt="4"/>
      <dgm:spPr/>
      <dgm:t>
        <a:bodyPr/>
        <a:lstStyle/>
        <a:p>
          <a:endParaRPr lang="zh-CN" altLang="en-US"/>
        </a:p>
      </dgm:t>
    </dgm:pt>
    <dgm:pt modelId="{D81D9A10-929F-4E7F-B113-EBF3779EB7BD}" type="pres">
      <dgm:prSet presAssocID="{BF8AC453-10D6-4F79-8919-0C0AC77FC47D}" presName="compChildNode" presStyleCnt="0"/>
      <dgm:spPr/>
    </dgm:pt>
    <dgm:pt modelId="{F135C091-1D8C-4C5B-B691-AAA64F40AAB7}" type="pres">
      <dgm:prSet presAssocID="{BF8AC453-10D6-4F79-8919-0C0AC77FC47D}" presName="theInnerList" presStyleCnt="0"/>
      <dgm:spPr/>
    </dgm:pt>
    <dgm:pt modelId="{12A7B61A-BD27-40FB-B0F0-F797D511A098}" type="pres">
      <dgm:prSet presAssocID="{DDE61535-F1F4-4481-8A26-AC0E1F468A6D}" presName="childNode" presStyleLbl="node1" presStyleIdx="8" presStyleCnt="19" custScaleX="120520">
        <dgm:presLayoutVars>
          <dgm:bulletEnabled val="1"/>
        </dgm:presLayoutVars>
      </dgm:prSet>
      <dgm:spPr/>
      <dgm:t>
        <a:bodyPr/>
        <a:lstStyle/>
        <a:p>
          <a:endParaRPr lang="zh-CN" altLang="en-US"/>
        </a:p>
      </dgm:t>
    </dgm:pt>
    <dgm:pt modelId="{0648C43A-9329-4072-B1E5-1F92D4609C61}" type="pres">
      <dgm:prSet presAssocID="{DDE61535-F1F4-4481-8A26-AC0E1F468A6D}" presName="aSpace2" presStyleCnt="0"/>
      <dgm:spPr/>
    </dgm:pt>
    <dgm:pt modelId="{0612CED9-B12B-490A-AC73-1BA57DAE806B}" type="pres">
      <dgm:prSet presAssocID="{C69D7914-F4D1-4027-863E-05F1AEA6D6F5}" presName="childNode" presStyleLbl="node1" presStyleIdx="9" presStyleCnt="19" custScaleX="120816">
        <dgm:presLayoutVars>
          <dgm:bulletEnabled val="1"/>
        </dgm:presLayoutVars>
      </dgm:prSet>
      <dgm:spPr/>
      <dgm:t>
        <a:bodyPr/>
        <a:lstStyle/>
        <a:p>
          <a:endParaRPr lang="zh-CN" altLang="en-US"/>
        </a:p>
      </dgm:t>
    </dgm:pt>
    <dgm:pt modelId="{6D8C8B25-D3DF-473F-AFEA-20D2BFB15071}" type="pres">
      <dgm:prSet presAssocID="{C69D7914-F4D1-4027-863E-05F1AEA6D6F5}" presName="aSpace2" presStyleCnt="0"/>
      <dgm:spPr/>
    </dgm:pt>
    <dgm:pt modelId="{FBC0C15F-85FA-4CD6-BCBB-2B67BAFB439B}" type="pres">
      <dgm:prSet presAssocID="{C32730CE-D672-4C74-9CC4-222885EE186C}" presName="childNode" presStyleLbl="node1" presStyleIdx="10" presStyleCnt="19" custScaleX="120816">
        <dgm:presLayoutVars>
          <dgm:bulletEnabled val="1"/>
        </dgm:presLayoutVars>
      </dgm:prSet>
      <dgm:spPr/>
      <dgm:t>
        <a:bodyPr/>
        <a:lstStyle/>
        <a:p>
          <a:endParaRPr lang="zh-CN" altLang="en-US"/>
        </a:p>
      </dgm:t>
    </dgm:pt>
    <dgm:pt modelId="{7D636715-2BC8-4E17-951B-6A0C1279EF3D}" type="pres">
      <dgm:prSet presAssocID="{C32730CE-D672-4C74-9CC4-222885EE186C}" presName="aSpace2" presStyleCnt="0"/>
      <dgm:spPr/>
    </dgm:pt>
    <dgm:pt modelId="{5129D0A1-0E83-4FCF-A83F-B8D43FC9D90A}" type="pres">
      <dgm:prSet presAssocID="{FD9BD1BC-6BC4-4062-86A9-3E139DB75D76}" presName="childNode" presStyleLbl="node1" presStyleIdx="11" presStyleCnt="19" custScaleX="120816">
        <dgm:presLayoutVars>
          <dgm:bulletEnabled val="1"/>
        </dgm:presLayoutVars>
      </dgm:prSet>
      <dgm:spPr/>
      <dgm:t>
        <a:bodyPr/>
        <a:lstStyle/>
        <a:p>
          <a:endParaRPr lang="zh-CN" altLang="en-US"/>
        </a:p>
      </dgm:t>
    </dgm:pt>
    <dgm:pt modelId="{3E9C6CC0-0A2E-4B42-A41B-CB82BC89DCE6}" type="pres">
      <dgm:prSet presAssocID="{FD9BD1BC-6BC4-4062-86A9-3E139DB75D76}" presName="aSpace2" presStyleCnt="0"/>
      <dgm:spPr/>
    </dgm:pt>
    <dgm:pt modelId="{60219553-5F25-49F1-A24C-5DABCDF21333}" type="pres">
      <dgm:prSet presAssocID="{1345FB66-4063-4217-A934-FBD26260422E}" presName="childNode" presStyleLbl="node1" presStyleIdx="12" presStyleCnt="19" custScaleX="120816">
        <dgm:presLayoutVars>
          <dgm:bulletEnabled val="1"/>
        </dgm:presLayoutVars>
      </dgm:prSet>
      <dgm:spPr/>
      <dgm:t>
        <a:bodyPr/>
        <a:lstStyle/>
        <a:p>
          <a:endParaRPr lang="zh-CN" altLang="en-US"/>
        </a:p>
      </dgm:t>
    </dgm:pt>
    <dgm:pt modelId="{2B3C9ABE-792C-43C3-8FBD-DE54131DC7CD}" type="pres">
      <dgm:prSet presAssocID="{1345FB66-4063-4217-A934-FBD26260422E}" presName="aSpace2" presStyleCnt="0"/>
      <dgm:spPr/>
    </dgm:pt>
    <dgm:pt modelId="{7B0F7356-ACA0-4CA8-A18D-B607D462216A}" type="pres">
      <dgm:prSet presAssocID="{B7D8BF41-40BF-4FC6-B337-70CC34362C4E}" presName="childNode" presStyleLbl="node1" presStyleIdx="13" presStyleCnt="19" custScaleX="120816">
        <dgm:presLayoutVars>
          <dgm:bulletEnabled val="1"/>
        </dgm:presLayoutVars>
      </dgm:prSet>
      <dgm:spPr/>
      <dgm:t>
        <a:bodyPr/>
        <a:lstStyle/>
        <a:p>
          <a:endParaRPr lang="zh-CN" altLang="en-US"/>
        </a:p>
      </dgm:t>
    </dgm:pt>
    <dgm:pt modelId="{B2C9F859-4091-4AC5-8B9E-B0BE997BA210}" type="pres">
      <dgm:prSet presAssocID="{BF8AC453-10D6-4F79-8919-0C0AC77FC47D}" presName="aSpace" presStyleCnt="0"/>
      <dgm:spPr/>
    </dgm:pt>
    <dgm:pt modelId="{773D2BA5-8CCA-4183-A24B-523461BBC0D7}" type="pres">
      <dgm:prSet presAssocID="{3C93632D-12CD-4B76-9E03-B89E1B4DCAB2}" presName="compNode" presStyleCnt="0"/>
      <dgm:spPr/>
    </dgm:pt>
    <dgm:pt modelId="{A9483894-31A1-4546-A664-8BB45709DAEB}" type="pres">
      <dgm:prSet presAssocID="{3C93632D-12CD-4B76-9E03-B89E1B4DCAB2}" presName="aNode" presStyleLbl="bgShp" presStyleIdx="3" presStyleCnt="4" custLinFactNeighborX="11389"/>
      <dgm:spPr/>
      <dgm:t>
        <a:bodyPr/>
        <a:lstStyle/>
        <a:p>
          <a:endParaRPr lang="zh-CN" altLang="en-US"/>
        </a:p>
      </dgm:t>
    </dgm:pt>
    <dgm:pt modelId="{C6282BD8-591D-4EE9-A119-6BA9D0FD08C9}" type="pres">
      <dgm:prSet presAssocID="{3C93632D-12CD-4B76-9E03-B89E1B4DCAB2}" presName="textNode" presStyleLbl="bgShp" presStyleIdx="3" presStyleCnt="4"/>
      <dgm:spPr/>
      <dgm:t>
        <a:bodyPr/>
        <a:lstStyle/>
        <a:p>
          <a:endParaRPr lang="zh-CN" altLang="en-US"/>
        </a:p>
      </dgm:t>
    </dgm:pt>
    <dgm:pt modelId="{67B22125-90AB-428A-8A1C-FA3E33D93007}" type="pres">
      <dgm:prSet presAssocID="{3C93632D-12CD-4B76-9E03-B89E1B4DCAB2}" presName="compChildNode" presStyleCnt="0"/>
      <dgm:spPr/>
    </dgm:pt>
    <dgm:pt modelId="{C9EAA705-8F88-4353-9821-5838E7BCFF88}" type="pres">
      <dgm:prSet presAssocID="{3C93632D-12CD-4B76-9E03-B89E1B4DCAB2}" presName="theInnerList" presStyleCnt="0"/>
      <dgm:spPr/>
    </dgm:pt>
    <dgm:pt modelId="{D509E21C-2CC2-42DB-B944-6DC560DB4CFE}" type="pres">
      <dgm:prSet presAssocID="{71369FE9-96FD-4474-85DC-DFD69149BDD8}" presName="childNode" presStyleLbl="node1" presStyleIdx="14" presStyleCnt="19">
        <dgm:presLayoutVars>
          <dgm:bulletEnabled val="1"/>
        </dgm:presLayoutVars>
      </dgm:prSet>
      <dgm:spPr/>
      <dgm:t>
        <a:bodyPr/>
        <a:lstStyle/>
        <a:p>
          <a:endParaRPr lang="zh-CN" altLang="en-US"/>
        </a:p>
      </dgm:t>
    </dgm:pt>
    <dgm:pt modelId="{E0452DB1-2285-425D-8EA6-D4E7752C8AE1}" type="pres">
      <dgm:prSet presAssocID="{71369FE9-96FD-4474-85DC-DFD69149BDD8}" presName="aSpace2" presStyleCnt="0"/>
      <dgm:spPr/>
    </dgm:pt>
    <dgm:pt modelId="{366D5148-06AD-4E4A-9204-DA504B875061}" type="pres">
      <dgm:prSet presAssocID="{C4050995-A648-44FC-A423-8FE45FAB6D89}" presName="childNode" presStyleLbl="node1" presStyleIdx="15" presStyleCnt="19">
        <dgm:presLayoutVars>
          <dgm:bulletEnabled val="1"/>
        </dgm:presLayoutVars>
      </dgm:prSet>
      <dgm:spPr/>
      <dgm:t>
        <a:bodyPr/>
        <a:lstStyle/>
        <a:p>
          <a:endParaRPr lang="zh-CN" altLang="en-US"/>
        </a:p>
      </dgm:t>
    </dgm:pt>
    <dgm:pt modelId="{1D1F88DC-0476-4E21-A252-657DDE3C36D0}" type="pres">
      <dgm:prSet presAssocID="{C4050995-A648-44FC-A423-8FE45FAB6D89}" presName="aSpace2" presStyleCnt="0"/>
      <dgm:spPr/>
    </dgm:pt>
    <dgm:pt modelId="{5FA36B86-C860-41A7-B3BE-A0F9B7149646}" type="pres">
      <dgm:prSet presAssocID="{E3275702-1DBE-4D54-857B-3D7A8BB9510C}" presName="childNode" presStyleLbl="node1" presStyleIdx="16" presStyleCnt="19">
        <dgm:presLayoutVars>
          <dgm:bulletEnabled val="1"/>
        </dgm:presLayoutVars>
      </dgm:prSet>
      <dgm:spPr/>
      <dgm:t>
        <a:bodyPr/>
        <a:lstStyle/>
        <a:p>
          <a:endParaRPr lang="zh-CN" altLang="en-US"/>
        </a:p>
      </dgm:t>
    </dgm:pt>
    <dgm:pt modelId="{933DAF06-89C6-4290-9F83-8F4D8720BA43}" type="pres">
      <dgm:prSet presAssocID="{E3275702-1DBE-4D54-857B-3D7A8BB9510C}" presName="aSpace2" presStyleCnt="0"/>
      <dgm:spPr/>
    </dgm:pt>
    <dgm:pt modelId="{F8C0649C-645F-46A7-BE12-38776FEF5592}" type="pres">
      <dgm:prSet presAssocID="{63D74735-B9A1-44B3-890A-4C9BF4CC2178}" presName="childNode" presStyleLbl="node1" presStyleIdx="17" presStyleCnt="19">
        <dgm:presLayoutVars>
          <dgm:bulletEnabled val="1"/>
        </dgm:presLayoutVars>
      </dgm:prSet>
      <dgm:spPr/>
      <dgm:t>
        <a:bodyPr/>
        <a:lstStyle/>
        <a:p>
          <a:endParaRPr lang="zh-CN" altLang="en-US"/>
        </a:p>
      </dgm:t>
    </dgm:pt>
    <dgm:pt modelId="{E7DA99DE-9E63-4DD6-A38A-144F6573C11B}" type="pres">
      <dgm:prSet presAssocID="{63D74735-B9A1-44B3-890A-4C9BF4CC2178}" presName="aSpace2" presStyleCnt="0"/>
      <dgm:spPr/>
    </dgm:pt>
    <dgm:pt modelId="{A0946531-9F29-4D6D-BBB5-4079BC59F01B}" type="pres">
      <dgm:prSet presAssocID="{F2B23F06-2217-4D69-8C94-EE270B98142D}" presName="childNode" presStyleLbl="node1" presStyleIdx="18" presStyleCnt="19">
        <dgm:presLayoutVars>
          <dgm:bulletEnabled val="1"/>
        </dgm:presLayoutVars>
      </dgm:prSet>
      <dgm:spPr/>
      <dgm:t>
        <a:bodyPr/>
        <a:lstStyle/>
        <a:p>
          <a:endParaRPr lang="zh-CN" altLang="en-US"/>
        </a:p>
      </dgm:t>
    </dgm:pt>
  </dgm:ptLst>
  <dgm:cxnLst>
    <dgm:cxn modelId="{EE0A7A06-3ECD-4C87-9709-BF7226F65D3B}" type="presOf" srcId="{1CD380F9-8B3B-4B12-9812-0579EEC15F2E}" destId="{AD6E8413-398D-405F-90D5-2135F87C240C}" srcOrd="0" destOrd="0" presId="urn:microsoft.com/office/officeart/2005/8/layout/lProcess2#1"/>
    <dgm:cxn modelId="{B9226DE0-65F7-47A9-8B97-5AE6E843FAFD}" type="presOf" srcId="{C69D7914-F4D1-4027-863E-05F1AEA6D6F5}" destId="{0612CED9-B12B-490A-AC73-1BA57DAE806B}" srcOrd="0" destOrd="0" presId="urn:microsoft.com/office/officeart/2005/8/layout/lProcess2#1"/>
    <dgm:cxn modelId="{D4EE8EC8-14B5-4FA2-80BD-F192448F7E60}" srcId="{BF8AC453-10D6-4F79-8919-0C0AC77FC47D}" destId="{C69D7914-F4D1-4027-863E-05F1AEA6D6F5}" srcOrd="1" destOrd="0" parTransId="{BBC3FBFC-E529-4DA7-A756-E84564DF3641}" sibTransId="{1914DBB4-6DF4-416A-9952-348A929C87E4}"/>
    <dgm:cxn modelId="{41F597D7-25CF-46E0-93B6-A7014B2679F9}" srcId="{3C93632D-12CD-4B76-9E03-B89E1B4DCAB2}" destId="{E3275702-1DBE-4D54-857B-3D7A8BB9510C}" srcOrd="2" destOrd="0" parTransId="{FCE3BFF8-D7AB-4457-A2D0-EFB02DF6CF33}" sibTransId="{3E646F82-5CE9-4F36-9249-3EA692AD1C77}"/>
    <dgm:cxn modelId="{24BE0CAC-1D1E-403F-8352-6987C41B7AF1}" srcId="{9A044176-0D05-41A7-9E76-CD83DE048713}" destId="{B8ED82D1-FB7E-498D-BFD2-E9ABA580B57E}" srcOrd="3" destOrd="0" parTransId="{56701B2F-7BAB-4F10-9E3B-F7EA16E19A50}" sibTransId="{249ECF8D-8F5E-4E7E-8684-815C5D51059E}"/>
    <dgm:cxn modelId="{30B077BB-64A9-4787-B638-8B6D68A4C950}" srcId="{BF8AC453-10D6-4F79-8919-0C0AC77FC47D}" destId="{1345FB66-4063-4217-A934-FBD26260422E}" srcOrd="4" destOrd="0" parTransId="{4895866A-F131-43DB-A55C-05485586F8F6}" sibTransId="{E4140570-CFB6-4F4C-B961-5F0D7796BD2C}"/>
    <dgm:cxn modelId="{1FE21245-EC58-49A3-8807-CD9F43C9E52A}" type="presOf" srcId="{BCBB82C0-AEB9-4391-BF82-3B3ABB019992}" destId="{9F6C1AE3-B12D-4A6E-882A-05D4684D7684}" srcOrd="0" destOrd="0" presId="urn:microsoft.com/office/officeart/2005/8/layout/lProcess2#1"/>
    <dgm:cxn modelId="{19F9F566-9F60-43AD-81A5-702DC28868BC}" type="presOf" srcId="{E3275702-1DBE-4D54-857B-3D7A8BB9510C}" destId="{5FA36B86-C860-41A7-B3BE-A0F9B7149646}" srcOrd="0" destOrd="0" presId="urn:microsoft.com/office/officeart/2005/8/layout/lProcess2#1"/>
    <dgm:cxn modelId="{A33D8D5B-2489-47B5-97A7-2C12BD92F552}" type="presOf" srcId="{BF8AC453-10D6-4F79-8919-0C0AC77FC47D}" destId="{67F8073F-3DFF-4D36-A55F-7A622A7E4D4E}" srcOrd="0" destOrd="0" presId="urn:microsoft.com/office/officeart/2005/8/layout/lProcess2#1"/>
    <dgm:cxn modelId="{188C5B63-C9CF-47E7-A845-7F49E45EA516}" srcId="{9A044176-0D05-41A7-9E76-CD83DE048713}" destId="{03E27099-1BE6-46A8-B685-943F71B632CB}" srcOrd="2" destOrd="0" parTransId="{CFE6BFDC-6C5F-42BB-8867-1AA0DB572141}" sibTransId="{A4F6C100-015A-4213-9A02-42663B4CDAC1}"/>
    <dgm:cxn modelId="{92D2F3D1-68D2-44F0-B8F1-4620DE4438C7}" type="presOf" srcId="{9A044176-0D05-41A7-9E76-CD83DE048713}" destId="{D18B5A3F-3C1E-4EA5-AE8C-F4E7DC148B20}" srcOrd="1" destOrd="0" presId="urn:microsoft.com/office/officeart/2005/8/layout/lProcess2#1"/>
    <dgm:cxn modelId="{AC474B87-33D1-40BA-9E86-D3E070CD607B}" type="presOf" srcId="{81D190FD-F96B-48BC-9F07-E926D26EA45B}" destId="{6686D19F-CC20-474C-83E7-61AF51429C75}" srcOrd="0" destOrd="0" presId="urn:microsoft.com/office/officeart/2005/8/layout/lProcess2#1"/>
    <dgm:cxn modelId="{2B5F7871-CA3D-4AB8-9D17-E2DE9959248B}" type="presOf" srcId="{B7D8BF41-40BF-4FC6-B337-70CC34362C4E}" destId="{7B0F7356-ACA0-4CA8-A18D-B607D462216A}" srcOrd="0" destOrd="0" presId="urn:microsoft.com/office/officeart/2005/8/layout/lProcess2#1"/>
    <dgm:cxn modelId="{AA63231B-89C6-4999-8FD5-5841F44D0B5D}" type="presOf" srcId="{F2B23F06-2217-4D69-8C94-EE270B98142D}" destId="{A0946531-9F29-4D6D-BBB5-4079BC59F01B}" srcOrd="0" destOrd="0" presId="urn:microsoft.com/office/officeart/2005/8/layout/lProcess2#1"/>
    <dgm:cxn modelId="{6E5A1EB9-4125-4BC5-956C-5CF5759B71AE}" type="presOf" srcId="{8E65A58D-91AD-4ACE-B469-F017F9421C5E}" destId="{12B94CA3-2D04-41DF-85CA-88B7DD45C469}" srcOrd="0" destOrd="0" presId="urn:microsoft.com/office/officeart/2005/8/layout/lProcess2#1"/>
    <dgm:cxn modelId="{DBBFBE08-72BA-4988-A130-4C7F8E93E0FE}" type="presOf" srcId="{81D190FD-F96B-48BC-9F07-E926D26EA45B}" destId="{26647E7D-34A4-40C0-B08F-EC55129C0468}" srcOrd="1" destOrd="0" presId="urn:microsoft.com/office/officeart/2005/8/layout/lProcess2#1"/>
    <dgm:cxn modelId="{81F36415-07C7-4FA5-80BA-BF1957E1FAFE}" type="presOf" srcId="{63D74735-B9A1-44B3-890A-4C9BF4CC2178}" destId="{F8C0649C-645F-46A7-BE12-38776FEF5592}" srcOrd="0" destOrd="0" presId="urn:microsoft.com/office/officeart/2005/8/layout/lProcess2#1"/>
    <dgm:cxn modelId="{30188022-9D2F-47D6-AD6A-700E42829049}" srcId="{3C93632D-12CD-4B76-9E03-B89E1B4DCAB2}" destId="{C4050995-A648-44FC-A423-8FE45FAB6D89}" srcOrd="1" destOrd="0" parTransId="{41C5D7C6-D059-44A6-9552-C36880D8D40D}" sibTransId="{3CBF3932-DCF0-4A52-896E-2CB68E3E96F3}"/>
    <dgm:cxn modelId="{B260FF1B-BCBF-48A1-8DF2-79719EB2FBA6}" type="presOf" srcId="{C4050995-A648-44FC-A423-8FE45FAB6D89}" destId="{366D5148-06AD-4E4A-9204-DA504B875061}" srcOrd="0" destOrd="0" presId="urn:microsoft.com/office/officeart/2005/8/layout/lProcess2#1"/>
    <dgm:cxn modelId="{AE4C11E8-278D-4217-9467-21890786A774}" srcId="{81D190FD-F96B-48BC-9F07-E926D26EA45B}" destId="{07E800F4-D211-4379-84EA-2E556CBD1B25}" srcOrd="1" destOrd="0" parTransId="{3C1AA033-0B64-4073-8E43-06AD4523D9A0}" sibTransId="{1CC92107-4CEA-47DF-8EF3-AE3679CC25B5}"/>
    <dgm:cxn modelId="{D9C950C1-0773-47B3-A622-7A633C77E4A3}" type="presOf" srcId="{B8ED82D1-FB7E-498D-BFD2-E9ABA580B57E}" destId="{52C24060-DF4F-4D9A-8771-B39598E50109}" srcOrd="0" destOrd="0" presId="urn:microsoft.com/office/officeart/2005/8/layout/lProcess2#1"/>
    <dgm:cxn modelId="{167E5A50-40F2-4065-B435-131D4911B20C}" type="presOf" srcId="{BF8AC453-10D6-4F79-8919-0C0AC77FC47D}" destId="{4A8764BA-7523-4944-93E0-09CC94663387}" srcOrd="1" destOrd="0" presId="urn:microsoft.com/office/officeart/2005/8/layout/lProcess2#1"/>
    <dgm:cxn modelId="{6E08C6F5-1401-4C3A-82F0-937F986E0A87}" srcId="{9A044176-0D05-41A7-9E76-CD83DE048713}" destId="{80D5B245-FDD1-4990-B2E5-BCB8CA4438E5}" srcOrd="1" destOrd="0" parTransId="{48EF8A01-8382-46B1-ACEB-D9C07B63026A}" sibTransId="{78D3F420-C3D4-4CD9-8861-29BA9278507A}"/>
    <dgm:cxn modelId="{0089DE21-4E2F-4597-8A91-754E9BE8BB58}" srcId="{BF8AC453-10D6-4F79-8919-0C0AC77FC47D}" destId="{C32730CE-D672-4C74-9CC4-222885EE186C}" srcOrd="2" destOrd="0" parTransId="{1F166442-2B98-4DF3-A625-11D094017CBA}" sibTransId="{F965BF82-9ECE-4AF7-848A-B33ACFED7032}"/>
    <dgm:cxn modelId="{9C7439C1-3D75-4810-B6E5-72CBAAC09E6F}" srcId="{81D190FD-F96B-48BC-9F07-E926D26EA45B}" destId="{BCBB82C0-AEB9-4391-BF82-3B3ABB019992}" srcOrd="2" destOrd="0" parTransId="{DBDB93FB-9A59-4EBB-8CAB-0F808559DDDA}" sibTransId="{47363D86-0065-4D19-9E7D-444EA5F9A226}"/>
    <dgm:cxn modelId="{1DF18BBF-28C5-4CF3-AA8F-555BB3ABC59B}" type="presOf" srcId="{03E27099-1BE6-46A8-B685-943F71B632CB}" destId="{55E767A6-4EF2-4251-A0AC-89E1CDD4C224}" srcOrd="0" destOrd="0" presId="urn:microsoft.com/office/officeart/2005/8/layout/lProcess2#1"/>
    <dgm:cxn modelId="{F8A78E5F-48F9-44FF-98E7-18EA82CC14C8}" type="presOf" srcId="{C32730CE-D672-4C74-9CC4-222885EE186C}" destId="{FBC0C15F-85FA-4CD6-BCBB-2B67BAFB439B}" srcOrd="0" destOrd="0" presId="urn:microsoft.com/office/officeart/2005/8/layout/lProcess2#1"/>
    <dgm:cxn modelId="{300F3EE5-16C5-4102-9BFA-A201305A48F7}" srcId="{3C93632D-12CD-4B76-9E03-B89E1B4DCAB2}" destId="{63D74735-B9A1-44B3-890A-4C9BF4CC2178}" srcOrd="3" destOrd="0" parTransId="{CBEC400C-CB01-4EC0-B081-5AF714881235}" sibTransId="{30BCBB23-F5ED-4244-85EA-10E6A5335F19}"/>
    <dgm:cxn modelId="{94A56242-3251-43AF-8BED-2D76C4F37497}" srcId="{81D190FD-F96B-48BC-9F07-E926D26EA45B}" destId="{1CD380F9-8B3B-4B12-9812-0579EEC15F2E}" srcOrd="3" destOrd="0" parTransId="{B4CB3E39-6E65-4D4C-8213-DDD7B4866498}" sibTransId="{D180BF3D-C73A-4AFC-BE7E-B9E88D837BB2}"/>
    <dgm:cxn modelId="{42ADEC41-C0EF-47BC-8840-075F669E170A}" srcId="{E246AB73-332C-4431-8390-6B0E2E4B6BE3}" destId="{BF8AC453-10D6-4F79-8919-0C0AC77FC47D}" srcOrd="2" destOrd="0" parTransId="{93368F1B-5BE5-4C26-AEE0-1216812182BA}" sibTransId="{8D8315AF-1CD8-4620-88AF-3428F198DA30}"/>
    <dgm:cxn modelId="{F2803C63-4699-47F5-BC17-D71E4A9823D1}" srcId="{3C93632D-12CD-4B76-9E03-B89E1B4DCAB2}" destId="{F2B23F06-2217-4D69-8C94-EE270B98142D}" srcOrd="4" destOrd="0" parTransId="{C8EC5FB1-AAA8-4C52-84F5-41B723C3F8C4}" sibTransId="{06CA1F52-DA5C-4C47-8C7D-2A15034C4594}"/>
    <dgm:cxn modelId="{18DD7F9B-6EF7-4392-9173-4E7A68CA4D51}" srcId="{81D190FD-F96B-48BC-9F07-E926D26EA45B}" destId="{8E65A58D-91AD-4ACE-B469-F017F9421C5E}" srcOrd="0" destOrd="0" parTransId="{6C9C7BBC-BFC2-4A1F-AEBB-26933E799B70}" sibTransId="{2CD5F2C2-093F-4CF7-9CB5-F419AF88B695}"/>
    <dgm:cxn modelId="{4905D58F-25FE-4B37-81CB-252E79CF0ECA}" type="presOf" srcId="{3C93632D-12CD-4B76-9E03-B89E1B4DCAB2}" destId="{C6282BD8-591D-4EE9-A119-6BA9D0FD08C9}" srcOrd="1" destOrd="0" presId="urn:microsoft.com/office/officeart/2005/8/layout/lProcess2#1"/>
    <dgm:cxn modelId="{448B70CD-6566-4269-9F0B-D3AA93AD9F77}" srcId="{BF8AC453-10D6-4F79-8919-0C0AC77FC47D}" destId="{B7D8BF41-40BF-4FC6-B337-70CC34362C4E}" srcOrd="5" destOrd="0" parTransId="{2079DBD5-E493-4365-9A0B-72FDC10E8E4C}" sibTransId="{E13F5216-3D48-4BCB-9351-120B37DD255B}"/>
    <dgm:cxn modelId="{AAF82CD0-353D-4562-8EC0-1761DEE74F62}" type="presOf" srcId="{9A044176-0D05-41A7-9E76-CD83DE048713}" destId="{A7B0CAAC-7D9B-4BAB-B4A7-845E6C2FD2D3}" srcOrd="0" destOrd="0" presId="urn:microsoft.com/office/officeart/2005/8/layout/lProcess2#1"/>
    <dgm:cxn modelId="{A12097CE-887B-4D3D-A9CD-074B45E9C913}" type="presOf" srcId="{DAF6B33C-4A58-40D0-AE40-65B8E2B3182A}" destId="{A2578325-9E8E-44CD-B11B-DF78D5FE5D31}" srcOrd="0" destOrd="0" presId="urn:microsoft.com/office/officeart/2005/8/layout/lProcess2#1"/>
    <dgm:cxn modelId="{71E0C55B-DB2D-4436-BECA-D4334375A57B}" type="presOf" srcId="{FD9BD1BC-6BC4-4062-86A9-3E139DB75D76}" destId="{5129D0A1-0E83-4FCF-A83F-B8D43FC9D90A}" srcOrd="0" destOrd="0" presId="urn:microsoft.com/office/officeart/2005/8/layout/lProcess2#1"/>
    <dgm:cxn modelId="{616893B7-2A5E-4BC3-BDC4-B9AD16D3DCF7}" type="presOf" srcId="{71369FE9-96FD-4474-85DC-DFD69149BDD8}" destId="{D509E21C-2CC2-42DB-B944-6DC560DB4CFE}" srcOrd="0" destOrd="0" presId="urn:microsoft.com/office/officeart/2005/8/layout/lProcess2#1"/>
    <dgm:cxn modelId="{C4584AE4-B9B6-4B56-BFBA-AA22DA58F0BB}" type="presOf" srcId="{E246AB73-332C-4431-8390-6B0E2E4B6BE3}" destId="{271B196B-B078-4205-8A39-671076153BC0}" srcOrd="0" destOrd="0" presId="urn:microsoft.com/office/officeart/2005/8/layout/lProcess2#1"/>
    <dgm:cxn modelId="{D58A2629-3C52-47E9-B9B3-D452CB705702}" type="presOf" srcId="{80D5B245-FDD1-4990-B2E5-BCB8CA4438E5}" destId="{389B9346-262B-41DE-894E-94DBA4BF8527}" srcOrd="0" destOrd="0" presId="urn:microsoft.com/office/officeart/2005/8/layout/lProcess2#1"/>
    <dgm:cxn modelId="{20B8415F-CA69-4E25-94B4-9131524BFB1B}" srcId="{3C93632D-12CD-4B76-9E03-B89E1B4DCAB2}" destId="{71369FE9-96FD-4474-85DC-DFD69149BDD8}" srcOrd="0" destOrd="0" parTransId="{436A0891-BE1C-4CA8-8F9C-CC4EB70F3E5B}" sibTransId="{721FF5FE-5E7E-40EF-A201-F2D35F5F1FE3}"/>
    <dgm:cxn modelId="{A0AD1D87-2B9D-489E-AF13-4F5EE534739C}" srcId="{9A044176-0D05-41A7-9E76-CD83DE048713}" destId="{DAF6B33C-4A58-40D0-AE40-65B8E2B3182A}" srcOrd="0" destOrd="0" parTransId="{0100544B-32D6-4A23-884D-61E0C00E0323}" sibTransId="{01CC974D-35F0-42F5-9C8E-F0F065E1B1A1}"/>
    <dgm:cxn modelId="{EF31A0F0-325C-47FD-B594-71B888237AC1}" srcId="{E246AB73-332C-4431-8390-6B0E2E4B6BE3}" destId="{81D190FD-F96B-48BC-9F07-E926D26EA45B}" srcOrd="0" destOrd="0" parTransId="{87F911A5-96D7-4101-9F3B-E25D1E2E5725}" sibTransId="{F9F49F4F-C464-4A06-A7E7-B2A9DA6CBC43}"/>
    <dgm:cxn modelId="{DF3EAD62-C3A8-4497-9FB9-0FA9A9B6D71A}" type="presOf" srcId="{07E800F4-D211-4379-84EA-2E556CBD1B25}" destId="{C86012F0-1C9B-404A-B6B2-84D0FEBBC097}" srcOrd="0" destOrd="0" presId="urn:microsoft.com/office/officeart/2005/8/layout/lProcess2#1"/>
    <dgm:cxn modelId="{5630B3B5-7D66-48F8-A9D0-A5FA8907413D}" srcId="{BF8AC453-10D6-4F79-8919-0C0AC77FC47D}" destId="{DDE61535-F1F4-4481-8A26-AC0E1F468A6D}" srcOrd="0" destOrd="0" parTransId="{D4C50266-91F3-4CFD-9AF6-196FC59050AA}" sibTransId="{447C8355-92FE-499C-9235-B758FE4F37FF}"/>
    <dgm:cxn modelId="{F0E2DAEF-4B7E-42B5-BA18-CFC839007F7F}" type="presOf" srcId="{1345FB66-4063-4217-A934-FBD26260422E}" destId="{60219553-5F25-49F1-A24C-5DABCDF21333}" srcOrd="0" destOrd="0" presId="urn:microsoft.com/office/officeart/2005/8/layout/lProcess2#1"/>
    <dgm:cxn modelId="{97CC1ED0-0A8D-46BD-8407-0495FE3D7DDA}" type="presOf" srcId="{DDE61535-F1F4-4481-8A26-AC0E1F468A6D}" destId="{12A7B61A-BD27-40FB-B0F0-F797D511A098}" srcOrd="0" destOrd="0" presId="urn:microsoft.com/office/officeart/2005/8/layout/lProcess2#1"/>
    <dgm:cxn modelId="{4F562A6E-EA19-4507-910B-15C939DCF285}" srcId="{E246AB73-332C-4431-8390-6B0E2E4B6BE3}" destId="{9A044176-0D05-41A7-9E76-CD83DE048713}" srcOrd="1" destOrd="0" parTransId="{B21B2540-4A01-49AF-B2A8-81ED03521BBD}" sibTransId="{13F2AE16-5176-46CB-A0FF-D518EFF805F1}"/>
    <dgm:cxn modelId="{A3859878-C8E9-43F8-BB33-E67C13DBD2EC}" srcId="{E246AB73-332C-4431-8390-6B0E2E4B6BE3}" destId="{3C93632D-12CD-4B76-9E03-B89E1B4DCAB2}" srcOrd="3" destOrd="0" parTransId="{8FFBBA2F-13F0-44BB-BCF5-7EBA5A4C7A71}" sibTransId="{E6DD48CC-D63F-4A84-8FC5-3745A3D63629}"/>
    <dgm:cxn modelId="{F44A7400-6BE3-4977-B2AD-2AC0C558EFFD}" srcId="{BF8AC453-10D6-4F79-8919-0C0AC77FC47D}" destId="{FD9BD1BC-6BC4-4062-86A9-3E139DB75D76}" srcOrd="3" destOrd="0" parTransId="{44174CF8-5495-441A-A420-D1338C8A6C18}" sibTransId="{7FDCEE52-1AC1-4D23-BBBC-15BC7050DD9E}"/>
    <dgm:cxn modelId="{E55EDFB6-FC4F-4E7A-82FC-E09490137150}" type="presOf" srcId="{3C93632D-12CD-4B76-9E03-B89E1B4DCAB2}" destId="{A9483894-31A1-4546-A664-8BB45709DAEB}" srcOrd="0" destOrd="0" presId="urn:microsoft.com/office/officeart/2005/8/layout/lProcess2#1"/>
    <dgm:cxn modelId="{3BBD79AD-03CD-4800-B63E-AF003E449AD7}" type="presParOf" srcId="{271B196B-B078-4205-8A39-671076153BC0}" destId="{8D93719F-DB44-409F-B79D-C90D35FFB90D}" srcOrd="0" destOrd="0" presId="urn:microsoft.com/office/officeart/2005/8/layout/lProcess2#1"/>
    <dgm:cxn modelId="{5AD7CA62-6B83-42D7-991A-892EA361FE91}" type="presParOf" srcId="{8D93719F-DB44-409F-B79D-C90D35FFB90D}" destId="{6686D19F-CC20-474C-83E7-61AF51429C75}" srcOrd="0" destOrd="0" presId="urn:microsoft.com/office/officeart/2005/8/layout/lProcess2#1"/>
    <dgm:cxn modelId="{689534FE-249B-4C64-8009-C86AE6AFD395}" type="presParOf" srcId="{8D93719F-DB44-409F-B79D-C90D35FFB90D}" destId="{26647E7D-34A4-40C0-B08F-EC55129C0468}" srcOrd="1" destOrd="0" presId="urn:microsoft.com/office/officeart/2005/8/layout/lProcess2#1"/>
    <dgm:cxn modelId="{E7DA3EEF-FFBB-4EB6-B7C8-24C606FCE20D}" type="presParOf" srcId="{8D93719F-DB44-409F-B79D-C90D35FFB90D}" destId="{404E9648-29EB-40DF-BAD5-B3B803043B52}" srcOrd="2" destOrd="0" presId="urn:microsoft.com/office/officeart/2005/8/layout/lProcess2#1"/>
    <dgm:cxn modelId="{35E30E18-327B-4DC6-8350-0E32D3407DD5}" type="presParOf" srcId="{404E9648-29EB-40DF-BAD5-B3B803043B52}" destId="{41B432E6-E5BB-4B1A-BBD2-BB5A04EBBC68}" srcOrd="0" destOrd="0" presId="urn:microsoft.com/office/officeart/2005/8/layout/lProcess2#1"/>
    <dgm:cxn modelId="{8EB070EB-0E7F-44CE-8CAC-2017594DCC96}" type="presParOf" srcId="{41B432E6-E5BB-4B1A-BBD2-BB5A04EBBC68}" destId="{12B94CA3-2D04-41DF-85CA-88B7DD45C469}" srcOrd="0" destOrd="0" presId="urn:microsoft.com/office/officeart/2005/8/layout/lProcess2#1"/>
    <dgm:cxn modelId="{30C899D7-44E6-44AF-A31F-E2BF74215E4D}" type="presParOf" srcId="{41B432E6-E5BB-4B1A-BBD2-BB5A04EBBC68}" destId="{7781FCEF-ACCF-4C25-A5EA-9018413A2B6C}" srcOrd="1" destOrd="0" presId="urn:microsoft.com/office/officeart/2005/8/layout/lProcess2#1"/>
    <dgm:cxn modelId="{71CA8452-BF63-4DD6-AC89-2567A362CC0B}" type="presParOf" srcId="{41B432E6-E5BB-4B1A-BBD2-BB5A04EBBC68}" destId="{C86012F0-1C9B-404A-B6B2-84D0FEBBC097}" srcOrd="2" destOrd="0" presId="urn:microsoft.com/office/officeart/2005/8/layout/lProcess2#1"/>
    <dgm:cxn modelId="{AD5F718F-4F9A-4F4D-88C9-3BDA2E837DBB}" type="presParOf" srcId="{41B432E6-E5BB-4B1A-BBD2-BB5A04EBBC68}" destId="{B01AAF96-E8D3-4F0B-AB77-8F3EF4A3455E}" srcOrd="3" destOrd="0" presId="urn:microsoft.com/office/officeart/2005/8/layout/lProcess2#1"/>
    <dgm:cxn modelId="{82F1AABC-8C90-4D6A-AF1F-B7CA82E14BCF}" type="presParOf" srcId="{41B432E6-E5BB-4B1A-BBD2-BB5A04EBBC68}" destId="{9F6C1AE3-B12D-4A6E-882A-05D4684D7684}" srcOrd="4" destOrd="0" presId="urn:microsoft.com/office/officeart/2005/8/layout/lProcess2#1"/>
    <dgm:cxn modelId="{2F52FF6E-BDE6-4D03-9FE1-58B0876D7970}" type="presParOf" srcId="{41B432E6-E5BB-4B1A-BBD2-BB5A04EBBC68}" destId="{08C362F9-0EEF-4581-9323-AB7BE2A882D1}" srcOrd="5" destOrd="0" presId="urn:microsoft.com/office/officeart/2005/8/layout/lProcess2#1"/>
    <dgm:cxn modelId="{2A03CEDE-9C1F-49DA-BA3E-9EF7FB5914D4}" type="presParOf" srcId="{41B432E6-E5BB-4B1A-BBD2-BB5A04EBBC68}" destId="{AD6E8413-398D-405F-90D5-2135F87C240C}" srcOrd="6" destOrd="0" presId="urn:microsoft.com/office/officeart/2005/8/layout/lProcess2#1"/>
    <dgm:cxn modelId="{22352BB6-18F5-4908-9420-DFC356595144}" type="presParOf" srcId="{271B196B-B078-4205-8A39-671076153BC0}" destId="{A20E290F-005B-4B18-93D9-E0696ABD5C33}" srcOrd="1" destOrd="0" presId="urn:microsoft.com/office/officeart/2005/8/layout/lProcess2#1"/>
    <dgm:cxn modelId="{7BAFEE63-C225-4028-BA55-492A2486788F}" type="presParOf" srcId="{271B196B-B078-4205-8A39-671076153BC0}" destId="{7ED4FF1B-545B-41E4-AA75-8588A5353BAF}" srcOrd="2" destOrd="0" presId="urn:microsoft.com/office/officeart/2005/8/layout/lProcess2#1"/>
    <dgm:cxn modelId="{0D41FDEC-7287-4545-B3CF-7CABED0657A7}" type="presParOf" srcId="{7ED4FF1B-545B-41E4-AA75-8588A5353BAF}" destId="{A7B0CAAC-7D9B-4BAB-B4A7-845E6C2FD2D3}" srcOrd="0" destOrd="0" presId="urn:microsoft.com/office/officeart/2005/8/layout/lProcess2#1"/>
    <dgm:cxn modelId="{DC8ACCF4-18F5-4E57-89CC-55CB24909701}" type="presParOf" srcId="{7ED4FF1B-545B-41E4-AA75-8588A5353BAF}" destId="{D18B5A3F-3C1E-4EA5-AE8C-F4E7DC148B20}" srcOrd="1" destOrd="0" presId="urn:microsoft.com/office/officeart/2005/8/layout/lProcess2#1"/>
    <dgm:cxn modelId="{4C1609CA-D534-4234-A755-D8A46CB27640}" type="presParOf" srcId="{7ED4FF1B-545B-41E4-AA75-8588A5353BAF}" destId="{C422A7B3-AD61-4305-9FAA-412CC2A2CC4B}" srcOrd="2" destOrd="0" presId="urn:microsoft.com/office/officeart/2005/8/layout/lProcess2#1"/>
    <dgm:cxn modelId="{A6E044A0-E081-49EA-B550-FB1E8A45C4C6}" type="presParOf" srcId="{C422A7B3-AD61-4305-9FAA-412CC2A2CC4B}" destId="{52BE5370-BA5F-46EF-9957-8FAE006267C1}" srcOrd="0" destOrd="0" presId="urn:microsoft.com/office/officeart/2005/8/layout/lProcess2#1"/>
    <dgm:cxn modelId="{A0A07A73-41DB-4FC5-9C5B-D3427408188B}" type="presParOf" srcId="{52BE5370-BA5F-46EF-9957-8FAE006267C1}" destId="{A2578325-9E8E-44CD-B11B-DF78D5FE5D31}" srcOrd="0" destOrd="0" presId="urn:microsoft.com/office/officeart/2005/8/layout/lProcess2#1"/>
    <dgm:cxn modelId="{FB6D8E73-1DB8-44FA-AE65-CDC672BF21D2}" type="presParOf" srcId="{52BE5370-BA5F-46EF-9957-8FAE006267C1}" destId="{CEF827E6-FD8D-438F-AF16-2167343F805E}" srcOrd="1" destOrd="0" presId="urn:microsoft.com/office/officeart/2005/8/layout/lProcess2#1"/>
    <dgm:cxn modelId="{459FC414-628D-41FA-8F93-FE2E631ED282}" type="presParOf" srcId="{52BE5370-BA5F-46EF-9957-8FAE006267C1}" destId="{389B9346-262B-41DE-894E-94DBA4BF8527}" srcOrd="2" destOrd="0" presId="urn:microsoft.com/office/officeart/2005/8/layout/lProcess2#1"/>
    <dgm:cxn modelId="{FE190616-55D0-4031-97AE-B8B5C35599DB}" type="presParOf" srcId="{52BE5370-BA5F-46EF-9957-8FAE006267C1}" destId="{605555D2-740D-4D54-8031-99E4128AF6B7}" srcOrd="3" destOrd="0" presId="urn:microsoft.com/office/officeart/2005/8/layout/lProcess2#1"/>
    <dgm:cxn modelId="{BA10B6F8-D599-462D-987E-4BF7240337C6}" type="presParOf" srcId="{52BE5370-BA5F-46EF-9957-8FAE006267C1}" destId="{55E767A6-4EF2-4251-A0AC-89E1CDD4C224}" srcOrd="4" destOrd="0" presId="urn:microsoft.com/office/officeart/2005/8/layout/lProcess2#1"/>
    <dgm:cxn modelId="{449CAA80-07FB-49B9-A337-CD6BA371D7DD}" type="presParOf" srcId="{52BE5370-BA5F-46EF-9957-8FAE006267C1}" destId="{FA0EE7E4-16AF-4905-882D-3E8BB16EA52B}" srcOrd="5" destOrd="0" presId="urn:microsoft.com/office/officeart/2005/8/layout/lProcess2#1"/>
    <dgm:cxn modelId="{6C0947D8-6B01-46C7-AA29-939F676389D3}" type="presParOf" srcId="{52BE5370-BA5F-46EF-9957-8FAE006267C1}" destId="{52C24060-DF4F-4D9A-8771-B39598E50109}" srcOrd="6" destOrd="0" presId="urn:microsoft.com/office/officeart/2005/8/layout/lProcess2#1"/>
    <dgm:cxn modelId="{A2B23323-406F-4F0D-9311-6B2C02C66A54}" type="presParOf" srcId="{271B196B-B078-4205-8A39-671076153BC0}" destId="{F7DD2790-EB94-4859-B10B-0D4950663595}" srcOrd="3" destOrd="0" presId="urn:microsoft.com/office/officeart/2005/8/layout/lProcess2#1"/>
    <dgm:cxn modelId="{947ABD1A-4B66-4F49-B983-62649F163E2F}" type="presParOf" srcId="{271B196B-B078-4205-8A39-671076153BC0}" destId="{BB4DD6C7-F09C-43F3-AFCF-1FF1EDAA343B}" srcOrd="4" destOrd="0" presId="urn:microsoft.com/office/officeart/2005/8/layout/lProcess2#1"/>
    <dgm:cxn modelId="{D332F939-65CA-44D4-98C7-32AA34748449}" type="presParOf" srcId="{BB4DD6C7-F09C-43F3-AFCF-1FF1EDAA343B}" destId="{67F8073F-3DFF-4D36-A55F-7A622A7E4D4E}" srcOrd="0" destOrd="0" presId="urn:microsoft.com/office/officeart/2005/8/layout/lProcess2#1"/>
    <dgm:cxn modelId="{CE9F5F07-4D43-4BE8-92A7-7FCF4AD1FA88}" type="presParOf" srcId="{BB4DD6C7-F09C-43F3-AFCF-1FF1EDAA343B}" destId="{4A8764BA-7523-4944-93E0-09CC94663387}" srcOrd="1" destOrd="0" presId="urn:microsoft.com/office/officeart/2005/8/layout/lProcess2#1"/>
    <dgm:cxn modelId="{9897B29E-4C77-4911-B36A-52A89D82CDA1}" type="presParOf" srcId="{BB4DD6C7-F09C-43F3-AFCF-1FF1EDAA343B}" destId="{D81D9A10-929F-4E7F-B113-EBF3779EB7BD}" srcOrd="2" destOrd="0" presId="urn:microsoft.com/office/officeart/2005/8/layout/lProcess2#1"/>
    <dgm:cxn modelId="{8FC514B9-BBAF-470E-B7D2-214643E22DBB}" type="presParOf" srcId="{D81D9A10-929F-4E7F-B113-EBF3779EB7BD}" destId="{F135C091-1D8C-4C5B-B691-AAA64F40AAB7}" srcOrd="0" destOrd="0" presId="urn:microsoft.com/office/officeart/2005/8/layout/lProcess2#1"/>
    <dgm:cxn modelId="{4B4DD068-07CC-4FCD-B9E5-C990B2787D5D}" type="presParOf" srcId="{F135C091-1D8C-4C5B-B691-AAA64F40AAB7}" destId="{12A7B61A-BD27-40FB-B0F0-F797D511A098}" srcOrd="0" destOrd="0" presId="urn:microsoft.com/office/officeart/2005/8/layout/lProcess2#1"/>
    <dgm:cxn modelId="{FD5FD6F9-FEC1-4D1A-814E-90D563BEE80D}" type="presParOf" srcId="{F135C091-1D8C-4C5B-B691-AAA64F40AAB7}" destId="{0648C43A-9329-4072-B1E5-1F92D4609C61}" srcOrd="1" destOrd="0" presId="urn:microsoft.com/office/officeart/2005/8/layout/lProcess2#1"/>
    <dgm:cxn modelId="{AA2D6C10-1457-4B70-A062-13AF257BA960}" type="presParOf" srcId="{F135C091-1D8C-4C5B-B691-AAA64F40AAB7}" destId="{0612CED9-B12B-490A-AC73-1BA57DAE806B}" srcOrd="2" destOrd="0" presId="urn:microsoft.com/office/officeart/2005/8/layout/lProcess2#1"/>
    <dgm:cxn modelId="{149264FB-64CE-4272-B39D-4FE5B3355631}" type="presParOf" srcId="{F135C091-1D8C-4C5B-B691-AAA64F40AAB7}" destId="{6D8C8B25-D3DF-473F-AFEA-20D2BFB15071}" srcOrd="3" destOrd="0" presId="urn:microsoft.com/office/officeart/2005/8/layout/lProcess2#1"/>
    <dgm:cxn modelId="{CAF517E7-CA58-4B0B-8960-29ABFFCBC7A4}" type="presParOf" srcId="{F135C091-1D8C-4C5B-B691-AAA64F40AAB7}" destId="{FBC0C15F-85FA-4CD6-BCBB-2B67BAFB439B}" srcOrd="4" destOrd="0" presId="urn:microsoft.com/office/officeart/2005/8/layout/lProcess2#1"/>
    <dgm:cxn modelId="{7FC17F69-BBC5-42AA-916F-90EFE73892EC}" type="presParOf" srcId="{F135C091-1D8C-4C5B-B691-AAA64F40AAB7}" destId="{7D636715-2BC8-4E17-951B-6A0C1279EF3D}" srcOrd="5" destOrd="0" presId="urn:microsoft.com/office/officeart/2005/8/layout/lProcess2#1"/>
    <dgm:cxn modelId="{5B17A471-1287-42B5-BDF3-D140D73629AF}" type="presParOf" srcId="{F135C091-1D8C-4C5B-B691-AAA64F40AAB7}" destId="{5129D0A1-0E83-4FCF-A83F-B8D43FC9D90A}" srcOrd="6" destOrd="0" presId="urn:microsoft.com/office/officeart/2005/8/layout/lProcess2#1"/>
    <dgm:cxn modelId="{BFC2E92F-9C81-4C16-A0C1-9A9D05FFB588}" type="presParOf" srcId="{F135C091-1D8C-4C5B-B691-AAA64F40AAB7}" destId="{3E9C6CC0-0A2E-4B42-A41B-CB82BC89DCE6}" srcOrd="7" destOrd="0" presId="urn:microsoft.com/office/officeart/2005/8/layout/lProcess2#1"/>
    <dgm:cxn modelId="{5A0E5561-DE8D-4758-B44B-DE54AA4B455A}" type="presParOf" srcId="{F135C091-1D8C-4C5B-B691-AAA64F40AAB7}" destId="{60219553-5F25-49F1-A24C-5DABCDF21333}" srcOrd="8" destOrd="0" presId="urn:microsoft.com/office/officeart/2005/8/layout/lProcess2#1"/>
    <dgm:cxn modelId="{DC8B65A6-EFA3-4801-AF44-038F490AB4DE}" type="presParOf" srcId="{F135C091-1D8C-4C5B-B691-AAA64F40AAB7}" destId="{2B3C9ABE-792C-43C3-8FBD-DE54131DC7CD}" srcOrd="9" destOrd="0" presId="urn:microsoft.com/office/officeart/2005/8/layout/lProcess2#1"/>
    <dgm:cxn modelId="{92922C4F-A167-44F9-85EA-E233F1500F51}" type="presParOf" srcId="{F135C091-1D8C-4C5B-B691-AAA64F40AAB7}" destId="{7B0F7356-ACA0-4CA8-A18D-B607D462216A}" srcOrd="10" destOrd="0" presId="urn:microsoft.com/office/officeart/2005/8/layout/lProcess2#1"/>
    <dgm:cxn modelId="{75E08B27-A9A5-406E-BC96-AC750C33D4BC}" type="presParOf" srcId="{271B196B-B078-4205-8A39-671076153BC0}" destId="{B2C9F859-4091-4AC5-8B9E-B0BE997BA210}" srcOrd="5" destOrd="0" presId="urn:microsoft.com/office/officeart/2005/8/layout/lProcess2#1"/>
    <dgm:cxn modelId="{410C532C-C7FA-4B98-9987-087FADD5CA05}" type="presParOf" srcId="{271B196B-B078-4205-8A39-671076153BC0}" destId="{773D2BA5-8CCA-4183-A24B-523461BBC0D7}" srcOrd="6" destOrd="0" presId="urn:microsoft.com/office/officeart/2005/8/layout/lProcess2#1"/>
    <dgm:cxn modelId="{EE4D7D2C-DD00-4CA7-88B2-9911E2337933}" type="presParOf" srcId="{773D2BA5-8CCA-4183-A24B-523461BBC0D7}" destId="{A9483894-31A1-4546-A664-8BB45709DAEB}" srcOrd="0" destOrd="0" presId="urn:microsoft.com/office/officeart/2005/8/layout/lProcess2#1"/>
    <dgm:cxn modelId="{3E7500DC-1039-4E34-8F8A-CCA1073717B7}" type="presParOf" srcId="{773D2BA5-8CCA-4183-A24B-523461BBC0D7}" destId="{C6282BD8-591D-4EE9-A119-6BA9D0FD08C9}" srcOrd="1" destOrd="0" presId="urn:microsoft.com/office/officeart/2005/8/layout/lProcess2#1"/>
    <dgm:cxn modelId="{D4C33551-87CA-42A3-9EC5-F3C6667FD953}" type="presParOf" srcId="{773D2BA5-8CCA-4183-A24B-523461BBC0D7}" destId="{67B22125-90AB-428A-8A1C-FA3E33D93007}" srcOrd="2" destOrd="0" presId="urn:microsoft.com/office/officeart/2005/8/layout/lProcess2#1"/>
    <dgm:cxn modelId="{E946F66A-EB04-4CD1-843B-E43BBE76CB0B}" type="presParOf" srcId="{67B22125-90AB-428A-8A1C-FA3E33D93007}" destId="{C9EAA705-8F88-4353-9821-5838E7BCFF88}" srcOrd="0" destOrd="0" presId="urn:microsoft.com/office/officeart/2005/8/layout/lProcess2#1"/>
    <dgm:cxn modelId="{CEFA98C2-C7C0-49B6-950E-2C57C5A40555}" type="presParOf" srcId="{C9EAA705-8F88-4353-9821-5838E7BCFF88}" destId="{D509E21C-2CC2-42DB-B944-6DC560DB4CFE}" srcOrd="0" destOrd="0" presId="urn:microsoft.com/office/officeart/2005/8/layout/lProcess2#1"/>
    <dgm:cxn modelId="{42892A55-BFAC-422E-90B1-1E48934B01E4}" type="presParOf" srcId="{C9EAA705-8F88-4353-9821-5838E7BCFF88}" destId="{E0452DB1-2285-425D-8EA6-D4E7752C8AE1}" srcOrd="1" destOrd="0" presId="urn:microsoft.com/office/officeart/2005/8/layout/lProcess2#1"/>
    <dgm:cxn modelId="{43013D51-28F4-4E52-853B-567D2004BC98}" type="presParOf" srcId="{C9EAA705-8F88-4353-9821-5838E7BCFF88}" destId="{366D5148-06AD-4E4A-9204-DA504B875061}" srcOrd="2" destOrd="0" presId="urn:microsoft.com/office/officeart/2005/8/layout/lProcess2#1"/>
    <dgm:cxn modelId="{BB31779C-1F03-427E-ABC7-418C6C0EA349}" type="presParOf" srcId="{C9EAA705-8F88-4353-9821-5838E7BCFF88}" destId="{1D1F88DC-0476-4E21-A252-657DDE3C36D0}" srcOrd="3" destOrd="0" presId="urn:microsoft.com/office/officeart/2005/8/layout/lProcess2#1"/>
    <dgm:cxn modelId="{D1946FAB-00BF-4EEC-A9CE-267ED8E5124B}" type="presParOf" srcId="{C9EAA705-8F88-4353-9821-5838E7BCFF88}" destId="{5FA36B86-C860-41A7-B3BE-A0F9B7149646}" srcOrd="4" destOrd="0" presId="urn:microsoft.com/office/officeart/2005/8/layout/lProcess2#1"/>
    <dgm:cxn modelId="{1052D71D-8E88-4C79-BD81-937C3E8ADC4C}" type="presParOf" srcId="{C9EAA705-8F88-4353-9821-5838E7BCFF88}" destId="{933DAF06-89C6-4290-9F83-8F4D8720BA43}" srcOrd="5" destOrd="0" presId="urn:microsoft.com/office/officeart/2005/8/layout/lProcess2#1"/>
    <dgm:cxn modelId="{CAB6B9EB-67B0-4887-A2E0-F27C85162E14}" type="presParOf" srcId="{C9EAA705-8F88-4353-9821-5838E7BCFF88}" destId="{F8C0649C-645F-46A7-BE12-38776FEF5592}" srcOrd="6" destOrd="0" presId="urn:microsoft.com/office/officeart/2005/8/layout/lProcess2#1"/>
    <dgm:cxn modelId="{C8967533-454A-424C-B890-D1FB4DA90F8B}" type="presParOf" srcId="{C9EAA705-8F88-4353-9821-5838E7BCFF88}" destId="{E7DA99DE-9E63-4DD6-A38A-144F6573C11B}" srcOrd="7" destOrd="0" presId="urn:microsoft.com/office/officeart/2005/8/layout/lProcess2#1"/>
    <dgm:cxn modelId="{30FF3CFB-9FCB-42AC-BECB-75041304E206}" type="presParOf" srcId="{C9EAA705-8F88-4353-9821-5838E7BCFF88}" destId="{A0946531-9F29-4D6D-BBB5-4079BC59F01B}" srcOrd="8" destOrd="0" presId="urn:microsoft.com/office/officeart/2005/8/layout/lProcess2#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CFC3966-9424-4494-A806-25BB0A98D2E2}" type="doc">
      <dgm:prSet loTypeId="urn:microsoft.com/office/officeart/2005/8/layout/default#1" loCatId="list" qsTypeId="urn:microsoft.com/office/officeart/2005/8/quickstyle/simple1#2" qsCatId="simple" csTypeId="urn:microsoft.com/office/officeart/2005/8/colors/accent1_2#2" csCatId="accent1" phldr="1"/>
      <dgm:spPr/>
      <dgm:t>
        <a:bodyPr/>
        <a:lstStyle/>
        <a:p>
          <a:endParaRPr lang="zh-CN" altLang="en-US"/>
        </a:p>
      </dgm:t>
    </dgm:pt>
    <dgm:pt modelId="{27469301-C1A5-4D22-A944-B159A8CB715A}">
      <dgm:prSet custT="1"/>
      <dgm:spPr/>
      <dgm:t>
        <a:bodyPr/>
        <a:lstStyle/>
        <a:p>
          <a:pPr rtl="0"/>
          <a:r>
            <a:rPr lang="zh-CN" altLang="en-US" sz="1200" b="1" dirty="0" smtClean="0">
              <a:latin typeface="微软雅黑" panose="020B0503020204020204" charset="-122"/>
              <a:ea typeface="微软雅黑" panose="020B0503020204020204" charset="-122"/>
            </a:rPr>
            <a:t>动画</a:t>
          </a:r>
          <a:endParaRPr lang="zh-CN" altLang="en-US" sz="1200" b="1" dirty="0">
            <a:latin typeface="微软雅黑" panose="020B0503020204020204" charset="-122"/>
            <a:ea typeface="微软雅黑" panose="020B0503020204020204" charset="-122"/>
          </a:endParaRPr>
        </a:p>
      </dgm:t>
    </dgm:pt>
    <dgm:pt modelId="{F01832FA-B3DF-4014-AAFD-13469B1CB463}" cxnId="{31CE3E01-1617-461A-A4D1-88EE818CDD0B}" type="parTrans">
      <dgm:prSet/>
      <dgm:spPr/>
      <dgm:t>
        <a:bodyPr/>
        <a:lstStyle/>
        <a:p>
          <a:endParaRPr lang="zh-CN" altLang="en-US"/>
        </a:p>
      </dgm:t>
    </dgm:pt>
    <dgm:pt modelId="{57DF1D46-9DCA-4942-AF37-E376B585686C}" cxnId="{31CE3E01-1617-461A-A4D1-88EE818CDD0B}" type="sibTrans">
      <dgm:prSet/>
      <dgm:spPr/>
      <dgm:t>
        <a:bodyPr/>
        <a:lstStyle/>
        <a:p>
          <a:endParaRPr lang="zh-CN" altLang="en-US"/>
        </a:p>
      </dgm:t>
    </dgm:pt>
    <dgm:pt modelId="{6F313E57-7743-4E4B-9D20-99EF75C57A3F}">
      <dgm:prSet custT="1"/>
      <dgm:spPr/>
      <dgm:t>
        <a:bodyPr/>
        <a:lstStyle/>
        <a:p>
          <a:pPr rtl="0"/>
          <a:r>
            <a:rPr lang="zh-CN" altLang="en-US" sz="1200" b="1" dirty="0" smtClean="0">
              <a:latin typeface="微软雅黑" panose="020B0503020204020204" charset="-122"/>
              <a:ea typeface="微软雅黑" panose="020B0503020204020204" charset="-122"/>
            </a:rPr>
            <a:t>数字媒体艺术</a:t>
          </a:r>
          <a:endParaRPr lang="zh-CN" altLang="en-US" sz="1200" b="1" dirty="0">
            <a:latin typeface="微软雅黑" panose="020B0503020204020204" charset="-122"/>
            <a:ea typeface="微软雅黑" panose="020B0503020204020204" charset="-122"/>
          </a:endParaRPr>
        </a:p>
      </dgm:t>
    </dgm:pt>
    <dgm:pt modelId="{B5A27B0A-CD87-440F-B8C3-EED2E68AE7AC}" cxnId="{F2EC2B55-F7E8-4EDB-8509-2E74AFD9768A}" type="parTrans">
      <dgm:prSet/>
      <dgm:spPr/>
      <dgm:t>
        <a:bodyPr/>
        <a:lstStyle/>
        <a:p>
          <a:endParaRPr lang="zh-CN" altLang="en-US"/>
        </a:p>
      </dgm:t>
    </dgm:pt>
    <dgm:pt modelId="{B158EE61-51A4-4275-9E1F-8A9D8725DF98}" cxnId="{F2EC2B55-F7E8-4EDB-8509-2E74AFD9768A}" type="sibTrans">
      <dgm:prSet/>
      <dgm:spPr/>
      <dgm:t>
        <a:bodyPr/>
        <a:lstStyle/>
        <a:p>
          <a:endParaRPr lang="zh-CN" altLang="en-US"/>
        </a:p>
      </dgm:t>
    </dgm:pt>
    <dgm:pt modelId="{7E853C73-43F2-43F8-8C9E-E2FA10370C50}">
      <dgm:prSet custT="1"/>
      <dgm:spPr/>
      <dgm:t>
        <a:bodyPr/>
        <a:lstStyle/>
        <a:p>
          <a:pPr rtl="0"/>
          <a:r>
            <a:rPr lang="zh-CN" altLang="en-US" sz="1200" b="1" dirty="0" smtClean="0">
              <a:latin typeface="微软雅黑" panose="020B0503020204020204" charset="-122"/>
              <a:ea typeface="微软雅黑" panose="020B0503020204020204" charset="-122"/>
            </a:rPr>
            <a:t>艺术与科技</a:t>
          </a:r>
          <a:endParaRPr lang="zh-CN" altLang="en-US" sz="1200" b="1" dirty="0">
            <a:latin typeface="微软雅黑" panose="020B0503020204020204" charset="-122"/>
            <a:ea typeface="微软雅黑" panose="020B0503020204020204" charset="-122"/>
          </a:endParaRPr>
        </a:p>
      </dgm:t>
    </dgm:pt>
    <dgm:pt modelId="{58E971E7-E97D-4928-A69D-6B8DD3AA007B}" cxnId="{305D8F0E-3EB7-4EB1-BFD5-3EB6B8E14589}" type="parTrans">
      <dgm:prSet/>
      <dgm:spPr/>
      <dgm:t>
        <a:bodyPr/>
        <a:lstStyle/>
        <a:p>
          <a:endParaRPr lang="zh-CN" altLang="en-US"/>
        </a:p>
      </dgm:t>
    </dgm:pt>
    <dgm:pt modelId="{813F9F76-3D67-4E8C-8CB2-463190C63AFB}" cxnId="{305D8F0E-3EB7-4EB1-BFD5-3EB6B8E14589}" type="sibTrans">
      <dgm:prSet/>
      <dgm:spPr/>
      <dgm:t>
        <a:bodyPr/>
        <a:lstStyle/>
        <a:p>
          <a:endParaRPr lang="zh-CN" altLang="en-US"/>
        </a:p>
      </dgm:t>
    </dgm:pt>
    <dgm:pt modelId="{5FD844E2-F8BE-4468-BB88-46AFB813C74F}">
      <dgm:prSet custT="1"/>
      <dgm:spPr/>
      <dgm:t>
        <a:bodyPr/>
        <a:lstStyle/>
        <a:p>
          <a:pPr rtl="0"/>
          <a:r>
            <a:rPr lang="zh-CN" sz="1200" b="1" dirty="0" smtClean="0">
              <a:latin typeface="微软雅黑" panose="020B0503020204020204" charset="-122"/>
              <a:ea typeface="微软雅黑" panose="020B0503020204020204" charset="-122"/>
            </a:rPr>
            <a:t>电子信息类（</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B2CCC8BA-733E-4FF2-A065-55DEEDCC96DC}" cxnId="{B4750573-2BC3-456C-9B1E-AA2CFB486E49}" type="parTrans">
      <dgm:prSet/>
      <dgm:spPr/>
      <dgm:t>
        <a:bodyPr/>
        <a:lstStyle/>
        <a:p>
          <a:endParaRPr lang="zh-CN" altLang="en-US"/>
        </a:p>
      </dgm:t>
    </dgm:pt>
    <dgm:pt modelId="{FC962D66-FC90-4DA2-A553-9FCDFB5E3AFC}" cxnId="{B4750573-2BC3-456C-9B1E-AA2CFB486E49}" type="sibTrans">
      <dgm:prSet/>
      <dgm:spPr/>
      <dgm:t>
        <a:bodyPr/>
        <a:lstStyle/>
        <a:p>
          <a:endParaRPr lang="zh-CN" altLang="en-US"/>
        </a:p>
      </dgm:t>
    </dgm:pt>
    <dgm:pt modelId="{AD2CB2D4-3355-487F-B059-448C306AD634}">
      <dgm:prSet custT="1"/>
      <dgm:spPr/>
      <dgm:t>
        <a:bodyPr wrap="none" lIns="0" tIns="0" rIns="0" bIns="0"/>
        <a:lstStyle/>
        <a:p>
          <a:pPr rtl="0">
            <a:lnSpc>
              <a:spcPct val="100000"/>
            </a:lnSpc>
            <a:spcAft>
              <a:spcPts val="0"/>
            </a:spcAft>
          </a:pPr>
          <a:r>
            <a:rPr lang="en-US" altLang="zh-CN" sz="1200" b="1" dirty="0" smtClean="0">
              <a:latin typeface="微软雅黑" panose="020B0503020204020204" charset="-122"/>
              <a:ea typeface="微软雅黑" panose="020B0503020204020204" charset="-122"/>
            </a:rPr>
            <a:t>  </a:t>
          </a:r>
          <a:r>
            <a:rPr lang="zh-CN" sz="1200" b="1" dirty="0" smtClean="0">
              <a:latin typeface="微软雅黑" panose="020B0503020204020204" charset="-122"/>
              <a:ea typeface="微软雅黑" panose="020B0503020204020204" charset="-122"/>
            </a:rPr>
            <a:t>地理信息科学</a:t>
          </a:r>
          <a:endParaRPr lang="en-US" altLang="zh-CN" sz="1200" b="1" dirty="0" smtClean="0">
            <a:latin typeface="微软雅黑" panose="020B0503020204020204" charset="-122"/>
            <a:ea typeface="微软雅黑" panose="020B0503020204020204" charset="-122"/>
          </a:endParaRPr>
        </a:p>
        <a:p>
          <a:pPr rtl="0">
            <a:lnSpc>
              <a:spcPct val="100000"/>
            </a:lnSpc>
            <a:spcAft>
              <a:spcPts val="0"/>
            </a:spcAft>
          </a:pPr>
          <a:r>
            <a:rPr lang="zh-CN" sz="1200" b="1" dirty="0" smtClean="0">
              <a:latin typeface="微软雅黑" panose="020B0503020204020204" charset="-122"/>
              <a:ea typeface="微软雅黑" panose="020B0503020204020204" charset="-122"/>
            </a:rPr>
            <a:t>（</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46425DCC-5FAD-44ED-A6B8-426FA9808084}" cxnId="{A5BB0F69-1D4D-49EA-9BA1-A1EACCA0F35A}" type="parTrans">
      <dgm:prSet/>
      <dgm:spPr/>
      <dgm:t>
        <a:bodyPr/>
        <a:lstStyle/>
        <a:p>
          <a:endParaRPr lang="zh-CN" altLang="en-US"/>
        </a:p>
      </dgm:t>
    </dgm:pt>
    <dgm:pt modelId="{09B0795E-136F-4E3D-845A-1BD2B69ED835}" cxnId="{A5BB0F69-1D4D-49EA-9BA1-A1EACCA0F35A}" type="sibTrans">
      <dgm:prSet/>
      <dgm:spPr/>
      <dgm:t>
        <a:bodyPr/>
        <a:lstStyle/>
        <a:p>
          <a:endParaRPr lang="zh-CN" altLang="en-US"/>
        </a:p>
      </dgm:t>
    </dgm:pt>
    <dgm:pt modelId="{E03476A4-82CE-4084-9B7A-778A1F491453}">
      <dgm:prSet custT="1"/>
      <dgm:spPr/>
      <dgm:t>
        <a:bodyPr/>
        <a:lstStyle/>
        <a:p>
          <a:pPr rtl="0"/>
          <a:r>
            <a:rPr lang="en-US" altLang="zh-CN" sz="1200" b="1" dirty="0" smtClean="0">
              <a:latin typeface="微软雅黑" panose="020B0503020204020204" charset="-122"/>
              <a:ea typeface="微软雅黑" panose="020B0503020204020204" charset="-122"/>
            </a:rPr>
            <a:t> </a:t>
          </a:r>
          <a:r>
            <a:rPr lang="zh-CN" sz="1200" b="1" dirty="0" smtClean="0">
              <a:latin typeface="微软雅黑" panose="020B0503020204020204" charset="-122"/>
              <a:ea typeface="微软雅黑" panose="020B0503020204020204" charset="-122"/>
            </a:rPr>
            <a:t>人文地理与城乡规划（</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74FD1529-6424-4529-980A-61893A400688}" cxnId="{DEBE0531-931E-4A39-AD34-462A13FB83A5}" type="parTrans">
      <dgm:prSet/>
      <dgm:spPr/>
      <dgm:t>
        <a:bodyPr/>
        <a:lstStyle/>
        <a:p>
          <a:endParaRPr lang="zh-CN" altLang="en-US"/>
        </a:p>
      </dgm:t>
    </dgm:pt>
    <dgm:pt modelId="{D7E41747-632B-48BA-8E00-7E9A8AA679E5}" cxnId="{DEBE0531-931E-4A39-AD34-462A13FB83A5}" type="sibTrans">
      <dgm:prSet/>
      <dgm:spPr/>
      <dgm:t>
        <a:bodyPr/>
        <a:lstStyle/>
        <a:p>
          <a:endParaRPr lang="zh-CN" altLang="en-US"/>
        </a:p>
      </dgm:t>
    </dgm:pt>
    <dgm:pt modelId="{3B1A2BDC-3492-42FD-B213-B7536ECC7947}">
      <dgm:prSet custT="1"/>
      <dgm:spPr/>
      <dgm:t>
        <a:bodyPr/>
        <a:lstStyle/>
        <a:p>
          <a:pPr rtl="0"/>
          <a:r>
            <a:rPr lang="en-US" altLang="zh-CN" sz="1200" b="1" dirty="0" smtClean="0">
              <a:latin typeface="微软雅黑" panose="020B0503020204020204" charset="-122"/>
              <a:ea typeface="微软雅黑" panose="020B0503020204020204" charset="-122"/>
            </a:rPr>
            <a:t> </a:t>
          </a:r>
          <a:r>
            <a:rPr lang="zh-CN" sz="1200" b="1" dirty="0" smtClean="0">
              <a:latin typeface="微软雅黑" panose="020B0503020204020204" charset="-122"/>
              <a:ea typeface="微软雅黑" panose="020B0503020204020204" charset="-122"/>
            </a:rPr>
            <a:t>自然地理与资源环境（</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8DE2FF4D-150E-4E10-833A-051832854074}" cxnId="{83CFD92A-A0EF-42CA-B5F9-E876F8F74982}" type="parTrans">
      <dgm:prSet/>
      <dgm:spPr/>
      <dgm:t>
        <a:bodyPr/>
        <a:lstStyle/>
        <a:p>
          <a:endParaRPr lang="zh-CN" altLang="en-US"/>
        </a:p>
      </dgm:t>
    </dgm:pt>
    <dgm:pt modelId="{2A6ECBFF-F4B3-4B76-B382-C4A3945E92B6}" cxnId="{83CFD92A-A0EF-42CA-B5F9-E876F8F74982}" type="sibTrans">
      <dgm:prSet/>
      <dgm:spPr/>
      <dgm:t>
        <a:bodyPr/>
        <a:lstStyle/>
        <a:p>
          <a:endParaRPr lang="zh-CN" altLang="en-US"/>
        </a:p>
      </dgm:t>
    </dgm:pt>
    <dgm:pt modelId="{7A136907-01F5-4C72-9514-62525532A18D}">
      <dgm:prSet custT="1"/>
      <dgm:spPr/>
      <dgm:t>
        <a:bodyPr/>
        <a:lstStyle/>
        <a:p>
          <a:pPr rtl="0"/>
          <a:r>
            <a:rPr lang="zh-CN" sz="1200" b="1" dirty="0" smtClean="0">
              <a:latin typeface="微软雅黑" panose="020B0503020204020204" charset="-122"/>
              <a:ea typeface="微软雅黑" panose="020B0503020204020204" charset="-122"/>
            </a:rPr>
            <a:t>遥感科学与技术（</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6E19C0B4-E616-47C9-809A-EC4F56E0C555}" cxnId="{EDAA9114-4517-45B6-AD93-93DA7033B9B1}" type="parTrans">
      <dgm:prSet/>
      <dgm:spPr/>
      <dgm:t>
        <a:bodyPr/>
        <a:lstStyle/>
        <a:p>
          <a:endParaRPr lang="zh-CN" altLang="en-US"/>
        </a:p>
      </dgm:t>
    </dgm:pt>
    <dgm:pt modelId="{72688DD5-F2FE-47E3-9258-83E28BA03705}" cxnId="{EDAA9114-4517-45B6-AD93-93DA7033B9B1}" type="sibTrans">
      <dgm:prSet/>
      <dgm:spPr/>
      <dgm:t>
        <a:bodyPr/>
        <a:lstStyle/>
        <a:p>
          <a:endParaRPr lang="zh-CN" altLang="en-US"/>
        </a:p>
      </dgm:t>
    </dgm:pt>
    <dgm:pt modelId="{AE5E8ED9-A00C-4820-8999-485B837BC21C}">
      <dgm:prSet custT="1"/>
      <dgm:spPr/>
      <dgm:t>
        <a:bodyPr/>
        <a:lstStyle/>
        <a:p>
          <a:pPr rtl="0"/>
          <a:r>
            <a:rPr lang="zh-CN" sz="1200" b="1" dirty="0" smtClean="0">
              <a:latin typeface="微软雅黑" panose="020B0503020204020204" charset="-122"/>
              <a:ea typeface="微软雅黑" panose="020B0503020204020204" charset="-122"/>
            </a:rPr>
            <a:t>环境科学与工程类</a:t>
          </a:r>
          <a:r>
            <a:rPr lang="en-US" altLang="zh-CN" sz="1200" b="1" dirty="0" smtClean="0">
              <a:latin typeface="微软雅黑" panose="020B0503020204020204" charset="-122"/>
              <a:ea typeface="微软雅黑" panose="020B0503020204020204" charset="-122"/>
            </a:rPr>
            <a:t> </a:t>
          </a:r>
          <a:r>
            <a:rPr lang="zh-CN" sz="1200" b="1" dirty="0" smtClean="0">
              <a:latin typeface="微软雅黑" panose="020B0503020204020204" charset="-122"/>
              <a:ea typeface="微软雅黑" panose="020B0503020204020204" charset="-122"/>
            </a:rPr>
            <a:t>（</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A58DA2F5-F9D9-4B22-8164-AE13B5FE7938}" cxnId="{A68ED8F9-5B36-45FB-BAF0-95D0F107F6E5}" type="parTrans">
      <dgm:prSet/>
      <dgm:spPr/>
      <dgm:t>
        <a:bodyPr/>
        <a:lstStyle/>
        <a:p>
          <a:endParaRPr lang="zh-CN" altLang="en-US"/>
        </a:p>
      </dgm:t>
    </dgm:pt>
    <dgm:pt modelId="{D3D81C95-4FDA-4917-B0DD-96C3071474CE}" cxnId="{A68ED8F9-5B36-45FB-BAF0-95D0F107F6E5}" type="sibTrans">
      <dgm:prSet/>
      <dgm:spPr/>
      <dgm:t>
        <a:bodyPr/>
        <a:lstStyle/>
        <a:p>
          <a:endParaRPr lang="zh-CN" altLang="en-US"/>
        </a:p>
      </dgm:t>
    </dgm:pt>
    <dgm:pt modelId="{0B489A4A-BC3C-44B3-A5B2-8506586614E5}">
      <dgm:prSet custT="1"/>
      <dgm:spPr/>
      <dgm:t>
        <a:bodyPr/>
        <a:lstStyle/>
        <a:p>
          <a:pPr rtl="0"/>
          <a:r>
            <a:rPr lang="en-US" altLang="zh-CN" sz="1200" b="1" dirty="0" smtClean="0">
              <a:latin typeface="微软雅黑" panose="020B0503020204020204" charset="-122"/>
              <a:ea typeface="微软雅黑" panose="020B0503020204020204" charset="-122"/>
            </a:rPr>
            <a:t> </a:t>
          </a:r>
          <a:r>
            <a:rPr lang="zh-CN" sz="1200" b="1" dirty="0" smtClean="0">
              <a:latin typeface="微软雅黑" panose="020B0503020204020204" charset="-122"/>
              <a:ea typeface="微软雅黑" panose="020B0503020204020204" charset="-122"/>
            </a:rPr>
            <a:t>农业资源与环境（</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9FB7E247-AF1E-4D57-BEAD-981598E02B06}" cxnId="{98913131-EF80-4119-8498-20493F54DB78}" type="parTrans">
      <dgm:prSet/>
      <dgm:spPr/>
      <dgm:t>
        <a:bodyPr/>
        <a:lstStyle/>
        <a:p>
          <a:endParaRPr lang="zh-CN" altLang="en-US"/>
        </a:p>
      </dgm:t>
    </dgm:pt>
    <dgm:pt modelId="{2D7869A6-6915-4E86-B699-F01135C5FD03}" cxnId="{98913131-EF80-4119-8498-20493F54DB78}" type="sibTrans">
      <dgm:prSet/>
      <dgm:spPr/>
      <dgm:t>
        <a:bodyPr/>
        <a:lstStyle/>
        <a:p>
          <a:endParaRPr lang="zh-CN" altLang="en-US"/>
        </a:p>
      </dgm:t>
    </dgm:pt>
    <dgm:pt modelId="{424C5EE2-0805-444B-B8B3-EF55935AACE4}">
      <dgm:prSet custT="1"/>
      <dgm:spPr/>
      <dgm:t>
        <a:bodyPr/>
        <a:lstStyle/>
        <a:p>
          <a:pPr rtl="0"/>
          <a:r>
            <a:rPr lang="zh-CN" sz="1200" b="1" dirty="0" smtClean="0">
              <a:latin typeface="微软雅黑" panose="020B0503020204020204" charset="-122"/>
              <a:ea typeface="微软雅黑" panose="020B0503020204020204" charset="-122"/>
            </a:rPr>
            <a:t>生态学（</a:t>
          </a:r>
          <a:r>
            <a:rPr lang="zh-CN" altLang="en-US" sz="1200" b="1" dirty="0" smtClean="0">
              <a:latin typeface="微软雅黑" panose="020B0503020204020204" charset="-122"/>
              <a:ea typeface="微软雅黑" panose="020B0503020204020204" charset="-122"/>
            </a:rPr>
            <a:t>国科大</a:t>
          </a:r>
          <a:r>
            <a:rPr lang="zh-CN" sz="1200" b="1" dirty="0" smtClean="0">
              <a:latin typeface="微软雅黑" panose="020B0503020204020204" charset="-122"/>
              <a:ea typeface="微软雅黑" panose="020B0503020204020204" charset="-122"/>
            </a:rPr>
            <a:t>联合培养）</a:t>
          </a:r>
          <a:endParaRPr lang="zh-CN" sz="1200" b="1" dirty="0">
            <a:latin typeface="微软雅黑" panose="020B0503020204020204" charset="-122"/>
            <a:ea typeface="微软雅黑" panose="020B0503020204020204" charset="-122"/>
          </a:endParaRPr>
        </a:p>
      </dgm:t>
    </dgm:pt>
    <dgm:pt modelId="{E4970012-5EA8-4192-AE61-8E6D356DC57B}" cxnId="{9E46C4D1-668F-47CA-8B28-BCD7640F0235}" type="parTrans">
      <dgm:prSet/>
      <dgm:spPr/>
      <dgm:t>
        <a:bodyPr/>
        <a:lstStyle/>
        <a:p>
          <a:endParaRPr lang="zh-CN" altLang="en-US"/>
        </a:p>
      </dgm:t>
    </dgm:pt>
    <dgm:pt modelId="{DE27E777-7376-4F90-BE6D-8F20047E8F2A}" cxnId="{9E46C4D1-668F-47CA-8B28-BCD7640F0235}" type="sibTrans">
      <dgm:prSet/>
      <dgm:spPr/>
      <dgm:t>
        <a:bodyPr/>
        <a:lstStyle/>
        <a:p>
          <a:endParaRPr lang="zh-CN" altLang="en-US"/>
        </a:p>
      </dgm:t>
    </dgm:pt>
    <dgm:pt modelId="{34F75D6F-D8A3-4923-ACAF-99C282AA3A43}">
      <dgm:prSet custT="1"/>
      <dgm:spPr/>
      <dgm:t>
        <a:bodyPr/>
        <a:lstStyle/>
        <a:p>
          <a:pPr rtl="0"/>
          <a:r>
            <a:rPr lang="zh-CN" altLang="en-US" sz="1200" b="1" smtClean="0">
              <a:latin typeface="微软雅黑" panose="020B0503020204020204" charset="-122"/>
              <a:ea typeface="微软雅黑" panose="020B0503020204020204" charset="-122"/>
            </a:rPr>
            <a:t>大气科学类</a:t>
          </a:r>
          <a:endParaRPr lang="zh-CN" altLang="en-US" sz="1200" b="1">
            <a:latin typeface="微软雅黑" panose="020B0503020204020204" charset="-122"/>
            <a:ea typeface="微软雅黑" panose="020B0503020204020204" charset="-122"/>
          </a:endParaRPr>
        </a:p>
      </dgm:t>
    </dgm:pt>
    <dgm:pt modelId="{8219F819-98B0-4AF0-B5BE-9FD8F85F6E64}" cxnId="{DB4D002D-913B-4A40-BE89-F9FDA7205574}" type="parTrans">
      <dgm:prSet/>
      <dgm:spPr/>
      <dgm:t>
        <a:bodyPr/>
        <a:lstStyle/>
        <a:p>
          <a:endParaRPr lang="zh-CN" altLang="en-US"/>
        </a:p>
      </dgm:t>
    </dgm:pt>
    <dgm:pt modelId="{4EDF40A8-67C3-44BF-8BF3-AE07B6575F0D}" cxnId="{DB4D002D-913B-4A40-BE89-F9FDA7205574}" type="sibTrans">
      <dgm:prSet/>
      <dgm:spPr/>
      <dgm:t>
        <a:bodyPr/>
        <a:lstStyle/>
        <a:p>
          <a:endParaRPr lang="zh-CN" altLang="en-US"/>
        </a:p>
      </dgm:t>
    </dgm:pt>
    <dgm:pt modelId="{D131C335-B0C6-4921-B4A9-E56AAA4C03E6}">
      <dgm:prSet custT="1"/>
      <dgm:spPr/>
      <dgm:t>
        <a:bodyPr/>
        <a:lstStyle/>
        <a:p>
          <a:pPr rtl="0"/>
          <a:r>
            <a:rPr lang="zh-CN" altLang="en-US" sz="1200" b="1" smtClean="0">
              <a:latin typeface="微软雅黑" panose="020B0503020204020204" charset="-122"/>
              <a:ea typeface="微软雅黑" panose="020B0503020204020204" charset="-122"/>
            </a:rPr>
            <a:t>安全工程</a:t>
          </a:r>
          <a:endParaRPr lang="zh-CN" altLang="en-US" sz="1200" b="1">
            <a:latin typeface="微软雅黑" panose="020B0503020204020204" charset="-122"/>
            <a:ea typeface="微软雅黑" panose="020B0503020204020204" charset="-122"/>
          </a:endParaRPr>
        </a:p>
      </dgm:t>
    </dgm:pt>
    <dgm:pt modelId="{37146F10-4568-4524-823D-A68A1322BE2D}" cxnId="{76A04D92-CD37-4B41-A2C5-8D067F815E0C}" type="parTrans">
      <dgm:prSet/>
      <dgm:spPr/>
      <dgm:t>
        <a:bodyPr/>
        <a:lstStyle/>
        <a:p>
          <a:endParaRPr lang="zh-CN" altLang="en-US"/>
        </a:p>
      </dgm:t>
    </dgm:pt>
    <dgm:pt modelId="{53FE07CC-E60F-490A-8A60-114E9BBD3C73}" cxnId="{76A04D92-CD37-4B41-A2C5-8D067F815E0C}" type="sibTrans">
      <dgm:prSet/>
      <dgm:spPr/>
      <dgm:t>
        <a:bodyPr/>
        <a:lstStyle/>
        <a:p>
          <a:endParaRPr lang="zh-CN" altLang="en-US"/>
        </a:p>
      </dgm:t>
    </dgm:pt>
    <dgm:pt modelId="{AFBCE46B-DE03-47E2-A87D-6EBB6AF8CCE8}">
      <dgm:prSet custT="1"/>
      <dgm:spPr/>
      <dgm:t>
        <a:bodyPr/>
        <a:lstStyle/>
        <a:p>
          <a:pPr rtl="0"/>
          <a:r>
            <a:rPr lang="zh-CN" altLang="en-US" sz="1200" b="1" dirty="0" smtClean="0">
              <a:latin typeface="微软雅黑" panose="020B0503020204020204" charset="-122"/>
              <a:ea typeface="微软雅黑" panose="020B0503020204020204" charset="-122"/>
            </a:rPr>
            <a:t>防灾减灾科学与工程</a:t>
          </a:r>
          <a:endParaRPr lang="zh-CN" altLang="en-US" sz="1200" b="1" dirty="0">
            <a:latin typeface="微软雅黑" panose="020B0503020204020204" charset="-122"/>
            <a:ea typeface="微软雅黑" panose="020B0503020204020204" charset="-122"/>
          </a:endParaRPr>
        </a:p>
      </dgm:t>
    </dgm:pt>
    <dgm:pt modelId="{CE2599E8-E005-464F-B6A7-2E9512BAAC1B}" cxnId="{2A4F2D85-2F7B-453D-A9BB-D89270044B9E}" type="parTrans">
      <dgm:prSet/>
      <dgm:spPr/>
      <dgm:t>
        <a:bodyPr/>
        <a:lstStyle/>
        <a:p>
          <a:endParaRPr lang="zh-CN" altLang="en-US"/>
        </a:p>
      </dgm:t>
    </dgm:pt>
    <dgm:pt modelId="{4A6D8F43-0D85-4398-9257-39D582684605}" cxnId="{2A4F2D85-2F7B-453D-A9BB-D89270044B9E}" type="sibTrans">
      <dgm:prSet/>
      <dgm:spPr/>
      <dgm:t>
        <a:bodyPr/>
        <a:lstStyle/>
        <a:p>
          <a:endParaRPr lang="zh-CN" altLang="en-US"/>
        </a:p>
      </dgm:t>
    </dgm:pt>
    <dgm:pt modelId="{DFF87B97-4D91-4D03-9FC2-E1051EE07651}">
      <dgm:prSet custT="1"/>
      <dgm:spPr/>
      <dgm:t>
        <a:bodyPr/>
        <a:lstStyle/>
        <a:p>
          <a:pPr rtl="0"/>
          <a:r>
            <a:rPr lang="zh-CN" altLang="en-US" sz="1200" b="1" smtClean="0">
              <a:latin typeface="微软雅黑" panose="020B0503020204020204" charset="-122"/>
              <a:ea typeface="微软雅黑" panose="020B0503020204020204" charset="-122"/>
            </a:rPr>
            <a:t>生态学</a:t>
          </a:r>
          <a:endParaRPr lang="zh-CN" altLang="en-US" sz="1200" b="1">
            <a:latin typeface="微软雅黑" panose="020B0503020204020204" charset="-122"/>
            <a:ea typeface="微软雅黑" panose="020B0503020204020204" charset="-122"/>
          </a:endParaRPr>
        </a:p>
      </dgm:t>
    </dgm:pt>
    <dgm:pt modelId="{AFAAF18C-02AF-4D83-90B7-5FABC9D7AD8E}" cxnId="{A97C6513-ABC4-4554-815A-46E81AB4F384}" type="parTrans">
      <dgm:prSet/>
      <dgm:spPr/>
      <dgm:t>
        <a:bodyPr/>
        <a:lstStyle/>
        <a:p>
          <a:endParaRPr lang="zh-CN" altLang="en-US"/>
        </a:p>
      </dgm:t>
    </dgm:pt>
    <dgm:pt modelId="{A4A659EB-6759-4AB9-982F-BC827AAC45A1}" cxnId="{A97C6513-ABC4-4554-815A-46E81AB4F384}" type="sibTrans">
      <dgm:prSet/>
      <dgm:spPr/>
      <dgm:t>
        <a:bodyPr/>
        <a:lstStyle/>
        <a:p>
          <a:endParaRPr lang="zh-CN" altLang="en-US"/>
        </a:p>
      </dgm:t>
    </dgm:pt>
    <dgm:pt modelId="{78C37599-F9C9-4ADC-9AD6-7D89F0E650C2}">
      <dgm:prSet custT="1"/>
      <dgm:spPr/>
      <dgm:t>
        <a:bodyPr/>
        <a:lstStyle/>
        <a:p>
          <a:pPr rtl="0"/>
          <a:r>
            <a:rPr lang="zh-CN" altLang="en-US" sz="1200" b="1" smtClean="0">
              <a:latin typeface="微软雅黑" panose="020B0503020204020204" charset="-122"/>
              <a:ea typeface="微软雅黑" panose="020B0503020204020204" charset="-122"/>
            </a:rPr>
            <a:t>农业资源与环境</a:t>
          </a:r>
          <a:endParaRPr lang="zh-CN" altLang="en-US" sz="1200" b="1">
            <a:latin typeface="微软雅黑" panose="020B0503020204020204" charset="-122"/>
            <a:ea typeface="微软雅黑" panose="020B0503020204020204" charset="-122"/>
          </a:endParaRPr>
        </a:p>
      </dgm:t>
    </dgm:pt>
    <dgm:pt modelId="{91BE71F8-D4F8-4B7E-B350-8B704D70435D}" cxnId="{141F14C4-B1C2-43DF-846B-A06EFA3CDDC3}" type="parTrans">
      <dgm:prSet/>
      <dgm:spPr/>
      <dgm:t>
        <a:bodyPr/>
        <a:lstStyle/>
        <a:p>
          <a:endParaRPr lang="zh-CN" altLang="en-US"/>
        </a:p>
      </dgm:t>
    </dgm:pt>
    <dgm:pt modelId="{E9AF0981-06FB-4FFD-816A-D9D151FDD37C}" cxnId="{141F14C4-B1C2-43DF-846B-A06EFA3CDDC3}" type="sibTrans">
      <dgm:prSet/>
      <dgm:spPr/>
      <dgm:t>
        <a:bodyPr/>
        <a:lstStyle/>
        <a:p>
          <a:endParaRPr lang="zh-CN" altLang="en-US"/>
        </a:p>
      </dgm:t>
    </dgm:pt>
    <dgm:pt modelId="{A70670A8-841F-4DDC-B951-5CB8A5B0C377}">
      <dgm:prSet custT="1"/>
      <dgm:spPr/>
      <dgm:t>
        <a:bodyPr/>
        <a:lstStyle/>
        <a:p>
          <a:pPr rtl="0"/>
          <a:r>
            <a:rPr lang="zh-CN" altLang="en-US" sz="1200" b="1" dirty="0" smtClean="0">
              <a:latin typeface="微软雅黑" panose="020B0503020204020204" charset="-122"/>
              <a:ea typeface="微软雅黑" panose="020B0503020204020204" charset="-122"/>
            </a:rPr>
            <a:t>地理信息科学</a:t>
          </a:r>
          <a:endParaRPr lang="zh-CN" altLang="en-US" sz="1200" b="1" dirty="0">
            <a:latin typeface="微软雅黑" panose="020B0503020204020204" charset="-122"/>
            <a:ea typeface="微软雅黑" panose="020B0503020204020204" charset="-122"/>
          </a:endParaRPr>
        </a:p>
      </dgm:t>
    </dgm:pt>
    <dgm:pt modelId="{56D12DA2-A7AB-4E5C-80A8-565EE3D5AE44}" cxnId="{FC3E5010-945C-448D-A181-3AF5E0C6EF28}" type="parTrans">
      <dgm:prSet/>
      <dgm:spPr/>
      <dgm:t>
        <a:bodyPr/>
        <a:lstStyle/>
        <a:p>
          <a:endParaRPr lang="zh-CN" altLang="en-US"/>
        </a:p>
      </dgm:t>
    </dgm:pt>
    <dgm:pt modelId="{DDD1BEE3-67AC-45EF-84D2-685AA08F2C0D}" cxnId="{FC3E5010-945C-448D-A181-3AF5E0C6EF28}" type="sibTrans">
      <dgm:prSet/>
      <dgm:spPr/>
      <dgm:t>
        <a:bodyPr/>
        <a:lstStyle/>
        <a:p>
          <a:endParaRPr lang="zh-CN" altLang="en-US"/>
        </a:p>
      </dgm:t>
    </dgm:pt>
    <dgm:pt modelId="{162CC8DA-1A46-4552-8AD7-61231BB9E4FA}">
      <dgm:prSet custT="1"/>
      <dgm:spPr/>
      <dgm:t>
        <a:bodyPr/>
        <a:lstStyle/>
        <a:p>
          <a:pPr rtl="0"/>
          <a:r>
            <a:rPr lang="zh-CN" altLang="en-US" sz="1200" b="1" smtClean="0">
              <a:latin typeface="微软雅黑" panose="020B0503020204020204" charset="-122"/>
              <a:ea typeface="微软雅黑" panose="020B0503020204020204" charset="-122"/>
            </a:rPr>
            <a:t>自然地理与资源环境</a:t>
          </a:r>
          <a:endParaRPr lang="zh-CN" altLang="en-US" sz="1200" b="1">
            <a:latin typeface="微软雅黑" panose="020B0503020204020204" charset="-122"/>
            <a:ea typeface="微软雅黑" panose="020B0503020204020204" charset="-122"/>
          </a:endParaRPr>
        </a:p>
      </dgm:t>
    </dgm:pt>
    <dgm:pt modelId="{7E84A7CD-51E7-4EE1-A403-AC8BEA4184EB}" cxnId="{8D852C16-D8FC-4E7A-8183-0BBD98CBEC43}" type="parTrans">
      <dgm:prSet/>
      <dgm:spPr/>
      <dgm:t>
        <a:bodyPr/>
        <a:lstStyle/>
        <a:p>
          <a:endParaRPr lang="zh-CN" altLang="en-US"/>
        </a:p>
      </dgm:t>
    </dgm:pt>
    <dgm:pt modelId="{CAE20309-FDB7-45AB-8714-EC863A006421}" cxnId="{8D852C16-D8FC-4E7A-8183-0BBD98CBEC43}" type="sibTrans">
      <dgm:prSet/>
      <dgm:spPr/>
      <dgm:t>
        <a:bodyPr/>
        <a:lstStyle/>
        <a:p>
          <a:endParaRPr lang="zh-CN" altLang="en-US"/>
        </a:p>
      </dgm:t>
    </dgm:pt>
    <dgm:pt modelId="{D53A5591-7F9D-4EEB-984F-92C634FF0F98}">
      <dgm:prSet custT="1"/>
      <dgm:spPr/>
      <dgm:t>
        <a:bodyPr/>
        <a:lstStyle/>
        <a:p>
          <a:pPr rtl="0"/>
          <a:r>
            <a:rPr lang="zh-CN" altLang="en-US" sz="1200" b="1" smtClean="0">
              <a:latin typeface="微软雅黑" panose="020B0503020204020204" charset="-122"/>
              <a:ea typeface="微软雅黑" panose="020B0503020204020204" charset="-122"/>
            </a:rPr>
            <a:t>人文地理与城乡规划</a:t>
          </a:r>
          <a:endParaRPr lang="zh-CN" altLang="en-US" sz="1200" b="1">
            <a:latin typeface="微软雅黑" panose="020B0503020204020204" charset="-122"/>
            <a:ea typeface="微软雅黑" panose="020B0503020204020204" charset="-122"/>
          </a:endParaRPr>
        </a:p>
      </dgm:t>
    </dgm:pt>
    <dgm:pt modelId="{0DB18CB0-1CA1-4137-8890-50184AD90CBB}" cxnId="{BC90E5E7-C73D-4792-B7F1-DC874CA85703}" type="parTrans">
      <dgm:prSet/>
      <dgm:spPr/>
      <dgm:t>
        <a:bodyPr/>
        <a:lstStyle/>
        <a:p>
          <a:endParaRPr lang="zh-CN" altLang="en-US"/>
        </a:p>
      </dgm:t>
    </dgm:pt>
    <dgm:pt modelId="{C5BE3097-3C5D-47F7-A396-C53DDF57D016}" cxnId="{BC90E5E7-C73D-4792-B7F1-DC874CA85703}" type="sibTrans">
      <dgm:prSet/>
      <dgm:spPr/>
      <dgm:t>
        <a:bodyPr/>
        <a:lstStyle/>
        <a:p>
          <a:endParaRPr lang="zh-CN" altLang="en-US"/>
        </a:p>
      </dgm:t>
    </dgm:pt>
    <dgm:pt modelId="{3D5D665B-18CF-4B3A-9EF8-14F161C00CB9}">
      <dgm:prSet custT="1"/>
      <dgm:spPr/>
      <dgm:t>
        <a:bodyPr/>
        <a:lstStyle/>
        <a:p>
          <a:pPr rtl="0"/>
          <a:r>
            <a:rPr lang="zh-CN" altLang="en-US" sz="1200" b="1" smtClean="0">
              <a:latin typeface="微软雅黑" panose="020B0503020204020204" charset="-122"/>
              <a:ea typeface="微软雅黑" panose="020B0503020204020204" charset="-122"/>
            </a:rPr>
            <a:t>遥感科学与技术</a:t>
          </a:r>
          <a:endParaRPr lang="zh-CN" altLang="en-US" sz="1200" b="1">
            <a:latin typeface="微软雅黑" panose="020B0503020204020204" charset="-122"/>
            <a:ea typeface="微软雅黑" panose="020B0503020204020204" charset="-122"/>
          </a:endParaRPr>
        </a:p>
      </dgm:t>
    </dgm:pt>
    <dgm:pt modelId="{00D46C81-31B1-456F-8629-B7FB0A80C48D}" cxnId="{893076AE-772C-4E33-97E7-4F946E22D1E1}" type="parTrans">
      <dgm:prSet/>
      <dgm:spPr/>
      <dgm:t>
        <a:bodyPr/>
        <a:lstStyle/>
        <a:p>
          <a:endParaRPr lang="zh-CN" altLang="en-US"/>
        </a:p>
      </dgm:t>
    </dgm:pt>
    <dgm:pt modelId="{D9C32ADE-591B-480E-8167-5E01358E47B8}" cxnId="{893076AE-772C-4E33-97E7-4F946E22D1E1}" type="sibTrans">
      <dgm:prSet/>
      <dgm:spPr/>
      <dgm:t>
        <a:bodyPr/>
        <a:lstStyle/>
        <a:p>
          <a:endParaRPr lang="zh-CN" altLang="en-US"/>
        </a:p>
      </dgm:t>
    </dgm:pt>
    <dgm:pt modelId="{D30AF866-A699-499D-A889-450EE3B4FE8A}">
      <dgm:prSet custT="1"/>
      <dgm:spPr/>
      <dgm:t>
        <a:bodyPr/>
        <a:lstStyle/>
        <a:p>
          <a:pPr rtl="0"/>
          <a:r>
            <a:rPr lang="zh-CN" altLang="en-US" sz="1200" b="1" smtClean="0">
              <a:latin typeface="微软雅黑" panose="020B0503020204020204" charset="-122"/>
              <a:ea typeface="微软雅黑" panose="020B0503020204020204" charset="-122"/>
            </a:rPr>
            <a:t>测绘工程</a:t>
          </a:r>
          <a:endParaRPr lang="zh-CN" altLang="en-US" sz="1200" b="1">
            <a:latin typeface="微软雅黑" panose="020B0503020204020204" charset="-122"/>
            <a:ea typeface="微软雅黑" panose="020B0503020204020204" charset="-122"/>
          </a:endParaRPr>
        </a:p>
      </dgm:t>
    </dgm:pt>
    <dgm:pt modelId="{A2517914-B552-4E97-B17C-BB9D1ED8C41A}" cxnId="{EC8A536E-A485-4363-BFD7-D57EEB53A101}" type="parTrans">
      <dgm:prSet/>
      <dgm:spPr/>
      <dgm:t>
        <a:bodyPr/>
        <a:lstStyle/>
        <a:p>
          <a:endParaRPr lang="zh-CN" altLang="en-US"/>
        </a:p>
      </dgm:t>
    </dgm:pt>
    <dgm:pt modelId="{776B5210-D1B3-43ED-8535-5E0D57A510F1}" cxnId="{EC8A536E-A485-4363-BFD7-D57EEB53A101}" type="sibTrans">
      <dgm:prSet/>
      <dgm:spPr/>
      <dgm:t>
        <a:bodyPr/>
        <a:lstStyle/>
        <a:p>
          <a:endParaRPr lang="zh-CN" altLang="en-US"/>
        </a:p>
      </dgm:t>
    </dgm:pt>
    <dgm:pt modelId="{B19EF73A-1ECC-457F-8BF9-5A6405F29C43}">
      <dgm:prSet custT="1"/>
      <dgm:spPr/>
      <dgm:t>
        <a:bodyPr/>
        <a:lstStyle/>
        <a:p>
          <a:pPr rtl="0"/>
          <a:r>
            <a:rPr lang="zh-CN" altLang="en-US" sz="1200" b="1" smtClean="0">
              <a:latin typeface="微软雅黑" panose="020B0503020204020204" charset="-122"/>
              <a:ea typeface="微软雅黑" panose="020B0503020204020204" charset="-122"/>
            </a:rPr>
            <a:t>地理空间信息工程</a:t>
          </a:r>
          <a:endParaRPr lang="zh-CN" altLang="en-US" sz="1200" b="1">
            <a:latin typeface="微软雅黑" panose="020B0503020204020204" charset="-122"/>
            <a:ea typeface="微软雅黑" panose="020B0503020204020204" charset="-122"/>
          </a:endParaRPr>
        </a:p>
      </dgm:t>
    </dgm:pt>
    <dgm:pt modelId="{4664F0F2-CF88-41A1-B001-87FF2067B17D}" cxnId="{F00BE165-BD7A-4938-B7F6-D4BBAB5DBED7}" type="parTrans">
      <dgm:prSet/>
      <dgm:spPr/>
      <dgm:t>
        <a:bodyPr/>
        <a:lstStyle/>
        <a:p>
          <a:endParaRPr lang="zh-CN" altLang="en-US"/>
        </a:p>
      </dgm:t>
    </dgm:pt>
    <dgm:pt modelId="{E04E73BB-CE0C-494D-892B-7A5C98A7D3D6}" cxnId="{F00BE165-BD7A-4938-B7F6-D4BBAB5DBED7}" type="sibTrans">
      <dgm:prSet/>
      <dgm:spPr/>
      <dgm:t>
        <a:bodyPr/>
        <a:lstStyle/>
        <a:p>
          <a:endParaRPr lang="zh-CN" altLang="en-US"/>
        </a:p>
      </dgm:t>
    </dgm:pt>
    <dgm:pt modelId="{B4C613DD-8AB7-4E04-95F0-65B594300F7B}">
      <dgm:prSet custT="1"/>
      <dgm:spPr/>
      <dgm:t>
        <a:bodyPr/>
        <a:lstStyle/>
        <a:p>
          <a:pPr rtl="0"/>
          <a:r>
            <a:rPr lang="zh-CN" altLang="en-US" sz="1200" b="1" smtClean="0">
              <a:latin typeface="微软雅黑" panose="020B0503020204020204" charset="-122"/>
              <a:ea typeface="微软雅黑" panose="020B0503020204020204" charset="-122"/>
            </a:rPr>
            <a:t>水文与水资源工程</a:t>
          </a:r>
          <a:endParaRPr lang="zh-CN" altLang="en-US" sz="1200" b="1">
            <a:latin typeface="微软雅黑" panose="020B0503020204020204" charset="-122"/>
            <a:ea typeface="微软雅黑" panose="020B0503020204020204" charset="-122"/>
          </a:endParaRPr>
        </a:p>
      </dgm:t>
    </dgm:pt>
    <dgm:pt modelId="{10336710-96D8-4AC4-97CF-1BA4E6B6A09A}" cxnId="{063290C4-16F0-46C4-B82B-64505A8EA0D0}" type="parTrans">
      <dgm:prSet/>
      <dgm:spPr/>
      <dgm:t>
        <a:bodyPr/>
        <a:lstStyle/>
        <a:p>
          <a:endParaRPr lang="zh-CN" altLang="en-US"/>
        </a:p>
      </dgm:t>
    </dgm:pt>
    <dgm:pt modelId="{680D73F8-7D7B-4A70-BFCE-661575D966CA}" cxnId="{063290C4-16F0-46C4-B82B-64505A8EA0D0}" type="sibTrans">
      <dgm:prSet/>
      <dgm:spPr/>
      <dgm:t>
        <a:bodyPr/>
        <a:lstStyle/>
        <a:p>
          <a:endParaRPr lang="zh-CN" altLang="en-US"/>
        </a:p>
      </dgm:t>
    </dgm:pt>
    <dgm:pt modelId="{F02E9203-3B23-49E7-84A1-F0DC5A426D1C}">
      <dgm:prSet custT="1"/>
      <dgm:spPr/>
      <dgm:t>
        <a:bodyPr/>
        <a:lstStyle/>
        <a:p>
          <a:pPr rtl="0"/>
          <a:r>
            <a:rPr lang="zh-CN" altLang="en-US" sz="1200" b="1" smtClean="0">
              <a:latin typeface="微软雅黑" panose="020B0503020204020204" charset="-122"/>
              <a:ea typeface="微软雅黑" panose="020B0503020204020204" charset="-122"/>
            </a:rPr>
            <a:t>海洋科学与技术类</a:t>
          </a:r>
          <a:endParaRPr lang="zh-CN" altLang="en-US" sz="1200" b="1">
            <a:latin typeface="微软雅黑" panose="020B0503020204020204" charset="-122"/>
            <a:ea typeface="微软雅黑" panose="020B0503020204020204" charset="-122"/>
          </a:endParaRPr>
        </a:p>
      </dgm:t>
    </dgm:pt>
    <dgm:pt modelId="{ACFCC890-F833-4B8B-927E-90B0D86F0ECC}" cxnId="{CE41A643-7EF3-4997-A092-60B39C68D5A7}" type="parTrans">
      <dgm:prSet/>
      <dgm:spPr/>
      <dgm:t>
        <a:bodyPr/>
        <a:lstStyle/>
        <a:p>
          <a:endParaRPr lang="zh-CN" altLang="en-US"/>
        </a:p>
      </dgm:t>
    </dgm:pt>
    <dgm:pt modelId="{061F2867-232B-44B6-A8A7-56988640657D}" cxnId="{CE41A643-7EF3-4997-A092-60B39C68D5A7}" type="sibTrans">
      <dgm:prSet/>
      <dgm:spPr/>
      <dgm:t>
        <a:bodyPr/>
        <a:lstStyle/>
        <a:p>
          <a:endParaRPr lang="zh-CN" altLang="en-US"/>
        </a:p>
      </dgm:t>
    </dgm:pt>
    <dgm:pt modelId="{FA4AC17F-C6EE-429A-9868-6D99F05F5AD4}">
      <dgm:prSet custT="1"/>
      <dgm:spPr/>
      <dgm:t>
        <a:bodyPr/>
        <a:lstStyle/>
        <a:p>
          <a:pPr rtl="0"/>
          <a:r>
            <a:rPr lang="zh-CN" altLang="en-US" sz="1200" b="1" smtClean="0">
              <a:latin typeface="微软雅黑" panose="020B0503020204020204" charset="-122"/>
              <a:ea typeface="微软雅黑" panose="020B0503020204020204" charset="-122"/>
            </a:rPr>
            <a:t>环境科学与工程类</a:t>
          </a:r>
          <a:endParaRPr lang="zh-CN" altLang="en-US" sz="1200" b="1">
            <a:latin typeface="微软雅黑" panose="020B0503020204020204" charset="-122"/>
            <a:ea typeface="微软雅黑" panose="020B0503020204020204" charset="-122"/>
          </a:endParaRPr>
        </a:p>
      </dgm:t>
    </dgm:pt>
    <dgm:pt modelId="{0EA610CB-9C08-4BD6-AE20-D5F4FE42CDB8}" cxnId="{5F507759-7BA4-4E7B-B176-6FA69B964D6C}" type="parTrans">
      <dgm:prSet/>
      <dgm:spPr/>
      <dgm:t>
        <a:bodyPr/>
        <a:lstStyle/>
        <a:p>
          <a:endParaRPr lang="zh-CN" altLang="en-US"/>
        </a:p>
      </dgm:t>
    </dgm:pt>
    <dgm:pt modelId="{C66544F4-B284-4D33-B94C-DC71ADC007B6}" cxnId="{5F507759-7BA4-4E7B-B176-6FA69B964D6C}" type="sibTrans">
      <dgm:prSet/>
      <dgm:spPr/>
      <dgm:t>
        <a:bodyPr/>
        <a:lstStyle/>
        <a:p>
          <a:endParaRPr lang="zh-CN" altLang="en-US"/>
        </a:p>
      </dgm:t>
    </dgm:pt>
    <dgm:pt modelId="{C01B0684-53E4-4341-B09C-2934E5873773}">
      <dgm:prSet custT="1"/>
      <dgm:spPr/>
      <dgm:t>
        <a:bodyPr/>
        <a:lstStyle/>
        <a:p>
          <a:pPr rtl="0"/>
          <a:r>
            <a:rPr lang="zh-CN" altLang="en-US" sz="1200" b="1" smtClean="0">
              <a:latin typeface="微软雅黑" panose="020B0503020204020204" charset="-122"/>
              <a:ea typeface="微软雅黑" panose="020B0503020204020204" charset="-122"/>
            </a:rPr>
            <a:t>应用化学</a:t>
          </a:r>
          <a:endParaRPr lang="zh-CN" altLang="en-US" sz="1200" b="1">
            <a:latin typeface="微软雅黑" panose="020B0503020204020204" charset="-122"/>
            <a:ea typeface="微软雅黑" panose="020B0503020204020204" charset="-122"/>
          </a:endParaRPr>
        </a:p>
      </dgm:t>
    </dgm:pt>
    <dgm:pt modelId="{8280F67F-A635-4435-8DDD-4CD178EA88F5}" cxnId="{53F410DC-8FCE-46AA-A5B4-28641F49205B}" type="parTrans">
      <dgm:prSet/>
      <dgm:spPr/>
      <dgm:t>
        <a:bodyPr/>
        <a:lstStyle/>
        <a:p>
          <a:endParaRPr lang="zh-CN" altLang="en-US"/>
        </a:p>
      </dgm:t>
    </dgm:pt>
    <dgm:pt modelId="{9C2414A5-31C0-4FA9-B55D-EDDCC7B35258}" cxnId="{53F410DC-8FCE-46AA-A5B4-28641F49205B}" type="sibTrans">
      <dgm:prSet/>
      <dgm:spPr/>
      <dgm:t>
        <a:bodyPr/>
        <a:lstStyle/>
        <a:p>
          <a:endParaRPr lang="zh-CN" altLang="en-US"/>
        </a:p>
      </dgm:t>
    </dgm:pt>
    <dgm:pt modelId="{8BAE1FD2-19FB-461A-BFB9-74EBB45A88CD}">
      <dgm:prSet custT="1"/>
      <dgm:spPr/>
      <dgm:t>
        <a:bodyPr/>
        <a:lstStyle/>
        <a:p>
          <a:pPr rtl="0"/>
          <a:r>
            <a:rPr lang="zh-CN" altLang="en-US" sz="1200" b="1" smtClean="0">
              <a:latin typeface="微软雅黑" panose="020B0503020204020204" charset="-122"/>
              <a:ea typeface="微软雅黑" panose="020B0503020204020204" charset="-122"/>
            </a:rPr>
            <a:t>给排水科学与工程</a:t>
          </a:r>
          <a:endParaRPr lang="zh-CN" altLang="en-US" sz="1200" b="1">
            <a:latin typeface="微软雅黑" panose="020B0503020204020204" charset="-122"/>
            <a:ea typeface="微软雅黑" panose="020B0503020204020204" charset="-122"/>
          </a:endParaRPr>
        </a:p>
      </dgm:t>
    </dgm:pt>
    <dgm:pt modelId="{4AED1CE8-0BB7-4CC4-A0B1-B5FFE95F1FD6}" cxnId="{1F911B2D-BE3A-4685-9187-C3B1E6474A07}" type="parTrans">
      <dgm:prSet/>
      <dgm:spPr/>
      <dgm:t>
        <a:bodyPr/>
        <a:lstStyle/>
        <a:p>
          <a:endParaRPr lang="zh-CN" altLang="en-US"/>
        </a:p>
      </dgm:t>
    </dgm:pt>
    <dgm:pt modelId="{B5D9CFE3-E803-4E49-95D2-D996231CD7D1}" cxnId="{1F911B2D-BE3A-4685-9187-C3B1E6474A07}" type="sibTrans">
      <dgm:prSet/>
      <dgm:spPr/>
      <dgm:t>
        <a:bodyPr/>
        <a:lstStyle/>
        <a:p>
          <a:endParaRPr lang="zh-CN" altLang="en-US"/>
        </a:p>
      </dgm:t>
    </dgm:pt>
    <dgm:pt modelId="{943B90AD-2E7B-47EA-8D1C-79F8E2F5114D}">
      <dgm:prSet custT="1"/>
      <dgm:spPr/>
      <dgm:t>
        <a:bodyPr/>
        <a:lstStyle/>
        <a:p>
          <a:pPr rtl="0"/>
          <a:r>
            <a:rPr lang="zh-CN" altLang="en-US" sz="1200" b="1" smtClean="0">
              <a:latin typeface="微软雅黑" panose="020B0503020204020204" charset="-122"/>
              <a:ea typeface="微软雅黑" panose="020B0503020204020204" charset="-122"/>
            </a:rPr>
            <a:t>环境生态工程</a:t>
          </a:r>
          <a:endParaRPr lang="zh-CN" altLang="en-US" sz="1200" b="1">
            <a:latin typeface="微软雅黑" panose="020B0503020204020204" charset="-122"/>
            <a:ea typeface="微软雅黑" panose="020B0503020204020204" charset="-122"/>
          </a:endParaRPr>
        </a:p>
      </dgm:t>
    </dgm:pt>
    <dgm:pt modelId="{6490EA46-3586-455F-A009-48452C36F9E0}" cxnId="{A5FAA4F0-C85B-4E5F-8459-67AF6B18F2E9}" type="parTrans">
      <dgm:prSet/>
      <dgm:spPr/>
      <dgm:t>
        <a:bodyPr/>
        <a:lstStyle/>
        <a:p>
          <a:endParaRPr lang="zh-CN" altLang="en-US"/>
        </a:p>
      </dgm:t>
    </dgm:pt>
    <dgm:pt modelId="{3E1600CF-78B8-47C7-952A-7D6D89B2FEA7}" cxnId="{A5FAA4F0-C85B-4E5F-8459-67AF6B18F2E9}" type="sibTrans">
      <dgm:prSet/>
      <dgm:spPr/>
      <dgm:t>
        <a:bodyPr/>
        <a:lstStyle/>
        <a:p>
          <a:endParaRPr lang="zh-CN" altLang="en-US"/>
        </a:p>
      </dgm:t>
    </dgm:pt>
    <dgm:pt modelId="{28D08964-82E5-445A-99F1-275F38CD36E8}">
      <dgm:prSet custT="1"/>
      <dgm:spPr/>
      <dgm:t>
        <a:bodyPr/>
        <a:lstStyle/>
        <a:p>
          <a:pPr rtl="0"/>
          <a:r>
            <a:rPr lang="zh-CN" altLang="en-US" sz="1200" b="1" smtClean="0">
              <a:latin typeface="微软雅黑" panose="020B0503020204020204" charset="-122"/>
              <a:ea typeface="微软雅黑" panose="020B0503020204020204" charset="-122"/>
            </a:rPr>
            <a:t>自动化</a:t>
          </a:r>
          <a:endParaRPr lang="zh-CN" altLang="en-US" sz="1200" b="1">
            <a:latin typeface="微软雅黑" panose="020B0503020204020204" charset="-122"/>
            <a:ea typeface="微软雅黑" panose="020B0503020204020204" charset="-122"/>
          </a:endParaRPr>
        </a:p>
      </dgm:t>
    </dgm:pt>
    <dgm:pt modelId="{9079F02B-0450-4277-AFBA-CDD81EDFE46C}" cxnId="{B1062AA0-FA3D-49F7-9939-620E3B499CC0}" type="parTrans">
      <dgm:prSet/>
      <dgm:spPr/>
      <dgm:t>
        <a:bodyPr/>
        <a:lstStyle/>
        <a:p>
          <a:endParaRPr lang="zh-CN" altLang="en-US"/>
        </a:p>
      </dgm:t>
    </dgm:pt>
    <dgm:pt modelId="{AD80DE07-40E7-4173-83A3-02855F337149}" cxnId="{B1062AA0-FA3D-49F7-9939-620E3B499CC0}" type="sibTrans">
      <dgm:prSet/>
      <dgm:spPr/>
      <dgm:t>
        <a:bodyPr/>
        <a:lstStyle/>
        <a:p>
          <a:endParaRPr lang="zh-CN" altLang="en-US"/>
        </a:p>
      </dgm:t>
    </dgm:pt>
    <dgm:pt modelId="{9598FCFE-57ED-42F5-ACBF-E9552386FD48}">
      <dgm:prSet custT="1"/>
      <dgm:spPr/>
      <dgm:t>
        <a:bodyPr/>
        <a:lstStyle/>
        <a:p>
          <a:pPr rtl="0"/>
          <a:r>
            <a:rPr lang="zh-CN" altLang="en-US" sz="1200" b="1" dirty="0" smtClean="0">
              <a:latin typeface="微软雅黑" panose="020B0503020204020204" charset="-122"/>
              <a:ea typeface="微软雅黑" panose="020B0503020204020204" charset="-122"/>
            </a:rPr>
            <a:t>测控技术与仪器</a:t>
          </a:r>
          <a:endParaRPr lang="zh-CN" altLang="en-US" sz="1200" b="1" dirty="0">
            <a:latin typeface="微软雅黑" panose="020B0503020204020204" charset="-122"/>
            <a:ea typeface="微软雅黑" panose="020B0503020204020204" charset="-122"/>
          </a:endParaRPr>
        </a:p>
      </dgm:t>
    </dgm:pt>
    <dgm:pt modelId="{E3833F2B-C610-4475-932A-D6E453CBC94A}" cxnId="{51D938D5-ACEC-456A-8112-9F5A9B4B15FF}" type="parTrans">
      <dgm:prSet/>
      <dgm:spPr/>
      <dgm:t>
        <a:bodyPr/>
        <a:lstStyle/>
        <a:p>
          <a:endParaRPr lang="zh-CN" altLang="en-US"/>
        </a:p>
      </dgm:t>
    </dgm:pt>
    <dgm:pt modelId="{FCA20AE7-8363-4B74-9BD8-CB77187B4337}" cxnId="{51D938D5-ACEC-456A-8112-9F5A9B4B15FF}" type="sibTrans">
      <dgm:prSet/>
      <dgm:spPr/>
      <dgm:t>
        <a:bodyPr/>
        <a:lstStyle/>
        <a:p>
          <a:endParaRPr lang="zh-CN" altLang="en-US"/>
        </a:p>
      </dgm:t>
    </dgm:pt>
    <dgm:pt modelId="{96B30C6E-733F-46F6-A5CB-252A26A6BE3E}">
      <dgm:prSet custT="1"/>
      <dgm:spPr/>
      <dgm:t>
        <a:bodyPr/>
        <a:lstStyle/>
        <a:p>
          <a:pPr rtl="0"/>
          <a:r>
            <a:rPr lang="zh-CN" altLang="en-US" sz="1200" b="1" dirty="0" smtClean="0">
              <a:latin typeface="微软雅黑" panose="020B0503020204020204" charset="-122"/>
              <a:ea typeface="微软雅黑" panose="020B0503020204020204" charset="-122"/>
            </a:rPr>
            <a:t>电气工程及其自动化</a:t>
          </a:r>
          <a:endParaRPr lang="zh-CN" altLang="en-US" sz="1200" b="1" dirty="0">
            <a:latin typeface="微软雅黑" panose="020B0503020204020204" charset="-122"/>
            <a:ea typeface="微软雅黑" panose="020B0503020204020204" charset="-122"/>
          </a:endParaRPr>
        </a:p>
      </dgm:t>
    </dgm:pt>
    <dgm:pt modelId="{081F78C1-C2A7-4F48-B894-75E475E226D2}" cxnId="{170CCC2D-97CF-4D78-8B99-32C0ECDC6BDB}" type="parTrans">
      <dgm:prSet/>
      <dgm:spPr/>
      <dgm:t>
        <a:bodyPr/>
        <a:lstStyle/>
        <a:p>
          <a:endParaRPr lang="zh-CN" altLang="en-US"/>
        </a:p>
      </dgm:t>
    </dgm:pt>
    <dgm:pt modelId="{40A20017-896F-4ADF-8B6D-7F6DA1CDA00F}" cxnId="{170CCC2D-97CF-4D78-8B99-32C0ECDC6BDB}" type="sibTrans">
      <dgm:prSet/>
      <dgm:spPr/>
      <dgm:t>
        <a:bodyPr/>
        <a:lstStyle/>
        <a:p>
          <a:endParaRPr lang="zh-CN" altLang="en-US"/>
        </a:p>
      </dgm:t>
    </dgm:pt>
    <dgm:pt modelId="{28389106-FF3F-48A5-9C03-DE4CE2CD0477}">
      <dgm:prSet custT="1"/>
      <dgm:spPr/>
      <dgm:t>
        <a:bodyPr/>
        <a:lstStyle/>
        <a:p>
          <a:pPr rtl="0"/>
          <a:r>
            <a:rPr lang="zh-CN" altLang="en-US" sz="1200" b="1" smtClean="0">
              <a:latin typeface="微软雅黑" panose="020B0503020204020204" charset="-122"/>
              <a:ea typeface="微软雅黑" panose="020B0503020204020204" charset="-122"/>
            </a:rPr>
            <a:t>数据科学与大数据技术</a:t>
          </a:r>
          <a:endParaRPr lang="zh-CN" altLang="en-US" sz="1200" b="1">
            <a:latin typeface="微软雅黑" panose="020B0503020204020204" charset="-122"/>
            <a:ea typeface="微软雅黑" panose="020B0503020204020204" charset="-122"/>
          </a:endParaRPr>
        </a:p>
      </dgm:t>
    </dgm:pt>
    <dgm:pt modelId="{34CA118E-ABF1-4125-8324-B30BF3199F89}" cxnId="{1EB157CF-61D8-4EC4-8ABB-239C9D5906FC}" type="parTrans">
      <dgm:prSet/>
      <dgm:spPr/>
      <dgm:t>
        <a:bodyPr/>
        <a:lstStyle/>
        <a:p>
          <a:endParaRPr lang="zh-CN" altLang="en-US"/>
        </a:p>
      </dgm:t>
    </dgm:pt>
    <dgm:pt modelId="{60CC3B7F-1BEC-4097-8B7B-8CCF8BA1F028}" cxnId="{1EB157CF-61D8-4EC4-8ABB-239C9D5906FC}" type="sibTrans">
      <dgm:prSet/>
      <dgm:spPr/>
      <dgm:t>
        <a:bodyPr/>
        <a:lstStyle/>
        <a:p>
          <a:endParaRPr lang="zh-CN" altLang="en-US"/>
        </a:p>
      </dgm:t>
    </dgm:pt>
    <dgm:pt modelId="{CBC68943-A3A6-4543-9180-940C22F8A9C9}">
      <dgm:prSet custT="1"/>
      <dgm:spPr/>
      <dgm:t>
        <a:bodyPr/>
        <a:lstStyle/>
        <a:p>
          <a:pPr rtl="0"/>
          <a:r>
            <a:rPr lang="zh-CN" altLang="en-US" sz="1200" b="1" dirty="0" smtClean="0">
              <a:latin typeface="微软雅黑" panose="020B0503020204020204" charset="-122"/>
              <a:ea typeface="微软雅黑" panose="020B0503020204020204" charset="-122"/>
            </a:rPr>
            <a:t>机器人工程</a:t>
          </a:r>
          <a:endParaRPr lang="zh-CN" altLang="en-US" sz="1200" b="1" dirty="0">
            <a:latin typeface="微软雅黑" panose="020B0503020204020204" charset="-122"/>
            <a:ea typeface="微软雅黑" panose="020B0503020204020204" charset="-122"/>
          </a:endParaRPr>
        </a:p>
      </dgm:t>
    </dgm:pt>
    <dgm:pt modelId="{66635EA4-0D56-44B2-9668-9F43C2A03DDF}" cxnId="{49A883B6-B626-4AF2-8439-94960FE5CC78}" type="parTrans">
      <dgm:prSet/>
      <dgm:spPr/>
      <dgm:t>
        <a:bodyPr/>
        <a:lstStyle/>
        <a:p>
          <a:endParaRPr lang="zh-CN" altLang="en-US"/>
        </a:p>
      </dgm:t>
    </dgm:pt>
    <dgm:pt modelId="{0755EE36-ECAC-4735-9C8F-ECDC037D4EFB}" cxnId="{49A883B6-B626-4AF2-8439-94960FE5CC78}" type="sibTrans">
      <dgm:prSet/>
      <dgm:spPr/>
      <dgm:t>
        <a:bodyPr/>
        <a:lstStyle/>
        <a:p>
          <a:endParaRPr lang="zh-CN" altLang="en-US"/>
        </a:p>
      </dgm:t>
    </dgm:pt>
    <dgm:pt modelId="{2BE8F84D-22D2-400B-90A6-C5E640216C59}">
      <dgm:prSet custT="1"/>
      <dgm:spPr/>
      <dgm:t>
        <a:bodyPr/>
        <a:lstStyle/>
        <a:p>
          <a:pPr rtl="0"/>
          <a:r>
            <a:rPr lang="zh-CN" altLang="en-US" sz="1200" b="1" dirty="0" smtClean="0">
              <a:latin typeface="微软雅黑" panose="020B0503020204020204" charset="-122"/>
              <a:ea typeface="微软雅黑" panose="020B0503020204020204" charset="-122"/>
            </a:rPr>
            <a:t>人工智能</a:t>
          </a:r>
          <a:endParaRPr lang="zh-CN" altLang="en-US" sz="1200" b="1" dirty="0">
            <a:latin typeface="微软雅黑" panose="020B0503020204020204" charset="-122"/>
            <a:ea typeface="微软雅黑" panose="020B0503020204020204" charset="-122"/>
          </a:endParaRPr>
        </a:p>
      </dgm:t>
    </dgm:pt>
    <dgm:pt modelId="{69395981-573D-4D8E-B74D-C9CDD19D5487}" cxnId="{05E2CC6A-AFEE-4C78-8EF4-BE052C5F1EA0}" type="parTrans">
      <dgm:prSet/>
      <dgm:spPr/>
      <dgm:t>
        <a:bodyPr/>
        <a:lstStyle/>
        <a:p>
          <a:endParaRPr lang="zh-CN" altLang="en-US"/>
        </a:p>
      </dgm:t>
    </dgm:pt>
    <dgm:pt modelId="{AAE9AC80-31A1-4E08-B1D0-C1599FDF88EE}" cxnId="{05E2CC6A-AFEE-4C78-8EF4-BE052C5F1EA0}" type="sibTrans">
      <dgm:prSet/>
      <dgm:spPr/>
      <dgm:t>
        <a:bodyPr/>
        <a:lstStyle/>
        <a:p>
          <a:endParaRPr lang="zh-CN" altLang="en-US"/>
        </a:p>
      </dgm:t>
    </dgm:pt>
    <dgm:pt modelId="{75EAFDB3-52CC-46A0-85A7-0A47DF32C9C8}">
      <dgm:prSet custT="1"/>
      <dgm:spPr/>
      <dgm:t>
        <a:bodyPr/>
        <a:lstStyle/>
        <a:p>
          <a:pPr rtl="0"/>
          <a:r>
            <a:rPr lang="zh-CN" altLang="en-US" sz="1200" b="1" smtClean="0">
              <a:latin typeface="微软雅黑" panose="020B0503020204020204" charset="-122"/>
              <a:ea typeface="微软雅黑" panose="020B0503020204020204" charset="-122"/>
            </a:rPr>
            <a:t>电子信息类</a:t>
          </a:r>
          <a:endParaRPr lang="zh-CN" altLang="en-US" sz="1200" b="1">
            <a:latin typeface="微软雅黑" panose="020B0503020204020204" charset="-122"/>
            <a:ea typeface="微软雅黑" panose="020B0503020204020204" charset="-122"/>
          </a:endParaRPr>
        </a:p>
      </dgm:t>
    </dgm:pt>
    <dgm:pt modelId="{A3D64FC7-B977-4381-BFA9-153817ACBB3A}" cxnId="{6C6CED1F-1D45-4402-A64A-1F958795C3D0}" type="parTrans">
      <dgm:prSet/>
      <dgm:spPr/>
      <dgm:t>
        <a:bodyPr/>
        <a:lstStyle/>
        <a:p>
          <a:endParaRPr lang="zh-CN" altLang="en-US"/>
        </a:p>
      </dgm:t>
    </dgm:pt>
    <dgm:pt modelId="{7ADA8C11-13A5-42AE-85F8-6D97FAFAF1A2}" cxnId="{6C6CED1F-1D45-4402-A64A-1F958795C3D0}" type="sibTrans">
      <dgm:prSet/>
      <dgm:spPr/>
      <dgm:t>
        <a:bodyPr/>
        <a:lstStyle/>
        <a:p>
          <a:endParaRPr lang="zh-CN" altLang="en-US"/>
        </a:p>
      </dgm:t>
    </dgm:pt>
    <dgm:pt modelId="{ADF1AD76-E836-4DBE-B882-AC213037A164}">
      <dgm:prSet custT="1"/>
      <dgm:spPr/>
      <dgm:t>
        <a:bodyPr/>
        <a:lstStyle/>
        <a:p>
          <a:pPr rtl="0"/>
          <a:r>
            <a:rPr lang="zh-CN" altLang="en-US" sz="1200" b="1" smtClean="0">
              <a:latin typeface="微软雅黑" panose="020B0503020204020204" charset="-122"/>
              <a:ea typeface="微软雅黑" panose="020B0503020204020204" charset="-122"/>
            </a:rPr>
            <a:t>计算机类</a:t>
          </a:r>
          <a:endParaRPr lang="zh-CN" altLang="en-US" sz="1200" b="1">
            <a:latin typeface="微软雅黑" panose="020B0503020204020204" charset="-122"/>
            <a:ea typeface="微软雅黑" panose="020B0503020204020204" charset="-122"/>
          </a:endParaRPr>
        </a:p>
      </dgm:t>
    </dgm:pt>
    <dgm:pt modelId="{1EDB1F43-9FB0-4A45-8492-4E4A5BC2E74A}" cxnId="{72CE5170-C9D7-4F34-ABB5-1340B41FBA51}" type="parTrans">
      <dgm:prSet/>
      <dgm:spPr/>
      <dgm:t>
        <a:bodyPr/>
        <a:lstStyle/>
        <a:p>
          <a:endParaRPr lang="zh-CN" altLang="en-US"/>
        </a:p>
      </dgm:t>
    </dgm:pt>
    <dgm:pt modelId="{5E2D1F4E-2080-4AF1-A7F4-EE66AD12DE44}" cxnId="{72CE5170-C9D7-4F34-ABB5-1340B41FBA51}" type="sibTrans">
      <dgm:prSet/>
      <dgm:spPr/>
      <dgm:t>
        <a:bodyPr/>
        <a:lstStyle/>
        <a:p>
          <a:endParaRPr lang="zh-CN" altLang="en-US"/>
        </a:p>
      </dgm:t>
    </dgm:pt>
    <dgm:pt modelId="{1091BB84-46F8-45DA-892C-88F4DE3F6C27}">
      <dgm:prSet custT="1"/>
      <dgm:spPr/>
      <dgm:t>
        <a:bodyPr/>
        <a:lstStyle/>
        <a:p>
          <a:pPr rtl="0"/>
          <a:r>
            <a:rPr lang="zh-CN" altLang="en-US" sz="1200" b="1" smtClean="0">
              <a:latin typeface="微软雅黑" panose="020B0503020204020204" charset="-122"/>
              <a:ea typeface="微软雅黑" panose="020B0503020204020204" charset="-122"/>
            </a:rPr>
            <a:t>软件工程（中外合作办学）</a:t>
          </a:r>
          <a:endParaRPr lang="zh-CN" altLang="en-US" sz="1200" b="1">
            <a:latin typeface="微软雅黑" panose="020B0503020204020204" charset="-122"/>
            <a:ea typeface="微软雅黑" panose="020B0503020204020204" charset="-122"/>
          </a:endParaRPr>
        </a:p>
      </dgm:t>
    </dgm:pt>
    <dgm:pt modelId="{6583CD49-090B-44B0-8E46-12F2C56858B0}" cxnId="{4AA30674-89BC-4A9C-8E3C-4123E5F3996A}" type="parTrans">
      <dgm:prSet/>
      <dgm:spPr/>
      <dgm:t>
        <a:bodyPr/>
        <a:lstStyle/>
        <a:p>
          <a:endParaRPr lang="zh-CN" altLang="en-US"/>
        </a:p>
      </dgm:t>
    </dgm:pt>
    <dgm:pt modelId="{F4039435-DB26-4D1B-86BD-A158C1742CC8}" cxnId="{4AA30674-89BC-4A9C-8E3C-4123E5F3996A}" type="sibTrans">
      <dgm:prSet/>
      <dgm:spPr/>
      <dgm:t>
        <a:bodyPr/>
        <a:lstStyle/>
        <a:p>
          <a:endParaRPr lang="zh-CN" altLang="en-US"/>
        </a:p>
      </dgm:t>
    </dgm:pt>
    <dgm:pt modelId="{E87543BE-E9D2-48C0-82A2-DDBCBF3FDD8A}">
      <dgm:prSet custT="1"/>
      <dgm:spPr/>
      <dgm:t>
        <a:bodyPr/>
        <a:lstStyle/>
        <a:p>
          <a:pPr rtl="0"/>
          <a:r>
            <a:rPr lang="zh-CN" altLang="en-US" sz="1200" b="1" smtClean="0">
              <a:latin typeface="微软雅黑" panose="020B0503020204020204" charset="-122"/>
              <a:ea typeface="微软雅黑" panose="020B0503020204020204" charset="-122"/>
            </a:rPr>
            <a:t>应用统计学</a:t>
          </a:r>
          <a:endParaRPr lang="zh-CN" altLang="en-US" sz="1200" b="1">
            <a:latin typeface="微软雅黑" panose="020B0503020204020204" charset="-122"/>
            <a:ea typeface="微软雅黑" panose="020B0503020204020204" charset="-122"/>
          </a:endParaRPr>
        </a:p>
      </dgm:t>
    </dgm:pt>
    <dgm:pt modelId="{D80871DF-501C-4B1B-B773-8452DE8579DF}" cxnId="{61814D98-CFCC-4066-AD7E-2B688C347792}" type="parTrans">
      <dgm:prSet/>
      <dgm:spPr/>
      <dgm:t>
        <a:bodyPr/>
        <a:lstStyle/>
        <a:p>
          <a:endParaRPr lang="zh-CN" altLang="en-US"/>
        </a:p>
      </dgm:t>
    </dgm:pt>
    <dgm:pt modelId="{BD8523EE-4D65-414E-9E15-EB04341BB520}" cxnId="{61814D98-CFCC-4066-AD7E-2B688C347792}" type="sibTrans">
      <dgm:prSet/>
      <dgm:spPr/>
      <dgm:t>
        <a:bodyPr/>
        <a:lstStyle/>
        <a:p>
          <a:endParaRPr lang="zh-CN" altLang="en-US"/>
        </a:p>
      </dgm:t>
    </dgm:pt>
    <dgm:pt modelId="{AC5780E2-6F68-4645-9BCD-0C7A1884DA82}">
      <dgm:prSet custT="1"/>
      <dgm:spPr/>
      <dgm:t>
        <a:bodyPr/>
        <a:lstStyle/>
        <a:p>
          <a:pPr rtl="0"/>
          <a:r>
            <a:rPr lang="zh-CN" altLang="en-US" sz="1200" b="1" smtClean="0">
              <a:latin typeface="微软雅黑" panose="020B0503020204020204" charset="-122"/>
              <a:ea typeface="微软雅黑" panose="020B0503020204020204" charset="-122"/>
            </a:rPr>
            <a:t>信息与计算科学</a:t>
          </a:r>
          <a:endParaRPr lang="zh-CN" altLang="en-US" sz="1200" b="1">
            <a:latin typeface="微软雅黑" panose="020B0503020204020204" charset="-122"/>
            <a:ea typeface="微软雅黑" panose="020B0503020204020204" charset="-122"/>
          </a:endParaRPr>
        </a:p>
      </dgm:t>
    </dgm:pt>
    <dgm:pt modelId="{3235375D-8050-48DC-B363-CAA62488A437}" cxnId="{38479A75-0028-4AFC-B418-C6DD620411B8}" type="parTrans">
      <dgm:prSet/>
      <dgm:spPr/>
      <dgm:t>
        <a:bodyPr/>
        <a:lstStyle/>
        <a:p>
          <a:endParaRPr lang="zh-CN" altLang="en-US"/>
        </a:p>
      </dgm:t>
    </dgm:pt>
    <dgm:pt modelId="{84F97CF6-7154-4AAB-B33A-B72C8EC300FC}" cxnId="{38479A75-0028-4AFC-B418-C6DD620411B8}" type="sibTrans">
      <dgm:prSet/>
      <dgm:spPr/>
      <dgm:t>
        <a:bodyPr/>
        <a:lstStyle/>
        <a:p>
          <a:endParaRPr lang="zh-CN" altLang="en-US"/>
        </a:p>
      </dgm:t>
    </dgm:pt>
    <dgm:pt modelId="{8DA2CCF2-F1BF-40F5-A2B1-379293842048}">
      <dgm:prSet custT="1"/>
      <dgm:spPr/>
      <dgm:t>
        <a:bodyPr/>
        <a:lstStyle/>
        <a:p>
          <a:pPr rtl="0"/>
          <a:r>
            <a:rPr lang="zh-CN" altLang="en-US" sz="1200" b="1" smtClean="0">
              <a:latin typeface="微软雅黑" panose="020B0503020204020204" charset="-122"/>
              <a:ea typeface="微软雅黑" panose="020B0503020204020204" charset="-122"/>
            </a:rPr>
            <a:t>数学与应用数学</a:t>
          </a:r>
          <a:endParaRPr lang="zh-CN" altLang="en-US" sz="1200" b="1">
            <a:latin typeface="微软雅黑" panose="020B0503020204020204" charset="-122"/>
            <a:ea typeface="微软雅黑" panose="020B0503020204020204" charset="-122"/>
          </a:endParaRPr>
        </a:p>
      </dgm:t>
    </dgm:pt>
    <dgm:pt modelId="{EE2FF3F5-D66E-4D20-BA6D-F13FA63E3F19}" cxnId="{9B5C6DA7-CEA5-493B-99AA-A952834868FD}" type="parTrans">
      <dgm:prSet/>
      <dgm:spPr/>
      <dgm:t>
        <a:bodyPr/>
        <a:lstStyle/>
        <a:p>
          <a:endParaRPr lang="zh-CN" altLang="en-US"/>
        </a:p>
      </dgm:t>
    </dgm:pt>
    <dgm:pt modelId="{1379E497-AEBE-4779-8A30-FC5F0866501E}" cxnId="{9B5C6DA7-CEA5-493B-99AA-A952834868FD}" type="sibTrans">
      <dgm:prSet/>
      <dgm:spPr/>
      <dgm:t>
        <a:bodyPr/>
        <a:lstStyle/>
        <a:p>
          <a:endParaRPr lang="zh-CN" altLang="en-US"/>
        </a:p>
      </dgm:t>
    </dgm:pt>
    <dgm:pt modelId="{9741E56B-B3A1-48E2-B545-B92E2C03D304}">
      <dgm:prSet custT="1"/>
      <dgm:spPr/>
      <dgm:t>
        <a:bodyPr/>
        <a:lstStyle/>
        <a:p>
          <a:pPr rtl="0"/>
          <a:r>
            <a:rPr lang="zh-CN" altLang="en-US" sz="1200" b="1" smtClean="0">
              <a:latin typeface="微软雅黑" panose="020B0503020204020204" charset="-122"/>
              <a:ea typeface="微软雅黑" panose="020B0503020204020204" charset="-122"/>
            </a:rPr>
            <a:t>物理学</a:t>
          </a:r>
          <a:endParaRPr lang="zh-CN" altLang="en-US" sz="1200" b="1">
            <a:latin typeface="微软雅黑" panose="020B0503020204020204" charset="-122"/>
            <a:ea typeface="微软雅黑" panose="020B0503020204020204" charset="-122"/>
          </a:endParaRPr>
        </a:p>
      </dgm:t>
    </dgm:pt>
    <dgm:pt modelId="{AED82FD4-2DFA-4332-9735-F89CC3963294}" cxnId="{9F27150A-D055-4351-8A12-634EC7B25C36}" type="parTrans">
      <dgm:prSet/>
      <dgm:spPr/>
      <dgm:t>
        <a:bodyPr/>
        <a:lstStyle/>
        <a:p>
          <a:endParaRPr lang="zh-CN" altLang="en-US"/>
        </a:p>
      </dgm:t>
    </dgm:pt>
    <dgm:pt modelId="{B9BEB6FA-F2DD-4BEA-9DD1-11D8C901B582}" cxnId="{9F27150A-D055-4351-8A12-634EC7B25C36}" type="sibTrans">
      <dgm:prSet/>
      <dgm:spPr/>
      <dgm:t>
        <a:bodyPr/>
        <a:lstStyle/>
        <a:p>
          <a:endParaRPr lang="zh-CN" altLang="en-US"/>
        </a:p>
      </dgm:t>
    </dgm:pt>
    <dgm:pt modelId="{9527065C-E954-4A64-BA3E-ACDC9A51BF9A}">
      <dgm:prSet custT="1"/>
      <dgm:spPr/>
      <dgm:t>
        <a:bodyPr/>
        <a:lstStyle/>
        <a:p>
          <a:pPr rtl="0"/>
          <a:r>
            <a:rPr lang="zh-CN" altLang="en-US" sz="1200" b="1" smtClean="0">
              <a:latin typeface="微软雅黑" panose="020B0503020204020204" charset="-122"/>
              <a:ea typeface="微软雅黑" panose="020B0503020204020204" charset="-122"/>
            </a:rPr>
            <a:t>应用物理学</a:t>
          </a:r>
          <a:endParaRPr lang="zh-CN" altLang="en-US" sz="1200" b="1">
            <a:latin typeface="微软雅黑" panose="020B0503020204020204" charset="-122"/>
            <a:ea typeface="微软雅黑" panose="020B0503020204020204" charset="-122"/>
          </a:endParaRPr>
        </a:p>
      </dgm:t>
    </dgm:pt>
    <dgm:pt modelId="{C0199770-801C-45FC-AA44-B6B4D88EE7FD}" cxnId="{D291F3C1-A623-49E1-A39D-9B451FA0D31B}" type="parTrans">
      <dgm:prSet/>
      <dgm:spPr/>
      <dgm:t>
        <a:bodyPr/>
        <a:lstStyle/>
        <a:p>
          <a:endParaRPr lang="zh-CN" altLang="en-US"/>
        </a:p>
      </dgm:t>
    </dgm:pt>
    <dgm:pt modelId="{82463D44-78F4-4C98-BB6D-7E394E7F72B2}" cxnId="{D291F3C1-A623-49E1-A39D-9B451FA0D31B}" type="sibTrans">
      <dgm:prSet/>
      <dgm:spPr/>
      <dgm:t>
        <a:bodyPr/>
        <a:lstStyle/>
        <a:p>
          <a:endParaRPr lang="zh-CN" altLang="en-US"/>
        </a:p>
      </dgm:t>
    </dgm:pt>
    <dgm:pt modelId="{205F3423-77F2-4855-98E7-B33F5D59B0F3}">
      <dgm:prSet custT="1"/>
      <dgm:spPr/>
      <dgm:t>
        <a:bodyPr/>
        <a:lstStyle/>
        <a:p>
          <a:pPr rtl="0"/>
          <a:r>
            <a:rPr lang="zh-CN" altLang="en-US" sz="1200" b="1" smtClean="0">
              <a:latin typeface="微软雅黑" panose="020B0503020204020204" charset="-122"/>
              <a:ea typeface="微软雅黑" panose="020B0503020204020204" charset="-122"/>
            </a:rPr>
            <a:t>材料物理</a:t>
          </a:r>
          <a:endParaRPr lang="zh-CN" altLang="en-US" sz="1200" b="1">
            <a:latin typeface="微软雅黑" panose="020B0503020204020204" charset="-122"/>
            <a:ea typeface="微软雅黑" panose="020B0503020204020204" charset="-122"/>
          </a:endParaRPr>
        </a:p>
      </dgm:t>
    </dgm:pt>
    <dgm:pt modelId="{94B3EF5E-7643-40E6-9C8C-D88945CCDE8E}" cxnId="{BFCD97A0-A75A-49CA-8914-76356F7A90EE}" type="parTrans">
      <dgm:prSet/>
      <dgm:spPr/>
      <dgm:t>
        <a:bodyPr/>
        <a:lstStyle/>
        <a:p>
          <a:endParaRPr lang="zh-CN" altLang="en-US"/>
        </a:p>
      </dgm:t>
    </dgm:pt>
    <dgm:pt modelId="{9052447F-CEB9-4358-99ED-81F97D06A0EC}" cxnId="{BFCD97A0-A75A-49CA-8914-76356F7A90EE}" type="sibTrans">
      <dgm:prSet/>
      <dgm:spPr/>
      <dgm:t>
        <a:bodyPr/>
        <a:lstStyle/>
        <a:p>
          <a:endParaRPr lang="zh-CN" altLang="en-US"/>
        </a:p>
      </dgm:t>
    </dgm:pt>
    <dgm:pt modelId="{2E19AD63-441E-48BC-B420-D118A43427D3}">
      <dgm:prSet custT="1"/>
      <dgm:spPr/>
      <dgm:t>
        <a:bodyPr/>
        <a:lstStyle/>
        <a:p>
          <a:pPr rtl="0"/>
          <a:r>
            <a:rPr lang="zh-CN" altLang="en-US" sz="1200" b="1" smtClean="0">
              <a:latin typeface="微软雅黑" panose="020B0503020204020204" charset="-122"/>
              <a:ea typeface="微软雅黑" panose="020B0503020204020204" charset="-122"/>
            </a:rPr>
            <a:t>光电信息科学与工程</a:t>
          </a:r>
          <a:endParaRPr lang="zh-CN" altLang="en-US" sz="1200" b="1">
            <a:latin typeface="微软雅黑" panose="020B0503020204020204" charset="-122"/>
            <a:ea typeface="微软雅黑" panose="020B0503020204020204" charset="-122"/>
          </a:endParaRPr>
        </a:p>
      </dgm:t>
    </dgm:pt>
    <dgm:pt modelId="{39977A56-7BF3-4F3A-9FFA-BEF71FBAC70E}" cxnId="{4F6788A1-B56E-40FF-825C-4AF29CFB8B6D}" type="parTrans">
      <dgm:prSet/>
      <dgm:spPr/>
      <dgm:t>
        <a:bodyPr/>
        <a:lstStyle/>
        <a:p>
          <a:endParaRPr lang="zh-CN" altLang="en-US"/>
        </a:p>
      </dgm:t>
    </dgm:pt>
    <dgm:pt modelId="{D0928C81-7A33-4FE3-B2F7-3CBADC1C6AC2}" cxnId="{4F6788A1-B56E-40FF-825C-4AF29CFB8B6D}" type="sibTrans">
      <dgm:prSet/>
      <dgm:spPr/>
      <dgm:t>
        <a:bodyPr/>
        <a:lstStyle/>
        <a:p>
          <a:endParaRPr lang="zh-CN" altLang="en-US"/>
        </a:p>
      </dgm:t>
    </dgm:pt>
    <dgm:pt modelId="{A968592A-E105-4388-8C61-C4652FD36B99}">
      <dgm:prSet custT="1"/>
      <dgm:spPr/>
      <dgm:t>
        <a:bodyPr/>
        <a:lstStyle/>
        <a:p>
          <a:pPr rtl="0"/>
          <a:r>
            <a:rPr lang="zh-CN" altLang="en-US" sz="1200" b="1" smtClean="0">
              <a:latin typeface="微软雅黑" panose="020B0503020204020204" charset="-122"/>
              <a:ea typeface="微软雅黑" panose="020B0503020204020204" charset="-122"/>
            </a:rPr>
            <a:t>信息管理与信息系统</a:t>
          </a:r>
          <a:endParaRPr lang="zh-CN" altLang="en-US" sz="1200" b="1">
            <a:latin typeface="微软雅黑" panose="020B0503020204020204" charset="-122"/>
            <a:ea typeface="微软雅黑" panose="020B0503020204020204" charset="-122"/>
          </a:endParaRPr>
        </a:p>
      </dgm:t>
    </dgm:pt>
    <dgm:pt modelId="{FFAA5539-90DE-4257-97B4-0682BB63BA0A}" cxnId="{469D0D91-8254-4E97-AEEE-C945C9A0D9EF}" type="parTrans">
      <dgm:prSet/>
      <dgm:spPr/>
      <dgm:t>
        <a:bodyPr/>
        <a:lstStyle/>
        <a:p>
          <a:endParaRPr lang="zh-CN" altLang="en-US"/>
        </a:p>
      </dgm:t>
    </dgm:pt>
    <dgm:pt modelId="{4D59C538-3207-4F96-98A3-DBDAF12BAEE0}" cxnId="{469D0D91-8254-4E97-AEEE-C945C9A0D9EF}" type="sibTrans">
      <dgm:prSet/>
      <dgm:spPr/>
      <dgm:t>
        <a:bodyPr/>
        <a:lstStyle/>
        <a:p>
          <a:endParaRPr lang="zh-CN" altLang="en-US"/>
        </a:p>
      </dgm:t>
    </dgm:pt>
    <dgm:pt modelId="{2E2662FE-66BD-4351-B6F4-4A052BB61AD2}">
      <dgm:prSet custT="1"/>
      <dgm:spPr/>
      <dgm:t>
        <a:bodyPr/>
        <a:lstStyle/>
        <a:p>
          <a:pPr rtl="0"/>
          <a:r>
            <a:rPr lang="zh-CN" altLang="en-US" sz="1200" b="1" smtClean="0">
              <a:latin typeface="微软雅黑" panose="020B0503020204020204" charset="-122"/>
              <a:ea typeface="微软雅黑" panose="020B0503020204020204" charset="-122"/>
            </a:rPr>
            <a:t>金融工程</a:t>
          </a:r>
          <a:endParaRPr lang="zh-CN" altLang="en-US" sz="1200" b="1">
            <a:latin typeface="微软雅黑" panose="020B0503020204020204" charset="-122"/>
            <a:ea typeface="微软雅黑" panose="020B0503020204020204" charset="-122"/>
          </a:endParaRPr>
        </a:p>
      </dgm:t>
    </dgm:pt>
    <dgm:pt modelId="{C57F2DE1-3C63-467F-BE28-A344B0A4F2D1}" cxnId="{5A0FDCCB-AEB7-4D12-B2D0-EB3BF97C39BB}" type="parTrans">
      <dgm:prSet/>
      <dgm:spPr/>
      <dgm:t>
        <a:bodyPr/>
        <a:lstStyle/>
        <a:p>
          <a:endParaRPr lang="zh-CN" altLang="en-US"/>
        </a:p>
      </dgm:t>
    </dgm:pt>
    <dgm:pt modelId="{87D17F40-DA42-4246-A768-ABC12ED7F53D}" cxnId="{5A0FDCCB-AEB7-4D12-B2D0-EB3BF97C39BB}" type="sibTrans">
      <dgm:prSet/>
      <dgm:spPr/>
      <dgm:t>
        <a:bodyPr/>
        <a:lstStyle/>
        <a:p>
          <a:endParaRPr lang="zh-CN" altLang="en-US"/>
        </a:p>
      </dgm:t>
    </dgm:pt>
    <dgm:pt modelId="{429B1F91-A82E-4DF0-BCA6-3739CD627AD7}">
      <dgm:prSet custT="1"/>
      <dgm:spPr/>
      <dgm:t>
        <a:bodyPr/>
        <a:lstStyle/>
        <a:p>
          <a:pPr rtl="0"/>
          <a:r>
            <a:rPr lang="zh-CN" altLang="en-US" sz="1200" b="1" dirty="0" smtClean="0">
              <a:latin typeface="微软雅黑" panose="020B0503020204020204" charset="-122"/>
              <a:ea typeface="微软雅黑" panose="020B0503020204020204" charset="-122"/>
            </a:rPr>
            <a:t>经济统计学</a:t>
          </a:r>
          <a:endParaRPr lang="zh-CN" altLang="en-US" sz="1200" b="1" dirty="0">
            <a:latin typeface="微软雅黑" panose="020B0503020204020204" charset="-122"/>
            <a:ea typeface="微软雅黑" panose="020B0503020204020204" charset="-122"/>
          </a:endParaRPr>
        </a:p>
      </dgm:t>
    </dgm:pt>
    <dgm:pt modelId="{DAED254D-F1D1-43FE-88FD-EC02AC813437}" cxnId="{E185F963-A2EE-4392-B23E-09236476CA6F}" type="parTrans">
      <dgm:prSet/>
      <dgm:spPr/>
      <dgm:t>
        <a:bodyPr/>
        <a:lstStyle/>
        <a:p>
          <a:endParaRPr lang="zh-CN" altLang="en-US"/>
        </a:p>
      </dgm:t>
    </dgm:pt>
    <dgm:pt modelId="{6AA772BA-EC43-477F-850E-1A7DF03B0AE9}" cxnId="{E185F963-A2EE-4392-B23E-09236476CA6F}" type="sibTrans">
      <dgm:prSet/>
      <dgm:spPr/>
      <dgm:t>
        <a:bodyPr/>
        <a:lstStyle/>
        <a:p>
          <a:endParaRPr lang="zh-CN" altLang="en-US"/>
        </a:p>
      </dgm:t>
    </dgm:pt>
    <dgm:pt modelId="{D757C654-1049-4CB7-8288-027FDE73DA46}">
      <dgm:prSet custT="1"/>
      <dgm:spPr/>
      <dgm:t>
        <a:bodyPr/>
        <a:lstStyle/>
        <a:p>
          <a:pPr rtl="0"/>
          <a:r>
            <a:rPr lang="zh-CN" altLang="en-US" sz="1200" b="1" dirty="0" smtClean="0">
              <a:latin typeface="微软雅黑" panose="020B0503020204020204" charset="-122"/>
              <a:ea typeface="微软雅黑" panose="020B0503020204020204" charset="-122"/>
            </a:rPr>
            <a:t>国际经济与贸易</a:t>
          </a:r>
          <a:endParaRPr lang="zh-CN" altLang="en-US" sz="1200" b="1" dirty="0">
            <a:latin typeface="微软雅黑" panose="020B0503020204020204" charset="-122"/>
            <a:ea typeface="微软雅黑" panose="020B0503020204020204" charset="-122"/>
          </a:endParaRPr>
        </a:p>
      </dgm:t>
    </dgm:pt>
    <dgm:pt modelId="{6CE329AE-66C1-4DBF-A5FF-C8F990251F5E}" cxnId="{AAC73DF9-F373-43C1-A97B-34174B3ED75F}" type="parTrans">
      <dgm:prSet/>
      <dgm:spPr/>
      <dgm:t>
        <a:bodyPr/>
        <a:lstStyle/>
        <a:p>
          <a:endParaRPr lang="zh-CN" altLang="en-US"/>
        </a:p>
      </dgm:t>
    </dgm:pt>
    <dgm:pt modelId="{11DCF28A-C177-4B47-B204-91331D33D772}" cxnId="{AAC73DF9-F373-43C1-A97B-34174B3ED75F}" type="sibTrans">
      <dgm:prSet/>
      <dgm:spPr/>
      <dgm:t>
        <a:bodyPr/>
        <a:lstStyle/>
        <a:p>
          <a:endParaRPr lang="zh-CN" altLang="en-US"/>
        </a:p>
      </dgm:t>
    </dgm:pt>
    <dgm:pt modelId="{E293A25B-F9B1-406F-9076-F2ED719588FC}">
      <dgm:prSet custT="1"/>
      <dgm:spPr/>
      <dgm:t>
        <a:bodyPr/>
        <a:lstStyle/>
        <a:p>
          <a:pPr rtl="0"/>
          <a:r>
            <a:rPr lang="zh-CN" altLang="en-US" sz="1200" b="1" dirty="0" smtClean="0">
              <a:latin typeface="微软雅黑" panose="020B0503020204020204" charset="-122"/>
              <a:ea typeface="微软雅黑" panose="020B0503020204020204" charset="-122"/>
            </a:rPr>
            <a:t>工商管理类</a:t>
          </a:r>
          <a:endParaRPr lang="zh-CN" altLang="en-US" sz="1200" b="1" dirty="0">
            <a:latin typeface="微软雅黑" panose="020B0503020204020204" charset="-122"/>
            <a:ea typeface="微软雅黑" panose="020B0503020204020204" charset="-122"/>
          </a:endParaRPr>
        </a:p>
      </dgm:t>
    </dgm:pt>
    <dgm:pt modelId="{D613058B-2466-490C-ACCE-59733A1BB667}" cxnId="{861C02D6-201B-485F-AAC2-3C4635E23891}" type="parTrans">
      <dgm:prSet/>
      <dgm:spPr/>
      <dgm:t>
        <a:bodyPr/>
        <a:lstStyle/>
        <a:p>
          <a:endParaRPr lang="zh-CN" altLang="en-US"/>
        </a:p>
      </dgm:t>
    </dgm:pt>
    <dgm:pt modelId="{D9ACDEAA-46EB-442C-9552-97CEBCA9DCBE}" cxnId="{861C02D6-201B-485F-AAC2-3C4635E23891}" type="sibTrans">
      <dgm:prSet/>
      <dgm:spPr/>
      <dgm:t>
        <a:bodyPr/>
        <a:lstStyle/>
        <a:p>
          <a:endParaRPr lang="zh-CN" altLang="en-US"/>
        </a:p>
      </dgm:t>
    </dgm:pt>
    <dgm:pt modelId="{7F227F88-1C8B-4819-8DB7-2988B661D3FB}">
      <dgm:prSet custT="1"/>
      <dgm:spPr/>
      <dgm:t>
        <a:bodyPr/>
        <a:lstStyle/>
        <a:p>
          <a:pPr rtl="0"/>
          <a:r>
            <a:rPr lang="zh-CN" altLang="en-US" sz="1200" b="1" smtClean="0">
              <a:latin typeface="微软雅黑" panose="020B0503020204020204" charset="-122"/>
              <a:ea typeface="微软雅黑" panose="020B0503020204020204" charset="-122"/>
            </a:rPr>
            <a:t>数学与应用数学（师范）</a:t>
          </a:r>
          <a:endParaRPr lang="zh-CN" altLang="en-US" sz="1200" b="1">
            <a:latin typeface="微软雅黑" panose="020B0503020204020204" charset="-122"/>
            <a:ea typeface="微软雅黑" panose="020B0503020204020204" charset="-122"/>
          </a:endParaRPr>
        </a:p>
      </dgm:t>
    </dgm:pt>
    <dgm:pt modelId="{EB2EBD24-A0B6-4871-93F3-4E46B529FEC7}" cxnId="{AE2186BF-2A82-4473-86D4-2B50F4AA37DD}" type="parTrans">
      <dgm:prSet/>
      <dgm:spPr/>
      <dgm:t>
        <a:bodyPr/>
        <a:lstStyle/>
        <a:p>
          <a:endParaRPr lang="zh-CN" altLang="en-US"/>
        </a:p>
      </dgm:t>
    </dgm:pt>
    <dgm:pt modelId="{1F821F14-D5ED-47A0-8ED6-705A421DBC4A}" cxnId="{AE2186BF-2A82-4473-86D4-2B50F4AA37DD}" type="sibTrans">
      <dgm:prSet/>
      <dgm:spPr/>
      <dgm:t>
        <a:bodyPr/>
        <a:lstStyle/>
        <a:p>
          <a:endParaRPr lang="zh-CN" altLang="en-US"/>
        </a:p>
      </dgm:t>
    </dgm:pt>
    <dgm:pt modelId="{8AF11E1E-786C-464C-9D5E-0D85462355F6}">
      <dgm:prSet custT="1"/>
      <dgm:spPr/>
      <dgm:t>
        <a:bodyPr/>
        <a:lstStyle/>
        <a:p>
          <a:pPr rtl="0"/>
          <a:r>
            <a:rPr lang="zh-CN" altLang="en-US" sz="1200" b="1" dirty="0" smtClean="0">
              <a:latin typeface="微软雅黑" panose="020B0503020204020204" charset="-122"/>
              <a:ea typeface="微软雅黑" panose="020B0503020204020204" charset="-122"/>
            </a:rPr>
            <a:t>物理学（师范）</a:t>
          </a:r>
          <a:endParaRPr lang="zh-CN" altLang="en-US" sz="1200" b="1" dirty="0">
            <a:latin typeface="微软雅黑" panose="020B0503020204020204" charset="-122"/>
            <a:ea typeface="微软雅黑" panose="020B0503020204020204" charset="-122"/>
          </a:endParaRPr>
        </a:p>
      </dgm:t>
    </dgm:pt>
    <dgm:pt modelId="{D601FAE5-7B57-448D-9FCF-0E692F9CF7DE}" cxnId="{63A49E76-5643-4295-9DC0-E24E4D32E663}" type="parTrans">
      <dgm:prSet/>
      <dgm:spPr/>
      <dgm:t>
        <a:bodyPr/>
        <a:lstStyle/>
        <a:p>
          <a:endParaRPr lang="zh-CN" altLang="en-US"/>
        </a:p>
      </dgm:t>
    </dgm:pt>
    <dgm:pt modelId="{FFDD1B97-1970-4166-BB26-9011EA674386}" cxnId="{63A49E76-5643-4295-9DC0-E24E4D32E663}" type="sibTrans">
      <dgm:prSet/>
      <dgm:spPr/>
      <dgm:t>
        <a:bodyPr/>
        <a:lstStyle/>
        <a:p>
          <a:endParaRPr lang="zh-CN" altLang="en-US"/>
        </a:p>
      </dgm:t>
    </dgm:pt>
    <dgm:pt modelId="{CBE1E415-6FF7-471E-95EB-717DB19D1358}">
      <dgm:prSet custT="1"/>
      <dgm:spPr/>
      <dgm:t>
        <a:bodyPr/>
        <a:lstStyle/>
        <a:p>
          <a:pPr rtl="0"/>
          <a:r>
            <a:rPr lang="zh-CN" altLang="en-US" sz="1200" b="1" smtClean="0">
              <a:latin typeface="微软雅黑" panose="020B0503020204020204" charset="-122"/>
              <a:ea typeface="微软雅黑" panose="020B0503020204020204" charset="-122"/>
            </a:rPr>
            <a:t>计算机科学与技术（师范）</a:t>
          </a:r>
          <a:endParaRPr lang="zh-CN" altLang="en-US" sz="1200" b="1">
            <a:latin typeface="微软雅黑" panose="020B0503020204020204" charset="-122"/>
            <a:ea typeface="微软雅黑" panose="020B0503020204020204" charset="-122"/>
          </a:endParaRPr>
        </a:p>
      </dgm:t>
    </dgm:pt>
    <dgm:pt modelId="{A1023742-D20C-462E-A676-0EC153C7F840}" cxnId="{F1D26C08-16A2-4FF7-9B4E-1ABE23900463}" type="parTrans">
      <dgm:prSet/>
      <dgm:spPr/>
      <dgm:t>
        <a:bodyPr/>
        <a:lstStyle/>
        <a:p>
          <a:endParaRPr lang="zh-CN" altLang="en-US"/>
        </a:p>
      </dgm:t>
    </dgm:pt>
    <dgm:pt modelId="{E4E82FA8-0E6C-411F-9446-18F4DDA4DAD2}" cxnId="{F1D26C08-16A2-4FF7-9B4E-1ABE23900463}" type="sibTrans">
      <dgm:prSet/>
      <dgm:spPr/>
      <dgm:t>
        <a:bodyPr/>
        <a:lstStyle/>
        <a:p>
          <a:endParaRPr lang="zh-CN" altLang="en-US"/>
        </a:p>
      </dgm:t>
    </dgm:pt>
    <dgm:pt modelId="{447E400A-1E76-44D9-B6D9-68838BAAB189}">
      <dgm:prSet custT="1"/>
      <dgm:spPr/>
      <dgm:t>
        <a:bodyPr/>
        <a:lstStyle/>
        <a:p>
          <a:pPr rtl="0"/>
          <a:r>
            <a:rPr lang="zh-CN" altLang="en-US" sz="1200" b="1" dirty="0" smtClean="0">
              <a:latin typeface="微软雅黑" panose="020B0503020204020204" charset="-122"/>
              <a:ea typeface="微软雅黑" panose="020B0503020204020204" charset="-122"/>
            </a:rPr>
            <a:t>国际经济贸易（中外合作办学）</a:t>
          </a:r>
          <a:endParaRPr lang="zh-CN" altLang="en-US" sz="1200" b="1" dirty="0">
            <a:latin typeface="微软雅黑" panose="020B0503020204020204" charset="-122"/>
            <a:ea typeface="微软雅黑" panose="020B0503020204020204" charset="-122"/>
          </a:endParaRPr>
        </a:p>
      </dgm:t>
    </dgm:pt>
    <dgm:pt modelId="{4D4D8DA9-24D1-4384-8A90-BCB9B97A217A}" cxnId="{5AD886CB-9E93-41F7-8945-2CC050926FF6}" type="parTrans">
      <dgm:prSet/>
      <dgm:spPr/>
      <dgm:t>
        <a:bodyPr/>
        <a:lstStyle/>
        <a:p>
          <a:endParaRPr lang="zh-CN" altLang="en-US"/>
        </a:p>
      </dgm:t>
    </dgm:pt>
    <dgm:pt modelId="{B37D8B35-3FAD-4116-8AA2-7F6CED96D5E7}" cxnId="{5AD886CB-9E93-41F7-8945-2CC050926FF6}" type="sibTrans">
      <dgm:prSet/>
      <dgm:spPr/>
      <dgm:t>
        <a:bodyPr/>
        <a:lstStyle/>
        <a:p>
          <a:endParaRPr lang="zh-CN" altLang="en-US"/>
        </a:p>
      </dgm:t>
    </dgm:pt>
    <dgm:pt modelId="{0400131F-88B5-465C-A153-86965306A612}">
      <dgm:prSet custT="1"/>
      <dgm:spPr/>
      <dgm:t>
        <a:bodyPr/>
        <a:lstStyle/>
        <a:p>
          <a:pPr rtl="0"/>
          <a:r>
            <a:rPr lang="zh-CN" altLang="en-US" sz="1200" b="1" dirty="0" smtClean="0">
              <a:latin typeface="微软雅黑" panose="020B0503020204020204" charset="-122"/>
              <a:ea typeface="微软雅黑" panose="020B0503020204020204" charset="-122"/>
            </a:rPr>
            <a:t>应用化学（中外合作办学）</a:t>
          </a:r>
          <a:endParaRPr lang="zh-CN" altLang="en-US" sz="1200" b="1" dirty="0">
            <a:latin typeface="微软雅黑" panose="020B0503020204020204" charset="-122"/>
            <a:ea typeface="微软雅黑" panose="020B0503020204020204" charset="-122"/>
          </a:endParaRPr>
        </a:p>
      </dgm:t>
    </dgm:pt>
    <dgm:pt modelId="{DFA739CD-8D47-49B1-9C80-467F827AB792}" cxnId="{B4F0B009-3BCD-4802-B47E-F84EF1EA0D87}" type="parTrans">
      <dgm:prSet/>
      <dgm:spPr/>
      <dgm:t>
        <a:bodyPr/>
        <a:lstStyle/>
        <a:p>
          <a:endParaRPr lang="zh-CN" altLang="en-US"/>
        </a:p>
      </dgm:t>
    </dgm:pt>
    <dgm:pt modelId="{ACDCA1DD-2B76-4420-BA93-CCE659425AA5}" cxnId="{B4F0B009-3BCD-4802-B47E-F84EF1EA0D87}" type="sibTrans">
      <dgm:prSet/>
      <dgm:spPr/>
      <dgm:t>
        <a:bodyPr/>
        <a:lstStyle/>
        <a:p>
          <a:endParaRPr lang="zh-CN" altLang="en-US"/>
        </a:p>
      </dgm:t>
    </dgm:pt>
    <dgm:pt modelId="{E0CBE954-EDE9-4DB5-AFE8-9F4BB735FA08}">
      <dgm:prSet custT="1"/>
      <dgm:spPr/>
      <dgm:t>
        <a:bodyPr/>
        <a:lstStyle/>
        <a:p>
          <a:pPr rtl="0"/>
          <a:r>
            <a:rPr lang="zh-CN" altLang="en-US" sz="1200" b="1" smtClean="0">
              <a:latin typeface="微软雅黑" panose="020B0503020204020204" charset="-122"/>
              <a:ea typeface="微软雅黑" panose="020B0503020204020204" charset="-122"/>
            </a:rPr>
            <a:t>环境工程（中外合作办学）</a:t>
          </a:r>
          <a:endParaRPr lang="zh-CN" altLang="en-US" sz="1200" b="1">
            <a:latin typeface="微软雅黑" panose="020B0503020204020204" charset="-122"/>
            <a:ea typeface="微软雅黑" panose="020B0503020204020204" charset="-122"/>
          </a:endParaRPr>
        </a:p>
      </dgm:t>
    </dgm:pt>
    <dgm:pt modelId="{2D58A24A-7DB4-478A-A896-4D440A9D4F90}" cxnId="{232450FA-A8D6-466B-89FE-249832FDFD63}" type="parTrans">
      <dgm:prSet/>
      <dgm:spPr/>
      <dgm:t>
        <a:bodyPr/>
        <a:lstStyle/>
        <a:p>
          <a:endParaRPr lang="zh-CN" altLang="en-US"/>
        </a:p>
      </dgm:t>
    </dgm:pt>
    <dgm:pt modelId="{0E241D9F-C2D4-47FC-892D-A6C23539FDDD}" cxnId="{232450FA-A8D6-466B-89FE-249832FDFD63}" type="sibTrans">
      <dgm:prSet/>
      <dgm:spPr/>
      <dgm:t>
        <a:bodyPr/>
        <a:lstStyle/>
        <a:p>
          <a:endParaRPr lang="zh-CN" altLang="en-US"/>
        </a:p>
      </dgm:t>
    </dgm:pt>
    <dgm:pt modelId="{BD065406-9A95-44B4-AAC1-E3F306B05847}">
      <dgm:prSet custT="1"/>
      <dgm:spPr/>
      <dgm:t>
        <a:bodyPr/>
        <a:lstStyle/>
        <a:p>
          <a:pPr rtl="0"/>
          <a:r>
            <a:rPr lang="zh-CN" altLang="en-US" sz="1200" b="1" smtClean="0">
              <a:latin typeface="微软雅黑" panose="020B0503020204020204" charset="-122"/>
              <a:ea typeface="微软雅黑" panose="020B0503020204020204" charset="-122"/>
            </a:rPr>
            <a:t>大气科学（中外合作办学）</a:t>
          </a:r>
          <a:endParaRPr lang="zh-CN" altLang="en-US" sz="1200" b="1">
            <a:latin typeface="微软雅黑" panose="020B0503020204020204" charset="-122"/>
            <a:ea typeface="微软雅黑" panose="020B0503020204020204" charset="-122"/>
          </a:endParaRPr>
        </a:p>
      </dgm:t>
    </dgm:pt>
    <dgm:pt modelId="{D6BC8AD1-B61A-4623-81C3-53D0720BA907}" cxnId="{1A438AE1-D196-4FBE-BB79-14F017F24ACD}" type="parTrans">
      <dgm:prSet/>
      <dgm:spPr/>
      <dgm:t>
        <a:bodyPr/>
        <a:lstStyle/>
        <a:p>
          <a:endParaRPr lang="zh-CN" altLang="en-US"/>
        </a:p>
      </dgm:t>
    </dgm:pt>
    <dgm:pt modelId="{1D2F329E-CC9A-40CF-A5D5-0D3773415C56}" cxnId="{1A438AE1-D196-4FBE-BB79-14F017F24ACD}" type="sibTrans">
      <dgm:prSet/>
      <dgm:spPr/>
      <dgm:t>
        <a:bodyPr/>
        <a:lstStyle/>
        <a:p>
          <a:endParaRPr lang="zh-CN" altLang="en-US"/>
        </a:p>
      </dgm:t>
    </dgm:pt>
    <dgm:pt modelId="{D5EBAF36-E60F-4A9B-959C-25D009741390}">
      <dgm:prSet custT="1"/>
      <dgm:spPr/>
      <dgm:t>
        <a:bodyPr/>
        <a:lstStyle/>
        <a:p>
          <a:pPr rtl="0"/>
          <a:r>
            <a:rPr lang="zh-CN" altLang="en-US" sz="1200" b="1" dirty="0" smtClean="0">
              <a:latin typeface="微软雅黑" panose="020B0503020204020204" charset="-122"/>
              <a:ea typeface="微软雅黑" panose="020B0503020204020204" charset="-122"/>
            </a:rPr>
            <a:t>数学与应用数学（中外合作办学）</a:t>
          </a:r>
          <a:endParaRPr lang="zh-CN" altLang="en-US" sz="1200" b="1" dirty="0">
            <a:latin typeface="微软雅黑" panose="020B0503020204020204" charset="-122"/>
            <a:ea typeface="微软雅黑" panose="020B0503020204020204" charset="-122"/>
          </a:endParaRPr>
        </a:p>
      </dgm:t>
    </dgm:pt>
    <dgm:pt modelId="{4729333F-2905-4CA5-92A5-B775B7D199AF}" cxnId="{3AC7CE05-0593-4D26-BA36-8C00C86CC116}" type="parTrans">
      <dgm:prSet/>
      <dgm:spPr/>
      <dgm:t>
        <a:bodyPr/>
        <a:lstStyle/>
        <a:p>
          <a:endParaRPr lang="zh-CN" altLang="en-US"/>
        </a:p>
      </dgm:t>
    </dgm:pt>
    <dgm:pt modelId="{816170A3-B135-4419-B243-BD458CE0C31A}" cxnId="{3AC7CE05-0593-4D26-BA36-8C00C86CC116}" type="sibTrans">
      <dgm:prSet/>
      <dgm:spPr/>
      <dgm:t>
        <a:bodyPr/>
        <a:lstStyle/>
        <a:p>
          <a:endParaRPr lang="zh-CN" altLang="en-US"/>
        </a:p>
      </dgm:t>
    </dgm:pt>
    <dgm:pt modelId="{48AD0A71-1409-4549-BE6B-3D1BD615ACB1}">
      <dgm:prSet custT="1"/>
      <dgm:spPr/>
      <dgm:t>
        <a:bodyPr/>
        <a:lstStyle/>
        <a:p>
          <a:pPr rtl="0"/>
          <a:r>
            <a:rPr lang="zh-CN" altLang="en-US" sz="1200" b="1" smtClean="0">
              <a:latin typeface="微软雅黑" panose="020B0503020204020204" charset="-122"/>
              <a:ea typeface="微软雅黑" panose="020B0503020204020204" charset="-122"/>
            </a:rPr>
            <a:t>物流管理</a:t>
          </a:r>
          <a:endParaRPr lang="zh-CN" altLang="en-US" sz="1200" b="1">
            <a:latin typeface="微软雅黑" panose="020B0503020204020204" charset="-122"/>
            <a:ea typeface="微软雅黑" panose="020B0503020204020204" charset="-122"/>
          </a:endParaRPr>
        </a:p>
      </dgm:t>
    </dgm:pt>
    <dgm:pt modelId="{FABC03D3-5E10-484E-98BD-E884CFB31D94}" cxnId="{7E03DB55-ADC7-44B3-BA17-1CFF4E5FE06D}" type="parTrans">
      <dgm:prSet/>
      <dgm:spPr/>
      <dgm:t>
        <a:bodyPr/>
        <a:lstStyle/>
        <a:p>
          <a:endParaRPr lang="zh-CN" altLang="en-US"/>
        </a:p>
      </dgm:t>
    </dgm:pt>
    <dgm:pt modelId="{DFA2A863-9CCA-4C02-A5A6-F3AADCECFC34}" cxnId="{7E03DB55-ADC7-44B3-BA17-1CFF4E5FE06D}" type="sibTrans">
      <dgm:prSet/>
      <dgm:spPr/>
      <dgm:t>
        <a:bodyPr/>
        <a:lstStyle/>
        <a:p>
          <a:endParaRPr lang="zh-CN" altLang="en-US"/>
        </a:p>
      </dgm:t>
    </dgm:pt>
    <dgm:pt modelId="{3BF04708-FE86-4177-A993-C3D2CC28C28E}">
      <dgm:prSet custT="1"/>
      <dgm:spPr/>
      <dgm:t>
        <a:bodyPr/>
        <a:lstStyle/>
        <a:p>
          <a:pPr rtl="0"/>
          <a:r>
            <a:rPr lang="zh-CN" altLang="en-US" sz="1200" b="1" smtClean="0">
              <a:latin typeface="微软雅黑" panose="020B0503020204020204" charset="-122"/>
              <a:ea typeface="微软雅黑" panose="020B0503020204020204" charset="-122"/>
            </a:rPr>
            <a:t>英语</a:t>
          </a:r>
          <a:endParaRPr lang="zh-CN" altLang="en-US" sz="1200" b="1">
            <a:latin typeface="微软雅黑" panose="020B0503020204020204" charset="-122"/>
            <a:ea typeface="微软雅黑" panose="020B0503020204020204" charset="-122"/>
          </a:endParaRPr>
        </a:p>
      </dgm:t>
    </dgm:pt>
    <dgm:pt modelId="{A2E5705E-1ABC-4776-9D66-560DC9A02F2F}" cxnId="{72B83749-77F1-453C-BF01-2C3A3DC8BDA6}" type="parTrans">
      <dgm:prSet/>
      <dgm:spPr/>
      <dgm:t>
        <a:bodyPr/>
        <a:lstStyle/>
        <a:p>
          <a:endParaRPr lang="zh-CN" altLang="en-US"/>
        </a:p>
      </dgm:t>
    </dgm:pt>
    <dgm:pt modelId="{C56492C5-E7C3-4420-A991-CA1F624E3CD9}" cxnId="{72B83749-77F1-453C-BF01-2C3A3DC8BDA6}" type="sibTrans">
      <dgm:prSet/>
      <dgm:spPr/>
      <dgm:t>
        <a:bodyPr/>
        <a:lstStyle/>
        <a:p>
          <a:endParaRPr lang="zh-CN" altLang="en-US"/>
        </a:p>
      </dgm:t>
    </dgm:pt>
    <dgm:pt modelId="{9A66C506-D715-4E48-A131-B4E73B0F5B1E}">
      <dgm:prSet custT="1"/>
      <dgm:spPr/>
      <dgm:t>
        <a:bodyPr/>
        <a:lstStyle/>
        <a:p>
          <a:pPr rtl="0"/>
          <a:r>
            <a:rPr lang="zh-CN" altLang="en-US" sz="1200" b="1" dirty="0" smtClean="0">
              <a:latin typeface="微软雅黑" panose="020B0503020204020204" charset="-122"/>
              <a:ea typeface="微软雅黑" panose="020B0503020204020204" charset="-122"/>
            </a:rPr>
            <a:t>翻译</a:t>
          </a:r>
          <a:endParaRPr lang="zh-CN" altLang="en-US" sz="1200" b="1" dirty="0">
            <a:latin typeface="微软雅黑" panose="020B0503020204020204" charset="-122"/>
            <a:ea typeface="微软雅黑" panose="020B0503020204020204" charset="-122"/>
          </a:endParaRPr>
        </a:p>
      </dgm:t>
    </dgm:pt>
    <dgm:pt modelId="{108EB671-A5A8-4B6B-893E-41FC21112882}" cxnId="{CAE62889-9E94-4061-B438-C16D5F171953}" type="parTrans">
      <dgm:prSet/>
      <dgm:spPr/>
      <dgm:t>
        <a:bodyPr/>
        <a:lstStyle/>
        <a:p>
          <a:endParaRPr lang="zh-CN" altLang="en-US"/>
        </a:p>
      </dgm:t>
    </dgm:pt>
    <dgm:pt modelId="{F969FCE4-9FD6-41B4-BA99-975D3AEBFDAE}" cxnId="{CAE62889-9E94-4061-B438-C16D5F171953}" type="sibTrans">
      <dgm:prSet/>
      <dgm:spPr/>
      <dgm:t>
        <a:bodyPr/>
        <a:lstStyle/>
        <a:p>
          <a:endParaRPr lang="zh-CN" altLang="en-US"/>
        </a:p>
      </dgm:t>
    </dgm:pt>
    <dgm:pt modelId="{C4D7BBAF-0F29-4AA3-BF07-2F6DD15744FB}">
      <dgm:prSet custT="1"/>
      <dgm:spPr/>
      <dgm:t>
        <a:bodyPr/>
        <a:lstStyle/>
        <a:p>
          <a:pPr rtl="0"/>
          <a:r>
            <a:rPr lang="zh-CN" altLang="en-US" sz="1200" b="1" smtClean="0">
              <a:latin typeface="微软雅黑" panose="020B0503020204020204" charset="-122"/>
              <a:ea typeface="微软雅黑" panose="020B0503020204020204" charset="-122"/>
            </a:rPr>
            <a:t>日语</a:t>
          </a:r>
          <a:endParaRPr lang="zh-CN" altLang="en-US" sz="1200" b="1">
            <a:latin typeface="微软雅黑" panose="020B0503020204020204" charset="-122"/>
            <a:ea typeface="微软雅黑" panose="020B0503020204020204" charset="-122"/>
          </a:endParaRPr>
        </a:p>
      </dgm:t>
    </dgm:pt>
    <dgm:pt modelId="{C873EADB-3642-453E-9C4C-0E10C4BDF167}" cxnId="{51ABD6F6-9EF3-48F8-8370-F76627A08A24}" type="parTrans">
      <dgm:prSet/>
      <dgm:spPr/>
      <dgm:t>
        <a:bodyPr/>
        <a:lstStyle/>
        <a:p>
          <a:endParaRPr lang="zh-CN" altLang="en-US"/>
        </a:p>
      </dgm:t>
    </dgm:pt>
    <dgm:pt modelId="{957DFAF4-546F-4E83-80AA-4853F449E96E}" cxnId="{51ABD6F6-9EF3-48F8-8370-F76627A08A24}" type="sibTrans">
      <dgm:prSet/>
      <dgm:spPr/>
      <dgm:t>
        <a:bodyPr/>
        <a:lstStyle/>
        <a:p>
          <a:endParaRPr lang="zh-CN" altLang="en-US"/>
        </a:p>
      </dgm:t>
    </dgm:pt>
    <dgm:pt modelId="{56866049-6BC1-4090-B26C-A680DD36BB5C}">
      <dgm:prSet custT="1"/>
      <dgm:spPr/>
      <dgm:t>
        <a:bodyPr/>
        <a:lstStyle/>
        <a:p>
          <a:pPr rtl="0"/>
          <a:r>
            <a:rPr lang="zh-CN" altLang="en-US" sz="1200" b="1" smtClean="0">
              <a:latin typeface="微软雅黑" panose="020B0503020204020204" charset="-122"/>
              <a:ea typeface="微软雅黑" panose="020B0503020204020204" charset="-122"/>
            </a:rPr>
            <a:t>汉语言文学</a:t>
          </a:r>
          <a:endParaRPr lang="zh-CN" altLang="en-US" sz="1200" b="1">
            <a:latin typeface="微软雅黑" panose="020B0503020204020204" charset="-122"/>
            <a:ea typeface="微软雅黑" panose="020B0503020204020204" charset="-122"/>
          </a:endParaRPr>
        </a:p>
      </dgm:t>
    </dgm:pt>
    <dgm:pt modelId="{E3F5951D-5ECB-46BC-8FEB-16217376720C}" cxnId="{509D3BE3-835E-4D63-A76B-9553E4FDA9C6}" type="parTrans">
      <dgm:prSet/>
      <dgm:spPr/>
      <dgm:t>
        <a:bodyPr/>
        <a:lstStyle/>
        <a:p>
          <a:endParaRPr lang="zh-CN" altLang="en-US"/>
        </a:p>
      </dgm:t>
    </dgm:pt>
    <dgm:pt modelId="{45D55E28-515A-4982-BD97-E3798ED6D6C6}" cxnId="{509D3BE3-835E-4D63-A76B-9553E4FDA9C6}" type="sibTrans">
      <dgm:prSet/>
      <dgm:spPr/>
      <dgm:t>
        <a:bodyPr/>
        <a:lstStyle/>
        <a:p>
          <a:endParaRPr lang="zh-CN" altLang="en-US"/>
        </a:p>
      </dgm:t>
    </dgm:pt>
    <dgm:pt modelId="{B9ECA37F-F0F5-4727-9D78-1AE364959962}">
      <dgm:prSet custT="1"/>
      <dgm:spPr/>
      <dgm:t>
        <a:bodyPr/>
        <a:lstStyle/>
        <a:p>
          <a:pPr rtl="0"/>
          <a:r>
            <a:rPr lang="zh-CN" altLang="en-US" sz="1200" b="1" dirty="0" smtClean="0">
              <a:latin typeface="微软雅黑" panose="020B0503020204020204" charset="-122"/>
              <a:ea typeface="微软雅黑" panose="020B0503020204020204" charset="-122"/>
            </a:rPr>
            <a:t>汉语国际教育</a:t>
          </a:r>
          <a:endParaRPr lang="zh-CN" altLang="en-US" sz="1200" b="1" dirty="0">
            <a:latin typeface="微软雅黑" panose="020B0503020204020204" charset="-122"/>
            <a:ea typeface="微软雅黑" panose="020B0503020204020204" charset="-122"/>
          </a:endParaRPr>
        </a:p>
      </dgm:t>
    </dgm:pt>
    <dgm:pt modelId="{75F7045E-94B6-4F48-8CC4-29D0996C1AC0}" cxnId="{8E2A4817-3A1F-4BFC-AA86-C46F7F5B10C3}" type="parTrans">
      <dgm:prSet/>
      <dgm:spPr/>
      <dgm:t>
        <a:bodyPr/>
        <a:lstStyle/>
        <a:p>
          <a:endParaRPr lang="zh-CN" altLang="en-US"/>
        </a:p>
      </dgm:t>
    </dgm:pt>
    <dgm:pt modelId="{DB2479DF-0C95-4DFB-AB83-45F16FBE56F9}" cxnId="{8E2A4817-3A1F-4BFC-AA86-C46F7F5B10C3}" type="sibTrans">
      <dgm:prSet/>
      <dgm:spPr/>
      <dgm:t>
        <a:bodyPr/>
        <a:lstStyle/>
        <a:p>
          <a:endParaRPr lang="zh-CN" altLang="en-US"/>
        </a:p>
      </dgm:t>
    </dgm:pt>
    <dgm:pt modelId="{0D1B33D5-0947-43E3-9DCE-EC647F680CB3}">
      <dgm:prSet custT="1"/>
      <dgm:spPr/>
      <dgm:t>
        <a:bodyPr/>
        <a:lstStyle/>
        <a:p>
          <a:pPr rtl="0"/>
          <a:r>
            <a:rPr lang="zh-CN" altLang="en-US" sz="1200" b="1" dirty="0" smtClean="0">
              <a:latin typeface="微软雅黑" panose="020B0503020204020204" charset="-122"/>
              <a:ea typeface="微软雅黑" panose="020B0503020204020204" charset="-122"/>
            </a:rPr>
            <a:t>法学</a:t>
          </a:r>
          <a:endParaRPr lang="zh-CN" altLang="en-US" sz="1200" b="1" dirty="0">
            <a:latin typeface="微软雅黑" panose="020B0503020204020204" charset="-122"/>
            <a:ea typeface="微软雅黑" panose="020B0503020204020204" charset="-122"/>
          </a:endParaRPr>
        </a:p>
      </dgm:t>
    </dgm:pt>
    <dgm:pt modelId="{4D267D14-E309-4AE9-B0FE-9B799C1A0821}" cxnId="{8E51FC9C-0159-4EE9-BB02-F365E2FD54C5}" type="parTrans">
      <dgm:prSet/>
      <dgm:spPr/>
      <dgm:t>
        <a:bodyPr/>
        <a:lstStyle/>
        <a:p>
          <a:endParaRPr lang="zh-CN" altLang="en-US"/>
        </a:p>
      </dgm:t>
    </dgm:pt>
    <dgm:pt modelId="{9FC87244-EFB8-4681-A053-536C5B2C1397}" cxnId="{8E51FC9C-0159-4EE9-BB02-F365E2FD54C5}" type="sibTrans">
      <dgm:prSet/>
      <dgm:spPr/>
      <dgm:t>
        <a:bodyPr/>
        <a:lstStyle/>
        <a:p>
          <a:endParaRPr lang="zh-CN" altLang="en-US"/>
        </a:p>
      </dgm:t>
    </dgm:pt>
    <dgm:pt modelId="{28D357D3-A5B4-4038-B28B-AFCCABD501D4}">
      <dgm:prSet custT="1"/>
      <dgm:spPr/>
      <dgm:t>
        <a:bodyPr/>
        <a:lstStyle/>
        <a:p>
          <a:pPr rtl="0"/>
          <a:r>
            <a:rPr lang="zh-CN" altLang="en-US" sz="1200" b="1" smtClean="0">
              <a:latin typeface="微软雅黑" panose="020B0503020204020204" charset="-122"/>
              <a:ea typeface="微软雅黑" panose="020B0503020204020204" charset="-122"/>
            </a:rPr>
            <a:t>行政管理</a:t>
          </a:r>
          <a:endParaRPr lang="zh-CN" altLang="en-US" sz="1200" b="1">
            <a:latin typeface="微软雅黑" panose="020B0503020204020204" charset="-122"/>
            <a:ea typeface="微软雅黑" panose="020B0503020204020204" charset="-122"/>
          </a:endParaRPr>
        </a:p>
      </dgm:t>
    </dgm:pt>
    <dgm:pt modelId="{4C141CD2-4B51-41E6-8329-E8E2ADD8D705}" cxnId="{F3723AB2-BB74-4C9C-A0E9-29DD41961B89}" type="parTrans">
      <dgm:prSet/>
      <dgm:spPr/>
      <dgm:t>
        <a:bodyPr/>
        <a:lstStyle/>
        <a:p>
          <a:endParaRPr lang="zh-CN" altLang="en-US"/>
        </a:p>
      </dgm:t>
    </dgm:pt>
    <dgm:pt modelId="{58ADE3F5-EA71-4568-9103-5C3E2EEFD2F5}" cxnId="{F3723AB2-BB74-4C9C-A0E9-29DD41961B89}" type="sibTrans">
      <dgm:prSet/>
      <dgm:spPr/>
      <dgm:t>
        <a:bodyPr/>
        <a:lstStyle/>
        <a:p>
          <a:endParaRPr lang="zh-CN" altLang="en-US"/>
        </a:p>
      </dgm:t>
    </dgm:pt>
    <dgm:pt modelId="{0B34AC8E-D9DB-4E32-AEB7-ADA5FD855401}">
      <dgm:prSet custT="1"/>
      <dgm:spPr/>
      <dgm:t>
        <a:bodyPr/>
        <a:lstStyle/>
        <a:p>
          <a:pPr rtl="0"/>
          <a:r>
            <a:rPr lang="zh-CN" altLang="en-US" sz="1200" b="1" smtClean="0">
              <a:latin typeface="微软雅黑" panose="020B0503020204020204" charset="-122"/>
              <a:ea typeface="微软雅黑" panose="020B0503020204020204" charset="-122"/>
            </a:rPr>
            <a:t>公共事业管理</a:t>
          </a:r>
          <a:endParaRPr lang="zh-CN" altLang="en-US" sz="1200" b="1">
            <a:latin typeface="微软雅黑" panose="020B0503020204020204" charset="-122"/>
            <a:ea typeface="微软雅黑" panose="020B0503020204020204" charset="-122"/>
          </a:endParaRPr>
        </a:p>
      </dgm:t>
    </dgm:pt>
    <dgm:pt modelId="{074572EB-68CE-48A5-B0F5-589941E945F2}" cxnId="{14922C2E-BEA1-4AEA-A302-BCFCFA02055D}" type="parTrans">
      <dgm:prSet/>
      <dgm:spPr/>
      <dgm:t>
        <a:bodyPr/>
        <a:lstStyle/>
        <a:p>
          <a:endParaRPr lang="zh-CN" altLang="en-US"/>
        </a:p>
      </dgm:t>
    </dgm:pt>
    <dgm:pt modelId="{1DD64CFF-9924-41AE-AA6E-2671089BC93C}" cxnId="{14922C2E-BEA1-4AEA-A302-BCFCFA02055D}" type="sibTrans">
      <dgm:prSet/>
      <dgm:spPr/>
      <dgm:t>
        <a:bodyPr/>
        <a:lstStyle/>
        <a:p>
          <a:endParaRPr lang="zh-CN" altLang="en-US"/>
        </a:p>
      </dgm:t>
    </dgm:pt>
    <dgm:pt modelId="{EA2ACC8C-7F58-411D-9B40-5B0E39326DE2}">
      <dgm:prSet custT="1"/>
      <dgm:spPr/>
      <dgm:t>
        <a:bodyPr/>
        <a:lstStyle/>
        <a:p>
          <a:pPr rtl="0"/>
          <a:r>
            <a:rPr lang="zh-CN" altLang="en-US" sz="1200" b="1" dirty="0" smtClean="0">
              <a:latin typeface="微软雅黑" panose="020B0503020204020204" charset="-122"/>
              <a:ea typeface="微软雅黑" panose="020B0503020204020204" charset="-122"/>
            </a:rPr>
            <a:t>地理信息科学（中外合作办学）</a:t>
          </a:r>
          <a:endParaRPr lang="zh-CN" altLang="en-US" sz="1200" b="1" dirty="0">
            <a:latin typeface="微软雅黑" panose="020B0503020204020204" charset="-122"/>
            <a:ea typeface="微软雅黑" panose="020B0503020204020204" charset="-122"/>
          </a:endParaRPr>
        </a:p>
      </dgm:t>
    </dgm:pt>
    <dgm:pt modelId="{0AEA287D-031F-49C3-82AD-D0F9B4DCD5AB}" cxnId="{4897B055-E917-46EE-80D8-96D66B232A4A}" type="parTrans">
      <dgm:prSet/>
      <dgm:spPr/>
      <dgm:t>
        <a:bodyPr/>
        <a:lstStyle/>
        <a:p>
          <a:endParaRPr lang="zh-CN" altLang="en-US"/>
        </a:p>
      </dgm:t>
    </dgm:pt>
    <dgm:pt modelId="{195DE12A-CA69-49DA-A860-333F4D912E10}" cxnId="{4897B055-E917-46EE-80D8-96D66B232A4A}" type="sibTrans">
      <dgm:prSet/>
      <dgm:spPr/>
      <dgm:t>
        <a:bodyPr/>
        <a:lstStyle/>
        <a:p>
          <a:endParaRPr lang="zh-CN" altLang="en-US"/>
        </a:p>
      </dgm:t>
    </dgm:pt>
    <dgm:pt modelId="{2BBE13D9-39E9-4BDA-9253-574FBB7A0612}">
      <dgm:prSet custT="1"/>
      <dgm:spPr/>
      <dgm:t>
        <a:bodyPr/>
        <a:lstStyle/>
        <a:p>
          <a:pPr rtl="0"/>
          <a:r>
            <a:rPr lang="zh-CN" altLang="en-US" sz="1200" b="1" smtClean="0">
              <a:latin typeface="微软雅黑" panose="020B0503020204020204" charset="-122"/>
              <a:ea typeface="微软雅黑" panose="020B0503020204020204" charset="-122"/>
            </a:rPr>
            <a:t>汉语言文学（师范）</a:t>
          </a:r>
          <a:endParaRPr lang="zh-CN" altLang="en-US" sz="1200" b="1">
            <a:latin typeface="微软雅黑" panose="020B0503020204020204" charset="-122"/>
            <a:ea typeface="微软雅黑" panose="020B0503020204020204" charset="-122"/>
          </a:endParaRPr>
        </a:p>
      </dgm:t>
    </dgm:pt>
    <dgm:pt modelId="{E32AF077-8136-4D5F-B36A-5A3F2ACAADE1}" cxnId="{041DE08C-413B-475F-AFFA-A3A9C2F4C5B9}" type="parTrans">
      <dgm:prSet/>
      <dgm:spPr/>
      <dgm:t>
        <a:bodyPr/>
        <a:lstStyle/>
        <a:p>
          <a:endParaRPr lang="zh-CN" altLang="en-US"/>
        </a:p>
      </dgm:t>
    </dgm:pt>
    <dgm:pt modelId="{33DD5705-305E-41C2-9194-610BFB50D0F6}" cxnId="{041DE08C-413B-475F-AFFA-A3A9C2F4C5B9}" type="sibTrans">
      <dgm:prSet/>
      <dgm:spPr/>
      <dgm:t>
        <a:bodyPr/>
        <a:lstStyle/>
        <a:p>
          <a:endParaRPr lang="zh-CN" altLang="en-US"/>
        </a:p>
      </dgm:t>
    </dgm:pt>
    <dgm:pt modelId="{3E5825C4-2EFB-4AE5-9E07-370FBC69C4E3}">
      <dgm:prSet custT="1"/>
      <dgm:spPr/>
      <dgm:t>
        <a:bodyPr/>
        <a:lstStyle/>
        <a:p>
          <a:pPr rtl="0"/>
          <a:r>
            <a:rPr lang="zh-CN" altLang="en-US" sz="1200" b="1" dirty="0" smtClean="0">
              <a:latin typeface="微软雅黑" panose="020B0503020204020204" charset="-122"/>
              <a:ea typeface="微软雅黑" panose="020B0503020204020204" charset="-122"/>
            </a:rPr>
            <a:t>英语（师范）</a:t>
          </a:r>
          <a:endParaRPr lang="zh-CN" altLang="en-US" sz="1200" b="1" dirty="0">
            <a:latin typeface="微软雅黑" panose="020B0503020204020204" charset="-122"/>
            <a:ea typeface="微软雅黑" panose="020B0503020204020204" charset="-122"/>
          </a:endParaRPr>
        </a:p>
      </dgm:t>
    </dgm:pt>
    <dgm:pt modelId="{26B618CA-9A19-4835-83E2-CEEEE3BB2E09}" cxnId="{9367D157-7465-43CC-8ABE-B302F13F49B6}" type="parTrans">
      <dgm:prSet/>
      <dgm:spPr/>
      <dgm:t>
        <a:bodyPr/>
        <a:lstStyle/>
        <a:p>
          <a:endParaRPr lang="zh-CN" altLang="en-US"/>
        </a:p>
      </dgm:t>
    </dgm:pt>
    <dgm:pt modelId="{BE1F00CF-FDD5-4181-B0FB-066F51E64B24}" cxnId="{9367D157-7465-43CC-8ABE-B302F13F49B6}" type="sibTrans">
      <dgm:prSet/>
      <dgm:spPr/>
      <dgm:t>
        <a:bodyPr/>
        <a:lstStyle/>
        <a:p>
          <a:endParaRPr lang="zh-CN" altLang="en-US"/>
        </a:p>
      </dgm:t>
    </dgm:pt>
    <dgm:pt modelId="{7D1128A3-8E2F-4162-AC75-2646DD975E37}">
      <dgm:prSet custT="1"/>
      <dgm:spPr/>
      <dgm:t>
        <a:bodyPr/>
        <a:lstStyle/>
        <a:p>
          <a:pPr rtl="0"/>
          <a:r>
            <a:rPr lang="zh-CN" altLang="en-US" sz="1200" b="1" dirty="0" smtClean="0">
              <a:latin typeface="微软雅黑" panose="020B0503020204020204" charset="-122"/>
              <a:ea typeface="微软雅黑" panose="020B0503020204020204" charset="-122"/>
            </a:rPr>
            <a:t>财务管理</a:t>
          </a:r>
          <a:endParaRPr lang="zh-CN" altLang="en-US" sz="1200" b="1" dirty="0">
            <a:latin typeface="微软雅黑" panose="020B0503020204020204" charset="-122"/>
            <a:ea typeface="微软雅黑" panose="020B0503020204020204" charset="-122"/>
          </a:endParaRPr>
        </a:p>
      </dgm:t>
    </dgm:pt>
    <dgm:pt modelId="{B7D8F20A-2D59-4BDF-8A62-A8E8F2517366}" cxnId="{BD525D87-25FE-46A3-8D49-FF7F9114130F}" type="parTrans">
      <dgm:prSet/>
      <dgm:spPr/>
      <dgm:t>
        <a:bodyPr/>
        <a:lstStyle/>
        <a:p>
          <a:endParaRPr lang="zh-CN" altLang="en-US"/>
        </a:p>
      </dgm:t>
    </dgm:pt>
    <dgm:pt modelId="{6173630B-CECA-46EC-BB39-5D56E3E40243}" cxnId="{BD525D87-25FE-46A3-8D49-FF7F9114130F}" type="sibTrans">
      <dgm:prSet/>
      <dgm:spPr/>
      <dgm:t>
        <a:bodyPr/>
        <a:lstStyle/>
        <a:p>
          <a:endParaRPr lang="zh-CN" altLang="en-US"/>
        </a:p>
      </dgm:t>
    </dgm:pt>
    <dgm:pt modelId="{F0BB738E-04DD-42A7-87DF-AACB9E2EDCC7}" type="pres">
      <dgm:prSet presAssocID="{ACFC3966-9424-4494-A806-25BB0A98D2E2}" presName="diagram" presStyleCnt="0">
        <dgm:presLayoutVars>
          <dgm:dir/>
          <dgm:resizeHandles val="exact"/>
        </dgm:presLayoutVars>
      </dgm:prSet>
      <dgm:spPr/>
      <dgm:t>
        <a:bodyPr/>
        <a:lstStyle/>
        <a:p>
          <a:endParaRPr lang="zh-CN" altLang="en-US"/>
        </a:p>
      </dgm:t>
    </dgm:pt>
    <dgm:pt modelId="{6BCA6658-6E72-4FF0-9D87-80F14DB6F893}" type="pres">
      <dgm:prSet presAssocID="{27469301-C1A5-4D22-A944-B159A8CB715A}" presName="node" presStyleLbl="node1" presStyleIdx="0" presStyleCnt="70">
        <dgm:presLayoutVars>
          <dgm:bulletEnabled val="1"/>
        </dgm:presLayoutVars>
      </dgm:prSet>
      <dgm:spPr>
        <a:prstGeom prst="roundRect">
          <a:avLst/>
        </a:prstGeom>
      </dgm:spPr>
      <dgm:t>
        <a:bodyPr/>
        <a:lstStyle/>
        <a:p>
          <a:endParaRPr lang="zh-CN" altLang="en-US"/>
        </a:p>
      </dgm:t>
    </dgm:pt>
    <dgm:pt modelId="{72A704EA-D188-4A7B-9E36-CBC4807A77A7}" type="pres">
      <dgm:prSet presAssocID="{57DF1D46-9DCA-4942-AF37-E376B585686C}" presName="sibTrans" presStyleCnt="0"/>
      <dgm:spPr/>
    </dgm:pt>
    <dgm:pt modelId="{CF52FA5F-DD60-43CF-8791-BDC813AAC9C3}" type="pres">
      <dgm:prSet presAssocID="{6F313E57-7743-4E4B-9D20-99EF75C57A3F}" presName="node" presStyleLbl="node1" presStyleIdx="1" presStyleCnt="70">
        <dgm:presLayoutVars>
          <dgm:bulletEnabled val="1"/>
        </dgm:presLayoutVars>
      </dgm:prSet>
      <dgm:spPr>
        <a:prstGeom prst="roundRect">
          <a:avLst/>
        </a:prstGeom>
      </dgm:spPr>
      <dgm:t>
        <a:bodyPr/>
        <a:lstStyle/>
        <a:p>
          <a:endParaRPr lang="zh-CN" altLang="en-US"/>
        </a:p>
      </dgm:t>
    </dgm:pt>
    <dgm:pt modelId="{0CB20B21-848A-4586-BD55-C82505ADDE55}" type="pres">
      <dgm:prSet presAssocID="{B158EE61-51A4-4275-9E1F-8A9D8725DF98}" presName="sibTrans" presStyleCnt="0"/>
      <dgm:spPr/>
    </dgm:pt>
    <dgm:pt modelId="{E3807FA3-D2D8-4668-9B14-E9F09FD167B3}" type="pres">
      <dgm:prSet presAssocID="{7E853C73-43F2-43F8-8C9E-E2FA10370C50}" presName="node" presStyleLbl="node1" presStyleIdx="2" presStyleCnt="70">
        <dgm:presLayoutVars>
          <dgm:bulletEnabled val="1"/>
        </dgm:presLayoutVars>
      </dgm:prSet>
      <dgm:spPr>
        <a:prstGeom prst="roundRect">
          <a:avLst/>
        </a:prstGeom>
      </dgm:spPr>
      <dgm:t>
        <a:bodyPr/>
        <a:lstStyle/>
        <a:p>
          <a:endParaRPr lang="zh-CN" altLang="en-US"/>
        </a:p>
      </dgm:t>
    </dgm:pt>
    <dgm:pt modelId="{F48F405E-9C10-4959-A85C-CA60FBEBBB9A}" type="pres">
      <dgm:prSet presAssocID="{813F9F76-3D67-4E8C-8CB2-463190C63AFB}" presName="sibTrans" presStyleCnt="0"/>
      <dgm:spPr/>
    </dgm:pt>
    <dgm:pt modelId="{69CA1A55-37FE-40BB-8BFF-D9690180DF7E}" type="pres">
      <dgm:prSet presAssocID="{5FD844E2-F8BE-4468-BB88-46AFB813C74F}" presName="node" presStyleLbl="node1" presStyleIdx="3" presStyleCnt="70">
        <dgm:presLayoutVars>
          <dgm:bulletEnabled val="1"/>
        </dgm:presLayoutVars>
      </dgm:prSet>
      <dgm:spPr>
        <a:prstGeom prst="roundRect">
          <a:avLst/>
        </a:prstGeom>
      </dgm:spPr>
      <dgm:t>
        <a:bodyPr/>
        <a:lstStyle/>
        <a:p>
          <a:endParaRPr lang="zh-CN" altLang="en-US"/>
        </a:p>
      </dgm:t>
    </dgm:pt>
    <dgm:pt modelId="{E9076B41-D8CF-4E8C-83D5-62B90E8EE087}" type="pres">
      <dgm:prSet presAssocID="{FC962D66-FC90-4DA2-A553-9FCDFB5E3AFC}" presName="sibTrans" presStyleCnt="0"/>
      <dgm:spPr/>
    </dgm:pt>
    <dgm:pt modelId="{70D29489-9EF1-4AA6-9439-87A07CD76A85}" type="pres">
      <dgm:prSet presAssocID="{AD2CB2D4-3355-487F-B059-448C306AD634}" presName="node" presStyleLbl="node1" presStyleIdx="4" presStyleCnt="70">
        <dgm:presLayoutVars>
          <dgm:bulletEnabled val="1"/>
        </dgm:presLayoutVars>
      </dgm:prSet>
      <dgm:spPr>
        <a:prstGeom prst="roundRect">
          <a:avLst/>
        </a:prstGeom>
      </dgm:spPr>
      <dgm:t>
        <a:bodyPr/>
        <a:lstStyle/>
        <a:p>
          <a:endParaRPr lang="zh-CN" altLang="en-US"/>
        </a:p>
      </dgm:t>
    </dgm:pt>
    <dgm:pt modelId="{F02B30B1-947D-4F13-99DF-AEF71D59ECD1}" type="pres">
      <dgm:prSet presAssocID="{09B0795E-136F-4E3D-845A-1BD2B69ED835}" presName="sibTrans" presStyleCnt="0"/>
      <dgm:spPr/>
    </dgm:pt>
    <dgm:pt modelId="{B627F484-30B4-44E3-9A1B-030973C99627}" type="pres">
      <dgm:prSet presAssocID="{E03476A4-82CE-4084-9B7A-778A1F491453}" presName="node" presStyleLbl="node1" presStyleIdx="5" presStyleCnt="70">
        <dgm:presLayoutVars>
          <dgm:bulletEnabled val="1"/>
        </dgm:presLayoutVars>
      </dgm:prSet>
      <dgm:spPr>
        <a:prstGeom prst="roundRect">
          <a:avLst/>
        </a:prstGeom>
      </dgm:spPr>
      <dgm:t>
        <a:bodyPr/>
        <a:lstStyle/>
        <a:p>
          <a:endParaRPr lang="zh-CN" altLang="en-US"/>
        </a:p>
      </dgm:t>
    </dgm:pt>
    <dgm:pt modelId="{C8C9D63C-F1D5-4984-B210-F427A5B573D6}" type="pres">
      <dgm:prSet presAssocID="{D7E41747-632B-48BA-8E00-7E9A8AA679E5}" presName="sibTrans" presStyleCnt="0"/>
      <dgm:spPr/>
    </dgm:pt>
    <dgm:pt modelId="{CFCA701C-CA2F-4B95-9D11-9833F31B8C24}" type="pres">
      <dgm:prSet presAssocID="{3B1A2BDC-3492-42FD-B213-B7536ECC7947}" presName="node" presStyleLbl="node1" presStyleIdx="6" presStyleCnt="70">
        <dgm:presLayoutVars>
          <dgm:bulletEnabled val="1"/>
        </dgm:presLayoutVars>
      </dgm:prSet>
      <dgm:spPr>
        <a:prstGeom prst="roundRect">
          <a:avLst/>
        </a:prstGeom>
      </dgm:spPr>
      <dgm:t>
        <a:bodyPr/>
        <a:lstStyle/>
        <a:p>
          <a:endParaRPr lang="zh-CN" altLang="en-US"/>
        </a:p>
      </dgm:t>
    </dgm:pt>
    <dgm:pt modelId="{F02F4EFE-519A-482F-9C69-BA460A1A28C1}" type="pres">
      <dgm:prSet presAssocID="{2A6ECBFF-F4B3-4B76-B382-C4A3945E92B6}" presName="sibTrans" presStyleCnt="0"/>
      <dgm:spPr/>
    </dgm:pt>
    <dgm:pt modelId="{E63EC7EC-AC91-4A17-BF56-9D1ED2A8F729}" type="pres">
      <dgm:prSet presAssocID="{7A136907-01F5-4C72-9514-62525532A18D}" presName="node" presStyleLbl="node1" presStyleIdx="7" presStyleCnt="70">
        <dgm:presLayoutVars>
          <dgm:bulletEnabled val="1"/>
        </dgm:presLayoutVars>
      </dgm:prSet>
      <dgm:spPr>
        <a:prstGeom prst="roundRect">
          <a:avLst/>
        </a:prstGeom>
      </dgm:spPr>
      <dgm:t>
        <a:bodyPr/>
        <a:lstStyle/>
        <a:p>
          <a:endParaRPr lang="zh-CN" altLang="en-US"/>
        </a:p>
      </dgm:t>
    </dgm:pt>
    <dgm:pt modelId="{3C366F02-57F8-4D47-AC97-40E647620DC9}" type="pres">
      <dgm:prSet presAssocID="{72688DD5-F2FE-47E3-9258-83E28BA03705}" presName="sibTrans" presStyleCnt="0"/>
      <dgm:spPr/>
    </dgm:pt>
    <dgm:pt modelId="{BCDC657D-DCC4-49FA-9DCA-97D5949BF44C}" type="pres">
      <dgm:prSet presAssocID="{AE5E8ED9-A00C-4820-8999-485B837BC21C}" presName="node" presStyleLbl="node1" presStyleIdx="8" presStyleCnt="70">
        <dgm:presLayoutVars>
          <dgm:bulletEnabled val="1"/>
        </dgm:presLayoutVars>
      </dgm:prSet>
      <dgm:spPr>
        <a:prstGeom prst="roundRect">
          <a:avLst/>
        </a:prstGeom>
      </dgm:spPr>
      <dgm:t>
        <a:bodyPr/>
        <a:lstStyle/>
        <a:p>
          <a:endParaRPr lang="zh-CN" altLang="en-US"/>
        </a:p>
      </dgm:t>
    </dgm:pt>
    <dgm:pt modelId="{E8BF5ACF-261D-41C7-824F-EF7B327BBE36}" type="pres">
      <dgm:prSet presAssocID="{D3D81C95-4FDA-4917-B0DD-96C3071474CE}" presName="sibTrans" presStyleCnt="0"/>
      <dgm:spPr/>
    </dgm:pt>
    <dgm:pt modelId="{6D16E57D-78D0-409B-B61B-4D56EF38D57C}" type="pres">
      <dgm:prSet presAssocID="{0B489A4A-BC3C-44B3-A5B2-8506586614E5}" presName="node" presStyleLbl="node1" presStyleIdx="9" presStyleCnt="70">
        <dgm:presLayoutVars>
          <dgm:bulletEnabled val="1"/>
        </dgm:presLayoutVars>
      </dgm:prSet>
      <dgm:spPr>
        <a:prstGeom prst="roundRect">
          <a:avLst/>
        </a:prstGeom>
      </dgm:spPr>
      <dgm:t>
        <a:bodyPr/>
        <a:lstStyle/>
        <a:p>
          <a:endParaRPr lang="zh-CN" altLang="en-US"/>
        </a:p>
      </dgm:t>
    </dgm:pt>
    <dgm:pt modelId="{535FB491-962C-470F-90B5-001928ED784E}" type="pres">
      <dgm:prSet presAssocID="{2D7869A6-6915-4E86-B699-F01135C5FD03}" presName="sibTrans" presStyleCnt="0"/>
      <dgm:spPr/>
    </dgm:pt>
    <dgm:pt modelId="{D04B34A0-15CB-4014-B3F6-DCBDAB1390C2}" type="pres">
      <dgm:prSet presAssocID="{424C5EE2-0805-444B-B8B3-EF55935AACE4}" presName="node" presStyleLbl="node1" presStyleIdx="10" presStyleCnt="70">
        <dgm:presLayoutVars>
          <dgm:bulletEnabled val="1"/>
        </dgm:presLayoutVars>
      </dgm:prSet>
      <dgm:spPr>
        <a:prstGeom prst="roundRect">
          <a:avLst/>
        </a:prstGeom>
      </dgm:spPr>
      <dgm:t>
        <a:bodyPr/>
        <a:lstStyle/>
        <a:p>
          <a:endParaRPr lang="zh-CN" altLang="en-US"/>
        </a:p>
      </dgm:t>
    </dgm:pt>
    <dgm:pt modelId="{FB35609E-A372-49EB-B6FB-F544B3265E1B}" type="pres">
      <dgm:prSet presAssocID="{DE27E777-7376-4F90-BE6D-8F20047E8F2A}" presName="sibTrans" presStyleCnt="0"/>
      <dgm:spPr/>
    </dgm:pt>
    <dgm:pt modelId="{3323ADE6-AF95-49F6-AB44-10A39E292C48}" type="pres">
      <dgm:prSet presAssocID="{34F75D6F-D8A3-4923-ACAF-99C282AA3A43}" presName="node" presStyleLbl="node1" presStyleIdx="11" presStyleCnt="70">
        <dgm:presLayoutVars>
          <dgm:bulletEnabled val="1"/>
        </dgm:presLayoutVars>
      </dgm:prSet>
      <dgm:spPr>
        <a:prstGeom prst="roundRect">
          <a:avLst/>
        </a:prstGeom>
      </dgm:spPr>
      <dgm:t>
        <a:bodyPr/>
        <a:lstStyle/>
        <a:p>
          <a:endParaRPr lang="zh-CN" altLang="en-US"/>
        </a:p>
      </dgm:t>
    </dgm:pt>
    <dgm:pt modelId="{CC12C10C-3E5F-4995-9851-B06F55EBC6E9}" type="pres">
      <dgm:prSet presAssocID="{4EDF40A8-67C3-44BF-8BF3-AE07B6575F0D}" presName="sibTrans" presStyleCnt="0"/>
      <dgm:spPr/>
    </dgm:pt>
    <dgm:pt modelId="{316D78F6-CB97-4059-86CC-616945C3F787}" type="pres">
      <dgm:prSet presAssocID="{D131C335-B0C6-4921-B4A9-E56AAA4C03E6}" presName="node" presStyleLbl="node1" presStyleIdx="12" presStyleCnt="70">
        <dgm:presLayoutVars>
          <dgm:bulletEnabled val="1"/>
        </dgm:presLayoutVars>
      </dgm:prSet>
      <dgm:spPr>
        <a:prstGeom prst="roundRect">
          <a:avLst/>
        </a:prstGeom>
      </dgm:spPr>
      <dgm:t>
        <a:bodyPr/>
        <a:lstStyle/>
        <a:p>
          <a:endParaRPr lang="zh-CN" altLang="en-US"/>
        </a:p>
      </dgm:t>
    </dgm:pt>
    <dgm:pt modelId="{2FA7BFE6-3124-4CDE-AE3E-6BB8BAA0B02E}" type="pres">
      <dgm:prSet presAssocID="{53FE07CC-E60F-490A-8A60-114E9BBD3C73}" presName="sibTrans" presStyleCnt="0"/>
      <dgm:spPr/>
    </dgm:pt>
    <dgm:pt modelId="{A2C90E04-9270-4C68-AB48-2C369D8311DE}" type="pres">
      <dgm:prSet presAssocID="{AFBCE46B-DE03-47E2-A87D-6EBB6AF8CCE8}" presName="node" presStyleLbl="node1" presStyleIdx="13" presStyleCnt="70">
        <dgm:presLayoutVars>
          <dgm:bulletEnabled val="1"/>
        </dgm:presLayoutVars>
      </dgm:prSet>
      <dgm:spPr>
        <a:prstGeom prst="roundRect">
          <a:avLst/>
        </a:prstGeom>
      </dgm:spPr>
      <dgm:t>
        <a:bodyPr/>
        <a:lstStyle/>
        <a:p>
          <a:endParaRPr lang="zh-CN" altLang="en-US"/>
        </a:p>
      </dgm:t>
    </dgm:pt>
    <dgm:pt modelId="{BEC21A05-4C41-44CB-A590-7F042D00F04E}" type="pres">
      <dgm:prSet presAssocID="{4A6D8F43-0D85-4398-9257-39D582684605}" presName="sibTrans" presStyleCnt="0"/>
      <dgm:spPr/>
    </dgm:pt>
    <dgm:pt modelId="{8BF2DA79-3828-4ED3-8A52-C75EF2D844E4}" type="pres">
      <dgm:prSet presAssocID="{DFF87B97-4D91-4D03-9FC2-E1051EE07651}" presName="node" presStyleLbl="node1" presStyleIdx="14" presStyleCnt="70">
        <dgm:presLayoutVars>
          <dgm:bulletEnabled val="1"/>
        </dgm:presLayoutVars>
      </dgm:prSet>
      <dgm:spPr>
        <a:prstGeom prst="roundRect">
          <a:avLst/>
        </a:prstGeom>
      </dgm:spPr>
      <dgm:t>
        <a:bodyPr/>
        <a:lstStyle/>
        <a:p>
          <a:endParaRPr lang="zh-CN" altLang="en-US"/>
        </a:p>
      </dgm:t>
    </dgm:pt>
    <dgm:pt modelId="{819B4928-FEB5-4CE4-952B-223AAFC9F371}" type="pres">
      <dgm:prSet presAssocID="{A4A659EB-6759-4AB9-982F-BC827AAC45A1}" presName="sibTrans" presStyleCnt="0"/>
      <dgm:spPr/>
    </dgm:pt>
    <dgm:pt modelId="{9927DC3E-37D9-4942-8080-27693B49FD8B}" type="pres">
      <dgm:prSet presAssocID="{78C37599-F9C9-4ADC-9AD6-7D89F0E650C2}" presName="node" presStyleLbl="node1" presStyleIdx="15" presStyleCnt="70">
        <dgm:presLayoutVars>
          <dgm:bulletEnabled val="1"/>
        </dgm:presLayoutVars>
      </dgm:prSet>
      <dgm:spPr>
        <a:prstGeom prst="roundRect">
          <a:avLst/>
        </a:prstGeom>
      </dgm:spPr>
      <dgm:t>
        <a:bodyPr/>
        <a:lstStyle/>
        <a:p>
          <a:endParaRPr lang="zh-CN" altLang="en-US"/>
        </a:p>
      </dgm:t>
    </dgm:pt>
    <dgm:pt modelId="{0D02DCCB-5463-4BDB-9DA1-2E0AE6275B64}" type="pres">
      <dgm:prSet presAssocID="{E9AF0981-06FB-4FFD-816A-D9D151FDD37C}" presName="sibTrans" presStyleCnt="0"/>
      <dgm:spPr/>
    </dgm:pt>
    <dgm:pt modelId="{E707210B-C886-4D52-87A3-9570E6BFA72A}" type="pres">
      <dgm:prSet presAssocID="{A70670A8-841F-4DDC-B951-5CB8A5B0C377}" presName="node" presStyleLbl="node1" presStyleIdx="16" presStyleCnt="70">
        <dgm:presLayoutVars>
          <dgm:bulletEnabled val="1"/>
        </dgm:presLayoutVars>
      </dgm:prSet>
      <dgm:spPr>
        <a:prstGeom prst="roundRect">
          <a:avLst/>
        </a:prstGeom>
      </dgm:spPr>
      <dgm:t>
        <a:bodyPr/>
        <a:lstStyle/>
        <a:p>
          <a:endParaRPr lang="zh-CN" altLang="en-US"/>
        </a:p>
      </dgm:t>
    </dgm:pt>
    <dgm:pt modelId="{34F2884D-C63D-4DC1-9C82-787248810F4F}" type="pres">
      <dgm:prSet presAssocID="{DDD1BEE3-67AC-45EF-84D2-685AA08F2C0D}" presName="sibTrans" presStyleCnt="0"/>
      <dgm:spPr/>
    </dgm:pt>
    <dgm:pt modelId="{6A5698A6-23BD-421F-B1F1-2F322D093EA9}" type="pres">
      <dgm:prSet presAssocID="{162CC8DA-1A46-4552-8AD7-61231BB9E4FA}" presName="node" presStyleLbl="node1" presStyleIdx="17" presStyleCnt="70">
        <dgm:presLayoutVars>
          <dgm:bulletEnabled val="1"/>
        </dgm:presLayoutVars>
      </dgm:prSet>
      <dgm:spPr>
        <a:prstGeom prst="roundRect">
          <a:avLst/>
        </a:prstGeom>
      </dgm:spPr>
      <dgm:t>
        <a:bodyPr/>
        <a:lstStyle/>
        <a:p>
          <a:endParaRPr lang="zh-CN" altLang="en-US"/>
        </a:p>
      </dgm:t>
    </dgm:pt>
    <dgm:pt modelId="{F4F2BFBE-1476-4E65-9235-F1A5306EE480}" type="pres">
      <dgm:prSet presAssocID="{CAE20309-FDB7-45AB-8714-EC863A006421}" presName="sibTrans" presStyleCnt="0"/>
      <dgm:spPr/>
    </dgm:pt>
    <dgm:pt modelId="{D96C0F6C-A8FC-4494-B677-D8FA808598B6}" type="pres">
      <dgm:prSet presAssocID="{D53A5591-7F9D-4EEB-984F-92C634FF0F98}" presName="node" presStyleLbl="node1" presStyleIdx="18" presStyleCnt="70">
        <dgm:presLayoutVars>
          <dgm:bulletEnabled val="1"/>
        </dgm:presLayoutVars>
      </dgm:prSet>
      <dgm:spPr>
        <a:prstGeom prst="roundRect">
          <a:avLst/>
        </a:prstGeom>
      </dgm:spPr>
      <dgm:t>
        <a:bodyPr/>
        <a:lstStyle/>
        <a:p>
          <a:endParaRPr lang="zh-CN" altLang="en-US"/>
        </a:p>
      </dgm:t>
    </dgm:pt>
    <dgm:pt modelId="{6624B761-B476-45D1-8F7E-3C8930410D0A}" type="pres">
      <dgm:prSet presAssocID="{C5BE3097-3C5D-47F7-A396-C53DDF57D016}" presName="sibTrans" presStyleCnt="0"/>
      <dgm:spPr/>
    </dgm:pt>
    <dgm:pt modelId="{C2A019B3-BF8C-434B-864D-94625C4F8647}" type="pres">
      <dgm:prSet presAssocID="{3D5D665B-18CF-4B3A-9EF8-14F161C00CB9}" presName="node" presStyleLbl="node1" presStyleIdx="19" presStyleCnt="70">
        <dgm:presLayoutVars>
          <dgm:bulletEnabled val="1"/>
        </dgm:presLayoutVars>
      </dgm:prSet>
      <dgm:spPr>
        <a:prstGeom prst="roundRect">
          <a:avLst/>
        </a:prstGeom>
      </dgm:spPr>
      <dgm:t>
        <a:bodyPr/>
        <a:lstStyle/>
        <a:p>
          <a:endParaRPr lang="zh-CN" altLang="en-US"/>
        </a:p>
      </dgm:t>
    </dgm:pt>
    <dgm:pt modelId="{2E3A8249-8EB0-4AC8-9B91-5130E5B376B2}" type="pres">
      <dgm:prSet presAssocID="{D9C32ADE-591B-480E-8167-5E01358E47B8}" presName="sibTrans" presStyleCnt="0"/>
      <dgm:spPr/>
    </dgm:pt>
    <dgm:pt modelId="{4F73EB5C-881F-4053-843C-1663100739A7}" type="pres">
      <dgm:prSet presAssocID="{D30AF866-A699-499D-A889-450EE3B4FE8A}" presName="node" presStyleLbl="node1" presStyleIdx="20" presStyleCnt="70">
        <dgm:presLayoutVars>
          <dgm:bulletEnabled val="1"/>
        </dgm:presLayoutVars>
      </dgm:prSet>
      <dgm:spPr>
        <a:prstGeom prst="roundRect">
          <a:avLst/>
        </a:prstGeom>
      </dgm:spPr>
      <dgm:t>
        <a:bodyPr/>
        <a:lstStyle/>
        <a:p>
          <a:endParaRPr lang="zh-CN" altLang="en-US"/>
        </a:p>
      </dgm:t>
    </dgm:pt>
    <dgm:pt modelId="{FB7C41E4-E692-4485-BE53-656E1403195A}" type="pres">
      <dgm:prSet presAssocID="{776B5210-D1B3-43ED-8535-5E0D57A510F1}" presName="sibTrans" presStyleCnt="0"/>
      <dgm:spPr/>
    </dgm:pt>
    <dgm:pt modelId="{06B26807-80A5-4939-9775-EEEDD7CDC2F4}" type="pres">
      <dgm:prSet presAssocID="{B19EF73A-1ECC-457F-8BF9-5A6405F29C43}" presName="node" presStyleLbl="node1" presStyleIdx="21" presStyleCnt="70">
        <dgm:presLayoutVars>
          <dgm:bulletEnabled val="1"/>
        </dgm:presLayoutVars>
      </dgm:prSet>
      <dgm:spPr>
        <a:prstGeom prst="roundRect">
          <a:avLst/>
        </a:prstGeom>
      </dgm:spPr>
      <dgm:t>
        <a:bodyPr/>
        <a:lstStyle/>
        <a:p>
          <a:endParaRPr lang="zh-CN" altLang="en-US"/>
        </a:p>
      </dgm:t>
    </dgm:pt>
    <dgm:pt modelId="{30038524-146F-41BC-BE7C-3015376917F7}" type="pres">
      <dgm:prSet presAssocID="{E04E73BB-CE0C-494D-892B-7A5C98A7D3D6}" presName="sibTrans" presStyleCnt="0"/>
      <dgm:spPr/>
    </dgm:pt>
    <dgm:pt modelId="{184A5894-072B-4819-B735-C9A5364F0861}" type="pres">
      <dgm:prSet presAssocID="{B4C613DD-8AB7-4E04-95F0-65B594300F7B}" presName="node" presStyleLbl="node1" presStyleIdx="22" presStyleCnt="70">
        <dgm:presLayoutVars>
          <dgm:bulletEnabled val="1"/>
        </dgm:presLayoutVars>
      </dgm:prSet>
      <dgm:spPr>
        <a:prstGeom prst="roundRect">
          <a:avLst/>
        </a:prstGeom>
      </dgm:spPr>
      <dgm:t>
        <a:bodyPr/>
        <a:lstStyle/>
        <a:p>
          <a:endParaRPr lang="zh-CN" altLang="en-US"/>
        </a:p>
      </dgm:t>
    </dgm:pt>
    <dgm:pt modelId="{E5419D9E-AEC1-40C5-9859-9D2E8B1209DF}" type="pres">
      <dgm:prSet presAssocID="{680D73F8-7D7B-4A70-BFCE-661575D966CA}" presName="sibTrans" presStyleCnt="0"/>
      <dgm:spPr/>
    </dgm:pt>
    <dgm:pt modelId="{DCFB5FB7-C1EA-474B-B89E-696EE6A01DE2}" type="pres">
      <dgm:prSet presAssocID="{F02E9203-3B23-49E7-84A1-F0DC5A426D1C}" presName="node" presStyleLbl="node1" presStyleIdx="23" presStyleCnt="70">
        <dgm:presLayoutVars>
          <dgm:bulletEnabled val="1"/>
        </dgm:presLayoutVars>
      </dgm:prSet>
      <dgm:spPr>
        <a:prstGeom prst="roundRect">
          <a:avLst/>
        </a:prstGeom>
      </dgm:spPr>
      <dgm:t>
        <a:bodyPr/>
        <a:lstStyle/>
        <a:p>
          <a:endParaRPr lang="zh-CN" altLang="en-US"/>
        </a:p>
      </dgm:t>
    </dgm:pt>
    <dgm:pt modelId="{B89173EC-E356-4D71-A7F2-32E5FCA83592}" type="pres">
      <dgm:prSet presAssocID="{061F2867-232B-44B6-A8A7-56988640657D}" presName="sibTrans" presStyleCnt="0"/>
      <dgm:spPr/>
    </dgm:pt>
    <dgm:pt modelId="{0949CD01-EC19-460E-BF14-9FD494BAAAFD}" type="pres">
      <dgm:prSet presAssocID="{FA4AC17F-C6EE-429A-9868-6D99F05F5AD4}" presName="node" presStyleLbl="node1" presStyleIdx="24" presStyleCnt="70">
        <dgm:presLayoutVars>
          <dgm:bulletEnabled val="1"/>
        </dgm:presLayoutVars>
      </dgm:prSet>
      <dgm:spPr>
        <a:prstGeom prst="roundRect">
          <a:avLst/>
        </a:prstGeom>
      </dgm:spPr>
      <dgm:t>
        <a:bodyPr/>
        <a:lstStyle/>
        <a:p>
          <a:endParaRPr lang="zh-CN" altLang="en-US"/>
        </a:p>
      </dgm:t>
    </dgm:pt>
    <dgm:pt modelId="{FE5E05D2-3E6F-4F2F-9F76-F02B494E3408}" type="pres">
      <dgm:prSet presAssocID="{C66544F4-B284-4D33-B94C-DC71ADC007B6}" presName="sibTrans" presStyleCnt="0"/>
      <dgm:spPr/>
    </dgm:pt>
    <dgm:pt modelId="{5F31DEFE-6C7F-4949-AA9C-31C7A4680767}" type="pres">
      <dgm:prSet presAssocID="{C01B0684-53E4-4341-B09C-2934E5873773}" presName="node" presStyleLbl="node1" presStyleIdx="25" presStyleCnt="70">
        <dgm:presLayoutVars>
          <dgm:bulletEnabled val="1"/>
        </dgm:presLayoutVars>
      </dgm:prSet>
      <dgm:spPr>
        <a:prstGeom prst="roundRect">
          <a:avLst/>
        </a:prstGeom>
      </dgm:spPr>
      <dgm:t>
        <a:bodyPr/>
        <a:lstStyle/>
        <a:p>
          <a:endParaRPr lang="zh-CN" altLang="en-US"/>
        </a:p>
      </dgm:t>
    </dgm:pt>
    <dgm:pt modelId="{CD944F29-A36E-4E03-84C9-0774BFC2AA5F}" type="pres">
      <dgm:prSet presAssocID="{9C2414A5-31C0-4FA9-B55D-EDDCC7B35258}" presName="sibTrans" presStyleCnt="0"/>
      <dgm:spPr/>
    </dgm:pt>
    <dgm:pt modelId="{CEC82C11-860D-4A23-8F1F-619FFA18D87A}" type="pres">
      <dgm:prSet presAssocID="{8BAE1FD2-19FB-461A-BFB9-74EBB45A88CD}" presName="node" presStyleLbl="node1" presStyleIdx="26" presStyleCnt="70">
        <dgm:presLayoutVars>
          <dgm:bulletEnabled val="1"/>
        </dgm:presLayoutVars>
      </dgm:prSet>
      <dgm:spPr>
        <a:prstGeom prst="roundRect">
          <a:avLst/>
        </a:prstGeom>
      </dgm:spPr>
      <dgm:t>
        <a:bodyPr/>
        <a:lstStyle/>
        <a:p>
          <a:endParaRPr lang="zh-CN" altLang="en-US"/>
        </a:p>
      </dgm:t>
    </dgm:pt>
    <dgm:pt modelId="{B56D03AE-E2DB-45EB-94C6-9A62441ADC8D}" type="pres">
      <dgm:prSet presAssocID="{B5D9CFE3-E803-4E49-95D2-D996231CD7D1}" presName="sibTrans" presStyleCnt="0"/>
      <dgm:spPr/>
    </dgm:pt>
    <dgm:pt modelId="{A5016905-D471-4C13-A897-A182A37840A1}" type="pres">
      <dgm:prSet presAssocID="{943B90AD-2E7B-47EA-8D1C-79F8E2F5114D}" presName="node" presStyleLbl="node1" presStyleIdx="27" presStyleCnt="70">
        <dgm:presLayoutVars>
          <dgm:bulletEnabled val="1"/>
        </dgm:presLayoutVars>
      </dgm:prSet>
      <dgm:spPr>
        <a:prstGeom prst="roundRect">
          <a:avLst/>
        </a:prstGeom>
      </dgm:spPr>
      <dgm:t>
        <a:bodyPr/>
        <a:lstStyle/>
        <a:p>
          <a:endParaRPr lang="zh-CN" altLang="en-US"/>
        </a:p>
      </dgm:t>
    </dgm:pt>
    <dgm:pt modelId="{21726C44-8D78-48BD-B330-F006CC70AEF6}" type="pres">
      <dgm:prSet presAssocID="{3E1600CF-78B8-47C7-952A-7D6D89B2FEA7}" presName="sibTrans" presStyleCnt="0"/>
      <dgm:spPr/>
    </dgm:pt>
    <dgm:pt modelId="{E4D157C9-5856-4937-B7DF-DBEC0398BE19}" type="pres">
      <dgm:prSet presAssocID="{28D08964-82E5-445A-99F1-275F38CD36E8}" presName="node" presStyleLbl="node1" presStyleIdx="28" presStyleCnt="70">
        <dgm:presLayoutVars>
          <dgm:bulletEnabled val="1"/>
        </dgm:presLayoutVars>
      </dgm:prSet>
      <dgm:spPr>
        <a:prstGeom prst="roundRect">
          <a:avLst/>
        </a:prstGeom>
      </dgm:spPr>
      <dgm:t>
        <a:bodyPr/>
        <a:lstStyle/>
        <a:p>
          <a:endParaRPr lang="zh-CN" altLang="en-US"/>
        </a:p>
      </dgm:t>
    </dgm:pt>
    <dgm:pt modelId="{F277D6DF-407D-4954-A0E8-38A3C7ED57DD}" type="pres">
      <dgm:prSet presAssocID="{AD80DE07-40E7-4173-83A3-02855F337149}" presName="sibTrans" presStyleCnt="0"/>
      <dgm:spPr/>
    </dgm:pt>
    <dgm:pt modelId="{2D567E5A-C9DA-41B3-B77D-3ACC9ADBD748}" type="pres">
      <dgm:prSet presAssocID="{9598FCFE-57ED-42F5-ACBF-E9552386FD48}" presName="node" presStyleLbl="node1" presStyleIdx="29" presStyleCnt="70">
        <dgm:presLayoutVars>
          <dgm:bulletEnabled val="1"/>
        </dgm:presLayoutVars>
      </dgm:prSet>
      <dgm:spPr>
        <a:prstGeom prst="roundRect">
          <a:avLst/>
        </a:prstGeom>
      </dgm:spPr>
      <dgm:t>
        <a:bodyPr/>
        <a:lstStyle/>
        <a:p>
          <a:endParaRPr lang="zh-CN" altLang="en-US"/>
        </a:p>
      </dgm:t>
    </dgm:pt>
    <dgm:pt modelId="{9E70B8CE-A7F7-459D-ABBC-830D3D93C1B4}" type="pres">
      <dgm:prSet presAssocID="{FCA20AE7-8363-4B74-9BD8-CB77187B4337}" presName="sibTrans" presStyleCnt="0"/>
      <dgm:spPr/>
    </dgm:pt>
    <dgm:pt modelId="{3BD8FB91-732F-4FB0-899E-23828ECDCF66}" type="pres">
      <dgm:prSet presAssocID="{96B30C6E-733F-46F6-A5CB-252A26A6BE3E}" presName="node" presStyleLbl="node1" presStyleIdx="30" presStyleCnt="70">
        <dgm:presLayoutVars>
          <dgm:bulletEnabled val="1"/>
        </dgm:presLayoutVars>
      </dgm:prSet>
      <dgm:spPr>
        <a:prstGeom prst="roundRect">
          <a:avLst/>
        </a:prstGeom>
      </dgm:spPr>
      <dgm:t>
        <a:bodyPr/>
        <a:lstStyle/>
        <a:p>
          <a:endParaRPr lang="zh-CN" altLang="en-US"/>
        </a:p>
      </dgm:t>
    </dgm:pt>
    <dgm:pt modelId="{A970C8C1-C1BC-49F3-B4A0-C3E44F71D3CD}" type="pres">
      <dgm:prSet presAssocID="{40A20017-896F-4ADF-8B6D-7F6DA1CDA00F}" presName="sibTrans" presStyleCnt="0"/>
      <dgm:spPr/>
    </dgm:pt>
    <dgm:pt modelId="{C652AE0C-3C70-4B8C-B391-85E0125CB68B}" type="pres">
      <dgm:prSet presAssocID="{28389106-FF3F-48A5-9C03-DE4CE2CD0477}" presName="node" presStyleLbl="node1" presStyleIdx="31" presStyleCnt="70">
        <dgm:presLayoutVars>
          <dgm:bulletEnabled val="1"/>
        </dgm:presLayoutVars>
      </dgm:prSet>
      <dgm:spPr>
        <a:prstGeom prst="roundRect">
          <a:avLst/>
        </a:prstGeom>
      </dgm:spPr>
      <dgm:t>
        <a:bodyPr/>
        <a:lstStyle/>
        <a:p>
          <a:endParaRPr lang="zh-CN" altLang="en-US"/>
        </a:p>
      </dgm:t>
    </dgm:pt>
    <dgm:pt modelId="{9A95F18A-1DAF-4698-A092-F59F3AE0B673}" type="pres">
      <dgm:prSet presAssocID="{60CC3B7F-1BEC-4097-8B7B-8CCF8BA1F028}" presName="sibTrans" presStyleCnt="0"/>
      <dgm:spPr/>
    </dgm:pt>
    <dgm:pt modelId="{2E742455-ACD7-4526-AC2C-AEE143D872FA}" type="pres">
      <dgm:prSet presAssocID="{CBC68943-A3A6-4543-9180-940C22F8A9C9}" presName="node" presStyleLbl="node1" presStyleIdx="32" presStyleCnt="70">
        <dgm:presLayoutVars>
          <dgm:bulletEnabled val="1"/>
        </dgm:presLayoutVars>
      </dgm:prSet>
      <dgm:spPr>
        <a:prstGeom prst="roundRect">
          <a:avLst/>
        </a:prstGeom>
      </dgm:spPr>
      <dgm:t>
        <a:bodyPr/>
        <a:lstStyle/>
        <a:p>
          <a:endParaRPr lang="zh-CN" altLang="en-US"/>
        </a:p>
      </dgm:t>
    </dgm:pt>
    <dgm:pt modelId="{58AC044C-38B7-4C28-A2A1-196662A7E8F6}" type="pres">
      <dgm:prSet presAssocID="{0755EE36-ECAC-4735-9C8F-ECDC037D4EFB}" presName="sibTrans" presStyleCnt="0"/>
      <dgm:spPr/>
    </dgm:pt>
    <dgm:pt modelId="{47E1FCCA-4DBE-4809-9799-E0F1C1867B53}" type="pres">
      <dgm:prSet presAssocID="{2BE8F84D-22D2-400B-90A6-C5E640216C59}" presName="node" presStyleLbl="node1" presStyleIdx="33" presStyleCnt="70">
        <dgm:presLayoutVars>
          <dgm:bulletEnabled val="1"/>
        </dgm:presLayoutVars>
      </dgm:prSet>
      <dgm:spPr>
        <a:prstGeom prst="roundRect">
          <a:avLst/>
        </a:prstGeom>
      </dgm:spPr>
      <dgm:t>
        <a:bodyPr/>
        <a:lstStyle/>
        <a:p>
          <a:endParaRPr lang="zh-CN" altLang="en-US"/>
        </a:p>
      </dgm:t>
    </dgm:pt>
    <dgm:pt modelId="{CA234EC8-F1A8-453E-97FB-85FA8BC2D463}" type="pres">
      <dgm:prSet presAssocID="{AAE9AC80-31A1-4E08-B1D0-C1599FDF88EE}" presName="sibTrans" presStyleCnt="0"/>
      <dgm:spPr/>
    </dgm:pt>
    <dgm:pt modelId="{A136F1E2-B55A-47C7-9A85-8079E8D98BE5}" type="pres">
      <dgm:prSet presAssocID="{75EAFDB3-52CC-46A0-85A7-0A47DF32C9C8}" presName="node" presStyleLbl="node1" presStyleIdx="34" presStyleCnt="70">
        <dgm:presLayoutVars>
          <dgm:bulletEnabled val="1"/>
        </dgm:presLayoutVars>
      </dgm:prSet>
      <dgm:spPr>
        <a:prstGeom prst="roundRect">
          <a:avLst/>
        </a:prstGeom>
      </dgm:spPr>
      <dgm:t>
        <a:bodyPr/>
        <a:lstStyle/>
        <a:p>
          <a:endParaRPr lang="zh-CN" altLang="en-US"/>
        </a:p>
      </dgm:t>
    </dgm:pt>
    <dgm:pt modelId="{E4631D98-8821-4BE4-8B87-B1DF6E36B168}" type="pres">
      <dgm:prSet presAssocID="{7ADA8C11-13A5-42AE-85F8-6D97FAFAF1A2}" presName="sibTrans" presStyleCnt="0"/>
      <dgm:spPr/>
    </dgm:pt>
    <dgm:pt modelId="{93788807-8D46-4D9E-B2F1-9B7476B88456}" type="pres">
      <dgm:prSet presAssocID="{ADF1AD76-E836-4DBE-B882-AC213037A164}" presName="node" presStyleLbl="node1" presStyleIdx="35" presStyleCnt="70">
        <dgm:presLayoutVars>
          <dgm:bulletEnabled val="1"/>
        </dgm:presLayoutVars>
      </dgm:prSet>
      <dgm:spPr>
        <a:prstGeom prst="roundRect">
          <a:avLst/>
        </a:prstGeom>
      </dgm:spPr>
      <dgm:t>
        <a:bodyPr/>
        <a:lstStyle/>
        <a:p>
          <a:endParaRPr lang="zh-CN" altLang="en-US"/>
        </a:p>
      </dgm:t>
    </dgm:pt>
    <dgm:pt modelId="{9CE56EDB-C18A-4B35-B178-CDE0806BF6B6}" type="pres">
      <dgm:prSet presAssocID="{5E2D1F4E-2080-4AF1-A7F4-EE66AD12DE44}" presName="sibTrans" presStyleCnt="0"/>
      <dgm:spPr/>
    </dgm:pt>
    <dgm:pt modelId="{4A904063-82C7-454F-AB68-2378FF299647}" type="pres">
      <dgm:prSet presAssocID="{1091BB84-46F8-45DA-892C-88F4DE3F6C27}" presName="node" presStyleLbl="node1" presStyleIdx="36" presStyleCnt="70">
        <dgm:presLayoutVars>
          <dgm:bulletEnabled val="1"/>
        </dgm:presLayoutVars>
      </dgm:prSet>
      <dgm:spPr>
        <a:prstGeom prst="roundRect">
          <a:avLst/>
        </a:prstGeom>
      </dgm:spPr>
      <dgm:t>
        <a:bodyPr/>
        <a:lstStyle/>
        <a:p>
          <a:endParaRPr lang="zh-CN" altLang="en-US"/>
        </a:p>
      </dgm:t>
    </dgm:pt>
    <dgm:pt modelId="{8D2ED1EE-1376-4F33-B80A-53E45A4F783B}" type="pres">
      <dgm:prSet presAssocID="{F4039435-DB26-4D1B-86BD-A158C1742CC8}" presName="sibTrans" presStyleCnt="0"/>
      <dgm:spPr/>
    </dgm:pt>
    <dgm:pt modelId="{4306638C-62E6-4149-93C2-4A4D0810ECBF}" type="pres">
      <dgm:prSet presAssocID="{E87543BE-E9D2-48C0-82A2-DDBCBF3FDD8A}" presName="node" presStyleLbl="node1" presStyleIdx="37" presStyleCnt="70">
        <dgm:presLayoutVars>
          <dgm:bulletEnabled val="1"/>
        </dgm:presLayoutVars>
      </dgm:prSet>
      <dgm:spPr>
        <a:prstGeom prst="roundRect">
          <a:avLst/>
        </a:prstGeom>
      </dgm:spPr>
      <dgm:t>
        <a:bodyPr/>
        <a:lstStyle/>
        <a:p>
          <a:endParaRPr lang="zh-CN" altLang="en-US"/>
        </a:p>
      </dgm:t>
    </dgm:pt>
    <dgm:pt modelId="{BDC1447C-2711-4ADE-A3BE-CC49BECCF716}" type="pres">
      <dgm:prSet presAssocID="{BD8523EE-4D65-414E-9E15-EB04341BB520}" presName="sibTrans" presStyleCnt="0"/>
      <dgm:spPr/>
    </dgm:pt>
    <dgm:pt modelId="{6985AC9F-1482-43CC-947F-A63EF08BD3DE}" type="pres">
      <dgm:prSet presAssocID="{AC5780E2-6F68-4645-9BCD-0C7A1884DA82}" presName="node" presStyleLbl="node1" presStyleIdx="38" presStyleCnt="70">
        <dgm:presLayoutVars>
          <dgm:bulletEnabled val="1"/>
        </dgm:presLayoutVars>
      </dgm:prSet>
      <dgm:spPr>
        <a:prstGeom prst="roundRect">
          <a:avLst/>
        </a:prstGeom>
      </dgm:spPr>
      <dgm:t>
        <a:bodyPr/>
        <a:lstStyle/>
        <a:p>
          <a:endParaRPr lang="zh-CN" altLang="en-US"/>
        </a:p>
      </dgm:t>
    </dgm:pt>
    <dgm:pt modelId="{84D8E1BB-7999-48DF-A242-67780B883A01}" type="pres">
      <dgm:prSet presAssocID="{84F97CF6-7154-4AAB-B33A-B72C8EC300FC}" presName="sibTrans" presStyleCnt="0"/>
      <dgm:spPr/>
    </dgm:pt>
    <dgm:pt modelId="{8FCDE86A-39C9-4A7C-9904-78C87B4CD430}" type="pres">
      <dgm:prSet presAssocID="{8DA2CCF2-F1BF-40F5-A2B1-379293842048}" presName="node" presStyleLbl="node1" presStyleIdx="39" presStyleCnt="70">
        <dgm:presLayoutVars>
          <dgm:bulletEnabled val="1"/>
        </dgm:presLayoutVars>
      </dgm:prSet>
      <dgm:spPr>
        <a:prstGeom prst="roundRect">
          <a:avLst/>
        </a:prstGeom>
      </dgm:spPr>
      <dgm:t>
        <a:bodyPr/>
        <a:lstStyle/>
        <a:p>
          <a:endParaRPr lang="zh-CN" altLang="en-US"/>
        </a:p>
      </dgm:t>
    </dgm:pt>
    <dgm:pt modelId="{F61E414C-16EA-4FC9-9A3D-F0B8FCAA2F11}" type="pres">
      <dgm:prSet presAssocID="{1379E497-AEBE-4779-8A30-FC5F0866501E}" presName="sibTrans" presStyleCnt="0"/>
      <dgm:spPr/>
    </dgm:pt>
    <dgm:pt modelId="{4F0BAB82-A4AD-4C8C-92D7-37F7525C5D43}" type="pres">
      <dgm:prSet presAssocID="{9741E56B-B3A1-48E2-B545-B92E2C03D304}" presName="node" presStyleLbl="node1" presStyleIdx="40" presStyleCnt="70">
        <dgm:presLayoutVars>
          <dgm:bulletEnabled val="1"/>
        </dgm:presLayoutVars>
      </dgm:prSet>
      <dgm:spPr>
        <a:prstGeom prst="roundRect">
          <a:avLst/>
        </a:prstGeom>
      </dgm:spPr>
      <dgm:t>
        <a:bodyPr/>
        <a:lstStyle/>
        <a:p>
          <a:endParaRPr lang="zh-CN" altLang="en-US"/>
        </a:p>
      </dgm:t>
    </dgm:pt>
    <dgm:pt modelId="{1709C102-654D-4E1C-8EAE-AB62263598D4}" type="pres">
      <dgm:prSet presAssocID="{B9BEB6FA-F2DD-4BEA-9DD1-11D8C901B582}" presName="sibTrans" presStyleCnt="0"/>
      <dgm:spPr/>
    </dgm:pt>
    <dgm:pt modelId="{3FE14981-AECF-4276-B4D5-294B613D8272}" type="pres">
      <dgm:prSet presAssocID="{9527065C-E954-4A64-BA3E-ACDC9A51BF9A}" presName="node" presStyleLbl="node1" presStyleIdx="41" presStyleCnt="70">
        <dgm:presLayoutVars>
          <dgm:bulletEnabled val="1"/>
        </dgm:presLayoutVars>
      </dgm:prSet>
      <dgm:spPr>
        <a:prstGeom prst="roundRect">
          <a:avLst/>
        </a:prstGeom>
      </dgm:spPr>
      <dgm:t>
        <a:bodyPr/>
        <a:lstStyle/>
        <a:p>
          <a:endParaRPr lang="zh-CN" altLang="en-US"/>
        </a:p>
      </dgm:t>
    </dgm:pt>
    <dgm:pt modelId="{EC1D6E82-1E49-4200-9207-96CA53F8123A}" type="pres">
      <dgm:prSet presAssocID="{82463D44-78F4-4C98-BB6D-7E394E7F72B2}" presName="sibTrans" presStyleCnt="0"/>
      <dgm:spPr/>
    </dgm:pt>
    <dgm:pt modelId="{6A8388AD-419E-4A7A-A746-707EE81ED9F5}" type="pres">
      <dgm:prSet presAssocID="{205F3423-77F2-4855-98E7-B33F5D59B0F3}" presName="node" presStyleLbl="node1" presStyleIdx="42" presStyleCnt="70">
        <dgm:presLayoutVars>
          <dgm:bulletEnabled val="1"/>
        </dgm:presLayoutVars>
      </dgm:prSet>
      <dgm:spPr>
        <a:prstGeom prst="roundRect">
          <a:avLst/>
        </a:prstGeom>
      </dgm:spPr>
      <dgm:t>
        <a:bodyPr/>
        <a:lstStyle/>
        <a:p>
          <a:endParaRPr lang="zh-CN" altLang="en-US"/>
        </a:p>
      </dgm:t>
    </dgm:pt>
    <dgm:pt modelId="{A44C05B0-EACB-4B1E-B058-4CA78AD1190C}" type="pres">
      <dgm:prSet presAssocID="{9052447F-CEB9-4358-99ED-81F97D06A0EC}" presName="sibTrans" presStyleCnt="0"/>
      <dgm:spPr/>
    </dgm:pt>
    <dgm:pt modelId="{8B8C9CA6-7759-4549-A9F9-0916E1614EE2}" type="pres">
      <dgm:prSet presAssocID="{2E19AD63-441E-48BC-B420-D118A43427D3}" presName="node" presStyleLbl="node1" presStyleIdx="43" presStyleCnt="70">
        <dgm:presLayoutVars>
          <dgm:bulletEnabled val="1"/>
        </dgm:presLayoutVars>
      </dgm:prSet>
      <dgm:spPr>
        <a:prstGeom prst="roundRect">
          <a:avLst/>
        </a:prstGeom>
      </dgm:spPr>
      <dgm:t>
        <a:bodyPr/>
        <a:lstStyle/>
        <a:p>
          <a:endParaRPr lang="zh-CN" altLang="en-US"/>
        </a:p>
      </dgm:t>
    </dgm:pt>
    <dgm:pt modelId="{E68C9BC8-E8E8-48DA-AFE0-D18A90C86128}" type="pres">
      <dgm:prSet presAssocID="{D0928C81-7A33-4FE3-B2F7-3CBADC1C6AC2}" presName="sibTrans" presStyleCnt="0"/>
      <dgm:spPr/>
    </dgm:pt>
    <dgm:pt modelId="{25D6BD13-2F27-4B7D-B5A3-7C60234B6447}" type="pres">
      <dgm:prSet presAssocID="{A968592A-E105-4388-8C61-C4652FD36B99}" presName="node" presStyleLbl="node1" presStyleIdx="44" presStyleCnt="70">
        <dgm:presLayoutVars>
          <dgm:bulletEnabled val="1"/>
        </dgm:presLayoutVars>
      </dgm:prSet>
      <dgm:spPr>
        <a:prstGeom prst="roundRect">
          <a:avLst/>
        </a:prstGeom>
      </dgm:spPr>
      <dgm:t>
        <a:bodyPr/>
        <a:lstStyle/>
        <a:p>
          <a:endParaRPr lang="zh-CN" altLang="en-US"/>
        </a:p>
      </dgm:t>
    </dgm:pt>
    <dgm:pt modelId="{BD35BA67-5545-4B5E-B5E8-4EC392A759E0}" type="pres">
      <dgm:prSet presAssocID="{4D59C538-3207-4F96-98A3-DBDAF12BAEE0}" presName="sibTrans" presStyleCnt="0"/>
      <dgm:spPr/>
    </dgm:pt>
    <dgm:pt modelId="{3287B4C7-2EE9-41CA-B39D-E174AF02CB91}" type="pres">
      <dgm:prSet presAssocID="{2E2662FE-66BD-4351-B6F4-4A052BB61AD2}" presName="node" presStyleLbl="node1" presStyleIdx="45" presStyleCnt="70">
        <dgm:presLayoutVars>
          <dgm:bulletEnabled val="1"/>
        </dgm:presLayoutVars>
      </dgm:prSet>
      <dgm:spPr>
        <a:prstGeom prst="roundRect">
          <a:avLst/>
        </a:prstGeom>
      </dgm:spPr>
      <dgm:t>
        <a:bodyPr/>
        <a:lstStyle/>
        <a:p>
          <a:endParaRPr lang="zh-CN" altLang="en-US"/>
        </a:p>
      </dgm:t>
    </dgm:pt>
    <dgm:pt modelId="{8A15CDC4-963D-4D5A-A6D2-41802551D857}" type="pres">
      <dgm:prSet presAssocID="{87D17F40-DA42-4246-A768-ABC12ED7F53D}" presName="sibTrans" presStyleCnt="0"/>
      <dgm:spPr/>
    </dgm:pt>
    <dgm:pt modelId="{26DD82EA-2984-4AC6-9A76-5D1AD85B621D}" type="pres">
      <dgm:prSet presAssocID="{429B1F91-A82E-4DF0-BCA6-3739CD627AD7}" presName="node" presStyleLbl="node1" presStyleIdx="46" presStyleCnt="70">
        <dgm:presLayoutVars>
          <dgm:bulletEnabled val="1"/>
        </dgm:presLayoutVars>
      </dgm:prSet>
      <dgm:spPr>
        <a:prstGeom prst="roundRect">
          <a:avLst/>
        </a:prstGeom>
      </dgm:spPr>
      <dgm:t>
        <a:bodyPr/>
        <a:lstStyle/>
        <a:p>
          <a:endParaRPr lang="zh-CN" altLang="en-US"/>
        </a:p>
      </dgm:t>
    </dgm:pt>
    <dgm:pt modelId="{2767946A-EC84-47D5-A9AE-976C4E8BBDB6}" type="pres">
      <dgm:prSet presAssocID="{6AA772BA-EC43-477F-850E-1A7DF03B0AE9}" presName="sibTrans" presStyleCnt="0"/>
      <dgm:spPr/>
    </dgm:pt>
    <dgm:pt modelId="{DAC44B27-21CB-4932-A6B8-892C63CD366D}" type="pres">
      <dgm:prSet presAssocID="{D757C654-1049-4CB7-8288-027FDE73DA46}" presName="node" presStyleLbl="node1" presStyleIdx="47" presStyleCnt="70">
        <dgm:presLayoutVars>
          <dgm:bulletEnabled val="1"/>
        </dgm:presLayoutVars>
      </dgm:prSet>
      <dgm:spPr>
        <a:prstGeom prst="roundRect">
          <a:avLst/>
        </a:prstGeom>
      </dgm:spPr>
      <dgm:t>
        <a:bodyPr/>
        <a:lstStyle/>
        <a:p>
          <a:endParaRPr lang="zh-CN" altLang="en-US"/>
        </a:p>
      </dgm:t>
    </dgm:pt>
    <dgm:pt modelId="{FB54EDB0-4514-4F0A-8796-D7B22DB44DBA}" type="pres">
      <dgm:prSet presAssocID="{11DCF28A-C177-4B47-B204-91331D33D772}" presName="sibTrans" presStyleCnt="0"/>
      <dgm:spPr/>
    </dgm:pt>
    <dgm:pt modelId="{162BCEBA-B0D9-4E6C-BEA0-D9809A12F97C}" type="pres">
      <dgm:prSet presAssocID="{E293A25B-F9B1-406F-9076-F2ED719588FC}" presName="node" presStyleLbl="node1" presStyleIdx="48" presStyleCnt="70">
        <dgm:presLayoutVars>
          <dgm:bulletEnabled val="1"/>
        </dgm:presLayoutVars>
      </dgm:prSet>
      <dgm:spPr>
        <a:prstGeom prst="roundRect">
          <a:avLst/>
        </a:prstGeom>
      </dgm:spPr>
      <dgm:t>
        <a:bodyPr/>
        <a:lstStyle/>
        <a:p>
          <a:endParaRPr lang="zh-CN" altLang="en-US"/>
        </a:p>
      </dgm:t>
    </dgm:pt>
    <dgm:pt modelId="{AD36EE11-6693-42A2-9B88-615482981A6F}" type="pres">
      <dgm:prSet presAssocID="{D9ACDEAA-46EB-442C-9552-97CEBCA9DCBE}" presName="sibTrans" presStyleCnt="0"/>
      <dgm:spPr/>
    </dgm:pt>
    <dgm:pt modelId="{27098D84-BA4D-41E5-8FBA-DBCB83B804D1}" type="pres">
      <dgm:prSet presAssocID="{7D1128A3-8E2F-4162-AC75-2646DD975E37}" presName="node" presStyleLbl="node1" presStyleIdx="49" presStyleCnt="70">
        <dgm:presLayoutVars>
          <dgm:bulletEnabled val="1"/>
        </dgm:presLayoutVars>
      </dgm:prSet>
      <dgm:spPr/>
      <dgm:t>
        <a:bodyPr/>
        <a:lstStyle/>
        <a:p>
          <a:endParaRPr lang="zh-CN" altLang="en-US"/>
        </a:p>
      </dgm:t>
    </dgm:pt>
    <dgm:pt modelId="{4FEC718B-1BFE-4F41-85DB-3FFF87A47936}" type="pres">
      <dgm:prSet presAssocID="{6173630B-CECA-46EC-BB39-5D56E3E40243}" presName="sibTrans" presStyleCnt="0"/>
      <dgm:spPr/>
    </dgm:pt>
    <dgm:pt modelId="{69118C5F-EBA1-4DDE-A224-EAD7BF4D9E25}" type="pres">
      <dgm:prSet presAssocID="{7F227F88-1C8B-4819-8DB7-2988B661D3FB}" presName="node" presStyleLbl="node1" presStyleIdx="50" presStyleCnt="70">
        <dgm:presLayoutVars>
          <dgm:bulletEnabled val="1"/>
        </dgm:presLayoutVars>
      </dgm:prSet>
      <dgm:spPr>
        <a:prstGeom prst="roundRect">
          <a:avLst/>
        </a:prstGeom>
      </dgm:spPr>
      <dgm:t>
        <a:bodyPr/>
        <a:lstStyle/>
        <a:p>
          <a:endParaRPr lang="zh-CN" altLang="en-US"/>
        </a:p>
      </dgm:t>
    </dgm:pt>
    <dgm:pt modelId="{6F9D04D0-81A4-4E32-B821-403BDD1BEBF0}" type="pres">
      <dgm:prSet presAssocID="{1F821F14-D5ED-47A0-8ED6-705A421DBC4A}" presName="sibTrans" presStyleCnt="0"/>
      <dgm:spPr/>
    </dgm:pt>
    <dgm:pt modelId="{C21364A5-B684-4D36-AC9B-DEEA13F8E020}" type="pres">
      <dgm:prSet presAssocID="{8AF11E1E-786C-464C-9D5E-0D85462355F6}" presName="node" presStyleLbl="node1" presStyleIdx="51" presStyleCnt="70">
        <dgm:presLayoutVars>
          <dgm:bulletEnabled val="1"/>
        </dgm:presLayoutVars>
      </dgm:prSet>
      <dgm:spPr>
        <a:prstGeom prst="roundRect">
          <a:avLst/>
        </a:prstGeom>
      </dgm:spPr>
      <dgm:t>
        <a:bodyPr/>
        <a:lstStyle/>
        <a:p>
          <a:endParaRPr lang="zh-CN" altLang="en-US"/>
        </a:p>
      </dgm:t>
    </dgm:pt>
    <dgm:pt modelId="{7A092A02-CCA7-487F-A10C-FE8960AAE491}" type="pres">
      <dgm:prSet presAssocID="{FFDD1B97-1970-4166-BB26-9011EA674386}" presName="sibTrans" presStyleCnt="0"/>
      <dgm:spPr/>
    </dgm:pt>
    <dgm:pt modelId="{8762A542-30DC-4BB5-8AD6-F457F0965C14}" type="pres">
      <dgm:prSet presAssocID="{CBE1E415-6FF7-471E-95EB-717DB19D1358}" presName="node" presStyleLbl="node1" presStyleIdx="52" presStyleCnt="70">
        <dgm:presLayoutVars>
          <dgm:bulletEnabled val="1"/>
        </dgm:presLayoutVars>
      </dgm:prSet>
      <dgm:spPr>
        <a:prstGeom prst="roundRect">
          <a:avLst/>
        </a:prstGeom>
      </dgm:spPr>
      <dgm:t>
        <a:bodyPr/>
        <a:lstStyle/>
        <a:p>
          <a:endParaRPr lang="zh-CN" altLang="en-US"/>
        </a:p>
      </dgm:t>
    </dgm:pt>
    <dgm:pt modelId="{20B2678B-71FB-4F4A-A497-4FA28A66DFF9}" type="pres">
      <dgm:prSet presAssocID="{E4E82FA8-0E6C-411F-9446-18F4DDA4DAD2}" presName="sibTrans" presStyleCnt="0"/>
      <dgm:spPr/>
    </dgm:pt>
    <dgm:pt modelId="{E882D5F4-19CF-4E7A-BF41-CA077A2EEF79}" type="pres">
      <dgm:prSet presAssocID="{447E400A-1E76-44D9-B6D9-68838BAAB189}" presName="node" presStyleLbl="node1" presStyleIdx="53" presStyleCnt="70">
        <dgm:presLayoutVars>
          <dgm:bulletEnabled val="1"/>
        </dgm:presLayoutVars>
      </dgm:prSet>
      <dgm:spPr>
        <a:prstGeom prst="roundRect">
          <a:avLst/>
        </a:prstGeom>
      </dgm:spPr>
      <dgm:t>
        <a:bodyPr/>
        <a:lstStyle/>
        <a:p>
          <a:endParaRPr lang="zh-CN" altLang="en-US"/>
        </a:p>
      </dgm:t>
    </dgm:pt>
    <dgm:pt modelId="{0748F608-5428-45EE-9F4C-031602A2E477}" type="pres">
      <dgm:prSet presAssocID="{B37D8B35-3FAD-4116-8AA2-7F6CED96D5E7}" presName="sibTrans" presStyleCnt="0"/>
      <dgm:spPr/>
    </dgm:pt>
    <dgm:pt modelId="{298DC723-918A-48BC-A214-0B8992D77DBA}" type="pres">
      <dgm:prSet presAssocID="{0400131F-88B5-465C-A153-86965306A612}" presName="node" presStyleLbl="node1" presStyleIdx="54" presStyleCnt="70">
        <dgm:presLayoutVars>
          <dgm:bulletEnabled val="1"/>
        </dgm:presLayoutVars>
      </dgm:prSet>
      <dgm:spPr>
        <a:prstGeom prst="roundRect">
          <a:avLst/>
        </a:prstGeom>
      </dgm:spPr>
      <dgm:t>
        <a:bodyPr/>
        <a:lstStyle/>
        <a:p>
          <a:endParaRPr lang="zh-CN" altLang="en-US"/>
        </a:p>
      </dgm:t>
    </dgm:pt>
    <dgm:pt modelId="{C8EE7586-792B-4D86-AB27-8DAA5546C33B}" type="pres">
      <dgm:prSet presAssocID="{ACDCA1DD-2B76-4420-BA93-CCE659425AA5}" presName="sibTrans" presStyleCnt="0"/>
      <dgm:spPr/>
    </dgm:pt>
    <dgm:pt modelId="{46B318FC-AAA3-40FE-ACA0-5E07FFC1A12C}" type="pres">
      <dgm:prSet presAssocID="{E0CBE954-EDE9-4DB5-AFE8-9F4BB735FA08}" presName="node" presStyleLbl="node1" presStyleIdx="55" presStyleCnt="70">
        <dgm:presLayoutVars>
          <dgm:bulletEnabled val="1"/>
        </dgm:presLayoutVars>
      </dgm:prSet>
      <dgm:spPr>
        <a:prstGeom prst="roundRect">
          <a:avLst/>
        </a:prstGeom>
      </dgm:spPr>
      <dgm:t>
        <a:bodyPr/>
        <a:lstStyle/>
        <a:p>
          <a:endParaRPr lang="zh-CN" altLang="en-US"/>
        </a:p>
      </dgm:t>
    </dgm:pt>
    <dgm:pt modelId="{8CC6760C-F65D-4115-A2BE-35CA6DB21B32}" type="pres">
      <dgm:prSet presAssocID="{0E241D9F-C2D4-47FC-892D-A6C23539FDDD}" presName="sibTrans" presStyleCnt="0"/>
      <dgm:spPr/>
    </dgm:pt>
    <dgm:pt modelId="{2E351335-D5DF-4D62-BDF0-593E36B1C83B}" type="pres">
      <dgm:prSet presAssocID="{BD065406-9A95-44B4-AAC1-E3F306B05847}" presName="node" presStyleLbl="node1" presStyleIdx="56" presStyleCnt="70">
        <dgm:presLayoutVars>
          <dgm:bulletEnabled val="1"/>
        </dgm:presLayoutVars>
      </dgm:prSet>
      <dgm:spPr>
        <a:prstGeom prst="roundRect">
          <a:avLst/>
        </a:prstGeom>
      </dgm:spPr>
      <dgm:t>
        <a:bodyPr/>
        <a:lstStyle/>
        <a:p>
          <a:endParaRPr lang="zh-CN" altLang="en-US"/>
        </a:p>
      </dgm:t>
    </dgm:pt>
    <dgm:pt modelId="{CDAD4ACE-07F0-4F0A-AE6F-DB8833466850}" type="pres">
      <dgm:prSet presAssocID="{1D2F329E-CC9A-40CF-A5D5-0D3773415C56}" presName="sibTrans" presStyleCnt="0"/>
      <dgm:spPr/>
    </dgm:pt>
    <dgm:pt modelId="{73A95E09-89FA-4901-BF8D-33FE414C8C57}" type="pres">
      <dgm:prSet presAssocID="{D5EBAF36-E60F-4A9B-959C-25D009741390}" presName="node" presStyleLbl="node1" presStyleIdx="57" presStyleCnt="70">
        <dgm:presLayoutVars>
          <dgm:bulletEnabled val="1"/>
        </dgm:presLayoutVars>
      </dgm:prSet>
      <dgm:spPr>
        <a:prstGeom prst="roundRect">
          <a:avLst/>
        </a:prstGeom>
      </dgm:spPr>
      <dgm:t>
        <a:bodyPr/>
        <a:lstStyle/>
        <a:p>
          <a:endParaRPr lang="zh-CN" altLang="en-US"/>
        </a:p>
      </dgm:t>
    </dgm:pt>
    <dgm:pt modelId="{96F10D32-A288-4D90-B9AA-4EB9EE22B5DC}" type="pres">
      <dgm:prSet presAssocID="{816170A3-B135-4419-B243-BD458CE0C31A}" presName="sibTrans" presStyleCnt="0"/>
      <dgm:spPr/>
    </dgm:pt>
    <dgm:pt modelId="{EC64F70C-EFC2-4D95-B8F2-E1CA05DFA15D}" type="pres">
      <dgm:prSet presAssocID="{48AD0A71-1409-4549-BE6B-3D1BD615ACB1}" presName="node" presStyleLbl="node1" presStyleIdx="58" presStyleCnt="70">
        <dgm:presLayoutVars>
          <dgm:bulletEnabled val="1"/>
        </dgm:presLayoutVars>
      </dgm:prSet>
      <dgm:spPr>
        <a:prstGeom prst="roundRect">
          <a:avLst/>
        </a:prstGeom>
      </dgm:spPr>
      <dgm:t>
        <a:bodyPr/>
        <a:lstStyle/>
        <a:p>
          <a:endParaRPr lang="zh-CN" altLang="en-US"/>
        </a:p>
      </dgm:t>
    </dgm:pt>
    <dgm:pt modelId="{7F4A9B72-E4C1-4746-AE2E-E94E1142DA31}" type="pres">
      <dgm:prSet presAssocID="{DFA2A863-9CCA-4C02-A5A6-F3AADCECFC34}" presName="sibTrans" presStyleCnt="0"/>
      <dgm:spPr/>
    </dgm:pt>
    <dgm:pt modelId="{D0044411-A41C-4335-ABB9-BEB58EC1D3EC}" type="pres">
      <dgm:prSet presAssocID="{3BF04708-FE86-4177-A993-C3D2CC28C28E}" presName="node" presStyleLbl="node1" presStyleIdx="59" presStyleCnt="70">
        <dgm:presLayoutVars>
          <dgm:bulletEnabled val="1"/>
        </dgm:presLayoutVars>
      </dgm:prSet>
      <dgm:spPr>
        <a:prstGeom prst="roundRect">
          <a:avLst/>
        </a:prstGeom>
      </dgm:spPr>
      <dgm:t>
        <a:bodyPr/>
        <a:lstStyle/>
        <a:p>
          <a:endParaRPr lang="zh-CN" altLang="en-US"/>
        </a:p>
      </dgm:t>
    </dgm:pt>
    <dgm:pt modelId="{F9096AC2-A0C8-42CC-B456-D64C05E93B17}" type="pres">
      <dgm:prSet presAssocID="{C56492C5-E7C3-4420-A991-CA1F624E3CD9}" presName="sibTrans" presStyleCnt="0"/>
      <dgm:spPr/>
    </dgm:pt>
    <dgm:pt modelId="{2F526BB0-504C-4BF9-9C66-625F76BCDEDF}" type="pres">
      <dgm:prSet presAssocID="{9A66C506-D715-4E48-A131-B4E73B0F5B1E}" presName="node" presStyleLbl="node1" presStyleIdx="60" presStyleCnt="70">
        <dgm:presLayoutVars>
          <dgm:bulletEnabled val="1"/>
        </dgm:presLayoutVars>
      </dgm:prSet>
      <dgm:spPr>
        <a:prstGeom prst="roundRect">
          <a:avLst/>
        </a:prstGeom>
      </dgm:spPr>
      <dgm:t>
        <a:bodyPr/>
        <a:lstStyle/>
        <a:p>
          <a:endParaRPr lang="zh-CN" altLang="en-US"/>
        </a:p>
      </dgm:t>
    </dgm:pt>
    <dgm:pt modelId="{1E8856E7-D022-48FD-955D-99AB57E6FDFD}" type="pres">
      <dgm:prSet presAssocID="{F969FCE4-9FD6-41B4-BA99-975D3AEBFDAE}" presName="sibTrans" presStyleCnt="0"/>
      <dgm:spPr/>
    </dgm:pt>
    <dgm:pt modelId="{7356412E-230D-4F3A-98FE-9ED854704258}" type="pres">
      <dgm:prSet presAssocID="{C4D7BBAF-0F29-4AA3-BF07-2F6DD15744FB}" presName="node" presStyleLbl="node1" presStyleIdx="61" presStyleCnt="70">
        <dgm:presLayoutVars>
          <dgm:bulletEnabled val="1"/>
        </dgm:presLayoutVars>
      </dgm:prSet>
      <dgm:spPr>
        <a:prstGeom prst="roundRect">
          <a:avLst/>
        </a:prstGeom>
      </dgm:spPr>
      <dgm:t>
        <a:bodyPr/>
        <a:lstStyle/>
        <a:p>
          <a:endParaRPr lang="zh-CN" altLang="en-US"/>
        </a:p>
      </dgm:t>
    </dgm:pt>
    <dgm:pt modelId="{3B289A84-AE8D-49B2-B9A3-0868F5E86A3E}" type="pres">
      <dgm:prSet presAssocID="{957DFAF4-546F-4E83-80AA-4853F449E96E}" presName="sibTrans" presStyleCnt="0"/>
      <dgm:spPr/>
    </dgm:pt>
    <dgm:pt modelId="{B165EDF5-9E76-40FE-8C82-32B659068D4E}" type="pres">
      <dgm:prSet presAssocID="{56866049-6BC1-4090-B26C-A680DD36BB5C}" presName="node" presStyleLbl="node1" presStyleIdx="62" presStyleCnt="70">
        <dgm:presLayoutVars>
          <dgm:bulletEnabled val="1"/>
        </dgm:presLayoutVars>
      </dgm:prSet>
      <dgm:spPr>
        <a:prstGeom prst="roundRect">
          <a:avLst/>
        </a:prstGeom>
      </dgm:spPr>
      <dgm:t>
        <a:bodyPr/>
        <a:lstStyle/>
        <a:p>
          <a:endParaRPr lang="zh-CN" altLang="en-US"/>
        </a:p>
      </dgm:t>
    </dgm:pt>
    <dgm:pt modelId="{E8CDBDAA-33CC-4A2F-96AA-8959D560691A}" type="pres">
      <dgm:prSet presAssocID="{45D55E28-515A-4982-BD97-E3798ED6D6C6}" presName="sibTrans" presStyleCnt="0"/>
      <dgm:spPr/>
    </dgm:pt>
    <dgm:pt modelId="{9AFC3993-7115-4F6D-B1CF-684DBC92C009}" type="pres">
      <dgm:prSet presAssocID="{B9ECA37F-F0F5-4727-9D78-1AE364959962}" presName="node" presStyleLbl="node1" presStyleIdx="63" presStyleCnt="70">
        <dgm:presLayoutVars>
          <dgm:bulletEnabled val="1"/>
        </dgm:presLayoutVars>
      </dgm:prSet>
      <dgm:spPr>
        <a:prstGeom prst="roundRect">
          <a:avLst/>
        </a:prstGeom>
      </dgm:spPr>
      <dgm:t>
        <a:bodyPr/>
        <a:lstStyle/>
        <a:p>
          <a:endParaRPr lang="zh-CN" altLang="en-US"/>
        </a:p>
      </dgm:t>
    </dgm:pt>
    <dgm:pt modelId="{0C165163-2314-40B8-8812-A1E7C8C8DFF8}" type="pres">
      <dgm:prSet presAssocID="{DB2479DF-0C95-4DFB-AB83-45F16FBE56F9}" presName="sibTrans" presStyleCnt="0"/>
      <dgm:spPr/>
    </dgm:pt>
    <dgm:pt modelId="{3EBB4908-75A6-499B-923A-B2FF18A8A07F}" type="pres">
      <dgm:prSet presAssocID="{0D1B33D5-0947-43E3-9DCE-EC647F680CB3}" presName="node" presStyleLbl="node1" presStyleIdx="64" presStyleCnt="70">
        <dgm:presLayoutVars>
          <dgm:bulletEnabled val="1"/>
        </dgm:presLayoutVars>
      </dgm:prSet>
      <dgm:spPr>
        <a:prstGeom prst="roundRect">
          <a:avLst/>
        </a:prstGeom>
      </dgm:spPr>
      <dgm:t>
        <a:bodyPr/>
        <a:lstStyle/>
        <a:p>
          <a:endParaRPr lang="zh-CN" altLang="en-US"/>
        </a:p>
      </dgm:t>
    </dgm:pt>
    <dgm:pt modelId="{163E3F28-CDAA-4214-B4EA-63BA54AFCEF2}" type="pres">
      <dgm:prSet presAssocID="{9FC87244-EFB8-4681-A053-536C5B2C1397}" presName="sibTrans" presStyleCnt="0"/>
      <dgm:spPr/>
    </dgm:pt>
    <dgm:pt modelId="{0D0DC011-63D8-4EFD-BEE8-FCE1857A0493}" type="pres">
      <dgm:prSet presAssocID="{28D357D3-A5B4-4038-B28B-AFCCABD501D4}" presName="node" presStyleLbl="node1" presStyleIdx="65" presStyleCnt="70">
        <dgm:presLayoutVars>
          <dgm:bulletEnabled val="1"/>
        </dgm:presLayoutVars>
      </dgm:prSet>
      <dgm:spPr>
        <a:prstGeom prst="roundRect">
          <a:avLst/>
        </a:prstGeom>
      </dgm:spPr>
      <dgm:t>
        <a:bodyPr/>
        <a:lstStyle/>
        <a:p>
          <a:endParaRPr lang="zh-CN" altLang="en-US"/>
        </a:p>
      </dgm:t>
    </dgm:pt>
    <dgm:pt modelId="{2DB0E255-288A-42E5-A79A-45CEFE616C0D}" type="pres">
      <dgm:prSet presAssocID="{58ADE3F5-EA71-4568-9103-5C3E2EEFD2F5}" presName="sibTrans" presStyleCnt="0"/>
      <dgm:spPr/>
    </dgm:pt>
    <dgm:pt modelId="{972CBFFA-7B7A-4400-B177-26BC6824340D}" type="pres">
      <dgm:prSet presAssocID="{0B34AC8E-D9DB-4E32-AEB7-ADA5FD855401}" presName="node" presStyleLbl="node1" presStyleIdx="66" presStyleCnt="70">
        <dgm:presLayoutVars>
          <dgm:bulletEnabled val="1"/>
        </dgm:presLayoutVars>
      </dgm:prSet>
      <dgm:spPr>
        <a:prstGeom prst="roundRect">
          <a:avLst/>
        </a:prstGeom>
      </dgm:spPr>
      <dgm:t>
        <a:bodyPr/>
        <a:lstStyle/>
        <a:p>
          <a:endParaRPr lang="zh-CN" altLang="en-US"/>
        </a:p>
      </dgm:t>
    </dgm:pt>
    <dgm:pt modelId="{81E27599-725F-4E9D-B0CC-D784775DD6D4}" type="pres">
      <dgm:prSet presAssocID="{1DD64CFF-9924-41AE-AA6E-2671089BC93C}" presName="sibTrans" presStyleCnt="0"/>
      <dgm:spPr/>
    </dgm:pt>
    <dgm:pt modelId="{ACC45D78-03F7-4549-AC55-54B923AF9499}" type="pres">
      <dgm:prSet presAssocID="{EA2ACC8C-7F58-411D-9B40-5B0E39326DE2}" presName="node" presStyleLbl="node1" presStyleIdx="67" presStyleCnt="70">
        <dgm:presLayoutVars>
          <dgm:bulletEnabled val="1"/>
        </dgm:presLayoutVars>
      </dgm:prSet>
      <dgm:spPr>
        <a:prstGeom prst="roundRect">
          <a:avLst/>
        </a:prstGeom>
      </dgm:spPr>
      <dgm:t>
        <a:bodyPr/>
        <a:lstStyle/>
        <a:p>
          <a:endParaRPr lang="zh-CN" altLang="en-US"/>
        </a:p>
      </dgm:t>
    </dgm:pt>
    <dgm:pt modelId="{85C13639-6883-4A02-9A23-00EDD77CD136}" type="pres">
      <dgm:prSet presAssocID="{195DE12A-CA69-49DA-A860-333F4D912E10}" presName="sibTrans" presStyleCnt="0"/>
      <dgm:spPr/>
    </dgm:pt>
    <dgm:pt modelId="{0436E7F7-CE3D-4279-9340-9B19C6CAAE7C}" type="pres">
      <dgm:prSet presAssocID="{2BBE13D9-39E9-4BDA-9253-574FBB7A0612}" presName="node" presStyleLbl="node1" presStyleIdx="68" presStyleCnt="70">
        <dgm:presLayoutVars>
          <dgm:bulletEnabled val="1"/>
        </dgm:presLayoutVars>
      </dgm:prSet>
      <dgm:spPr>
        <a:prstGeom prst="roundRect">
          <a:avLst/>
        </a:prstGeom>
      </dgm:spPr>
      <dgm:t>
        <a:bodyPr/>
        <a:lstStyle/>
        <a:p>
          <a:endParaRPr lang="zh-CN" altLang="en-US"/>
        </a:p>
      </dgm:t>
    </dgm:pt>
    <dgm:pt modelId="{91B3CCB8-D4B5-42A7-A0B0-AF1090151E8C}" type="pres">
      <dgm:prSet presAssocID="{33DD5705-305E-41C2-9194-610BFB50D0F6}" presName="sibTrans" presStyleCnt="0"/>
      <dgm:spPr/>
    </dgm:pt>
    <dgm:pt modelId="{593B884F-BBEB-48E0-A9E4-692F9A9B2FF1}" type="pres">
      <dgm:prSet presAssocID="{3E5825C4-2EFB-4AE5-9E07-370FBC69C4E3}" presName="node" presStyleLbl="node1" presStyleIdx="69" presStyleCnt="70">
        <dgm:presLayoutVars>
          <dgm:bulletEnabled val="1"/>
        </dgm:presLayoutVars>
      </dgm:prSet>
      <dgm:spPr>
        <a:prstGeom prst="roundRect">
          <a:avLst/>
        </a:prstGeom>
      </dgm:spPr>
      <dgm:t>
        <a:bodyPr/>
        <a:lstStyle/>
        <a:p>
          <a:endParaRPr lang="zh-CN" altLang="en-US"/>
        </a:p>
      </dgm:t>
    </dgm:pt>
  </dgm:ptLst>
  <dgm:cxnLst>
    <dgm:cxn modelId="{A5FAA4F0-C85B-4E5F-8459-67AF6B18F2E9}" srcId="{ACFC3966-9424-4494-A806-25BB0A98D2E2}" destId="{943B90AD-2E7B-47EA-8D1C-79F8E2F5114D}" srcOrd="27" destOrd="0" parTransId="{6490EA46-3586-455F-A009-48452C36F9E0}" sibTransId="{3E1600CF-78B8-47C7-952A-7D6D89B2FEA7}"/>
    <dgm:cxn modelId="{9B5C6DA7-CEA5-493B-99AA-A952834868FD}" srcId="{ACFC3966-9424-4494-A806-25BB0A98D2E2}" destId="{8DA2CCF2-F1BF-40F5-A2B1-379293842048}" srcOrd="39" destOrd="0" parTransId="{EE2FF3F5-D66E-4D20-BA6D-F13FA63E3F19}" sibTransId="{1379E497-AEBE-4779-8A30-FC5F0866501E}"/>
    <dgm:cxn modelId="{BB88AFD1-D29D-4812-BEDE-C9161779988A}" type="presOf" srcId="{D131C335-B0C6-4921-B4A9-E56AAA4C03E6}" destId="{316D78F6-CB97-4059-86CC-616945C3F787}" srcOrd="0" destOrd="0" presId="urn:microsoft.com/office/officeart/2005/8/layout/default#1"/>
    <dgm:cxn modelId="{FF1E5BD8-57E1-4C03-953F-2E7A1A527BAE}" type="presOf" srcId="{D5EBAF36-E60F-4A9B-959C-25D009741390}" destId="{73A95E09-89FA-4901-BF8D-33FE414C8C57}" srcOrd="0" destOrd="0" presId="urn:microsoft.com/office/officeart/2005/8/layout/default#1"/>
    <dgm:cxn modelId="{ED116AD0-7EE5-4456-9AEC-DC18BABD3810}" type="presOf" srcId="{205F3423-77F2-4855-98E7-B33F5D59B0F3}" destId="{6A8388AD-419E-4A7A-A746-707EE81ED9F5}" srcOrd="0" destOrd="0" presId="urn:microsoft.com/office/officeart/2005/8/layout/default#1"/>
    <dgm:cxn modelId="{C473A81A-8266-4CC7-9922-74EBBA9C7885}" type="presOf" srcId="{9598FCFE-57ED-42F5-ACBF-E9552386FD48}" destId="{2D567E5A-C9DA-41B3-B77D-3ACC9ADBD748}" srcOrd="0" destOrd="0" presId="urn:microsoft.com/office/officeart/2005/8/layout/default#1"/>
    <dgm:cxn modelId="{141F14C4-B1C2-43DF-846B-A06EFA3CDDC3}" srcId="{ACFC3966-9424-4494-A806-25BB0A98D2E2}" destId="{78C37599-F9C9-4ADC-9AD6-7D89F0E650C2}" srcOrd="15" destOrd="0" parTransId="{91BE71F8-D4F8-4B7E-B350-8B704D70435D}" sibTransId="{E9AF0981-06FB-4FFD-816A-D9D151FDD37C}"/>
    <dgm:cxn modelId="{20D8C94A-AF14-4785-A9D1-6A10D3A55BC5}" type="presOf" srcId="{E293A25B-F9B1-406F-9076-F2ED719588FC}" destId="{162BCEBA-B0D9-4E6C-BEA0-D9809A12F97C}" srcOrd="0" destOrd="0" presId="urn:microsoft.com/office/officeart/2005/8/layout/default#1"/>
    <dgm:cxn modelId="{170CCC2D-97CF-4D78-8B99-32C0ECDC6BDB}" srcId="{ACFC3966-9424-4494-A806-25BB0A98D2E2}" destId="{96B30C6E-733F-46F6-A5CB-252A26A6BE3E}" srcOrd="30" destOrd="0" parTransId="{081F78C1-C2A7-4F48-B894-75E475E226D2}" sibTransId="{40A20017-896F-4ADF-8B6D-7F6DA1CDA00F}"/>
    <dgm:cxn modelId="{67317436-4001-424C-AA80-3A16A02E8511}" type="presOf" srcId="{9A66C506-D715-4E48-A131-B4E73B0F5B1E}" destId="{2F526BB0-504C-4BF9-9C66-625F76BCDEDF}" srcOrd="0" destOrd="0" presId="urn:microsoft.com/office/officeart/2005/8/layout/default#1"/>
    <dgm:cxn modelId="{414B6780-2D5E-4AAC-B973-1853DC4A4EE6}" type="presOf" srcId="{28389106-FF3F-48A5-9C03-DE4CE2CD0477}" destId="{C652AE0C-3C70-4B8C-B391-85E0125CB68B}" srcOrd="0" destOrd="0" presId="urn:microsoft.com/office/officeart/2005/8/layout/default#1"/>
    <dgm:cxn modelId="{1F911B2D-BE3A-4685-9187-C3B1E6474A07}" srcId="{ACFC3966-9424-4494-A806-25BB0A98D2E2}" destId="{8BAE1FD2-19FB-461A-BFB9-74EBB45A88CD}" srcOrd="26" destOrd="0" parTransId="{4AED1CE8-0BB7-4CC4-A0B1-B5FFE95F1FD6}" sibTransId="{B5D9CFE3-E803-4E49-95D2-D996231CD7D1}"/>
    <dgm:cxn modelId="{AAC73DF9-F373-43C1-A97B-34174B3ED75F}" srcId="{ACFC3966-9424-4494-A806-25BB0A98D2E2}" destId="{D757C654-1049-4CB7-8288-027FDE73DA46}" srcOrd="47" destOrd="0" parTransId="{6CE329AE-66C1-4DBF-A5FF-C8F990251F5E}" sibTransId="{11DCF28A-C177-4B47-B204-91331D33D772}"/>
    <dgm:cxn modelId="{7C8E77E5-7808-41D0-9BAA-8DCB630291F2}" type="presOf" srcId="{C01B0684-53E4-4341-B09C-2934E5873773}" destId="{5F31DEFE-6C7F-4949-AA9C-31C7A4680767}" srcOrd="0" destOrd="0" presId="urn:microsoft.com/office/officeart/2005/8/layout/default#1"/>
    <dgm:cxn modelId="{4F6788A1-B56E-40FF-825C-4AF29CFB8B6D}" srcId="{ACFC3966-9424-4494-A806-25BB0A98D2E2}" destId="{2E19AD63-441E-48BC-B420-D118A43427D3}" srcOrd="43" destOrd="0" parTransId="{39977A56-7BF3-4F3A-9FFA-BEF71FBAC70E}" sibTransId="{D0928C81-7A33-4FE3-B2F7-3CBADC1C6AC2}"/>
    <dgm:cxn modelId="{9E46C4D1-668F-47CA-8B28-BCD7640F0235}" srcId="{ACFC3966-9424-4494-A806-25BB0A98D2E2}" destId="{424C5EE2-0805-444B-B8B3-EF55935AACE4}" srcOrd="10" destOrd="0" parTransId="{E4970012-5EA8-4192-AE61-8E6D356DC57B}" sibTransId="{DE27E777-7376-4F90-BE6D-8F20047E8F2A}"/>
    <dgm:cxn modelId="{61814D98-CFCC-4066-AD7E-2B688C347792}" srcId="{ACFC3966-9424-4494-A806-25BB0A98D2E2}" destId="{E87543BE-E9D2-48C0-82A2-DDBCBF3FDD8A}" srcOrd="37" destOrd="0" parTransId="{D80871DF-501C-4B1B-B773-8452DE8579DF}" sibTransId="{BD8523EE-4D65-414E-9E15-EB04341BB520}"/>
    <dgm:cxn modelId="{D44ABE1C-0F7D-426B-9882-D419BAA729C8}" type="presOf" srcId="{AE5E8ED9-A00C-4820-8999-485B837BC21C}" destId="{BCDC657D-DCC4-49FA-9DCA-97D5949BF44C}" srcOrd="0" destOrd="0" presId="urn:microsoft.com/office/officeart/2005/8/layout/default#1"/>
    <dgm:cxn modelId="{317AFFAB-59C1-46DF-826D-68FABC03606A}" type="presOf" srcId="{429B1F91-A82E-4DF0-BCA6-3739CD627AD7}" destId="{26DD82EA-2984-4AC6-9A76-5D1AD85B621D}" srcOrd="0" destOrd="0" presId="urn:microsoft.com/office/officeart/2005/8/layout/default#1"/>
    <dgm:cxn modelId="{DEBE0531-931E-4A39-AD34-462A13FB83A5}" srcId="{ACFC3966-9424-4494-A806-25BB0A98D2E2}" destId="{E03476A4-82CE-4084-9B7A-778A1F491453}" srcOrd="5" destOrd="0" parTransId="{74FD1529-6424-4529-980A-61893A400688}" sibTransId="{D7E41747-632B-48BA-8E00-7E9A8AA679E5}"/>
    <dgm:cxn modelId="{C9E28AB8-184F-473F-BD3A-857011A3E2AF}" type="presOf" srcId="{34F75D6F-D8A3-4923-ACAF-99C282AA3A43}" destId="{3323ADE6-AF95-49F6-AB44-10A39E292C48}" srcOrd="0" destOrd="0" presId="urn:microsoft.com/office/officeart/2005/8/layout/default#1"/>
    <dgm:cxn modelId="{6C6CED1F-1D45-4402-A64A-1F958795C3D0}" srcId="{ACFC3966-9424-4494-A806-25BB0A98D2E2}" destId="{75EAFDB3-52CC-46A0-85A7-0A47DF32C9C8}" srcOrd="34" destOrd="0" parTransId="{A3D64FC7-B977-4381-BFA9-153817ACBB3A}" sibTransId="{7ADA8C11-13A5-42AE-85F8-6D97FAFAF1A2}"/>
    <dgm:cxn modelId="{861C02D6-201B-485F-AAC2-3C4635E23891}" srcId="{ACFC3966-9424-4494-A806-25BB0A98D2E2}" destId="{E293A25B-F9B1-406F-9076-F2ED719588FC}" srcOrd="48" destOrd="0" parTransId="{D613058B-2466-490C-ACCE-59733A1BB667}" sibTransId="{D9ACDEAA-46EB-442C-9552-97CEBCA9DCBE}"/>
    <dgm:cxn modelId="{12C9A298-5FFB-40C2-84FD-34740B1C4B9E}" type="presOf" srcId="{E03476A4-82CE-4084-9B7A-778A1F491453}" destId="{B627F484-30B4-44E3-9A1B-030973C99627}" srcOrd="0" destOrd="0" presId="urn:microsoft.com/office/officeart/2005/8/layout/default#1"/>
    <dgm:cxn modelId="{B899B55C-0A58-4229-B59B-9FFE54E1638C}" type="presOf" srcId="{7E853C73-43F2-43F8-8C9E-E2FA10370C50}" destId="{E3807FA3-D2D8-4668-9B14-E9F09FD167B3}" srcOrd="0" destOrd="0" presId="urn:microsoft.com/office/officeart/2005/8/layout/default#1"/>
    <dgm:cxn modelId="{738A614E-E237-4998-909C-2545B6D035BC}" type="presOf" srcId="{AD2CB2D4-3355-487F-B059-448C306AD634}" destId="{70D29489-9EF1-4AA6-9439-87A07CD76A85}" srcOrd="0" destOrd="0" presId="urn:microsoft.com/office/officeart/2005/8/layout/default#1"/>
    <dgm:cxn modelId="{E185F963-A2EE-4392-B23E-09236476CA6F}" srcId="{ACFC3966-9424-4494-A806-25BB0A98D2E2}" destId="{429B1F91-A82E-4DF0-BCA6-3739CD627AD7}" srcOrd="46" destOrd="0" parTransId="{DAED254D-F1D1-43FE-88FD-EC02AC813437}" sibTransId="{6AA772BA-EC43-477F-850E-1A7DF03B0AE9}"/>
    <dgm:cxn modelId="{8D1820C9-4D0C-49F6-B4C2-F6F251DF2AA1}" type="presOf" srcId="{ADF1AD76-E836-4DBE-B882-AC213037A164}" destId="{93788807-8D46-4D9E-B2F1-9B7476B88456}" srcOrd="0" destOrd="0" presId="urn:microsoft.com/office/officeart/2005/8/layout/default#1"/>
    <dgm:cxn modelId="{8E2A4817-3A1F-4BFC-AA86-C46F7F5B10C3}" srcId="{ACFC3966-9424-4494-A806-25BB0A98D2E2}" destId="{B9ECA37F-F0F5-4727-9D78-1AE364959962}" srcOrd="63" destOrd="0" parTransId="{75F7045E-94B6-4F48-8CC4-29D0996C1AC0}" sibTransId="{DB2479DF-0C95-4DFB-AB83-45F16FBE56F9}"/>
    <dgm:cxn modelId="{6F4E6A37-8DE5-4F12-B28F-6FDCBA2748DE}" type="presOf" srcId="{0D1B33D5-0947-43E3-9DCE-EC647F680CB3}" destId="{3EBB4908-75A6-499B-923A-B2FF18A8A07F}" srcOrd="0" destOrd="0" presId="urn:microsoft.com/office/officeart/2005/8/layout/default#1"/>
    <dgm:cxn modelId="{B4F0B009-3BCD-4802-B47E-F84EF1EA0D87}" srcId="{ACFC3966-9424-4494-A806-25BB0A98D2E2}" destId="{0400131F-88B5-465C-A153-86965306A612}" srcOrd="54" destOrd="0" parTransId="{DFA739CD-8D47-49B1-9C80-467F827AB792}" sibTransId="{ACDCA1DD-2B76-4420-BA93-CCE659425AA5}"/>
    <dgm:cxn modelId="{63A49E76-5643-4295-9DC0-E24E4D32E663}" srcId="{ACFC3966-9424-4494-A806-25BB0A98D2E2}" destId="{8AF11E1E-786C-464C-9D5E-0D85462355F6}" srcOrd="51" destOrd="0" parTransId="{D601FAE5-7B57-448D-9FCF-0E692F9CF7DE}" sibTransId="{FFDD1B97-1970-4166-BB26-9011EA674386}"/>
    <dgm:cxn modelId="{32220A96-A6B1-4305-BA68-0EE0E5D625A3}" type="presOf" srcId="{2E19AD63-441E-48BC-B420-D118A43427D3}" destId="{8B8C9CA6-7759-4549-A9F9-0916E1614EE2}" srcOrd="0" destOrd="0" presId="urn:microsoft.com/office/officeart/2005/8/layout/default#1"/>
    <dgm:cxn modelId="{72B83749-77F1-453C-BF01-2C3A3DC8BDA6}" srcId="{ACFC3966-9424-4494-A806-25BB0A98D2E2}" destId="{3BF04708-FE86-4177-A993-C3D2CC28C28E}" srcOrd="59" destOrd="0" parTransId="{A2E5705E-1ABC-4776-9D66-560DC9A02F2F}" sibTransId="{C56492C5-E7C3-4420-A991-CA1F624E3CD9}"/>
    <dgm:cxn modelId="{AE2186BF-2A82-4473-86D4-2B50F4AA37DD}" srcId="{ACFC3966-9424-4494-A806-25BB0A98D2E2}" destId="{7F227F88-1C8B-4819-8DB7-2988B661D3FB}" srcOrd="50" destOrd="0" parTransId="{EB2EBD24-A0B6-4871-93F3-4E46B529FEC7}" sibTransId="{1F821F14-D5ED-47A0-8ED6-705A421DBC4A}"/>
    <dgm:cxn modelId="{3C45B257-17B2-4130-803E-78166A600110}" type="presOf" srcId="{7D1128A3-8E2F-4162-AC75-2646DD975E37}" destId="{27098D84-BA4D-41E5-8FBA-DBCB83B804D1}" srcOrd="0" destOrd="0" presId="urn:microsoft.com/office/officeart/2005/8/layout/default#1"/>
    <dgm:cxn modelId="{9F27150A-D055-4351-8A12-634EC7B25C36}" srcId="{ACFC3966-9424-4494-A806-25BB0A98D2E2}" destId="{9741E56B-B3A1-48E2-B545-B92E2C03D304}" srcOrd="40" destOrd="0" parTransId="{AED82FD4-2DFA-4332-9735-F89CC3963294}" sibTransId="{B9BEB6FA-F2DD-4BEA-9DD1-11D8C901B582}"/>
    <dgm:cxn modelId="{FC3E5010-945C-448D-A181-3AF5E0C6EF28}" srcId="{ACFC3966-9424-4494-A806-25BB0A98D2E2}" destId="{A70670A8-841F-4DDC-B951-5CB8A5B0C377}" srcOrd="16" destOrd="0" parTransId="{56D12DA2-A7AB-4E5C-80A8-565EE3D5AE44}" sibTransId="{DDD1BEE3-67AC-45EF-84D2-685AA08F2C0D}"/>
    <dgm:cxn modelId="{DB50A7BB-047F-4718-AB7B-D02EA08758C7}" type="presOf" srcId="{28D08964-82E5-445A-99F1-275F38CD36E8}" destId="{E4D157C9-5856-4937-B7DF-DBEC0398BE19}" srcOrd="0" destOrd="0" presId="urn:microsoft.com/office/officeart/2005/8/layout/default#1"/>
    <dgm:cxn modelId="{49A883B6-B626-4AF2-8439-94960FE5CC78}" srcId="{ACFC3966-9424-4494-A806-25BB0A98D2E2}" destId="{CBC68943-A3A6-4543-9180-940C22F8A9C9}" srcOrd="32" destOrd="0" parTransId="{66635EA4-0D56-44B2-9668-9F43C2A03DDF}" sibTransId="{0755EE36-ECAC-4735-9C8F-ECDC037D4EFB}"/>
    <dgm:cxn modelId="{ED29EAFE-1365-4920-96AF-F384461C3CBD}" type="presOf" srcId="{9741E56B-B3A1-48E2-B545-B92E2C03D304}" destId="{4F0BAB82-A4AD-4C8C-92D7-37F7525C5D43}" srcOrd="0" destOrd="0" presId="urn:microsoft.com/office/officeart/2005/8/layout/default#1"/>
    <dgm:cxn modelId="{A3DAFF1C-7BDB-4614-83DB-E65557F78803}" type="presOf" srcId="{ACFC3966-9424-4494-A806-25BB0A98D2E2}" destId="{F0BB738E-04DD-42A7-87DF-AACB9E2EDCC7}" srcOrd="0" destOrd="0" presId="urn:microsoft.com/office/officeart/2005/8/layout/default#1"/>
    <dgm:cxn modelId="{F00BE165-BD7A-4938-B7F6-D4BBAB5DBED7}" srcId="{ACFC3966-9424-4494-A806-25BB0A98D2E2}" destId="{B19EF73A-1ECC-457F-8BF9-5A6405F29C43}" srcOrd="21" destOrd="0" parTransId="{4664F0F2-CF88-41A1-B001-87FF2067B17D}" sibTransId="{E04E73BB-CE0C-494D-892B-7A5C98A7D3D6}"/>
    <dgm:cxn modelId="{A68ED8F9-5B36-45FB-BAF0-95D0F107F6E5}" srcId="{ACFC3966-9424-4494-A806-25BB0A98D2E2}" destId="{AE5E8ED9-A00C-4820-8999-485B837BC21C}" srcOrd="8" destOrd="0" parTransId="{A58DA2F5-F9D9-4B22-8164-AE13B5FE7938}" sibTransId="{D3D81C95-4FDA-4917-B0DD-96C3071474CE}"/>
    <dgm:cxn modelId="{F2EC2B55-F7E8-4EDB-8509-2E74AFD9768A}" srcId="{ACFC3966-9424-4494-A806-25BB0A98D2E2}" destId="{6F313E57-7743-4E4B-9D20-99EF75C57A3F}" srcOrd="1" destOrd="0" parTransId="{B5A27B0A-CD87-440F-B8C3-EED2E68AE7AC}" sibTransId="{B158EE61-51A4-4275-9E1F-8A9D8725DF98}"/>
    <dgm:cxn modelId="{B935B55C-FBB4-48B2-98A3-DDAFAF70DF30}" type="presOf" srcId="{AC5780E2-6F68-4645-9BCD-0C7A1884DA82}" destId="{6985AC9F-1482-43CC-947F-A63EF08BD3DE}" srcOrd="0" destOrd="0" presId="urn:microsoft.com/office/officeart/2005/8/layout/default#1"/>
    <dgm:cxn modelId="{0408CBC0-744B-4AFA-8409-CF84AA0ACB22}" type="presOf" srcId="{1091BB84-46F8-45DA-892C-88F4DE3F6C27}" destId="{4A904063-82C7-454F-AB68-2378FF299647}" srcOrd="0" destOrd="0" presId="urn:microsoft.com/office/officeart/2005/8/layout/default#1"/>
    <dgm:cxn modelId="{EE0564CC-06BB-4A46-9011-4F0E82BD54D7}" type="presOf" srcId="{E0CBE954-EDE9-4DB5-AFE8-9F4BB735FA08}" destId="{46B318FC-AAA3-40FE-ACA0-5E07FFC1A12C}" srcOrd="0" destOrd="0" presId="urn:microsoft.com/office/officeart/2005/8/layout/default#1"/>
    <dgm:cxn modelId="{6C25C288-7FE8-419B-806A-F81A04F25E8C}" type="presOf" srcId="{B19EF73A-1ECC-457F-8BF9-5A6405F29C43}" destId="{06B26807-80A5-4939-9775-EEEDD7CDC2F4}" srcOrd="0" destOrd="0" presId="urn:microsoft.com/office/officeart/2005/8/layout/default#1"/>
    <dgm:cxn modelId="{1D7961A3-54F7-4B6B-A8E4-043C995AC253}" type="presOf" srcId="{78C37599-F9C9-4ADC-9AD6-7D89F0E650C2}" destId="{9927DC3E-37D9-4942-8080-27693B49FD8B}" srcOrd="0" destOrd="0" presId="urn:microsoft.com/office/officeart/2005/8/layout/default#1"/>
    <dgm:cxn modelId="{BFCD97A0-A75A-49CA-8914-76356F7A90EE}" srcId="{ACFC3966-9424-4494-A806-25BB0A98D2E2}" destId="{205F3423-77F2-4855-98E7-B33F5D59B0F3}" srcOrd="42" destOrd="0" parTransId="{94B3EF5E-7643-40E6-9C8C-D88945CCDE8E}" sibTransId="{9052447F-CEB9-4358-99ED-81F97D06A0EC}"/>
    <dgm:cxn modelId="{A97C6513-ABC4-4554-815A-46E81AB4F384}" srcId="{ACFC3966-9424-4494-A806-25BB0A98D2E2}" destId="{DFF87B97-4D91-4D03-9FC2-E1051EE07651}" srcOrd="14" destOrd="0" parTransId="{AFAAF18C-02AF-4D83-90B7-5FABC9D7AD8E}" sibTransId="{A4A659EB-6759-4AB9-982F-BC827AAC45A1}"/>
    <dgm:cxn modelId="{53F410DC-8FCE-46AA-A5B4-28641F49205B}" srcId="{ACFC3966-9424-4494-A806-25BB0A98D2E2}" destId="{C01B0684-53E4-4341-B09C-2934E5873773}" srcOrd="25" destOrd="0" parTransId="{8280F67F-A635-4435-8DDD-4CD178EA88F5}" sibTransId="{9C2414A5-31C0-4FA9-B55D-EDDCC7B35258}"/>
    <dgm:cxn modelId="{893076AE-772C-4E33-97E7-4F946E22D1E1}" srcId="{ACFC3966-9424-4494-A806-25BB0A98D2E2}" destId="{3D5D665B-18CF-4B3A-9EF8-14F161C00CB9}" srcOrd="19" destOrd="0" parTransId="{00D46C81-31B1-456F-8629-B7FB0A80C48D}" sibTransId="{D9C32ADE-591B-480E-8167-5E01358E47B8}"/>
    <dgm:cxn modelId="{76A04D92-CD37-4B41-A2C5-8D067F815E0C}" srcId="{ACFC3966-9424-4494-A806-25BB0A98D2E2}" destId="{D131C335-B0C6-4921-B4A9-E56AAA4C03E6}" srcOrd="12" destOrd="0" parTransId="{37146F10-4568-4524-823D-A68A1322BE2D}" sibTransId="{53FE07CC-E60F-490A-8A60-114E9BBD3C73}"/>
    <dgm:cxn modelId="{CE41A643-7EF3-4997-A092-60B39C68D5A7}" srcId="{ACFC3966-9424-4494-A806-25BB0A98D2E2}" destId="{F02E9203-3B23-49E7-84A1-F0DC5A426D1C}" srcOrd="23" destOrd="0" parTransId="{ACFCC890-F833-4B8B-927E-90B0D86F0ECC}" sibTransId="{061F2867-232B-44B6-A8A7-56988640657D}"/>
    <dgm:cxn modelId="{F3049644-BBB0-490D-A524-1671C926B54A}" type="presOf" srcId="{DFF87B97-4D91-4D03-9FC2-E1051EE07651}" destId="{8BF2DA79-3828-4ED3-8A52-C75EF2D844E4}" srcOrd="0" destOrd="0" presId="urn:microsoft.com/office/officeart/2005/8/layout/default#1"/>
    <dgm:cxn modelId="{88933B22-9AA9-42C7-8F12-1656D31EBC44}" type="presOf" srcId="{0400131F-88B5-465C-A153-86965306A612}" destId="{298DC723-918A-48BC-A214-0B8992D77DBA}" srcOrd="0" destOrd="0" presId="urn:microsoft.com/office/officeart/2005/8/layout/default#1"/>
    <dgm:cxn modelId="{E1D5E97E-8E7C-4C4C-9B21-3981D167864E}" type="presOf" srcId="{C4D7BBAF-0F29-4AA3-BF07-2F6DD15744FB}" destId="{7356412E-230D-4F3A-98FE-9ED854704258}" srcOrd="0" destOrd="0" presId="urn:microsoft.com/office/officeart/2005/8/layout/default#1"/>
    <dgm:cxn modelId="{A3016230-A2D4-41C2-937F-E25EC093FF7F}" type="presOf" srcId="{2BBE13D9-39E9-4BDA-9253-574FBB7A0612}" destId="{0436E7F7-CE3D-4279-9340-9B19C6CAAE7C}" srcOrd="0" destOrd="0" presId="urn:microsoft.com/office/officeart/2005/8/layout/default#1"/>
    <dgm:cxn modelId="{C62D037C-98B4-4B61-927F-24DE5C70EFC5}" type="presOf" srcId="{3D5D665B-18CF-4B3A-9EF8-14F161C00CB9}" destId="{C2A019B3-BF8C-434B-864D-94625C4F8647}" srcOrd="0" destOrd="0" presId="urn:microsoft.com/office/officeart/2005/8/layout/default#1"/>
    <dgm:cxn modelId="{F1D26C08-16A2-4FF7-9B4E-1ABE23900463}" srcId="{ACFC3966-9424-4494-A806-25BB0A98D2E2}" destId="{CBE1E415-6FF7-471E-95EB-717DB19D1358}" srcOrd="52" destOrd="0" parTransId="{A1023742-D20C-462E-A676-0EC153C7F840}" sibTransId="{E4E82FA8-0E6C-411F-9446-18F4DDA4DAD2}"/>
    <dgm:cxn modelId="{176652B3-AB89-4117-8966-FB4744969EFC}" type="presOf" srcId="{8BAE1FD2-19FB-461A-BFB9-74EBB45A88CD}" destId="{CEC82C11-860D-4A23-8F1F-619FFA18D87A}" srcOrd="0" destOrd="0" presId="urn:microsoft.com/office/officeart/2005/8/layout/default#1"/>
    <dgm:cxn modelId="{D35DA81F-A2E9-4B57-BD25-C3761711FAF7}" type="presOf" srcId="{D30AF866-A699-499D-A889-450EE3B4FE8A}" destId="{4F73EB5C-881F-4053-843C-1663100739A7}" srcOrd="0" destOrd="0" presId="urn:microsoft.com/office/officeart/2005/8/layout/default#1"/>
    <dgm:cxn modelId="{4AA30674-89BC-4A9C-8E3C-4123E5F3996A}" srcId="{ACFC3966-9424-4494-A806-25BB0A98D2E2}" destId="{1091BB84-46F8-45DA-892C-88F4DE3F6C27}" srcOrd="36" destOrd="0" parTransId="{6583CD49-090B-44B0-8E46-12F2C56858B0}" sibTransId="{F4039435-DB26-4D1B-86BD-A158C1742CC8}"/>
    <dgm:cxn modelId="{92CCF2B4-B054-4C1D-AD13-7901C40B68E1}" type="presOf" srcId="{FA4AC17F-C6EE-429A-9868-6D99F05F5AD4}" destId="{0949CD01-EC19-460E-BF14-9FD494BAAAFD}" srcOrd="0" destOrd="0" presId="urn:microsoft.com/office/officeart/2005/8/layout/default#1"/>
    <dgm:cxn modelId="{98913131-EF80-4119-8498-20493F54DB78}" srcId="{ACFC3966-9424-4494-A806-25BB0A98D2E2}" destId="{0B489A4A-BC3C-44B3-A5B2-8506586614E5}" srcOrd="9" destOrd="0" parTransId="{9FB7E247-AF1E-4D57-BEAD-981598E02B06}" sibTransId="{2D7869A6-6915-4E86-B699-F01135C5FD03}"/>
    <dgm:cxn modelId="{CD717A68-E5A2-4546-AB5B-BA18ACC8777F}" type="presOf" srcId="{2BE8F84D-22D2-400B-90A6-C5E640216C59}" destId="{47E1FCCA-4DBE-4809-9799-E0F1C1867B53}" srcOrd="0" destOrd="0" presId="urn:microsoft.com/office/officeart/2005/8/layout/default#1"/>
    <dgm:cxn modelId="{AB2F25E8-9CAC-46FC-87E0-A4E50E8A1CD2}" type="presOf" srcId="{0B34AC8E-D9DB-4E32-AEB7-ADA5FD855401}" destId="{972CBFFA-7B7A-4400-B177-26BC6824340D}" srcOrd="0" destOrd="0" presId="urn:microsoft.com/office/officeart/2005/8/layout/default#1"/>
    <dgm:cxn modelId="{83CFD92A-A0EF-42CA-B5F9-E876F8F74982}" srcId="{ACFC3966-9424-4494-A806-25BB0A98D2E2}" destId="{3B1A2BDC-3492-42FD-B213-B7536ECC7947}" srcOrd="6" destOrd="0" parTransId="{8DE2FF4D-150E-4E10-833A-051832854074}" sibTransId="{2A6ECBFF-F4B3-4B76-B382-C4A3945E92B6}"/>
    <dgm:cxn modelId="{84EDA8C3-CBB6-4415-8E03-5BF544267F47}" type="presOf" srcId="{447E400A-1E76-44D9-B6D9-68838BAAB189}" destId="{E882D5F4-19CF-4E7A-BF41-CA077A2EEF79}" srcOrd="0" destOrd="0" presId="urn:microsoft.com/office/officeart/2005/8/layout/default#1"/>
    <dgm:cxn modelId="{CAC54C8C-2ECD-45EF-8284-B46E50347814}" type="presOf" srcId="{EA2ACC8C-7F58-411D-9B40-5B0E39326DE2}" destId="{ACC45D78-03F7-4549-AC55-54B923AF9499}" srcOrd="0" destOrd="0" presId="urn:microsoft.com/office/officeart/2005/8/layout/default#1"/>
    <dgm:cxn modelId="{51ABD6F6-9EF3-48F8-8370-F76627A08A24}" srcId="{ACFC3966-9424-4494-A806-25BB0A98D2E2}" destId="{C4D7BBAF-0F29-4AA3-BF07-2F6DD15744FB}" srcOrd="61" destOrd="0" parTransId="{C873EADB-3642-453E-9C4C-0E10C4BDF167}" sibTransId="{957DFAF4-546F-4E83-80AA-4853F449E96E}"/>
    <dgm:cxn modelId="{27CF6062-A94B-4F77-AF45-347ED1D55767}" type="presOf" srcId="{A968592A-E105-4388-8C61-C4652FD36B99}" destId="{25D6BD13-2F27-4B7D-B5A3-7C60234B6447}" srcOrd="0" destOrd="0" presId="urn:microsoft.com/office/officeart/2005/8/layout/default#1"/>
    <dgm:cxn modelId="{66546C42-25A3-4FF7-A452-460FA1665C87}" type="presOf" srcId="{2E2662FE-66BD-4351-B6F4-4A052BB61AD2}" destId="{3287B4C7-2EE9-41CA-B39D-E174AF02CB91}" srcOrd="0" destOrd="0" presId="urn:microsoft.com/office/officeart/2005/8/layout/default#1"/>
    <dgm:cxn modelId="{EC8A536E-A485-4363-BFD7-D57EEB53A101}" srcId="{ACFC3966-9424-4494-A806-25BB0A98D2E2}" destId="{D30AF866-A699-499D-A889-450EE3B4FE8A}" srcOrd="20" destOrd="0" parTransId="{A2517914-B552-4E97-B17C-BB9D1ED8C41A}" sibTransId="{776B5210-D1B3-43ED-8535-5E0D57A510F1}"/>
    <dgm:cxn modelId="{4252D616-A7E6-4248-90BF-A84FC91C2BEC}" type="presOf" srcId="{27469301-C1A5-4D22-A944-B159A8CB715A}" destId="{6BCA6658-6E72-4FF0-9D87-80F14DB6F893}" srcOrd="0" destOrd="0" presId="urn:microsoft.com/office/officeart/2005/8/layout/default#1"/>
    <dgm:cxn modelId="{38479A75-0028-4AFC-B418-C6DD620411B8}" srcId="{ACFC3966-9424-4494-A806-25BB0A98D2E2}" destId="{AC5780E2-6F68-4645-9BCD-0C7A1884DA82}" srcOrd="38" destOrd="0" parTransId="{3235375D-8050-48DC-B363-CAA62488A437}" sibTransId="{84F97CF6-7154-4AAB-B33A-B72C8EC300FC}"/>
    <dgm:cxn modelId="{46948C4E-1BFA-4857-A697-84C05717609E}" type="presOf" srcId="{7F227F88-1C8B-4819-8DB7-2988B661D3FB}" destId="{69118C5F-EBA1-4DDE-A224-EAD7BF4D9E25}" srcOrd="0" destOrd="0" presId="urn:microsoft.com/office/officeart/2005/8/layout/default#1"/>
    <dgm:cxn modelId="{A2A899BF-D789-4676-A5A4-DBD5245FA057}" type="presOf" srcId="{75EAFDB3-52CC-46A0-85A7-0A47DF32C9C8}" destId="{A136F1E2-B55A-47C7-9A85-8079E8D98BE5}" srcOrd="0" destOrd="0" presId="urn:microsoft.com/office/officeart/2005/8/layout/default#1"/>
    <dgm:cxn modelId="{72CE5170-C9D7-4F34-ABB5-1340B41FBA51}" srcId="{ACFC3966-9424-4494-A806-25BB0A98D2E2}" destId="{ADF1AD76-E836-4DBE-B882-AC213037A164}" srcOrd="35" destOrd="0" parTransId="{1EDB1F43-9FB0-4A45-8492-4E4A5BC2E74A}" sibTransId="{5E2D1F4E-2080-4AF1-A7F4-EE66AD12DE44}"/>
    <dgm:cxn modelId="{943E9366-0A48-407D-905D-5DFC3B222BFF}" type="presOf" srcId="{CBC68943-A3A6-4543-9180-940C22F8A9C9}" destId="{2E742455-ACD7-4526-AC2C-AEE143D872FA}" srcOrd="0" destOrd="0" presId="urn:microsoft.com/office/officeart/2005/8/layout/default#1"/>
    <dgm:cxn modelId="{F2BFA2D0-C6DA-439C-9B56-9B173742680F}" type="presOf" srcId="{48AD0A71-1409-4549-BE6B-3D1BD615ACB1}" destId="{EC64F70C-EFC2-4D95-B8F2-E1CA05DFA15D}" srcOrd="0" destOrd="0" presId="urn:microsoft.com/office/officeart/2005/8/layout/default#1"/>
    <dgm:cxn modelId="{62F2CD41-44DC-4C32-A035-CB639045853C}" type="presOf" srcId="{BD065406-9A95-44B4-AAC1-E3F306B05847}" destId="{2E351335-D5DF-4D62-BDF0-593E36B1C83B}" srcOrd="0" destOrd="0" presId="urn:microsoft.com/office/officeart/2005/8/layout/default#1"/>
    <dgm:cxn modelId="{BC90E5E7-C73D-4792-B7F1-DC874CA85703}" srcId="{ACFC3966-9424-4494-A806-25BB0A98D2E2}" destId="{D53A5591-7F9D-4EEB-984F-92C634FF0F98}" srcOrd="18" destOrd="0" parTransId="{0DB18CB0-1CA1-4137-8890-50184AD90CBB}" sibTransId="{C5BE3097-3C5D-47F7-A396-C53DDF57D016}"/>
    <dgm:cxn modelId="{3AC7CE05-0593-4D26-BA36-8C00C86CC116}" srcId="{ACFC3966-9424-4494-A806-25BB0A98D2E2}" destId="{D5EBAF36-E60F-4A9B-959C-25D009741390}" srcOrd="57" destOrd="0" parTransId="{4729333F-2905-4CA5-92A5-B775B7D199AF}" sibTransId="{816170A3-B135-4419-B243-BD458CE0C31A}"/>
    <dgm:cxn modelId="{C38DE3F1-F0E2-4F2C-8FF6-C316457D0DBE}" type="presOf" srcId="{96B30C6E-733F-46F6-A5CB-252A26A6BE3E}" destId="{3BD8FB91-732F-4FB0-899E-23828ECDCF66}" srcOrd="0" destOrd="0" presId="urn:microsoft.com/office/officeart/2005/8/layout/default#1"/>
    <dgm:cxn modelId="{041DE08C-413B-475F-AFFA-A3A9C2F4C5B9}" srcId="{ACFC3966-9424-4494-A806-25BB0A98D2E2}" destId="{2BBE13D9-39E9-4BDA-9253-574FBB7A0612}" srcOrd="68" destOrd="0" parTransId="{E32AF077-8136-4D5F-B36A-5A3F2ACAADE1}" sibTransId="{33DD5705-305E-41C2-9194-610BFB50D0F6}"/>
    <dgm:cxn modelId="{77E64D14-09EE-40A5-9568-1A3EB23EAF99}" type="presOf" srcId="{3E5825C4-2EFB-4AE5-9E07-370FBC69C4E3}" destId="{593B884F-BBEB-48E0-A9E4-692F9A9B2FF1}" srcOrd="0" destOrd="0" presId="urn:microsoft.com/office/officeart/2005/8/layout/default#1"/>
    <dgm:cxn modelId="{063290C4-16F0-46C4-B82B-64505A8EA0D0}" srcId="{ACFC3966-9424-4494-A806-25BB0A98D2E2}" destId="{B4C613DD-8AB7-4E04-95F0-65B594300F7B}" srcOrd="22" destOrd="0" parTransId="{10336710-96D8-4AC4-97CF-1BA4E6B6A09A}" sibTransId="{680D73F8-7D7B-4A70-BFCE-661575D966CA}"/>
    <dgm:cxn modelId="{F3723AB2-BB74-4C9C-A0E9-29DD41961B89}" srcId="{ACFC3966-9424-4494-A806-25BB0A98D2E2}" destId="{28D357D3-A5B4-4038-B28B-AFCCABD501D4}" srcOrd="65" destOrd="0" parTransId="{4C141CD2-4B51-41E6-8329-E8E2ADD8D705}" sibTransId="{58ADE3F5-EA71-4568-9103-5C3E2EEFD2F5}"/>
    <dgm:cxn modelId="{B4750573-2BC3-456C-9B1E-AA2CFB486E49}" srcId="{ACFC3966-9424-4494-A806-25BB0A98D2E2}" destId="{5FD844E2-F8BE-4468-BB88-46AFB813C74F}" srcOrd="3" destOrd="0" parTransId="{B2CCC8BA-733E-4FF2-A065-55DEEDCC96DC}" sibTransId="{FC962D66-FC90-4DA2-A553-9FCDFB5E3AFC}"/>
    <dgm:cxn modelId="{7BA776BF-7C88-486F-9433-5811780E39D2}" type="presOf" srcId="{7A136907-01F5-4C72-9514-62525532A18D}" destId="{E63EC7EC-AC91-4A17-BF56-9D1ED2A8F729}" srcOrd="0" destOrd="0" presId="urn:microsoft.com/office/officeart/2005/8/layout/default#1"/>
    <dgm:cxn modelId="{BD525D87-25FE-46A3-8D49-FF7F9114130F}" srcId="{ACFC3966-9424-4494-A806-25BB0A98D2E2}" destId="{7D1128A3-8E2F-4162-AC75-2646DD975E37}" srcOrd="49" destOrd="0" parTransId="{B7D8F20A-2D59-4BDF-8A62-A8E8F2517366}" sibTransId="{6173630B-CECA-46EC-BB39-5D56E3E40243}"/>
    <dgm:cxn modelId="{27E3A3C3-33B5-43FB-A3A7-2107CCBADCB1}" type="presOf" srcId="{6F313E57-7743-4E4B-9D20-99EF75C57A3F}" destId="{CF52FA5F-DD60-43CF-8791-BDC813AAC9C3}" srcOrd="0" destOrd="0" presId="urn:microsoft.com/office/officeart/2005/8/layout/default#1"/>
    <dgm:cxn modelId="{1EB157CF-61D8-4EC4-8ABB-239C9D5906FC}" srcId="{ACFC3966-9424-4494-A806-25BB0A98D2E2}" destId="{28389106-FF3F-48A5-9C03-DE4CE2CD0477}" srcOrd="31" destOrd="0" parTransId="{34CA118E-ABF1-4125-8324-B30BF3199F89}" sibTransId="{60CC3B7F-1BEC-4097-8B7B-8CCF8BA1F028}"/>
    <dgm:cxn modelId="{2A7CCCC8-98E0-4E43-A881-26D244382BCC}" type="presOf" srcId="{0B489A4A-BC3C-44B3-A5B2-8506586614E5}" destId="{6D16E57D-78D0-409B-B61B-4D56EF38D57C}" srcOrd="0" destOrd="0" presId="urn:microsoft.com/office/officeart/2005/8/layout/default#1"/>
    <dgm:cxn modelId="{C87862DB-8206-4ADB-9E95-ADD8A58D4FCF}" type="presOf" srcId="{F02E9203-3B23-49E7-84A1-F0DC5A426D1C}" destId="{DCFB5FB7-C1EA-474B-B89E-696EE6A01DE2}" srcOrd="0" destOrd="0" presId="urn:microsoft.com/office/officeart/2005/8/layout/default#1"/>
    <dgm:cxn modelId="{5F507759-7BA4-4E7B-B176-6FA69B964D6C}" srcId="{ACFC3966-9424-4494-A806-25BB0A98D2E2}" destId="{FA4AC17F-C6EE-429A-9868-6D99F05F5AD4}" srcOrd="24" destOrd="0" parTransId="{0EA610CB-9C08-4BD6-AE20-D5F4FE42CDB8}" sibTransId="{C66544F4-B284-4D33-B94C-DC71ADC007B6}"/>
    <dgm:cxn modelId="{6FB1E55F-E496-4266-A3A8-E2246D3509A2}" type="presOf" srcId="{3BF04708-FE86-4177-A993-C3D2CC28C28E}" destId="{D0044411-A41C-4335-ABB9-BEB58EC1D3EC}" srcOrd="0" destOrd="0" presId="urn:microsoft.com/office/officeart/2005/8/layout/default#1"/>
    <dgm:cxn modelId="{31CE3E01-1617-461A-A4D1-88EE818CDD0B}" srcId="{ACFC3966-9424-4494-A806-25BB0A98D2E2}" destId="{27469301-C1A5-4D22-A944-B159A8CB715A}" srcOrd="0" destOrd="0" parTransId="{F01832FA-B3DF-4014-AAFD-13469B1CB463}" sibTransId="{57DF1D46-9DCA-4942-AF37-E376B585686C}"/>
    <dgm:cxn modelId="{5AD886CB-9E93-41F7-8945-2CC050926FF6}" srcId="{ACFC3966-9424-4494-A806-25BB0A98D2E2}" destId="{447E400A-1E76-44D9-B6D9-68838BAAB189}" srcOrd="53" destOrd="0" parTransId="{4D4D8DA9-24D1-4384-8A90-BCB9B97A217A}" sibTransId="{B37D8B35-3FAD-4116-8AA2-7F6CED96D5E7}"/>
    <dgm:cxn modelId="{776036D1-40BD-43F9-93D9-1E5A06259E42}" type="presOf" srcId="{9527065C-E954-4A64-BA3E-ACDC9A51BF9A}" destId="{3FE14981-AECF-4276-B4D5-294B613D8272}" srcOrd="0" destOrd="0" presId="urn:microsoft.com/office/officeart/2005/8/layout/default#1"/>
    <dgm:cxn modelId="{8E51FC9C-0159-4EE9-BB02-F365E2FD54C5}" srcId="{ACFC3966-9424-4494-A806-25BB0A98D2E2}" destId="{0D1B33D5-0947-43E3-9DCE-EC647F680CB3}" srcOrd="64" destOrd="0" parTransId="{4D267D14-E309-4AE9-B0FE-9B799C1A0821}" sibTransId="{9FC87244-EFB8-4681-A053-536C5B2C1397}"/>
    <dgm:cxn modelId="{7E03DB55-ADC7-44B3-BA17-1CFF4E5FE06D}" srcId="{ACFC3966-9424-4494-A806-25BB0A98D2E2}" destId="{48AD0A71-1409-4549-BE6B-3D1BD615ACB1}" srcOrd="58" destOrd="0" parTransId="{FABC03D3-5E10-484E-98BD-E884CFB31D94}" sibTransId="{DFA2A863-9CCA-4C02-A5A6-F3AADCECFC34}"/>
    <dgm:cxn modelId="{DB4D002D-913B-4A40-BE89-F9FDA7205574}" srcId="{ACFC3966-9424-4494-A806-25BB0A98D2E2}" destId="{34F75D6F-D8A3-4923-ACAF-99C282AA3A43}" srcOrd="11" destOrd="0" parTransId="{8219F819-98B0-4AF0-B5BE-9FD8F85F6E64}" sibTransId="{4EDF40A8-67C3-44BF-8BF3-AE07B6575F0D}"/>
    <dgm:cxn modelId="{05E2CC6A-AFEE-4C78-8EF4-BE052C5F1EA0}" srcId="{ACFC3966-9424-4494-A806-25BB0A98D2E2}" destId="{2BE8F84D-22D2-400B-90A6-C5E640216C59}" srcOrd="33" destOrd="0" parTransId="{69395981-573D-4D8E-B74D-C9CDD19D5487}" sibTransId="{AAE9AC80-31A1-4E08-B1D0-C1599FDF88EE}"/>
    <dgm:cxn modelId="{8D852C16-D8FC-4E7A-8183-0BBD98CBEC43}" srcId="{ACFC3966-9424-4494-A806-25BB0A98D2E2}" destId="{162CC8DA-1A46-4552-8AD7-61231BB9E4FA}" srcOrd="17" destOrd="0" parTransId="{7E84A7CD-51E7-4EE1-A403-AC8BEA4184EB}" sibTransId="{CAE20309-FDB7-45AB-8714-EC863A006421}"/>
    <dgm:cxn modelId="{E80407F0-3723-4E09-9CB3-A92D118EA5B9}" type="presOf" srcId="{3B1A2BDC-3492-42FD-B213-B7536ECC7947}" destId="{CFCA701C-CA2F-4B95-9D11-9833F31B8C24}" srcOrd="0" destOrd="0" presId="urn:microsoft.com/office/officeart/2005/8/layout/default#1"/>
    <dgm:cxn modelId="{71842FBC-690C-46A8-BE5F-6E1D8D41B71C}" type="presOf" srcId="{8DA2CCF2-F1BF-40F5-A2B1-379293842048}" destId="{8FCDE86A-39C9-4A7C-9904-78C87B4CD430}" srcOrd="0" destOrd="0" presId="urn:microsoft.com/office/officeart/2005/8/layout/default#1"/>
    <dgm:cxn modelId="{CAE62889-9E94-4061-B438-C16D5F171953}" srcId="{ACFC3966-9424-4494-A806-25BB0A98D2E2}" destId="{9A66C506-D715-4E48-A131-B4E73B0F5B1E}" srcOrd="60" destOrd="0" parTransId="{108EB671-A5A8-4B6B-893E-41FC21112882}" sibTransId="{F969FCE4-9FD6-41B4-BA99-975D3AEBFDAE}"/>
    <dgm:cxn modelId="{51D938D5-ACEC-456A-8112-9F5A9B4B15FF}" srcId="{ACFC3966-9424-4494-A806-25BB0A98D2E2}" destId="{9598FCFE-57ED-42F5-ACBF-E9552386FD48}" srcOrd="29" destOrd="0" parTransId="{E3833F2B-C610-4475-932A-D6E453CBC94A}" sibTransId="{FCA20AE7-8363-4B74-9BD8-CB77187B4337}"/>
    <dgm:cxn modelId="{B23C30F9-3DE1-4008-BDFD-0CCE98F56542}" type="presOf" srcId="{B4C613DD-8AB7-4E04-95F0-65B594300F7B}" destId="{184A5894-072B-4819-B735-C9A5364F0861}" srcOrd="0" destOrd="0" presId="urn:microsoft.com/office/officeart/2005/8/layout/default#1"/>
    <dgm:cxn modelId="{A5BB0F69-1D4D-49EA-9BA1-A1EACCA0F35A}" srcId="{ACFC3966-9424-4494-A806-25BB0A98D2E2}" destId="{AD2CB2D4-3355-487F-B059-448C306AD634}" srcOrd="4" destOrd="0" parTransId="{46425DCC-5FAD-44ED-A6B8-426FA9808084}" sibTransId="{09B0795E-136F-4E3D-845A-1BD2B69ED835}"/>
    <dgm:cxn modelId="{FE80F35F-2619-4714-A474-875D280A3EE5}" type="presOf" srcId="{424C5EE2-0805-444B-B8B3-EF55935AACE4}" destId="{D04B34A0-15CB-4014-B3F6-DCBDAB1390C2}" srcOrd="0" destOrd="0" presId="urn:microsoft.com/office/officeart/2005/8/layout/default#1"/>
    <dgm:cxn modelId="{305D8F0E-3EB7-4EB1-BFD5-3EB6B8E14589}" srcId="{ACFC3966-9424-4494-A806-25BB0A98D2E2}" destId="{7E853C73-43F2-43F8-8C9E-E2FA10370C50}" srcOrd="2" destOrd="0" parTransId="{58E971E7-E97D-4928-A69D-6B8DD3AA007B}" sibTransId="{813F9F76-3D67-4E8C-8CB2-463190C63AFB}"/>
    <dgm:cxn modelId="{4897B055-E917-46EE-80D8-96D66B232A4A}" srcId="{ACFC3966-9424-4494-A806-25BB0A98D2E2}" destId="{EA2ACC8C-7F58-411D-9B40-5B0E39326DE2}" srcOrd="67" destOrd="0" parTransId="{0AEA287D-031F-49C3-82AD-D0F9B4DCD5AB}" sibTransId="{195DE12A-CA69-49DA-A860-333F4D912E10}"/>
    <dgm:cxn modelId="{5A0FDCCB-AEB7-4D12-B2D0-EB3BF97C39BB}" srcId="{ACFC3966-9424-4494-A806-25BB0A98D2E2}" destId="{2E2662FE-66BD-4351-B6F4-4A052BB61AD2}" srcOrd="45" destOrd="0" parTransId="{C57F2DE1-3C63-467F-BE28-A344B0A4F2D1}" sibTransId="{87D17F40-DA42-4246-A768-ABC12ED7F53D}"/>
    <dgm:cxn modelId="{B1062AA0-FA3D-49F7-9939-620E3B499CC0}" srcId="{ACFC3966-9424-4494-A806-25BB0A98D2E2}" destId="{28D08964-82E5-445A-99F1-275F38CD36E8}" srcOrd="28" destOrd="0" parTransId="{9079F02B-0450-4277-AFBA-CDD81EDFE46C}" sibTransId="{AD80DE07-40E7-4173-83A3-02855F337149}"/>
    <dgm:cxn modelId="{72BC17E4-F652-438E-876A-71F2B9C483C8}" type="presOf" srcId="{E87543BE-E9D2-48C0-82A2-DDBCBF3FDD8A}" destId="{4306638C-62E6-4149-93C2-4A4D0810ECBF}" srcOrd="0" destOrd="0" presId="urn:microsoft.com/office/officeart/2005/8/layout/default#1"/>
    <dgm:cxn modelId="{469D0D91-8254-4E97-AEEE-C945C9A0D9EF}" srcId="{ACFC3966-9424-4494-A806-25BB0A98D2E2}" destId="{A968592A-E105-4388-8C61-C4652FD36B99}" srcOrd="44" destOrd="0" parTransId="{FFAA5539-90DE-4257-97B4-0682BB63BA0A}" sibTransId="{4D59C538-3207-4F96-98A3-DBDAF12BAEE0}"/>
    <dgm:cxn modelId="{F9B0027F-F2D4-48A8-8453-AB50E8CCFCF2}" type="presOf" srcId="{CBE1E415-6FF7-471E-95EB-717DB19D1358}" destId="{8762A542-30DC-4BB5-8AD6-F457F0965C14}" srcOrd="0" destOrd="0" presId="urn:microsoft.com/office/officeart/2005/8/layout/default#1"/>
    <dgm:cxn modelId="{D892547B-B0B9-48AD-8B61-A1EB1EF1EF9B}" type="presOf" srcId="{D53A5591-7F9D-4EEB-984F-92C634FF0F98}" destId="{D96C0F6C-A8FC-4494-B677-D8FA808598B6}" srcOrd="0" destOrd="0" presId="urn:microsoft.com/office/officeart/2005/8/layout/default#1"/>
    <dgm:cxn modelId="{1A438AE1-D196-4FBE-BB79-14F017F24ACD}" srcId="{ACFC3966-9424-4494-A806-25BB0A98D2E2}" destId="{BD065406-9A95-44B4-AAC1-E3F306B05847}" srcOrd="56" destOrd="0" parTransId="{D6BC8AD1-B61A-4623-81C3-53D0720BA907}" sibTransId="{1D2F329E-CC9A-40CF-A5D5-0D3773415C56}"/>
    <dgm:cxn modelId="{14922C2E-BEA1-4AEA-A302-BCFCFA02055D}" srcId="{ACFC3966-9424-4494-A806-25BB0A98D2E2}" destId="{0B34AC8E-D9DB-4E32-AEB7-ADA5FD855401}" srcOrd="66" destOrd="0" parTransId="{074572EB-68CE-48A5-B0F5-589941E945F2}" sibTransId="{1DD64CFF-9924-41AE-AA6E-2671089BC93C}"/>
    <dgm:cxn modelId="{2A4F2D85-2F7B-453D-A9BB-D89270044B9E}" srcId="{ACFC3966-9424-4494-A806-25BB0A98D2E2}" destId="{AFBCE46B-DE03-47E2-A87D-6EBB6AF8CCE8}" srcOrd="13" destOrd="0" parTransId="{CE2599E8-E005-464F-B6A7-2E9512BAAC1B}" sibTransId="{4A6D8F43-0D85-4398-9257-39D582684605}"/>
    <dgm:cxn modelId="{3DEF6ABB-1F68-4773-8217-DD75423921E8}" type="presOf" srcId="{B9ECA37F-F0F5-4727-9D78-1AE364959962}" destId="{9AFC3993-7115-4F6D-B1CF-684DBC92C009}" srcOrd="0" destOrd="0" presId="urn:microsoft.com/office/officeart/2005/8/layout/default#1"/>
    <dgm:cxn modelId="{D614242B-F612-4000-BAC1-2F636F850AC4}" type="presOf" srcId="{AFBCE46B-DE03-47E2-A87D-6EBB6AF8CCE8}" destId="{A2C90E04-9270-4C68-AB48-2C369D8311DE}" srcOrd="0" destOrd="0" presId="urn:microsoft.com/office/officeart/2005/8/layout/default#1"/>
    <dgm:cxn modelId="{E9DF1B21-2986-41F5-92C1-A0F418493DCF}" type="presOf" srcId="{5FD844E2-F8BE-4468-BB88-46AFB813C74F}" destId="{69CA1A55-37FE-40BB-8BFF-D9690180DF7E}" srcOrd="0" destOrd="0" presId="urn:microsoft.com/office/officeart/2005/8/layout/default#1"/>
    <dgm:cxn modelId="{9367D157-7465-43CC-8ABE-B302F13F49B6}" srcId="{ACFC3966-9424-4494-A806-25BB0A98D2E2}" destId="{3E5825C4-2EFB-4AE5-9E07-370FBC69C4E3}" srcOrd="69" destOrd="0" parTransId="{26B618CA-9A19-4835-83E2-CEEEE3BB2E09}" sibTransId="{BE1F00CF-FDD5-4181-B0FB-066F51E64B24}"/>
    <dgm:cxn modelId="{8BBA5761-7549-44C1-9B33-A39D8241292D}" type="presOf" srcId="{28D357D3-A5B4-4038-B28B-AFCCABD501D4}" destId="{0D0DC011-63D8-4EFD-BEE8-FCE1857A0493}" srcOrd="0" destOrd="0" presId="urn:microsoft.com/office/officeart/2005/8/layout/default#1"/>
    <dgm:cxn modelId="{D291F3C1-A623-49E1-A39D-9B451FA0D31B}" srcId="{ACFC3966-9424-4494-A806-25BB0A98D2E2}" destId="{9527065C-E954-4A64-BA3E-ACDC9A51BF9A}" srcOrd="41" destOrd="0" parTransId="{C0199770-801C-45FC-AA44-B6B4D88EE7FD}" sibTransId="{82463D44-78F4-4C98-BB6D-7E394E7F72B2}"/>
    <dgm:cxn modelId="{EDAA9114-4517-45B6-AD93-93DA7033B9B1}" srcId="{ACFC3966-9424-4494-A806-25BB0A98D2E2}" destId="{7A136907-01F5-4C72-9514-62525532A18D}" srcOrd="7" destOrd="0" parTransId="{6E19C0B4-E616-47C9-809A-EC4F56E0C555}" sibTransId="{72688DD5-F2FE-47E3-9258-83E28BA03705}"/>
    <dgm:cxn modelId="{1EE25A5A-E046-41F4-BF05-03ECA20C0223}" type="presOf" srcId="{56866049-6BC1-4090-B26C-A680DD36BB5C}" destId="{B165EDF5-9E76-40FE-8C82-32B659068D4E}" srcOrd="0" destOrd="0" presId="urn:microsoft.com/office/officeart/2005/8/layout/default#1"/>
    <dgm:cxn modelId="{F8E685FC-66DF-4EF3-9FB1-AFDF98871744}" type="presOf" srcId="{A70670A8-841F-4DDC-B951-5CB8A5B0C377}" destId="{E707210B-C886-4D52-87A3-9570E6BFA72A}" srcOrd="0" destOrd="0" presId="urn:microsoft.com/office/officeart/2005/8/layout/default#1"/>
    <dgm:cxn modelId="{74B7D17B-27C7-4576-B49E-D27B71C29FBD}" type="presOf" srcId="{162CC8DA-1A46-4552-8AD7-61231BB9E4FA}" destId="{6A5698A6-23BD-421F-B1F1-2F322D093EA9}" srcOrd="0" destOrd="0" presId="urn:microsoft.com/office/officeart/2005/8/layout/default#1"/>
    <dgm:cxn modelId="{C196D999-DECB-4076-A78D-B48519596295}" type="presOf" srcId="{943B90AD-2E7B-47EA-8D1C-79F8E2F5114D}" destId="{A5016905-D471-4C13-A897-A182A37840A1}" srcOrd="0" destOrd="0" presId="urn:microsoft.com/office/officeart/2005/8/layout/default#1"/>
    <dgm:cxn modelId="{232450FA-A8D6-466B-89FE-249832FDFD63}" srcId="{ACFC3966-9424-4494-A806-25BB0A98D2E2}" destId="{E0CBE954-EDE9-4DB5-AFE8-9F4BB735FA08}" srcOrd="55" destOrd="0" parTransId="{2D58A24A-7DB4-478A-A896-4D440A9D4F90}" sibTransId="{0E241D9F-C2D4-47FC-892D-A6C23539FDDD}"/>
    <dgm:cxn modelId="{AD5BFD7F-B067-43B8-BFA2-72A06766CAFE}" type="presOf" srcId="{8AF11E1E-786C-464C-9D5E-0D85462355F6}" destId="{C21364A5-B684-4D36-AC9B-DEEA13F8E020}" srcOrd="0" destOrd="0" presId="urn:microsoft.com/office/officeart/2005/8/layout/default#1"/>
    <dgm:cxn modelId="{51453827-0C07-439F-8008-AC5BF42E364D}" type="presOf" srcId="{D757C654-1049-4CB7-8288-027FDE73DA46}" destId="{DAC44B27-21CB-4932-A6B8-892C63CD366D}" srcOrd="0" destOrd="0" presId="urn:microsoft.com/office/officeart/2005/8/layout/default#1"/>
    <dgm:cxn modelId="{509D3BE3-835E-4D63-A76B-9553E4FDA9C6}" srcId="{ACFC3966-9424-4494-A806-25BB0A98D2E2}" destId="{56866049-6BC1-4090-B26C-A680DD36BB5C}" srcOrd="62" destOrd="0" parTransId="{E3F5951D-5ECB-46BC-8FEB-16217376720C}" sibTransId="{45D55E28-515A-4982-BD97-E3798ED6D6C6}"/>
    <dgm:cxn modelId="{56817F8F-05CE-4F33-82AE-6F1439DE6D3E}" type="presParOf" srcId="{F0BB738E-04DD-42A7-87DF-AACB9E2EDCC7}" destId="{6BCA6658-6E72-4FF0-9D87-80F14DB6F893}" srcOrd="0" destOrd="0" presId="urn:microsoft.com/office/officeart/2005/8/layout/default#1"/>
    <dgm:cxn modelId="{42F68941-DE03-45E3-8521-154338E8C934}" type="presParOf" srcId="{F0BB738E-04DD-42A7-87DF-AACB9E2EDCC7}" destId="{72A704EA-D188-4A7B-9E36-CBC4807A77A7}" srcOrd="1" destOrd="0" presId="urn:microsoft.com/office/officeart/2005/8/layout/default#1"/>
    <dgm:cxn modelId="{1168348E-6BCB-4302-95F1-CC4432F04122}" type="presParOf" srcId="{F0BB738E-04DD-42A7-87DF-AACB9E2EDCC7}" destId="{CF52FA5F-DD60-43CF-8791-BDC813AAC9C3}" srcOrd="2" destOrd="0" presId="urn:microsoft.com/office/officeart/2005/8/layout/default#1"/>
    <dgm:cxn modelId="{4510E86B-B4C0-4EDF-A656-45801B0CF7B0}" type="presParOf" srcId="{F0BB738E-04DD-42A7-87DF-AACB9E2EDCC7}" destId="{0CB20B21-848A-4586-BD55-C82505ADDE55}" srcOrd="3" destOrd="0" presId="urn:microsoft.com/office/officeart/2005/8/layout/default#1"/>
    <dgm:cxn modelId="{9B03A5E2-B733-4AE6-9CCA-CED8B58BC695}" type="presParOf" srcId="{F0BB738E-04DD-42A7-87DF-AACB9E2EDCC7}" destId="{E3807FA3-D2D8-4668-9B14-E9F09FD167B3}" srcOrd="4" destOrd="0" presId="urn:microsoft.com/office/officeart/2005/8/layout/default#1"/>
    <dgm:cxn modelId="{7F848C2C-44D0-473D-908D-A629D7312CB0}" type="presParOf" srcId="{F0BB738E-04DD-42A7-87DF-AACB9E2EDCC7}" destId="{F48F405E-9C10-4959-A85C-CA60FBEBBB9A}" srcOrd="5" destOrd="0" presId="urn:microsoft.com/office/officeart/2005/8/layout/default#1"/>
    <dgm:cxn modelId="{897EA277-42A3-44D0-ABC7-97C3CB1B10E7}" type="presParOf" srcId="{F0BB738E-04DD-42A7-87DF-AACB9E2EDCC7}" destId="{69CA1A55-37FE-40BB-8BFF-D9690180DF7E}" srcOrd="6" destOrd="0" presId="urn:microsoft.com/office/officeart/2005/8/layout/default#1"/>
    <dgm:cxn modelId="{6542896D-65B4-4A8D-BD6A-9E08B9A293B0}" type="presParOf" srcId="{F0BB738E-04DD-42A7-87DF-AACB9E2EDCC7}" destId="{E9076B41-D8CF-4E8C-83D5-62B90E8EE087}" srcOrd="7" destOrd="0" presId="urn:microsoft.com/office/officeart/2005/8/layout/default#1"/>
    <dgm:cxn modelId="{B3273F79-289F-4677-9A6E-2C362DF8ABAD}" type="presParOf" srcId="{F0BB738E-04DD-42A7-87DF-AACB9E2EDCC7}" destId="{70D29489-9EF1-4AA6-9439-87A07CD76A85}" srcOrd="8" destOrd="0" presId="urn:microsoft.com/office/officeart/2005/8/layout/default#1"/>
    <dgm:cxn modelId="{78594333-0AD0-4644-9800-CEB2C9B0F41D}" type="presParOf" srcId="{F0BB738E-04DD-42A7-87DF-AACB9E2EDCC7}" destId="{F02B30B1-947D-4F13-99DF-AEF71D59ECD1}" srcOrd="9" destOrd="0" presId="urn:microsoft.com/office/officeart/2005/8/layout/default#1"/>
    <dgm:cxn modelId="{15DC4D00-70B0-4B83-A685-3AD81330FE2D}" type="presParOf" srcId="{F0BB738E-04DD-42A7-87DF-AACB9E2EDCC7}" destId="{B627F484-30B4-44E3-9A1B-030973C99627}" srcOrd="10" destOrd="0" presId="urn:microsoft.com/office/officeart/2005/8/layout/default#1"/>
    <dgm:cxn modelId="{7F44AD61-478C-43F9-8539-7A2AA4932422}" type="presParOf" srcId="{F0BB738E-04DD-42A7-87DF-AACB9E2EDCC7}" destId="{C8C9D63C-F1D5-4984-B210-F427A5B573D6}" srcOrd="11" destOrd="0" presId="urn:microsoft.com/office/officeart/2005/8/layout/default#1"/>
    <dgm:cxn modelId="{6A824A1B-E9D2-4547-94A7-263A609DAFCB}" type="presParOf" srcId="{F0BB738E-04DD-42A7-87DF-AACB9E2EDCC7}" destId="{CFCA701C-CA2F-4B95-9D11-9833F31B8C24}" srcOrd="12" destOrd="0" presId="urn:microsoft.com/office/officeart/2005/8/layout/default#1"/>
    <dgm:cxn modelId="{37740790-111B-4386-9390-9AE5B83D88B5}" type="presParOf" srcId="{F0BB738E-04DD-42A7-87DF-AACB9E2EDCC7}" destId="{F02F4EFE-519A-482F-9C69-BA460A1A28C1}" srcOrd="13" destOrd="0" presId="urn:microsoft.com/office/officeart/2005/8/layout/default#1"/>
    <dgm:cxn modelId="{7C251B31-0180-4D92-92F9-CE3E5B7C5F42}" type="presParOf" srcId="{F0BB738E-04DD-42A7-87DF-AACB9E2EDCC7}" destId="{E63EC7EC-AC91-4A17-BF56-9D1ED2A8F729}" srcOrd="14" destOrd="0" presId="urn:microsoft.com/office/officeart/2005/8/layout/default#1"/>
    <dgm:cxn modelId="{8BEDFEA5-024A-4525-85F0-01C6212A0550}" type="presParOf" srcId="{F0BB738E-04DD-42A7-87DF-AACB9E2EDCC7}" destId="{3C366F02-57F8-4D47-AC97-40E647620DC9}" srcOrd="15" destOrd="0" presId="urn:microsoft.com/office/officeart/2005/8/layout/default#1"/>
    <dgm:cxn modelId="{D58F874A-5553-4F6B-9CE9-80D03DA23FC9}" type="presParOf" srcId="{F0BB738E-04DD-42A7-87DF-AACB9E2EDCC7}" destId="{BCDC657D-DCC4-49FA-9DCA-97D5949BF44C}" srcOrd="16" destOrd="0" presId="urn:microsoft.com/office/officeart/2005/8/layout/default#1"/>
    <dgm:cxn modelId="{0909265E-11C6-48AF-BEE4-9B8FE7A8E9C6}" type="presParOf" srcId="{F0BB738E-04DD-42A7-87DF-AACB9E2EDCC7}" destId="{E8BF5ACF-261D-41C7-824F-EF7B327BBE36}" srcOrd="17" destOrd="0" presId="urn:microsoft.com/office/officeart/2005/8/layout/default#1"/>
    <dgm:cxn modelId="{9F0C912D-5D9B-411F-8A5F-5B6F2002F9BA}" type="presParOf" srcId="{F0BB738E-04DD-42A7-87DF-AACB9E2EDCC7}" destId="{6D16E57D-78D0-409B-B61B-4D56EF38D57C}" srcOrd="18" destOrd="0" presId="urn:microsoft.com/office/officeart/2005/8/layout/default#1"/>
    <dgm:cxn modelId="{A3166D94-80D8-4599-935F-8F16E2334AA1}" type="presParOf" srcId="{F0BB738E-04DD-42A7-87DF-AACB9E2EDCC7}" destId="{535FB491-962C-470F-90B5-001928ED784E}" srcOrd="19" destOrd="0" presId="urn:microsoft.com/office/officeart/2005/8/layout/default#1"/>
    <dgm:cxn modelId="{D54F3908-3F09-41C2-877D-3766E7858987}" type="presParOf" srcId="{F0BB738E-04DD-42A7-87DF-AACB9E2EDCC7}" destId="{D04B34A0-15CB-4014-B3F6-DCBDAB1390C2}" srcOrd="20" destOrd="0" presId="urn:microsoft.com/office/officeart/2005/8/layout/default#1"/>
    <dgm:cxn modelId="{66D288F4-9C72-44EE-AAF1-632CC5784CF3}" type="presParOf" srcId="{F0BB738E-04DD-42A7-87DF-AACB9E2EDCC7}" destId="{FB35609E-A372-49EB-B6FB-F544B3265E1B}" srcOrd="21" destOrd="0" presId="urn:microsoft.com/office/officeart/2005/8/layout/default#1"/>
    <dgm:cxn modelId="{DA3F576D-6716-4A43-8FB3-BF9FC785B0CE}" type="presParOf" srcId="{F0BB738E-04DD-42A7-87DF-AACB9E2EDCC7}" destId="{3323ADE6-AF95-49F6-AB44-10A39E292C48}" srcOrd="22" destOrd="0" presId="urn:microsoft.com/office/officeart/2005/8/layout/default#1"/>
    <dgm:cxn modelId="{B1DC4E9F-F5D6-4006-A483-23F67DB8F0C6}" type="presParOf" srcId="{F0BB738E-04DD-42A7-87DF-AACB9E2EDCC7}" destId="{CC12C10C-3E5F-4995-9851-B06F55EBC6E9}" srcOrd="23" destOrd="0" presId="urn:microsoft.com/office/officeart/2005/8/layout/default#1"/>
    <dgm:cxn modelId="{2FC9E4A8-E305-4E46-B88F-92A729405648}" type="presParOf" srcId="{F0BB738E-04DD-42A7-87DF-AACB9E2EDCC7}" destId="{316D78F6-CB97-4059-86CC-616945C3F787}" srcOrd="24" destOrd="0" presId="urn:microsoft.com/office/officeart/2005/8/layout/default#1"/>
    <dgm:cxn modelId="{0837847C-5E89-416C-9A57-24F8C5EA65C7}" type="presParOf" srcId="{F0BB738E-04DD-42A7-87DF-AACB9E2EDCC7}" destId="{2FA7BFE6-3124-4CDE-AE3E-6BB8BAA0B02E}" srcOrd="25" destOrd="0" presId="urn:microsoft.com/office/officeart/2005/8/layout/default#1"/>
    <dgm:cxn modelId="{23DC5AFD-B11D-442D-9126-BDB12CBFF2E3}" type="presParOf" srcId="{F0BB738E-04DD-42A7-87DF-AACB9E2EDCC7}" destId="{A2C90E04-9270-4C68-AB48-2C369D8311DE}" srcOrd="26" destOrd="0" presId="urn:microsoft.com/office/officeart/2005/8/layout/default#1"/>
    <dgm:cxn modelId="{77D584E3-0E7F-42C1-B7B6-828145BB1AD0}" type="presParOf" srcId="{F0BB738E-04DD-42A7-87DF-AACB9E2EDCC7}" destId="{BEC21A05-4C41-44CB-A590-7F042D00F04E}" srcOrd="27" destOrd="0" presId="urn:microsoft.com/office/officeart/2005/8/layout/default#1"/>
    <dgm:cxn modelId="{ED61BA13-5776-4C96-9714-D4A9089A1F0C}" type="presParOf" srcId="{F0BB738E-04DD-42A7-87DF-AACB9E2EDCC7}" destId="{8BF2DA79-3828-4ED3-8A52-C75EF2D844E4}" srcOrd="28" destOrd="0" presId="urn:microsoft.com/office/officeart/2005/8/layout/default#1"/>
    <dgm:cxn modelId="{F703B525-9660-4348-961A-D0AE0140A2F8}" type="presParOf" srcId="{F0BB738E-04DD-42A7-87DF-AACB9E2EDCC7}" destId="{819B4928-FEB5-4CE4-952B-223AAFC9F371}" srcOrd="29" destOrd="0" presId="urn:microsoft.com/office/officeart/2005/8/layout/default#1"/>
    <dgm:cxn modelId="{79C78E9D-F546-42A4-973D-B5436220F4F4}" type="presParOf" srcId="{F0BB738E-04DD-42A7-87DF-AACB9E2EDCC7}" destId="{9927DC3E-37D9-4942-8080-27693B49FD8B}" srcOrd="30" destOrd="0" presId="urn:microsoft.com/office/officeart/2005/8/layout/default#1"/>
    <dgm:cxn modelId="{DE564B79-89F9-46BF-A768-936D61F7FFB0}" type="presParOf" srcId="{F0BB738E-04DD-42A7-87DF-AACB9E2EDCC7}" destId="{0D02DCCB-5463-4BDB-9DA1-2E0AE6275B64}" srcOrd="31" destOrd="0" presId="urn:microsoft.com/office/officeart/2005/8/layout/default#1"/>
    <dgm:cxn modelId="{B267535F-E068-41E1-A3E9-357E22396F8C}" type="presParOf" srcId="{F0BB738E-04DD-42A7-87DF-AACB9E2EDCC7}" destId="{E707210B-C886-4D52-87A3-9570E6BFA72A}" srcOrd="32" destOrd="0" presId="urn:microsoft.com/office/officeart/2005/8/layout/default#1"/>
    <dgm:cxn modelId="{3BC169C6-0DB6-44D3-A7C1-54C1D144165C}" type="presParOf" srcId="{F0BB738E-04DD-42A7-87DF-AACB9E2EDCC7}" destId="{34F2884D-C63D-4DC1-9C82-787248810F4F}" srcOrd="33" destOrd="0" presId="urn:microsoft.com/office/officeart/2005/8/layout/default#1"/>
    <dgm:cxn modelId="{32DE6B3A-4437-4091-BD4C-BC00DA33C411}" type="presParOf" srcId="{F0BB738E-04DD-42A7-87DF-AACB9E2EDCC7}" destId="{6A5698A6-23BD-421F-B1F1-2F322D093EA9}" srcOrd="34" destOrd="0" presId="urn:microsoft.com/office/officeart/2005/8/layout/default#1"/>
    <dgm:cxn modelId="{35E315E4-3F35-4750-AA75-09B36B565C4D}" type="presParOf" srcId="{F0BB738E-04DD-42A7-87DF-AACB9E2EDCC7}" destId="{F4F2BFBE-1476-4E65-9235-F1A5306EE480}" srcOrd="35" destOrd="0" presId="urn:microsoft.com/office/officeart/2005/8/layout/default#1"/>
    <dgm:cxn modelId="{56CE35ED-3350-473E-B8D9-7503B4C766BA}" type="presParOf" srcId="{F0BB738E-04DD-42A7-87DF-AACB9E2EDCC7}" destId="{D96C0F6C-A8FC-4494-B677-D8FA808598B6}" srcOrd="36" destOrd="0" presId="urn:microsoft.com/office/officeart/2005/8/layout/default#1"/>
    <dgm:cxn modelId="{16785CBD-E22B-4B43-AA97-3D95B4B63CF1}" type="presParOf" srcId="{F0BB738E-04DD-42A7-87DF-AACB9E2EDCC7}" destId="{6624B761-B476-45D1-8F7E-3C8930410D0A}" srcOrd="37" destOrd="0" presId="urn:microsoft.com/office/officeart/2005/8/layout/default#1"/>
    <dgm:cxn modelId="{7223F16C-347F-4838-9CC8-6F906826C93F}" type="presParOf" srcId="{F0BB738E-04DD-42A7-87DF-AACB9E2EDCC7}" destId="{C2A019B3-BF8C-434B-864D-94625C4F8647}" srcOrd="38" destOrd="0" presId="urn:microsoft.com/office/officeart/2005/8/layout/default#1"/>
    <dgm:cxn modelId="{50FC66E8-056F-4A3F-A21B-8B53A8576B43}" type="presParOf" srcId="{F0BB738E-04DD-42A7-87DF-AACB9E2EDCC7}" destId="{2E3A8249-8EB0-4AC8-9B91-5130E5B376B2}" srcOrd="39" destOrd="0" presId="urn:microsoft.com/office/officeart/2005/8/layout/default#1"/>
    <dgm:cxn modelId="{75B05DB7-DA77-4078-A3E4-A3646B6C2B32}" type="presParOf" srcId="{F0BB738E-04DD-42A7-87DF-AACB9E2EDCC7}" destId="{4F73EB5C-881F-4053-843C-1663100739A7}" srcOrd="40" destOrd="0" presId="urn:microsoft.com/office/officeart/2005/8/layout/default#1"/>
    <dgm:cxn modelId="{DA26D375-956A-4173-972C-AC7A2225D2AF}" type="presParOf" srcId="{F0BB738E-04DD-42A7-87DF-AACB9E2EDCC7}" destId="{FB7C41E4-E692-4485-BE53-656E1403195A}" srcOrd="41" destOrd="0" presId="urn:microsoft.com/office/officeart/2005/8/layout/default#1"/>
    <dgm:cxn modelId="{482DE753-8B82-42B7-977D-58CEDD9ADC29}" type="presParOf" srcId="{F0BB738E-04DD-42A7-87DF-AACB9E2EDCC7}" destId="{06B26807-80A5-4939-9775-EEEDD7CDC2F4}" srcOrd="42" destOrd="0" presId="urn:microsoft.com/office/officeart/2005/8/layout/default#1"/>
    <dgm:cxn modelId="{6CD21E70-4D79-4562-852C-7576EA3CC3FF}" type="presParOf" srcId="{F0BB738E-04DD-42A7-87DF-AACB9E2EDCC7}" destId="{30038524-146F-41BC-BE7C-3015376917F7}" srcOrd="43" destOrd="0" presId="urn:microsoft.com/office/officeart/2005/8/layout/default#1"/>
    <dgm:cxn modelId="{29F96055-8893-42AA-8074-14536CC7A34F}" type="presParOf" srcId="{F0BB738E-04DD-42A7-87DF-AACB9E2EDCC7}" destId="{184A5894-072B-4819-B735-C9A5364F0861}" srcOrd="44" destOrd="0" presId="urn:microsoft.com/office/officeart/2005/8/layout/default#1"/>
    <dgm:cxn modelId="{A4F8F5F4-6C49-40AB-BA07-6427857E481A}" type="presParOf" srcId="{F0BB738E-04DD-42A7-87DF-AACB9E2EDCC7}" destId="{E5419D9E-AEC1-40C5-9859-9D2E8B1209DF}" srcOrd="45" destOrd="0" presId="urn:microsoft.com/office/officeart/2005/8/layout/default#1"/>
    <dgm:cxn modelId="{D79B90AA-BA83-4D3E-B46C-EA69B1CE02B1}" type="presParOf" srcId="{F0BB738E-04DD-42A7-87DF-AACB9E2EDCC7}" destId="{DCFB5FB7-C1EA-474B-B89E-696EE6A01DE2}" srcOrd="46" destOrd="0" presId="urn:microsoft.com/office/officeart/2005/8/layout/default#1"/>
    <dgm:cxn modelId="{C76607C9-0164-45E0-B5F8-1C38D7B0704F}" type="presParOf" srcId="{F0BB738E-04DD-42A7-87DF-AACB9E2EDCC7}" destId="{B89173EC-E356-4D71-A7F2-32E5FCA83592}" srcOrd="47" destOrd="0" presId="urn:microsoft.com/office/officeart/2005/8/layout/default#1"/>
    <dgm:cxn modelId="{DAA651D8-2758-4F33-9804-47D3746B9BFB}" type="presParOf" srcId="{F0BB738E-04DD-42A7-87DF-AACB9E2EDCC7}" destId="{0949CD01-EC19-460E-BF14-9FD494BAAAFD}" srcOrd="48" destOrd="0" presId="urn:microsoft.com/office/officeart/2005/8/layout/default#1"/>
    <dgm:cxn modelId="{28F16C64-04CA-476D-8227-341F8C5B0A7B}" type="presParOf" srcId="{F0BB738E-04DD-42A7-87DF-AACB9E2EDCC7}" destId="{FE5E05D2-3E6F-4F2F-9F76-F02B494E3408}" srcOrd="49" destOrd="0" presId="urn:microsoft.com/office/officeart/2005/8/layout/default#1"/>
    <dgm:cxn modelId="{57183D10-2CB3-43EB-9D9F-8C2691ED2E4A}" type="presParOf" srcId="{F0BB738E-04DD-42A7-87DF-AACB9E2EDCC7}" destId="{5F31DEFE-6C7F-4949-AA9C-31C7A4680767}" srcOrd="50" destOrd="0" presId="urn:microsoft.com/office/officeart/2005/8/layout/default#1"/>
    <dgm:cxn modelId="{9C092911-AF0C-41AB-B726-A6C46CE0FDA7}" type="presParOf" srcId="{F0BB738E-04DD-42A7-87DF-AACB9E2EDCC7}" destId="{CD944F29-A36E-4E03-84C9-0774BFC2AA5F}" srcOrd="51" destOrd="0" presId="urn:microsoft.com/office/officeart/2005/8/layout/default#1"/>
    <dgm:cxn modelId="{02C80FD0-75A8-4B98-AC2A-4A3B8B3525C7}" type="presParOf" srcId="{F0BB738E-04DD-42A7-87DF-AACB9E2EDCC7}" destId="{CEC82C11-860D-4A23-8F1F-619FFA18D87A}" srcOrd="52" destOrd="0" presId="urn:microsoft.com/office/officeart/2005/8/layout/default#1"/>
    <dgm:cxn modelId="{2DEA9E63-3D20-4905-A5B8-389AE0F4C0AB}" type="presParOf" srcId="{F0BB738E-04DD-42A7-87DF-AACB9E2EDCC7}" destId="{B56D03AE-E2DB-45EB-94C6-9A62441ADC8D}" srcOrd="53" destOrd="0" presId="urn:microsoft.com/office/officeart/2005/8/layout/default#1"/>
    <dgm:cxn modelId="{A1250892-BD4F-48B3-85B5-0EA61FC3397A}" type="presParOf" srcId="{F0BB738E-04DD-42A7-87DF-AACB9E2EDCC7}" destId="{A5016905-D471-4C13-A897-A182A37840A1}" srcOrd="54" destOrd="0" presId="urn:microsoft.com/office/officeart/2005/8/layout/default#1"/>
    <dgm:cxn modelId="{C71C659F-45EA-4456-868A-E22E89A7DE71}" type="presParOf" srcId="{F0BB738E-04DD-42A7-87DF-AACB9E2EDCC7}" destId="{21726C44-8D78-48BD-B330-F006CC70AEF6}" srcOrd="55" destOrd="0" presId="urn:microsoft.com/office/officeart/2005/8/layout/default#1"/>
    <dgm:cxn modelId="{6CA9C574-7B86-43ED-99F0-7D22E1105CE4}" type="presParOf" srcId="{F0BB738E-04DD-42A7-87DF-AACB9E2EDCC7}" destId="{E4D157C9-5856-4937-B7DF-DBEC0398BE19}" srcOrd="56" destOrd="0" presId="urn:microsoft.com/office/officeart/2005/8/layout/default#1"/>
    <dgm:cxn modelId="{3E3EADBF-6D29-46EB-BFA2-7A2C33DB47E6}" type="presParOf" srcId="{F0BB738E-04DD-42A7-87DF-AACB9E2EDCC7}" destId="{F277D6DF-407D-4954-A0E8-38A3C7ED57DD}" srcOrd="57" destOrd="0" presId="urn:microsoft.com/office/officeart/2005/8/layout/default#1"/>
    <dgm:cxn modelId="{AA06CF02-0C98-49E1-9B48-A5BF1E6F7609}" type="presParOf" srcId="{F0BB738E-04DD-42A7-87DF-AACB9E2EDCC7}" destId="{2D567E5A-C9DA-41B3-B77D-3ACC9ADBD748}" srcOrd="58" destOrd="0" presId="urn:microsoft.com/office/officeart/2005/8/layout/default#1"/>
    <dgm:cxn modelId="{AA2E3B49-AB89-4B42-A7FF-5BA7C74469F9}" type="presParOf" srcId="{F0BB738E-04DD-42A7-87DF-AACB9E2EDCC7}" destId="{9E70B8CE-A7F7-459D-ABBC-830D3D93C1B4}" srcOrd="59" destOrd="0" presId="urn:microsoft.com/office/officeart/2005/8/layout/default#1"/>
    <dgm:cxn modelId="{78B76E2E-8432-4804-AB53-D578D845B20E}" type="presParOf" srcId="{F0BB738E-04DD-42A7-87DF-AACB9E2EDCC7}" destId="{3BD8FB91-732F-4FB0-899E-23828ECDCF66}" srcOrd="60" destOrd="0" presId="urn:microsoft.com/office/officeart/2005/8/layout/default#1"/>
    <dgm:cxn modelId="{99C61953-C074-44B8-AACE-9BFC000438C6}" type="presParOf" srcId="{F0BB738E-04DD-42A7-87DF-AACB9E2EDCC7}" destId="{A970C8C1-C1BC-49F3-B4A0-C3E44F71D3CD}" srcOrd="61" destOrd="0" presId="urn:microsoft.com/office/officeart/2005/8/layout/default#1"/>
    <dgm:cxn modelId="{F3AD1A98-BB76-414C-B2CA-33BD5AE0D2B5}" type="presParOf" srcId="{F0BB738E-04DD-42A7-87DF-AACB9E2EDCC7}" destId="{C652AE0C-3C70-4B8C-B391-85E0125CB68B}" srcOrd="62" destOrd="0" presId="urn:microsoft.com/office/officeart/2005/8/layout/default#1"/>
    <dgm:cxn modelId="{9C93D126-C300-47E1-860F-20A9E0C73182}" type="presParOf" srcId="{F0BB738E-04DD-42A7-87DF-AACB9E2EDCC7}" destId="{9A95F18A-1DAF-4698-A092-F59F3AE0B673}" srcOrd="63" destOrd="0" presId="urn:microsoft.com/office/officeart/2005/8/layout/default#1"/>
    <dgm:cxn modelId="{A74D8F2F-5C14-4C3F-9991-FD5C19101AA4}" type="presParOf" srcId="{F0BB738E-04DD-42A7-87DF-AACB9E2EDCC7}" destId="{2E742455-ACD7-4526-AC2C-AEE143D872FA}" srcOrd="64" destOrd="0" presId="urn:microsoft.com/office/officeart/2005/8/layout/default#1"/>
    <dgm:cxn modelId="{6446D07A-D5EB-45C2-BF6D-838A6473A2B6}" type="presParOf" srcId="{F0BB738E-04DD-42A7-87DF-AACB9E2EDCC7}" destId="{58AC044C-38B7-4C28-A2A1-196662A7E8F6}" srcOrd="65" destOrd="0" presId="urn:microsoft.com/office/officeart/2005/8/layout/default#1"/>
    <dgm:cxn modelId="{EB9C11A5-D6D9-48C5-A988-619C83F41A0F}" type="presParOf" srcId="{F0BB738E-04DD-42A7-87DF-AACB9E2EDCC7}" destId="{47E1FCCA-4DBE-4809-9799-E0F1C1867B53}" srcOrd="66" destOrd="0" presId="urn:microsoft.com/office/officeart/2005/8/layout/default#1"/>
    <dgm:cxn modelId="{940C08C0-E1C0-453E-904D-DFCCD066CF24}" type="presParOf" srcId="{F0BB738E-04DD-42A7-87DF-AACB9E2EDCC7}" destId="{CA234EC8-F1A8-453E-97FB-85FA8BC2D463}" srcOrd="67" destOrd="0" presId="urn:microsoft.com/office/officeart/2005/8/layout/default#1"/>
    <dgm:cxn modelId="{E456F90E-3FD3-4F4A-8083-BB3FFD85FB40}" type="presParOf" srcId="{F0BB738E-04DD-42A7-87DF-AACB9E2EDCC7}" destId="{A136F1E2-B55A-47C7-9A85-8079E8D98BE5}" srcOrd="68" destOrd="0" presId="urn:microsoft.com/office/officeart/2005/8/layout/default#1"/>
    <dgm:cxn modelId="{27453B2A-3178-4284-8F6D-1AC66C15147F}" type="presParOf" srcId="{F0BB738E-04DD-42A7-87DF-AACB9E2EDCC7}" destId="{E4631D98-8821-4BE4-8B87-B1DF6E36B168}" srcOrd="69" destOrd="0" presId="urn:microsoft.com/office/officeart/2005/8/layout/default#1"/>
    <dgm:cxn modelId="{CE5C5FD3-D5F1-4B88-80A7-7AEF3260F391}" type="presParOf" srcId="{F0BB738E-04DD-42A7-87DF-AACB9E2EDCC7}" destId="{93788807-8D46-4D9E-B2F1-9B7476B88456}" srcOrd="70" destOrd="0" presId="urn:microsoft.com/office/officeart/2005/8/layout/default#1"/>
    <dgm:cxn modelId="{0CF7C8CA-4956-4762-BD98-380A6F50443D}" type="presParOf" srcId="{F0BB738E-04DD-42A7-87DF-AACB9E2EDCC7}" destId="{9CE56EDB-C18A-4B35-B178-CDE0806BF6B6}" srcOrd="71" destOrd="0" presId="urn:microsoft.com/office/officeart/2005/8/layout/default#1"/>
    <dgm:cxn modelId="{39ED0AA2-A609-47F4-962A-56AB64E2239B}" type="presParOf" srcId="{F0BB738E-04DD-42A7-87DF-AACB9E2EDCC7}" destId="{4A904063-82C7-454F-AB68-2378FF299647}" srcOrd="72" destOrd="0" presId="urn:microsoft.com/office/officeart/2005/8/layout/default#1"/>
    <dgm:cxn modelId="{2B7FCF7D-382E-4DF2-9302-C8E8F04752A1}" type="presParOf" srcId="{F0BB738E-04DD-42A7-87DF-AACB9E2EDCC7}" destId="{8D2ED1EE-1376-4F33-B80A-53E45A4F783B}" srcOrd="73" destOrd="0" presId="urn:microsoft.com/office/officeart/2005/8/layout/default#1"/>
    <dgm:cxn modelId="{3F8516C0-88FB-42C0-8A1B-BD48FDAB107B}" type="presParOf" srcId="{F0BB738E-04DD-42A7-87DF-AACB9E2EDCC7}" destId="{4306638C-62E6-4149-93C2-4A4D0810ECBF}" srcOrd="74" destOrd="0" presId="urn:microsoft.com/office/officeart/2005/8/layout/default#1"/>
    <dgm:cxn modelId="{3F8AAA5E-72AD-4A19-8A43-7A9B1CF984C1}" type="presParOf" srcId="{F0BB738E-04DD-42A7-87DF-AACB9E2EDCC7}" destId="{BDC1447C-2711-4ADE-A3BE-CC49BECCF716}" srcOrd="75" destOrd="0" presId="urn:microsoft.com/office/officeart/2005/8/layout/default#1"/>
    <dgm:cxn modelId="{6C41F2F8-5FD6-4908-BB23-9858F8E81E79}" type="presParOf" srcId="{F0BB738E-04DD-42A7-87DF-AACB9E2EDCC7}" destId="{6985AC9F-1482-43CC-947F-A63EF08BD3DE}" srcOrd="76" destOrd="0" presId="urn:microsoft.com/office/officeart/2005/8/layout/default#1"/>
    <dgm:cxn modelId="{9295B4FA-C72B-49D4-ABDE-2D02466801A7}" type="presParOf" srcId="{F0BB738E-04DD-42A7-87DF-AACB9E2EDCC7}" destId="{84D8E1BB-7999-48DF-A242-67780B883A01}" srcOrd="77" destOrd="0" presId="urn:microsoft.com/office/officeart/2005/8/layout/default#1"/>
    <dgm:cxn modelId="{67DCF70E-96BC-4A66-9C9C-D2CA21BBE097}" type="presParOf" srcId="{F0BB738E-04DD-42A7-87DF-AACB9E2EDCC7}" destId="{8FCDE86A-39C9-4A7C-9904-78C87B4CD430}" srcOrd="78" destOrd="0" presId="urn:microsoft.com/office/officeart/2005/8/layout/default#1"/>
    <dgm:cxn modelId="{3FDEC994-8B0D-4B7F-83B9-459EC69FD4E6}" type="presParOf" srcId="{F0BB738E-04DD-42A7-87DF-AACB9E2EDCC7}" destId="{F61E414C-16EA-4FC9-9A3D-F0B8FCAA2F11}" srcOrd="79" destOrd="0" presId="urn:microsoft.com/office/officeart/2005/8/layout/default#1"/>
    <dgm:cxn modelId="{102CF8E5-CE21-4F86-BC41-D9E20BF24414}" type="presParOf" srcId="{F0BB738E-04DD-42A7-87DF-AACB9E2EDCC7}" destId="{4F0BAB82-A4AD-4C8C-92D7-37F7525C5D43}" srcOrd="80" destOrd="0" presId="urn:microsoft.com/office/officeart/2005/8/layout/default#1"/>
    <dgm:cxn modelId="{CD7FEAE0-9F55-4BB4-A46D-BBD65E18CED6}" type="presParOf" srcId="{F0BB738E-04DD-42A7-87DF-AACB9E2EDCC7}" destId="{1709C102-654D-4E1C-8EAE-AB62263598D4}" srcOrd="81" destOrd="0" presId="urn:microsoft.com/office/officeart/2005/8/layout/default#1"/>
    <dgm:cxn modelId="{0006EFA0-7D35-4313-A918-2A6A0E342766}" type="presParOf" srcId="{F0BB738E-04DD-42A7-87DF-AACB9E2EDCC7}" destId="{3FE14981-AECF-4276-B4D5-294B613D8272}" srcOrd="82" destOrd="0" presId="urn:microsoft.com/office/officeart/2005/8/layout/default#1"/>
    <dgm:cxn modelId="{72010228-1A51-45BB-9171-22F60178640B}" type="presParOf" srcId="{F0BB738E-04DD-42A7-87DF-AACB9E2EDCC7}" destId="{EC1D6E82-1E49-4200-9207-96CA53F8123A}" srcOrd="83" destOrd="0" presId="urn:microsoft.com/office/officeart/2005/8/layout/default#1"/>
    <dgm:cxn modelId="{835ED0E2-7FD1-4DA8-8903-E93D6848AF26}" type="presParOf" srcId="{F0BB738E-04DD-42A7-87DF-AACB9E2EDCC7}" destId="{6A8388AD-419E-4A7A-A746-707EE81ED9F5}" srcOrd="84" destOrd="0" presId="urn:microsoft.com/office/officeart/2005/8/layout/default#1"/>
    <dgm:cxn modelId="{A3A8E2F8-516B-4C22-8AC2-73DC0FB2DFFA}" type="presParOf" srcId="{F0BB738E-04DD-42A7-87DF-AACB9E2EDCC7}" destId="{A44C05B0-EACB-4B1E-B058-4CA78AD1190C}" srcOrd="85" destOrd="0" presId="urn:microsoft.com/office/officeart/2005/8/layout/default#1"/>
    <dgm:cxn modelId="{F210EE53-0661-4532-A09E-FA608C733D08}" type="presParOf" srcId="{F0BB738E-04DD-42A7-87DF-AACB9E2EDCC7}" destId="{8B8C9CA6-7759-4549-A9F9-0916E1614EE2}" srcOrd="86" destOrd="0" presId="urn:microsoft.com/office/officeart/2005/8/layout/default#1"/>
    <dgm:cxn modelId="{1FA9FB5B-BCD3-4B90-810D-FC1D5705C245}" type="presParOf" srcId="{F0BB738E-04DD-42A7-87DF-AACB9E2EDCC7}" destId="{E68C9BC8-E8E8-48DA-AFE0-D18A90C86128}" srcOrd="87" destOrd="0" presId="urn:microsoft.com/office/officeart/2005/8/layout/default#1"/>
    <dgm:cxn modelId="{E955329D-CA48-4E7C-AF56-EDB324C48AF7}" type="presParOf" srcId="{F0BB738E-04DD-42A7-87DF-AACB9E2EDCC7}" destId="{25D6BD13-2F27-4B7D-B5A3-7C60234B6447}" srcOrd="88" destOrd="0" presId="urn:microsoft.com/office/officeart/2005/8/layout/default#1"/>
    <dgm:cxn modelId="{8A1A1A24-2C28-4B58-8D2B-34873319E8EF}" type="presParOf" srcId="{F0BB738E-04DD-42A7-87DF-AACB9E2EDCC7}" destId="{BD35BA67-5545-4B5E-B5E8-4EC392A759E0}" srcOrd="89" destOrd="0" presId="urn:microsoft.com/office/officeart/2005/8/layout/default#1"/>
    <dgm:cxn modelId="{FA548B3B-7A44-4E48-9783-45490269546C}" type="presParOf" srcId="{F0BB738E-04DD-42A7-87DF-AACB9E2EDCC7}" destId="{3287B4C7-2EE9-41CA-B39D-E174AF02CB91}" srcOrd="90" destOrd="0" presId="urn:microsoft.com/office/officeart/2005/8/layout/default#1"/>
    <dgm:cxn modelId="{EAF9CF3F-1BA5-4F0A-9100-4D70C1ED7609}" type="presParOf" srcId="{F0BB738E-04DD-42A7-87DF-AACB9E2EDCC7}" destId="{8A15CDC4-963D-4D5A-A6D2-41802551D857}" srcOrd="91" destOrd="0" presId="urn:microsoft.com/office/officeart/2005/8/layout/default#1"/>
    <dgm:cxn modelId="{91624211-F5FD-4B36-B539-697C09FBD9CA}" type="presParOf" srcId="{F0BB738E-04DD-42A7-87DF-AACB9E2EDCC7}" destId="{26DD82EA-2984-4AC6-9A76-5D1AD85B621D}" srcOrd="92" destOrd="0" presId="urn:microsoft.com/office/officeart/2005/8/layout/default#1"/>
    <dgm:cxn modelId="{DBB3F616-2D57-48D4-BCD7-A346F5320F61}" type="presParOf" srcId="{F0BB738E-04DD-42A7-87DF-AACB9E2EDCC7}" destId="{2767946A-EC84-47D5-A9AE-976C4E8BBDB6}" srcOrd="93" destOrd="0" presId="urn:microsoft.com/office/officeart/2005/8/layout/default#1"/>
    <dgm:cxn modelId="{A248FF8F-C8DF-4815-A5D9-2DEDBC414D9E}" type="presParOf" srcId="{F0BB738E-04DD-42A7-87DF-AACB9E2EDCC7}" destId="{DAC44B27-21CB-4932-A6B8-892C63CD366D}" srcOrd="94" destOrd="0" presId="urn:microsoft.com/office/officeart/2005/8/layout/default#1"/>
    <dgm:cxn modelId="{DB1ED019-1358-4E28-9815-C91FDCF557B6}" type="presParOf" srcId="{F0BB738E-04DD-42A7-87DF-AACB9E2EDCC7}" destId="{FB54EDB0-4514-4F0A-8796-D7B22DB44DBA}" srcOrd="95" destOrd="0" presId="urn:microsoft.com/office/officeart/2005/8/layout/default#1"/>
    <dgm:cxn modelId="{DCB4D090-E8E9-4A10-BD1F-FB55BB17693F}" type="presParOf" srcId="{F0BB738E-04DD-42A7-87DF-AACB9E2EDCC7}" destId="{162BCEBA-B0D9-4E6C-BEA0-D9809A12F97C}" srcOrd="96" destOrd="0" presId="urn:microsoft.com/office/officeart/2005/8/layout/default#1"/>
    <dgm:cxn modelId="{8E61C7E0-01CA-4539-90DC-749ADB77A353}" type="presParOf" srcId="{F0BB738E-04DD-42A7-87DF-AACB9E2EDCC7}" destId="{AD36EE11-6693-42A2-9B88-615482981A6F}" srcOrd="97" destOrd="0" presId="urn:microsoft.com/office/officeart/2005/8/layout/default#1"/>
    <dgm:cxn modelId="{963D2C88-CE62-4B10-8D90-0BFEE1C62C5C}" type="presParOf" srcId="{F0BB738E-04DD-42A7-87DF-AACB9E2EDCC7}" destId="{27098D84-BA4D-41E5-8FBA-DBCB83B804D1}" srcOrd="98" destOrd="0" presId="urn:microsoft.com/office/officeart/2005/8/layout/default#1"/>
    <dgm:cxn modelId="{EC9D78E9-E8D3-4788-9C0F-14931A55B765}" type="presParOf" srcId="{F0BB738E-04DD-42A7-87DF-AACB9E2EDCC7}" destId="{4FEC718B-1BFE-4F41-85DB-3FFF87A47936}" srcOrd="99" destOrd="0" presId="urn:microsoft.com/office/officeart/2005/8/layout/default#1"/>
    <dgm:cxn modelId="{491E867B-ECA1-47EF-A52C-D66CA872A3AA}" type="presParOf" srcId="{F0BB738E-04DD-42A7-87DF-AACB9E2EDCC7}" destId="{69118C5F-EBA1-4DDE-A224-EAD7BF4D9E25}" srcOrd="100" destOrd="0" presId="urn:microsoft.com/office/officeart/2005/8/layout/default#1"/>
    <dgm:cxn modelId="{2FEC69AA-DA66-4E97-A69B-72BD9CAEB591}" type="presParOf" srcId="{F0BB738E-04DD-42A7-87DF-AACB9E2EDCC7}" destId="{6F9D04D0-81A4-4E32-B821-403BDD1BEBF0}" srcOrd="101" destOrd="0" presId="urn:microsoft.com/office/officeart/2005/8/layout/default#1"/>
    <dgm:cxn modelId="{88F682FE-1FF4-4ED3-B317-D971FC3A266D}" type="presParOf" srcId="{F0BB738E-04DD-42A7-87DF-AACB9E2EDCC7}" destId="{C21364A5-B684-4D36-AC9B-DEEA13F8E020}" srcOrd="102" destOrd="0" presId="urn:microsoft.com/office/officeart/2005/8/layout/default#1"/>
    <dgm:cxn modelId="{63FA61A7-FDD4-4036-AFDC-7C9F3DB01D9B}" type="presParOf" srcId="{F0BB738E-04DD-42A7-87DF-AACB9E2EDCC7}" destId="{7A092A02-CCA7-487F-A10C-FE8960AAE491}" srcOrd="103" destOrd="0" presId="urn:microsoft.com/office/officeart/2005/8/layout/default#1"/>
    <dgm:cxn modelId="{2D3A2FF3-362B-4422-8362-F8B1A39D93AB}" type="presParOf" srcId="{F0BB738E-04DD-42A7-87DF-AACB9E2EDCC7}" destId="{8762A542-30DC-4BB5-8AD6-F457F0965C14}" srcOrd="104" destOrd="0" presId="urn:microsoft.com/office/officeart/2005/8/layout/default#1"/>
    <dgm:cxn modelId="{55EB4553-1530-491A-AB0C-29FCB0BD32F7}" type="presParOf" srcId="{F0BB738E-04DD-42A7-87DF-AACB9E2EDCC7}" destId="{20B2678B-71FB-4F4A-A497-4FA28A66DFF9}" srcOrd="105" destOrd="0" presId="urn:microsoft.com/office/officeart/2005/8/layout/default#1"/>
    <dgm:cxn modelId="{250A747F-8298-4048-A9CE-9031194E86F2}" type="presParOf" srcId="{F0BB738E-04DD-42A7-87DF-AACB9E2EDCC7}" destId="{E882D5F4-19CF-4E7A-BF41-CA077A2EEF79}" srcOrd="106" destOrd="0" presId="urn:microsoft.com/office/officeart/2005/8/layout/default#1"/>
    <dgm:cxn modelId="{6495B30B-910E-4992-ABDF-F3BDCC645B56}" type="presParOf" srcId="{F0BB738E-04DD-42A7-87DF-AACB9E2EDCC7}" destId="{0748F608-5428-45EE-9F4C-031602A2E477}" srcOrd="107" destOrd="0" presId="urn:microsoft.com/office/officeart/2005/8/layout/default#1"/>
    <dgm:cxn modelId="{3C6FEDBE-9FC9-4FEC-9FED-B875CE02F907}" type="presParOf" srcId="{F0BB738E-04DD-42A7-87DF-AACB9E2EDCC7}" destId="{298DC723-918A-48BC-A214-0B8992D77DBA}" srcOrd="108" destOrd="0" presId="urn:microsoft.com/office/officeart/2005/8/layout/default#1"/>
    <dgm:cxn modelId="{46E4356A-6618-4DA5-BEBF-F2AA3EE837C9}" type="presParOf" srcId="{F0BB738E-04DD-42A7-87DF-AACB9E2EDCC7}" destId="{C8EE7586-792B-4D86-AB27-8DAA5546C33B}" srcOrd="109" destOrd="0" presId="urn:microsoft.com/office/officeart/2005/8/layout/default#1"/>
    <dgm:cxn modelId="{A8C478A4-C4D3-4219-81E5-6652E0351605}" type="presParOf" srcId="{F0BB738E-04DD-42A7-87DF-AACB9E2EDCC7}" destId="{46B318FC-AAA3-40FE-ACA0-5E07FFC1A12C}" srcOrd="110" destOrd="0" presId="urn:microsoft.com/office/officeart/2005/8/layout/default#1"/>
    <dgm:cxn modelId="{268E5BEA-9FEE-46D8-A0E2-2114BF71147A}" type="presParOf" srcId="{F0BB738E-04DD-42A7-87DF-AACB9E2EDCC7}" destId="{8CC6760C-F65D-4115-A2BE-35CA6DB21B32}" srcOrd="111" destOrd="0" presId="urn:microsoft.com/office/officeart/2005/8/layout/default#1"/>
    <dgm:cxn modelId="{01E5CC52-A4A4-4323-90E7-3CDE9C34DAA4}" type="presParOf" srcId="{F0BB738E-04DD-42A7-87DF-AACB9E2EDCC7}" destId="{2E351335-D5DF-4D62-BDF0-593E36B1C83B}" srcOrd="112" destOrd="0" presId="urn:microsoft.com/office/officeart/2005/8/layout/default#1"/>
    <dgm:cxn modelId="{6984DF27-D22C-4797-875E-9DCA4520C8D7}" type="presParOf" srcId="{F0BB738E-04DD-42A7-87DF-AACB9E2EDCC7}" destId="{CDAD4ACE-07F0-4F0A-AE6F-DB8833466850}" srcOrd="113" destOrd="0" presId="urn:microsoft.com/office/officeart/2005/8/layout/default#1"/>
    <dgm:cxn modelId="{C14FE759-10DC-426B-9988-47D8F94B466F}" type="presParOf" srcId="{F0BB738E-04DD-42A7-87DF-AACB9E2EDCC7}" destId="{73A95E09-89FA-4901-BF8D-33FE414C8C57}" srcOrd="114" destOrd="0" presId="urn:microsoft.com/office/officeart/2005/8/layout/default#1"/>
    <dgm:cxn modelId="{4A3E9DC8-CB76-44DA-ABD2-87DFBCEA8D70}" type="presParOf" srcId="{F0BB738E-04DD-42A7-87DF-AACB9E2EDCC7}" destId="{96F10D32-A288-4D90-B9AA-4EB9EE22B5DC}" srcOrd="115" destOrd="0" presId="urn:microsoft.com/office/officeart/2005/8/layout/default#1"/>
    <dgm:cxn modelId="{386037CF-C47B-4B00-A3F6-9B6DCC337600}" type="presParOf" srcId="{F0BB738E-04DD-42A7-87DF-AACB9E2EDCC7}" destId="{EC64F70C-EFC2-4D95-B8F2-E1CA05DFA15D}" srcOrd="116" destOrd="0" presId="urn:microsoft.com/office/officeart/2005/8/layout/default#1"/>
    <dgm:cxn modelId="{3F3A8A76-19B2-404F-BD34-07E53CB3CD9B}" type="presParOf" srcId="{F0BB738E-04DD-42A7-87DF-AACB9E2EDCC7}" destId="{7F4A9B72-E4C1-4746-AE2E-E94E1142DA31}" srcOrd="117" destOrd="0" presId="urn:microsoft.com/office/officeart/2005/8/layout/default#1"/>
    <dgm:cxn modelId="{126C7E6F-8649-415C-8EE5-E159091392F4}" type="presParOf" srcId="{F0BB738E-04DD-42A7-87DF-AACB9E2EDCC7}" destId="{D0044411-A41C-4335-ABB9-BEB58EC1D3EC}" srcOrd="118" destOrd="0" presId="urn:microsoft.com/office/officeart/2005/8/layout/default#1"/>
    <dgm:cxn modelId="{F5505341-3D91-4C0B-972B-50DD71F49D7A}" type="presParOf" srcId="{F0BB738E-04DD-42A7-87DF-AACB9E2EDCC7}" destId="{F9096AC2-A0C8-42CC-B456-D64C05E93B17}" srcOrd="119" destOrd="0" presId="urn:microsoft.com/office/officeart/2005/8/layout/default#1"/>
    <dgm:cxn modelId="{921FFB98-7B7C-4593-974F-DCF59A1DC046}" type="presParOf" srcId="{F0BB738E-04DD-42A7-87DF-AACB9E2EDCC7}" destId="{2F526BB0-504C-4BF9-9C66-625F76BCDEDF}" srcOrd="120" destOrd="0" presId="urn:microsoft.com/office/officeart/2005/8/layout/default#1"/>
    <dgm:cxn modelId="{4F9FF1E1-E2FA-478E-9F94-28844A8B77CD}" type="presParOf" srcId="{F0BB738E-04DD-42A7-87DF-AACB9E2EDCC7}" destId="{1E8856E7-D022-48FD-955D-99AB57E6FDFD}" srcOrd="121" destOrd="0" presId="urn:microsoft.com/office/officeart/2005/8/layout/default#1"/>
    <dgm:cxn modelId="{446EEDDE-3595-43A3-879E-780BE54A1377}" type="presParOf" srcId="{F0BB738E-04DD-42A7-87DF-AACB9E2EDCC7}" destId="{7356412E-230D-4F3A-98FE-9ED854704258}" srcOrd="122" destOrd="0" presId="urn:microsoft.com/office/officeart/2005/8/layout/default#1"/>
    <dgm:cxn modelId="{E0560441-ECDC-469E-B444-166F1AC98188}" type="presParOf" srcId="{F0BB738E-04DD-42A7-87DF-AACB9E2EDCC7}" destId="{3B289A84-AE8D-49B2-B9A3-0868F5E86A3E}" srcOrd="123" destOrd="0" presId="urn:microsoft.com/office/officeart/2005/8/layout/default#1"/>
    <dgm:cxn modelId="{120B66B1-F26D-4A66-93C0-AB5A3125D218}" type="presParOf" srcId="{F0BB738E-04DD-42A7-87DF-AACB9E2EDCC7}" destId="{B165EDF5-9E76-40FE-8C82-32B659068D4E}" srcOrd="124" destOrd="0" presId="urn:microsoft.com/office/officeart/2005/8/layout/default#1"/>
    <dgm:cxn modelId="{5D00711C-5467-4255-9DC2-EE12A0AAD015}" type="presParOf" srcId="{F0BB738E-04DD-42A7-87DF-AACB9E2EDCC7}" destId="{E8CDBDAA-33CC-4A2F-96AA-8959D560691A}" srcOrd="125" destOrd="0" presId="urn:microsoft.com/office/officeart/2005/8/layout/default#1"/>
    <dgm:cxn modelId="{4CC75C6F-A1AA-402A-A21E-91D00D231CF8}" type="presParOf" srcId="{F0BB738E-04DD-42A7-87DF-AACB9E2EDCC7}" destId="{9AFC3993-7115-4F6D-B1CF-684DBC92C009}" srcOrd="126" destOrd="0" presId="urn:microsoft.com/office/officeart/2005/8/layout/default#1"/>
    <dgm:cxn modelId="{2271CE20-42E4-4612-AF91-742724EBFF18}" type="presParOf" srcId="{F0BB738E-04DD-42A7-87DF-AACB9E2EDCC7}" destId="{0C165163-2314-40B8-8812-A1E7C8C8DFF8}" srcOrd="127" destOrd="0" presId="urn:microsoft.com/office/officeart/2005/8/layout/default#1"/>
    <dgm:cxn modelId="{074B01EE-1D0A-4B7E-A942-F51836B8FAF3}" type="presParOf" srcId="{F0BB738E-04DD-42A7-87DF-AACB9E2EDCC7}" destId="{3EBB4908-75A6-499B-923A-B2FF18A8A07F}" srcOrd="128" destOrd="0" presId="urn:microsoft.com/office/officeart/2005/8/layout/default#1"/>
    <dgm:cxn modelId="{F7ACB890-143E-418A-B8C0-AF576C6DAA30}" type="presParOf" srcId="{F0BB738E-04DD-42A7-87DF-AACB9E2EDCC7}" destId="{163E3F28-CDAA-4214-B4EA-63BA54AFCEF2}" srcOrd="129" destOrd="0" presId="urn:microsoft.com/office/officeart/2005/8/layout/default#1"/>
    <dgm:cxn modelId="{844D0015-3E63-4A1C-BF10-DC94E579B2B3}" type="presParOf" srcId="{F0BB738E-04DD-42A7-87DF-AACB9E2EDCC7}" destId="{0D0DC011-63D8-4EFD-BEE8-FCE1857A0493}" srcOrd="130" destOrd="0" presId="urn:microsoft.com/office/officeart/2005/8/layout/default#1"/>
    <dgm:cxn modelId="{4C0D7FE6-6874-4550-925B-451CDD8C95BD}" type="presParOf" srcId="{F0BB738E-04DD-42A7-87DF-AACB9E2EDCC7}" destId="{2DB0E255-288A-42E5-A79A-45CEFE616C0D}" srcOrd="131" destOrd="0" presId="urn:microsoft.com/office/officeart/2005/8/layout/default#1"/>
    <dgm:cxn modelId="{CD6AC1A9-A1CB-4463-9FB4-7087F5DC8975}" type="presParOf" srcId="{F0BB738E-04DD-42A7-87DF-AACB9E2EDCC7}" destId="{972CBFFA-7B7A-4400-B177-26BC6824340D}" srcOrd="132" destOrd="0" presId="urn:microsoft.com/office/officeart/2005/8/layout/default#1"/>
    <dgm:cxn modelId="{8E3A0698-B7B9-4482-981F-3C45C5AB4BBC}" type="presParOf" srcId="{F0BB738E-04DD-42A7-87DF-AACB9E2EDCC7}" destId="{81E27599-725F-4E9D-B0CC-D784775DD6D4}" srcOrd="133" destOrd="0" presId="urn:microsoft.com/office/officeart/2005/8/layout/default#1"/>
    <dgm:cxn modelId="{EBCB8F1F-F04B-45B4-9652-75F95ED482BC}" type="presParOf" srcId="{F0BB738E-04DD-42A7-87DF-AACB9E2EDCC7}" destId="{ACC45D78-03F7-4549-AC55-54B923AF9499}" srcOrd="134" destOrd="0" presId="urn:microsoft.com/office/officeart/2005/8/layout/default#1"/>
    <dgm:cxn modelId="{B9931471-F873-44C4-B22D-22ABA72E5065}" type="presParOf" srcId="{F0BB738E-04DD-42A7-87DF-AACB9E2EDCC7}" destId="{85C13639-6883-4A02-9A23-00EDD77CD136}" srcOrd="135" destOrd="0" presId="urn:microsoft.com/office/officeart/2005/8/layout/default#1"/>
    <dgm:cxn modelId="{A6817B71-17DD-4695-A785-5608C62C885F}" type="presParOf" srcId="{F0BB738E-04DD-42A7-87DF-AACB9E2EDCC7}" destId="{0436E7F7-CE3D-4279-9340-9B19C6CAAE7C}" srcOrd="136" destOrd="0" presId="urn:microsoft.com/office/officeart/2005/8/layout/default#1"/>
    <dgm:cxn modelId="{B85F21C2-C924-42BD-A9F4-68FA5360CAF9}" type="presParOf" srcId="{F0BB738E-04DD-42A7-87DF-AACB9E2EDCC7}" destId="{91B3CCB8-D4B5-42A7-A0B0-AF1090151E8C}" srcOrd="137" destOrd="0" presId="urn:microsoft.com/office/officeart/2005/8/layout/default#1"/>
    <dgm:cxn modelId="{A69B6979-0B5B-46D7-9924-B2A9AD8F606B}" type="presParOf" srcId="{F0BB738E-04DD-42A7-87DF-AACB9E2EDCC7}" destId="{593B884F-BBEB-48E0-A9E4-692F9A9B2FF1}" srcOrd="138" destOrd="0" presId="urn:microsoft.com/office/officeart/2005/8/layout/defaul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39C5A36-6513-4A26-AFF9-905982818816}" type="doc">
      <dgm:prSet loTypeId="urn:microsoft.com/office/officeart/2008/layout/BendingPictureCaption#1" loCatId="picture" qsTypeId="urn:microsoft.com/office/officeart/2005/8/quickstyle/simple1#9" qsCatId="simple" csTypeId="urn:microsoft.com/office/officeart/2005/8/colors/accent2_5#2" csCatId="accent2" phldr="1"/>
      <dgm:spPr/>
      <dgm:t>
        <a:bodyPr/>
        <a:lstStyle/>
        <a:p>
          <a:endParaRPr lang="zh-CN" altLang="en-US"/>
        </a:p>
      </dgm:t>
    </dgm:pt>
    <dgm:pt modelId="{B90342CB-1E39-42F4-9CED-40167CFA1EBC}">
      <dgm:prSet phldrT="[文本]" custT="1"/>
      <dgm:spPr>
        <a:solidFill>
          <a:srgbClr val="FFC000">
            <a:alpha val="80000"/>
          </a:srgbClr>
        </a:solidFill>
        <a:ln>
          <a:noFill/>
        </a:ln>
      </dgm:spPr>
      <dgm:t>
        <a:bodyPr/>
        <a:lstStyle/>
        <a:p>
          <a:r>
            <a:rPr lang="zh-CN" altLang="en-US" sz="1500" b="1" i="0" dirty="0" smtClean="0">
              <a:solidFill>
                <a:srgbClr val="002060"/>
              </a:solidFill>
              <a:latin typeface="微软雅黑" panose="020B0503020204020204" charset="-122"/>
              <a:ea typeface="微软雅黑" panose="020B0503020204020204" charset="-122"/>
              <a:cs typeface="楷体" panose="02010609060101010101" charset="-122"/>
              <a:sym typeface="+mn-lt"/>
            </a:rPr>
            <a:t>“长望学院”</a:t>
          </a:r>
          <a:endParaRPr lang="zh-CN" altLang="en-US" sz="1500" b="1" i="0" dirty="0">
            <a:solidFill>
              <a:srgbClr val="002060"/>
            </a:solidFill>
            <a:latin typeface="微软雅黑" panose="020B0503020204020204" charset="-122"/>
            <a:ea typeface="微软雅黑" panose="020B0503020204020204" charset="-122"/>
            <a:sym typeface="+mn-lt"/>
          </a:endParaRPr>
        </a:p>
      </dgm:t>
    </dgm:pt>
    <dgm:pt modelId="{EB5DA8EC-DDBF-42EA-895D-DD18E046AC86}" cxnId="{45276DB5-7315-4A53-8DC6-B85C20F982A2}" type="parTrans">
      <dgm:prSet/>
      <dgm:spPr/>
      <dgm:t>
        <a:bodyPr/>
        <a:lstStyle/>
        <a:p>
          <a:endParaRPr lang="zh-CN" altLang="en-US"/>
        </a:p>
      </dgm:t>
    </dgm:pt>
    <dgm:pt modelId="{BFE79FF5-50E2-44F0-A628-16EA011302E5}" cxnId="{45276DB5-7315-4A53-8DC6-B85C20F982A2}" type="sibTrans">
      <dgm:prSet/>
      <dgm:spPr/>
      <dgm:t>
        <a:bodyPr/>
        <a:lstStyle/>
        <a:p>
          <a:endParaRPr lang="zh-CN" altLang="en-US"/>
        </a:p>
      </dgm:t>
    </dgm:pt>
    <dgm:pt modelId="{B4D6FC0D-881B-4BF7-80CD-5BCCBE4520AF}">
      <dgm:prSet phldrT="[文本]" custT="1"/>
      <dgm:spPr>
        <a:solidFill>
          <a:srgbClr val="FFC000">
            <a:alpha val="80000"/>
          </a:srgbClr>
        </a:solidFill>
        <a:ln>
          <a:noFill/>
        </a:ln>
      </dgm:spPr>
      <dgm:t>
        <a:bodyPr/>
        <a:lstStyle/>
        <a:p>
          <a:r>
            <a:rPr lang="zh-CN" altLang="en-US" sz="1500" b="1" dirty="0" smtClean="0">
              <a:solidFill>
                <a:srgbClr val="002060"/>
              </a:solidFill>
              <a:latin typeface="+mn-lt"/>
              <a:ea typeface="微软雅黑" panose="020B0503020204020204" charset="-122"/>
              <a:cs typeface="楷体" panose="02010609060101010101" charset="-122"/>
              <a:sym typeface="+mn-lt"/>
            </a:rPr>
            <a:t>国科大联合培养专业</a:t>
          </a:r>
          <a:endParaRPr lang="zh-CN" altLang="en-US" sz="1500" b="1" dirty="0">
            <a:solidFill>
              <a:srgbClr val="002060"/>
            </a:solidFill>
            <a:latin typeface="+mn-lt"/>
            <a:ea typeface="微软雅黑" panose="020B0503020204020204" charset="-122"/>
            <a:sym typeface="+mn-lt"/>
          </a:endParaRPr>
        </a:p>
      </dgm:t>
    </dgm:pt>
    <dgm:pt modelId="{EF538E8D-5588-499F-B0F3-F26A46F5E194}" cxnId="{CFD8864A-2D6E-49D5-8D65-1D9C64C47533}" type="parTrans">
      <dgm:prSet/>
      <dgm:spPr/>
      <dgm:t>
        <a:bodyPr/>
        <a:lstStyle/>
        <a:p>
          <a:endParaRPr lang="zh-CN" altLang="en-US"/>
        </a:p>
      </dgm:t>
    </dgm:pt>
    <dgm:pt modelId="{45CFFAFC-C8FF-4B0A-BFA0-7DBD4642D788}" cxnId="{CFD8864A-2D6E-49D5-8D65-1D9C64C47533}" type="sibTrans">
      <dgm:prSet/>
      <dgm:spPr/>
      <dgm:t>
        <a:bodyPr/>
        <a:lstStyle/>
        <a:p>
          <a:endParaRPr lang="zh-CN" altLang="en-US"/>
        </a:p>
      </dgm:t>
    </dgm:pt>
    <dgm:pt modelId="{43283EE6-11E9-4E09-9A33-D3C5BA92C35B}">
      <dgm:prSet phldrT="[文本]" custT="1"/>
      <dgm:spPr>
        <a:solidFill>
          <a:srgbClr val="FFC000">
            <a:alpha val="80000"/>
          </a:srgbClr>
        </a:solidFill>
        <a:ln>
          <a:noFill/>
        </a:ln>
      </dgm:spPr>
      <dgm:t>
        <a:bodyPr/>
        <a:lstStyle/>
        <a:p>
          <a:r>
            <a:rPr lang="zh-CN" altLang="en-US" sz="1500" b="1" i="0" dirty="0" smtClean="0">
              <a:solidFill>
                <a:srgbClr val="002060"/>
              </a:solidFill>
              <a:latin typeface="微软雅黑" panose="020B0503020204020204" charset="-122"/>
              <a:ea typeface="微软雅黑" panose="020B0503020204020204" charset="-122"/>
              <a:sym typeface="+mn-lt"/>
            </a:rPr>
            <a:t>“</a:t>
          </a:r>
          <a:r>
            <a:rPr lang="zh-CN" altLang="en-US" sz="1500" b="1" i="0" dirty="0">
              <a:solidFill>
                <a:srgbClr val="002060"/>
              </a:solidFill>
              <a:latin typeface="微软雅黑" panose="020B0503020204020204" charset="-122"/>
              <a:ea typeface="微软雅黑" panose="020B0503020204020204" charset="-122"/>
              <a:sym typeface="+mn-lt"/>
            </a:rPr>
            <a:t>华为</a:t>
          </a:r>
          <a:r>
            <a:rPr lang="en-US" altLang="zh-CN" sz="1500" b="1" i="0" dirty="0">
              <a:solidFill>
                <a:srgbClr val="002060"/>
              </a:solidFill>
              <a:latin typeface="微软雅黑" panose="020B0503020204020204" charset="-122"/>
              <a:ea typeface="微软雅黑" panose="020B0503020204020204" charset="-122"/>
              <a:sym typeface="+mn-lt"/>
            </a:rPr>
            <a:t>ICT</a:t>
          </a:r>
          <a:r>
            <a:rPr lang="zh-CN" altLang="en-US" sz="1500" b="1" i="0" dirty="0">
              <a:solidFill>
                <a:srgbClr val="002060"/>
              </a:solidFill>
              <a:latin typeface="微软雅黑" panose="020B0503020204020204" charset="-122"/>
              <a:ea typeface="微软雅黑" panose="020B0503020204020204" charset="-122"/>
              <a:sym typeface="+mn-lt"/>
            </a:rPr>
            <a:t>学院”</a:t>
          </a:r>
          <a:endParaRPr lang="zh-CN" altLang="en-US" sz="1500" b="1" dirty="0">
            <a:solidFill>
              <a:srgbClr val="002060"/>
            </a:solidFill>
            <a:latin typeface="微软雅黑" panose="020B0503020204020204" charset="-122"/>
            <a:ea typeface="微软雅黑" panose="020B0503020204020204" charset="-122"/>
            <a:sym typeface="+mn-lt"/>
          </a:endParaRPr>
        </a:p>
      </dgm:t>
    </dgm:pt>
    <dgm:pt modelId="{6552E9F9-D9F4-4C69-8371-02D9540692B5}" cxnId="{6524E502-801E-4E51-B791-0DD1E4120B3D}" type="parTrans">
      <dgm:prSet/>
      <dgm:spPr/>
      <dgm:t>
        <a:bodyPr/>
        <a:lstStyle/>
        <a:p>
          <a:endParaRPr lang="zh-CN" altLang="en-US"/>
        </a:p>
      </dgm:t>
    </dgm:pt>
    <dgm:pt modelId="{A7FAC1AC-EB41-497F-A734-E3BDEAEA8B83}" cxnId="{6524E502-801E-4E51-B791-0DD1E4120B3D}" type="sibTrans">
      <dgm:prSet/>
      <dgm:spPr/>
      <dgm:t>
        <a:bodyPr/>
        <a:lstStyle/>
        <a:p>
          <a:endParaRPr lang="zh-CN" altLang="en-US"/>
        </a:p>
      </dgm:t>
    </dgm:pt>
    <dgm:pt modelId="{A84E352A-EA25-47CC-BE64-5E4554FFCCF9}">
      <dgm:prSet phldrT="[文本]"/>
      <dgm:spPr>
        <a:solidFill>
          <a:srgbClr val="FFC000">
            <a:alpha val="80000"/>
          </a:srgbClr>
        </a:solidFill>
        <a:ln>
          <a:noFill/>
        </a:ln>
      </dgm:spPr>
      <dgm:t>
        <a:bodyPr/>
        <a:lstStyle/>
        <a:p>
          <a:r>
            <a:rPr lang="zh-CN" altLang="en-US" b="1" dirty="0" smtClean="0">
              <a:solidFill>
                <a:srgbClr val="002060"/>
              </a:solidFill>
              <a:latin typeface="微软雅黑" panose="020B0503020204020204" charset="-122"/>
              <a:ea typeface="微软雅黑" panose="020B0503020204020204" charset="-122"/>
              <a:sym typeface="+mn-lt"/>
            </a:rPr>
            <a:t>“信大优课”</a:t>
          </a:r>
          <a:endParaRPr lang="zh-CN" altLang="en-US" b="1" dirty="0">
            <a:solidFill>
              <a:srgbClr val="002060"/>
            </a:solidFill>
            <a:latin typeface="微软雅黑" panose="020B0503020204020204" charset="-122"/>
            <a:ea typeface="微软雅黑" panose="020B0503020204020204" charset="-122"/>
            <a:sym typeface="+mn-lt"/>
          </a:endParaRPr>
        </a:p>
      </dgm:t>
    </dgm:pt>
    <dgm:pt modelId="{F921379E-7106-4856-B6AE-F619CC594E4C}" cxnId="{CD031CF3-FCA5-4E20-B851-4EDE8DC41490}" type="sibTrans">
      <dgm:prSet/>
      <dgm:spPr/>
      <dgm:t>
        <a:bodyPr/>
        <a:lstStyle/>
        <a:p>
          <a:endParaRPr lang="zh-CN" altLang="en-US"/>
        </a:p>
      </dgm:t>
    </dgm:pt>
    <dgm:pt modelId="{9713BE66-CED0-41C8-B98C-6CC7FDF961B6}" cxnId="{CD031CF3-FCA5-4E20-B851-4EDE8DC41490}" type="parTrans">
      <dgm:prSet/>
      <dgm:spPr/>
      <dgm:t>
        <a:bodyPr/>
        <a:lstStyle/>
        <a:p>
          <a:endParaRPr lang="zh-CN" altLang="en-US"/>
        </a:p>
      </dgm:t>
    </dgm:pt>
    <dgm:pt modelId="{ABA20DBC-AF39-484C-B363-E3132C482213}" type="pres">
      <dgm:prSet presAssocID="{A39C5A36-6513-4A26-AFF9-905982818816}" presName="diagram" presStyleCnt="0">
        <dgm:presLayoutVars>
          <dgm:dir/>
        </dgm:presLayoutVars>
      </dgm:prSet>
      <dgm:spPr/>
      <dgm:t>
        <a:bodyPr/>
        <a:lstStyle/>
        <a:p>
          <a:endParaRPr lang="zh-CN" altLang="en-US"/>
        </a:p>
      </dgm:t>
    </dgm:pt>
    <dgm:pt modelId="{306B2ACD-CFD7-40D0-A37B-44D9C8DE37B8}" type="pres">
      <dgm:prSet presAssocID="{B90342CB-1E39-42F4-9CED-40167CFA1EBC}" presName="composite" presStyleCnt="0"/>
      <dgm:spPr/>
    </dgm:pt>
    <dgm:pt modelId="{7F68A763-232C-4669-8CDC-3BF4C3F9A501}" type="pres">
      <dgm:prSet presAssocID="{B90342CB-1E39-42F4-9CED-40167CFA1EBC}" presName="Image" presStyleLbl="bgShp" presStyleIdx="0" presStyleCnt="4" custScaleX="135522" custScaleY="104470" custLinFactNeighborX="-1348" custLinFactNeighborY="2507"/>
      <dgm:spPr>
        <a:blipFill rotWithShape="1">
          <a:blip xmlns:r="http://schemas.openxmlformats.org/officeDocument/2006/relationships" r:embed="rId1"/>
          <a:stretch>
            <a:fillRect/>
          </a:stretch>
        </a:blipFill>
      </dgm:spPr>
      <dgm:t>
        <a:bodyPr/>
        <a:lstStyle/>
        <a:p>
          <a:endParaRPr lang="zh-CN" altLang="en-US"/>
        </a:p>
      </dgm:t>
    </dgm:pt>
    <dgm:pt modelId="{C0AA6231-D7E3-4E85-8573-789726966B2E}" type="pres">
      <dgm:prSet presAssocID="{B90342CB-1E39-42F4-9CED-40167CFA1EBC}" presName="Parent" presStyleLbl="node0" presStyleIdx="0" presStyleCnt="4" custScaleX="113369" custScaleY="66108" custLinFactNeighborX="-326" custLinFactNeighborY="7843">
        <dgm:presLayoutVars>
          <dgm:bulletEnabled val="1"/>
        </dgm:presLayoutVars>
      </dgm:prSet>
      <dgm:spPr/>
      <dgm:t>
        <a:bodyPr/>
        <a:lstStyle/>
        <a:p>
          <a:endParaRPr lang="zh-CN" altLang="en-US"/>
        </a:p>
      </dgm:t>
    </dgm:pt>
    <dgm:pt modelId="{E6EACAD1-1C5C-4068-A36C-10448C0C5757}" type="pres">
      <dgm:prSet presAssocID="{BFE79FF5-50E2-44F0-A628-16EA011302E5}" presName="sibTrans" presStyleCnt="0"/>
      <dgm:spPr/>
    </dgm:pt>
    <dgm:pt modelId="{4BF187B1-36E3-4C5C-9E0B-EF70EAB04845}" type="pres">
      <dgm:prSet presAssocID="{B4D6FC0D-881B-4BF7-80CD-5BCCBE4520AF}" presName="composite" presStyleCnt="0"/>
      <dgm:spPr/>
    </dgm:pt>
    <dgm:pt modelId="{5B303ABB-6EAC-48E6-87C4-008F7285269C}" type="pres">
      <dgm:prSet presAssocID="{B4D6FC0D-881B-4BF7-80CD-5BCCBE4520AF}" presName="Image" presStyleLbl="bgShp" presStyleIdx="1" presStyleCnt="4" custScaleX="135668" custScaleY="104529" custLinFactNeighborX="-7653" custLinFactNeighborY="2403"/>
      <dgm:spPr>
        <a:blipFill rotWithShape="1">
          <a:blip xmlns:r="http://schemas.openxmlformats.org/officeDocument/2006/relationships" r:embed="rId2"/>
          <a:stretch>
            <a:fillRect/>
          </a:stretch>
        </a:blipFill>
      </dgm:spPr>
      <dgm:t>
        <a:bodyPr/>
        <a:lstStyle/>
        <a:p>
          <a:endParaRPr lang="zh-CN" altLang="en-US"/>
        </a:p>
      </dgm:t>
    </dgm:pt>
    <dgm:pt modelId="{22C810DD-7560-47EF-9E16-D89AAB771395}" type="pres">
      <dgm:prSet presAssocID="{B4D6FC0D-881B-4BF7-80CD-5BCCBE4520AF}" presName="Parent" presStyleLbl="node0" presStyleIdx="1" presStyleCnt="4" custScaleY="63997" custLinFactNeighborX="-586" custLinFactNeighborY="14847">
        <dgm:presLayoutVars>
          <dgm:bulletEnabled val="1"/>
        </dgm:presLayoutVars>
      </dgm:prSet>
      <dgm:spPr/>
      <dgm:t>
        <a:bodyPr/>
        <a:lstStyle/>
        <a:p>
          <a:endParaRPr lang="zh-CN" altLang="en-US"/>
        </a:p>
      </dgm:t>
    </dgm:pt>
    <dgm:pt modelId="{02C8A783-3095-4284-A94F-B752171D10FF}" type="pres">
      <dgm:prSet presAssocID="{45CFFAFC-C8FF-4B0A-BFA0-7DBD4642D788}" presName="sibTrans" presStyleCnt="0"/>
      <dgm:spPr/>
    </dgm:pt>
    <dgm:pt modelId="{491B30B4-4012-4AFD-9E0F-F544A759341E}" type="pres">
      <dgm:prSet presAssocID="{43283EE6-11E9-4E09-9A33-D3C5BA92C35B}" presName="composite" presStyleCnt="0"/>
      <dgm:spPr/>
    </dgm:pt>
    <dgm:pt modelId="{C630B9C1-67B7-43C7-8E4B-CDF7922E3716}" type="pres">
      <dgm:prSet presAssocID="{43283EE6-11E9-4E09-9A33-D3C5BA92C35B}" presName="Image" presStyleLbl="bgShp" presStyleIdx="2" presStyleCnt="4" custScaleX="136006" custScaleY="104470" custLinFactNeighborX="-2021" custLinFactNeighborY="-8183"/>
      <dgm:spPr>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dgm:spPr>
      <dgm:t>
        <a:bodyPr/>
        <a:lstStyle/>
        <a:p>
          <a:endParaRPr lang="zh-CN" altLang="en-US"/>
        </a:p>
      </dgm:t>
    </dgm:pt>
    <dgm:pt modelId="{2A1D15A5-6FF1-44F6-B1E9-18405238B314}" type="pres">
      <dgm:prSet presAssocID="{43283EE6-11E9-4E09-9A33-D3C5BA92C35B}" presName="Parent" presStyleLbl="node0" presStyleIdx="2" presStyleCnt="4" custScaleX="116784" custScaleY="63906">
        <dgm:presLayoutVars>
          <dgm:bulletEnabled val="1"/>
        </dgm:presLayoutVars>
      </dgm:prSet>
      <dgm:spPr/>
      <dgm:t>
        <a:bodyPr/>
        <a:lstStyle/>
        <a:p>
          <a:endParaRPr lang="zh-CN" altLang="en-US"/>
        </a:p>
      </dgm:t>
    </dgm:pt>
    <dgm:pt modelId="{51BD3832-A0EA-408D-BCE2-0CA41DE7605E}" type="pres">
      <dgm:prSet presAssocID="{A7FAC1AC-EB41-497F-A734-E3BDEAEA8B83}" presName="sibTrans" presStyleCnt="0"/>
      <dgm:spPr/>
    </dgm:pt>
    <dgm:pt modelId="{BAE0513C-A286-4048-ABF2-C123B7D731A2}" type="pres">
      <dgm:prSet presAssocID="{A84E352A-EA25-47CC-BE64-5E4554FFCCF9}" presName="composite" presStyleCnt="0"/>
      <dgm:spPr/>
    </dgm:pt>
    <dgm:pt modelId="{342C3546-D2F6-4389-81BC-980F3A9EA938}" type="pres">
      <dgm:prSet presAssocID="{A84E352A-EA25-47CC-BE64-5E4554FFCCF9}" presName="Image" presStyleLbl="bgShp" presStyleIdx="3" presStyleCnt="4" custScaleX="136664" custScaleY="108639" custLinFactNeighborX="-7397" custLinFactNeighborY="-7862"/>
      <dgm:spPr>
        <a:blipFill dpi="0" rotWithShape="1">
          <a:blip xmlns:r="http://schemas.openxmlformats.org/officeDocument/2006/relationships" r:embed="rId4"/>
          <a:srcRect/>
          <a:stretch>
            <a:fillRect l="-62" t="-504" r="62" b="-1127"/>
          </a:stretch>
        </a:blipFill>
      </dgm:spPr>
      <dgm:t>
        <a:bodyPr/>
        <a:lstStyle/>
        <a:p>
          <a:endParaRPr lang="zh-CN" altLang="en-US"/>
        </a:p>
      </dgm:t>
    </dgm:pt>
    <dgm:pt modelId="{F36BFDF3-530E-4D7E-8B2E-4C76E1504028}" type="pres">
      <dgm:prSet presAssocID="{A84E352A-EA25-47CC-BE64-5E4554FFCCF9}" presName="Parent" presStyleLbl="node0" presStyleIdx="3" presStyleCnt="4" custScaleX="106954" custScaleY="64182" custLinFactNeighborX="-573" custLinFactNeighborY="581">
        <dgm:presLayoutVars>
          <dgm:bulletEnabled val="1"/>
        </dgm:presLayoutVars>
      </dgm:prSet>
      <dgm:spPr/>
      <dgm:t>
        <a:bodyPr/>
        <a:lstStyle/>
        <a:p>
          <a:endParaRPr lang="zh-CN" altLang="en-US"/>
        </a:p>
      </dgm:t>
    </dgm:pt>
  </dgm:ptLst>
  <dgm:cxnLst>
    <dgm:cxn modelId="{CFD8864A-2D6E-49D5-8D65-1D9C64C47533}" srcId="{A39C5A36-6513-4A26-AFF9-905982818816}" destId="{B4D6FC0D-881B-4BF7-80CD-5BCCBE4520AF}" srcOrd="1" destOrd="0" parTransId="{EF538E8D-5588-499F-B0F3-F26A46F5E194}" sibTransId="{45CFFAFC-C8FF-4B0A-BFA0-7DBD4642D788}"/>
    <dgm:cxn modelId="{E58CB3B1-F7FC-4346-94F3-F2C30B1BE01A}" type="presOf" srcId="{43283EE6-11E9-4E09-9A33-D3C5BA92C35B}" destId="{2A1D15A5-6FF1-44F6-B1E9-18405238B314}" srcOrd="0" destOrd="0" presId="urn:microsoft.com/office/officeart/2008/layout/BendingPictureCaption#1"/>
    <dgm:cxn modelId="{081A3B83-09C8-4B46-AC29-62D8C736843C}" type="presOf" srcId="{A84E352A-EA25-47CC-BE64-5E4554FFCCF9}" destId="{F36BFDF3-530E-4D7E-8B2E-4C76E1504028}" srcOrd="0" destOrd="0" presId="urn:microsoft.com/office/officeart/2008/layout/BendingPictureCaption#1"/>
    <dgm:cxn modelId="{CD031CF3-FCA5-4E20-B851-4EDE8DC41490}" srcId="{A39C5A36-6513-4A26-AFF9-905982818816}" destId="{A84E352A-EA25-47CC-BE64-5E4554FFCCF9}" srcOrd="3" destOrd="0" parTransId="{9713BE66-CED0-41C8-B98C-6CC7FDF961B6}" sibTransId="{F921379E-7106-4856-B6AE-F619CC594E4C}"/>
    <dgm:cxn modelId="{22EECD61-77CB-4302-BA98-341497A102D1}" type="presOf" srcId="{B4D6FC0D-881B-4BF7-80CD-5BCCBE4520AF}" destId="{22C810DD-7560-47EF-9E16-D89AAB771395}" srcOrd="0" destOrd="0" presId="urn:microsoft.com/office/officeart/2008/layout/BendingPictureCaption#1"/>
    <dgm:cxn modelId="{A98E432E-68B0-4994-A5E6-50ABC94253F8}" type="presOf" srcId="{B90342CB-1E39-42F4-9CED-40167CFA1EBC}" destId="{C0AA6231-D7E3-4E85-8573-789726966B2E}" srcOrd="0" destOrd="0" presId="urn:microsoft.com/office/officeart/2008/layout/BendingPictureCaption#1"/>
    <dgm:cxn modelId="{1F9AE01F-3AFA-4130-A61D-7CA2FB4D9FB3}" type="presOf" srcId="{A39C5A36-6513-4A26-AFF9-905982818816}" destId="{ABA20DBC-AF39-484C-B363-E3132C482213}" srcOrd="0" destOrd="0" presId="urn:microsoft.com/office/officeart/2008/layout/BendingPictureCaption#1"/>
    <dgm:cxn modelId="{45276DB5-7315-4A53-8DC6-B85C20F982A2}" srcId="{A39C5A36-6513-4A26-AFF9-905982818816}" destId="{B90342CB-1E39-42F4-9CED-40167CFA1EBC}" srcOrd="0" destOrd="0" parTransId="{EB5DA8EC-DDBF-42EA-895D-DD18E046AC86}" sibTransId="{BFE79FF5-50E2-44F0-A628-16EA011302E5}"/>
    <dgm:cxn modelId="{6524E502-801E-4E51-B791-0DD1E4120B3D}" srcId="{A39C5A36-6513-4A26-AFF9-905982818816}" destId="{43283EE6-11E9-4E09-9A33-D3C5BA92C35B}" srcOrd="2" destOrd="0" parTransId="{6552E9F9-D9F4-4C69-8371-02D9540692B5}" sibTransId="{A7FAC1AC-EB41-497F-A734-E3BDEAEA8B83}"/>
    <dgm:cxn modelId="{93A40183-FE19-4EAE-8ACD-BB9F1AC83B4C}" type="presParOf" srcId="{ABA20DBC-AF39-484C-B363-E3132C482213}" destId="{306B2ACD-CFD7-40D0-A37B-44D9C8DE37B8}" srcOrd="0" destOrd="0" presId="urn:microsoft.com/office/officeart/2008/layout/BendingPictureCaption#1"/>
    <dgm:cxn modelId="{A647777F-7912-4C31-ACFD-9E4478050700}" type="presParOf" srcId="{306B2ACD-CFD7-40D0-A37B-44D9C8DE37B8}" destId="{7F68A763-232C-4669-8CDC-3BF4C3F9A501}" srcOrd="0" destOrd="0" presId="urn:microsoft.com/office/officeart/2008/layout/BendingPictureCaption#1"/>
    <dgm:cxn modelId="{1A742B43-04A6-4A0D-9921-95C6D70943D4}" type="presParOf" srcId="{306B2ACD-CFD7-40D0-A37B-44D9C8DE37B8}" destId="{C0AA6231-D7E3-4E85-8573-789726966B2E}" srcOrd="1" destOrd="0" presId="urn:microsoft.com/office/officeart/2008/layout/BendingPictureCaption#1"/>
    <dgm:cxn modelId="{7C75B817-5C83-4D04-AC45-C076A6FE4C40}" type="presParOf" srcId="{ABA20DBC-AF39-484C-B363-E3132C482213}" destId="{E6EACAD1-1C5C-4068-A36C-10448C0C5757}" srcOrd="1" destOrd="0" presId="urn:microsoft.com/office/officeart/2008/layout/BendingPictureCaption#1"/>
    <dgm:cxn modelId="{92D66B4C-DBAD-4CC4-97DB-EB8625DD9232}" type="presParOf" srcId="{ABA20DBC-AF39-484C-B363-E3132C482213}" destId="{4BF187B1-36E3-4C5C-9E0B-EF70EAB04845}" srcOrd="2" destOrd="0" presId="urn:microsoft.com/office/officeart/2008/layout/BendingPictureCaption#1"/>
    <dgm:cxn modelId="{8BCD613B-77EE-4425-AE35-F9835FF0C0EC}" type="presParOf" srcId="{4BF187B1-36E3-4C5C-9E0B-EF70EAB04845}" destId="{5B303ABB-6EAC-48E6-87C4-008F7285269C}" srcOrd="0" destOrd="0" presId="urn:microsoft.com/office/officeart/2008/layout/BendingPictureCaption#1"/>
    <dgm:cxn modelId="{8B40B787-D26C-4B8B-8E87-83F2B588351D}" type="presParOf" srcId="{4BF187B1-36E3-4C5C-9E0B-EF70EAB04845}" destId="{22C810DD-7560-47EF-9E16-D89AAB771395}" srcOrd="1" destOrd="0" presId="urn:microsoft.com/office/officeart/2008/layout/BendingPictureCaption#1"/>
    <dgm:cxn modelId="{9EF46AC5-E559-4D59-9216-BF0A929B0C4C}" type="presParOf" srcId="{ABA20DBC-AF39-484C-B363-E3132C482213}" destId="{02C8A783-3095-4284-A94F-B752171D10FF}" srcOrd="3" destOrd="0" presId="urn:microsoft.com/office/officeart/2008/layout/BendingPictureCaption#1"/>
    <dgm:cxn modelId="{03EFDA74-22B8-4022-BF07-52B483894E8E}" type="presParOf" srcId="{ABA20DBC-AF39-484C-B363-E3132C482213}" destId="{491B30B4-4012-4AFD-9E0F-F544A759341E}" srcOrd="4" destOrd="0" presId="urn:microsoft.com/office/officeart/2008/layout/BendingPictureCaption#1"/>
    <dgm:cxn modelId="{DD44A68B-8817-4788-9AF5-FAFDBE76324D}" type="presParOf" srcId="{491B30B4-4012-4AFD-9E0F-F544A759341E}" destId="{C630B9C1-67B7-43C7-8E4B-CDF7922E3716}" srcOrd="0" destOrd="0" presId="urn:microsoft.com/office/officeart/2008/layout/BendingPictureCaption#1"/>
    <dgm:cxn modelId="{36A1116E-9BA0-4AB1-8378-C0051E210ABE}" type="presParOf" srcId="{491B30B4-4012-4AFD-9E0F-F544A759341E}" destId="{2A1D15A5-6FF1-44F6-B1E9-18405238B314}" srcOrd="1" destOrd="0" presId="urn:microsoft.com/office/officeart/2008/layout/BendingPictureCaption#1"/>
    <dgm:cxn modelId="{79B93128-274F-4014-848D-8CF5D6DFB7A0}" type="presParOf" srcId="{ABA20DBC-AF39-484C-B363-E3132C482213}" destId="{51BD3832-A0EA-408D-BCE2-0CA41DE7605E}" srcOrd="5" destOrd="0" presId="urn:microsoft.com/office/officeart/2008/layout/BendingPictureCaption#1"/>
    <dgm:cxn modelId="{CD29318F-C2E0-4B6F-9FC1-EAC4159968CB}" type="presParOf" srcId="{ABA20DBC-AF39-484C-B363-E3132C482213}" destId="{BAE0513C-A286-4048-ABF2-C123B7D731A2}" srcOrd="6" destOrd="0" presId="urn:microsoft.com/office/officeart/2008/layout/BendingPictureCaption#1"/>
    <dgm:cxn modelId="{107498E6-1294-485C-9024-D33623345D95}" type="presParOf" srcId="{BAE0513C-A286-4048-ABF2-C123B7D731A2}" destId="{342C3546-D2F6-4389-81BC-980F3A9EA938}" srcOrd="0" destOrd="0" presId="urn:microsoft.com/office/officeart/2008/layout/BendingPictureCaption#1"/>
    <dgm:cxn modelId="{846377ED-B681-465B-AD62-C33A121BF3FF}" type="presParOf" srcId="{BAE0513C-A286-4048-ABF2-C123B7D731A2}" destId="{F36BFDF3-530E-4D7E-8B2E-4C76E1504028}" srcOrd="1" destOrd="0" presId="urn:microsoft.com/office/officeart/2008/layout/BendingPictureCaption#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188E6BB-9ADD-4218-8C03-C4A1203DCAFF}" type="doc">
      <dgm:prSet loTypeId="urn:microsoft.com/office/officeart/2008/layout/BendingPictureCaption#2" loCatId="picture" qsTypeId="urn:microsoft.com/office/officeart/2005/8/quickstyle/simple1#1" qsCatId="simple" csTypeId="urn:microsoft.com/office/officeart/2005/8/colors/accent1_2#1" csCatId="accent1" phldr="1"/>
      <dgm:spPr/>
      <dgm:t>
        <a:bodyPr/>
        <a:lstStyle/>
        <a:p>
          <a:endParaRPr lang="zh-CN" altLang="en-US"/>
        </a:p>
      </dgm:t>
    </dgm:pt>
    <dgm:pt modelId="{FD62E0EA-7FE2-4D44-B8D3-9368FC0C0B44}">
      <dgm:prSet/>
      <dgm:spPr>
        <a:solidFill>
          <a:srgbClr val="FFC000">
            <a:alpha val="84000"/>
          </a:srgbClr>
        </a:solidFill>
        <a:ln>
          <a:noFill/>
        </a:ln>
      </dgm:spPr>
      <dgm:t>
        <a:bodyPr/>
        <a:lstStyle/>
        <a:p>
          <a:pPr rtl="0"/>
          <a:r>
            <a:rPr lang="zh-CN" b="1" dirty="0" smtClean="0">
              <a:solidFill>
                <a:srgbClr val="002060"/>
              </a:solidFill>
              <a:latin typeface="微软雅黑" panose="020B0503020204020204" charset="-122"/>
              <a:ea typeface="微软雅黑" panose="020B0503020204020204" charset="-122"/>
            </a:rPr>
            <a:t>海外培养基地</a:t>
          </a:r>
          <a:endParaRPr lang="zh-CN" b="1" dirty="0">
            <a:solidFill>
              <a:srgbClr val="002060"/>
            </a:solidFill>
            <a:latin typeface="微软雅黑" panose="020B0503020204020204" charset="-122"/>
            <a:ea typeface="微软雅黑" panose="020B0503020204020204" charset="-122"/>
          </a:endParaRPr>
        </a:p>
      </dgm:t>
    </dgm:pt>
    <dgm:pt modelId="{BA445D1A-C7BD-4A52-9EB8-56B4963CFE5E}" cxnId="{9F4235C0-9D29-4B22-BEFC-87D8796D2159}" type="parTrans">
      <dgm:prSet/>
      <dgm:spPr/>
      <dgm:t>
        <a:bodyPr/>
        <a:lstStyle/>
        <a:p>
          <a:endParaRPr lang="zh-CN" altLang="en-US"/>
        </a:p>
      </dgm:t>
    </dgm:pt>
    <dgm:pt modelId="{9719A447-C3AC-4E05-BAF7-7175CC71C5B2}" cxnId="{9F4235C0-9D29-4B22-BEFC-87D8796D2159}" type="sibTrans">
      <dgm:prSet/>
      <dgm:spPr/>
      <dgm:t>
        <a:bodyPr/>
        <a:lstStyle/>
        <a:p>
          <a:endParaRPr lang="zh-CN" altLang="en-US"/>
        </a:p>
      </dgm:t>
    </dgm:pt>
    <dgm:pt modelId="{115D0419-50C9-4A5D-8F76-FEC4393C6E7F}">
      <dgm:prSet custT="1"/>
      <dgm:spPr>
        <a:solidFill>
          <a:srgbClr val="FFC000">
            <a:alpha val="84000"/>
          </a:srgbClr>
        </a:solidFill>
        <a:ln>
          <a:noFill/>
        </a:ln>
      </dgm:spPr>
      <dgm:t>
        <a:bodyPr/>
        <a:lstStyle/>
        <a:p>
          <a:pPr rtl="0"/>
          <a:r>
            <a:rPr lang="zh-CN" altLang="en-US" sz="1500" dirty="0" smtClean="0">
              <a:solidFill>
                <a:srgbClr val="002060"/>
              </a:solidFill>
              <a:latin typeface="微软雅黑" panose="020B0503020204020204" charset="-122"/>
              <a:ea typeface="微软雅黑" panose="020B0503020204020204" charset="-122"/>
            </a:rPr>
            <a:t>“</a:t>
          </a:r>
          <a:r>
            <a:rPr lang="zh-CN" altLang="en-US" sz="1500" b="1" dirty="0" smtClean="0">
              <a:solidFill>
                <a:srgbClr val="002060"/>
              </a:solidFill>
              <a:latin typeface="微软雅黑" panose="020B0503020204020204" charset="-122"/>
              <a:ea typeface="微软雅黑" panose="020B0503020204020204" charset="-122"/>
            </a:rPr>
            <a:t>藕舫学院”</a:t>
          </a:r>
          <a:endParaRPr lang="zh-CN" altLang="en-US" sz="1500" b="1" dirty="0">
            <a:solidFill>
              <a:srgbClr val="002060"/>
            </a:solidFill>
            <a:latin typeface="微软雅黑" panose="020B0503020204020204" charset="-122"/>
            <a:ea typeface="微软雅黑" panose="020B0503020204020204" charset="-122"/>
          </a:endParaRPr>
        </a:p>
      </dgm:t>
    </dgm:pt>
    <dgm:pt modelId="{B703D69D-FEF0-4A35-9731-FBA427BFC936}" cxnId="{269F1A3F-DA09-41C4-9B80-234ECC8285E3}" type="parTrans">
      <dgm:prSet/>
      <dgm:spPr/>
      <dgm:t>
        <a:bodyPr/>
        <a:lstStyle/>
        <a:p>
          <a:endParaRPr lang="zh-CN" altLang="en-US"/>
        </a:p>
      </dgm:t>
    </dgm:pt>
    <dgm:pt modelId="{66E55EF0-601A-4DDE-84A6-85ED67C88B16}" cxnId="{269F1A3F-DA09-41C4-9B80-234ECC8285E3}" type="sibTrans">
      <dgm:prSet/>
      <dgm:spPr/>
      <dgm:t>
        <a:bodyPr/>
        <a:lstStyle/>
        <a:p>
          <a:endParaRPr lang="zh-CN" altLang="en-US"/>
        </a:p>
      </dgm:t>
    </dgm:pt>
    <dgm:pt modelId="{13875F95-E851-4E03-AFF0-1DEA6332DC77}" type="pres">
      <dgm:prSet presAssocID="{5188E6BB-9ADD-4218-8C03-C4A1203DCAFF}" presName="diagram" presStyleCnt="0">
        <dgm:presLayoutVars>
          <dgm:dir/>
        </dgm:presLayoutVars>
      </dgm:prSet>
      <dgm:spPr/>
      <dgm:t>
        <a:bodyPr/>
        <a:lstStyle/>
        <a:p>
          <a:endParaRPr lang="zh-CN" altLang="en-US"/>
        </a:p>
      </dgm:t>
    </dgm:pt>
    <dgm:pt modelId="{1A2D47C2-DD2E-4235-9BF6-3DAF7A384DA7}" type="pres">
      <dgm:prSet presAssocID="{FD62E0EA-7FE2-4D44-B8D3-9368FC0C0B44}" presName="composite" presStyleCnt="0"/>
      <dgm:spPr/>
    </dgm:pt>
    <dgm:pt modelId="{799E9DA1-E7E7-4B7A-ABDC-E2831148EE7E}" type="pres">
      <dgm:prSet presAssocID="{FD62E0EA-7FE2-4D44-B8D3-9368FC0C0B44}" presName="Image" presStyleLbl="bgShp" presStyleIdx="0" presStyleCnt="2" custScaleX="110935" custScaleY="101302" custLinFactNeighborX="-6338" custLinFactNeighborY="-74"/>
      <dgm:spPr>
        <a:blipFill rotWithShape="1">
          <a:blip xmlns:r="http://schemas.openxmlformats.org/officeDocument/2006/relationships" r:embed="rId1"/>
          <a:stretch>
            <a:fillRect/>
          </a:stretch>
        </a:blipFill>
      </dgm:spPr>
    </dgm:pt>
    <dgm:pt modelId="{722F9F56-5A60-4303-879C-F3B0619A86F8}" type="pres">
      <dgm:prSet presAssocID="{FD62E0EA-7FE2-4D44-B8D3-9368FC0C0B44}" presName="Parent" presStyleLbl="node0" presStyleIdx="0" presStyleCnt="2" custScaleY="65681" custLinFactNeighborX="-8255" custLinFactNeighborY="793">
        <dgm:presLayoutVars>
          <dgm:bulletEnabled val="1"/>
        </dgm:presLayoutVars>
      </dgm:prSet>
      <dgm:spPr/>
      <dgm:t>
        <a:bodyPr/>
        <a:lstStyle/>
        <a:p>
          <a:endParaRPr lang="zh-CN" altLang="en-US"/>
        </a:p>
      </dgm:t>
    </dgm:pt>
    <dgm:pt modelId="{0E6312F4-3CBB-4EDE-B020-A5B030CFD057}" type="pres">
      <dgm:prSet presAssocID="{9719A447-C3AC-4E05-BAF7-7175CC71C5B2}" presName="sibTrans" presStyleCnt="0"/>
      <dgm:spPr/>
    </dgm:pt>
    <dgm:pt modelId="{A76BB50A-0D84-470A-8ED0-1956F0E3001D}" type="pres">
      <dgm:prSet presAssocID="{115D0419-50C9-4A5D-8F76-FEC4393C6E7F}" presName="composite" presStyleCnt="0"/>
      <dgm:spPr/>
    </dgm:pt>
    <dgm:pt modelId="{EBD5F58E-7FC9-4512-9D41-56DB25CEA2B6}" type="pres">
      <dgm:prSet presAssocID="{115D0419-50C9-4A5D-8F76-FEC4393C6E7F}" presName="Image" presStyleLbl="bgShp" presStyleIdx="1" presStyleCnt="2" custScaleX="110935" custScaleY="100884" custLinFactNeighborX="-6338" custLinFactNeighborY="-10691"/>
      <dgm:spPr>
        <a:blipFill rotWithShape="1">
          <a:blip xmlns:r="http://schemas.openxmlformats.org/officeDocument/2006/relationships" r:embed="rId2"/>
          <a:stretch>
            <a:fillRect/>
          </a:stretch>
        </a:blipFill>
      </dgm:spPr>
    </dgm:pt>
    <dgm:pt modelId="{46889CF3-A840-45A2-9E0A-6AAEE3858BB3}" type="pres">
      <dgm:prSet presAssocID="{115D0419-50C9-4A5D-8F76-FEC4393C6E7F}" presName="Parent" presStyleLbl="node0" presStyleIdx="1" presStyleCnt="2" custScaleY="65681" custLinFactNeighborX="-5364" custLinFactNeighborY="-18241">
        <dgm:presLayoutVars>
          <dgm:bulletEnabled val="1"/>
        </dgm:presLayoutVars>
      </dgm:prSet>
      <dgm:spPr/>
      <dgm:t>
        <a:bodyPr/>
        <a:lstStyle/>
        <a:p>
          <a:endParaRPr lang="zh-CN" altLang="en-US"/>
        </a:p>
      </dgm:t>
    </dgm:pt>
  </dgm:ptLst>
  <dgm:cxnLst>
    <dgm:cxn modelId="{9F4235C0-9D29-4B22-BEFC-87D8796D2159}" srcId="{5188E6BB-9ADD-4218-8C03-C4A1203DCAFF}" destId="{FD62E0EA-7FE2-4D44-B8D3-9368FC0C0B44}" srcOrd="0" destOrd="0" parTransId="{BA445D1A-C7BD-4A52-9EB8-56B4963CFE5E}" sibTransId="{9719A447-C3AC-4E05-BAF7-7175CC71C5B2}"/>
    <dgm:cxn modelId="{A879F269-30A6-479D-8C00-545A84D171B7}" type="presOf" srcId="{115D0419-50C9-4A5D-8F76-FEC4393C6E7F}" destId="{46889CF3-A840-45A2-9E0A-6AAEE3858BB3}" srcOrd="0" destOrd="0" presId="urn:microsoft.com/office/officeart/2008/layout/BendingPictureCaption#2"/>
    <dgm:cxn modelId="{26D7CB35-8FF2-4E95-9111-BCD5E09D97A6}" type="presOf" srcId="{FD62E0EA-7FE2-4D44-B8D3-9368FC0C0B44}" destId="{722F9F56-5A60-4303-879C-F3B0619A86F8}" srcOrd="0" destOrd="0" presId="urn:microsoft.com/office/officeart/2008/layout/BendingPictureCaption#2"/>
    <dgm:cxn modelId="{5D8CA86A-2F89-44CA-89F5-08BE90776020}" type="presOf" srcId="{5188E6BB-9ADD-4218-8C03-C4A1203DCAFF}" destId="{13875F95-E851-4E03-AFF0-1DEA6332DC77}" srcOrd="0" destOrd="0" presId="urn:microsoft.com/office/officeart/2008/layout/BendingPictureCaption#2"/>
    <dgm:cxn modelId="{269F1A3F-DA09-41C4-9B80-234ECC8285E3}" srcId="{5188E6BB-9ADD-4218-8C03-C4A1203DCAFF}" destId="{115D0419-50C9-4A5D-8F76-FEC4393C6E7F}" srcOrd="1" destOrd="0" parTransId="{B703D69D-FEF0-4A35-9731-FBA427BFC936}" sibTransId="{66E55EF0-601A-4DDE-84A6-85ED67C88B16}"/>
    <dgm:cxn modelId="{741A842A-D322-4D88-BE6E-9FEF7DA27CE2}" type="presParOf" srcId="{13875F95-E851-4E03-AFF0-1DEA6332DC77}" destId="{1A2D47C2-DD2E-4235-9BF6-3DAF7A384DA7}" srcOrd="0" destOrd="0" presId="urn:microsoft.com/office/officeart/2008/layout/BendingPictureCaption#2"/>
    <dgm:cxn modelId="{7404E028-40BC-4AB5-8E92-79C51E1340E0}" type="presParOf" srcId="{1A2D47C2-DD2E-4235-9BF6-3DAF7A384DA7}" destId="{799E9DA1-E7E7-4B7A-ABDC-E2831148EE7E}" srcOrd="0" destOrd="0" presId="urn:microsoft.com/office/officeart/2008/layout/BendingPictureCaption#2"/>
    <dgm:cxn modelId="{D11A5BE1-FCF6-4CD5-BFE1-27C8478C9847}" type="presParOf" srcId="{1A2D47C2-DD2E-4235-9BF6-3DAF7A384DA7}" destId="{722F9F56-5A60-4303-879C-F3B0619A86F8}" srcOrd="1" destOrd="0" presId="urn:microsoft.com/office/officeart/2008/layout/BendingPictureCaption#2"/>
    <dgm:cxn modelId="{1BF0A643-7B7F-46D0-9F50-5E615C60F785}" type="presParOf" srcId="{13875F95-E851-4E03-AFF0-1DEA6332DC77}" destId="{0E6312F4-3CBB-4EDE-B020-A5B030CFD057}" srcOrd="1" destOrd="0" presId="urn:microsoft.com/office/officeart/2008/layout/BendingPictureCaption#2"/>
    <dgm:cxn modelId="{1AF7598E-FAC3-4E88-8220-C5180F51D777}" type="presParOf" srcId="{13875F95-E851-4E03-AFF0-1DEA6332DC77}" destId="{A76BB50A-0D84-470A-8ED0-1956F0E3001D}" srcOrd="2" destOrd="0" presId="urn:microsoft.com/office/officeart/2008/layout/BendingPictureCaption#2"/>
    <dgm:cxn modelId="{915FE20C-F0B8-448C-8CC1-32D3A34E7E0A}" type="presParOf" srcId="{A76BB50A-0D84-470A-8ED0-1956F0E3001D}" destId="{EBD5F58E-7FC9-4512-9D41-56DB25CEA2B6}" srcOrd="0" destOrd="0" presId="urn:microsoft.com/office/officeart/2008/layout/BendingPictureCaption#2"/>
    <dgm:cxn modelId="{713EDD79-B976-40D4-89F0-CCAEAA53EC51}" type="presParOf" srcId="{A76BB50A-0D84-470A-8ED0-1956F0E3001D}" destId="{46889CF3-A840-45A2-9E0A-6AAEE3858BB3}" srcOrd="1" destOrd="0" presId="urn:microsoft.com/office/officeart/2008/layout/BendingPictureCapti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5067590-9BD0-46DC-B39C-2E803D331257}" type="doc">
      <dgm:prSet loTypeId="urn:microsoft.com/office/officeart/2005/8/layout/lProcess2" loCatId="list" qsTypeId="urn:microsoft.com/office/officeart/2005/8/quickstyle/simple1#8" qsCatId="simple" csTypeId="urn:microsoft.com/office/officeart/2005/8/colors/accent5_2#5" csCatId="accent5" phldr="1"/>
      <dgm:spPr/>
      <dgm:t>
        <a:bodyPr/>
        <a:lstStyle/>
        <a:p>
          <a:endParaRPr lang="zh-CN" altLang="en-US"/>
        </a:p>
      </dgm:t>
    </dgm:pt>
    <dgm:pt modelId="{44E03D58-BD93-45EE-BADA-C066F6517E7C}">
      <dgm:prSet phldrT="[文本]" custT="1"/>
      <dgm:spPr/>
      <dgm:t>
        <a:bodyPr/>
        <a:lstStyle/>
        <a:p>
          <a:r>
            <a:rPr lang="zh-CN" altLang="en-US" sz="2000" b="1" dirty="0">
              <a:solidFill>
                <a:srgbClr val="002060"/>
              </a:solidFill>
              <a:latin typeface="+mn-lt"/>
              <a:ea typeface="微软雅黑" panose="020B0503020204020204" charset="-122"/>
              <a:sym typeface="+mn-lt"/>
            </a:rPr>
            <a:t>电子信息类</a:t>
          </a:r>
        </a:p>
      </dgm:t>
    </dgm:pt>
    <dgm:pt modelId="{B58FB365-C1E4-458F-91A8-5961E15902E9}" cxnId="{670D0D40-93B5-4B13-8BD0-ACD8BE63FBAD}" type="parTrans">
      <dgm:prSet/>
      <dgm:spPr/>
      <dgm:t>
        <a:bodyPr/>
        <a:lstStyle/>
        <a:p>
          <a:endParaRPr lang="zh-CN" altLang="en-US"/>
        </a:p>
      </dgm:t>
    </dgm:pt>
    <dgm:pt modelId="{C9D4FF31-B106-4996-BDB0-CF8B4540157C}" cxnId="{670D0D40-93B5-4B13-8BD0-ACD8BE63FBAD}" type="sibTrans">
      <dgm:prSet/>
      <dgm:spPr/>
      <dgm:t>
        <a:bodyPr/>
        <a:lstStyle/>
        <a:p>
          <a:endParaRPr lang="zh-CN" altLang="en-US"/>
        </a:p>
      </dgm:t>
    </dgm:pt>
    <dgm:pt modelId="{A004E326-05CA-46A8-B9B5-65816D7ECECE}">
      <dgm:prSet phldrT="[文本]" custT="1"/>
      <dgm:spPr/>
      <dgm:t>
        <a:bodyPr/>
        <a:lstStyle/>
        <a:p>
          <a:r>
            <a:rPr lang="zh-CN" altLang="en-US" sz="1400" b="1" dirty="0">
              <a:latin typeface="+mn-lt"/>
              <a:ea typeface="微软雅黑" panose="020B0503020204020204" charset="-122"/>
              <a:sym typeface="+mn-lt"/>
            </a:rPr>
            <a:t>电子科学与技术</a:t>
          </a:r>
        </a:p>
      </dgm:t>
    </dgm:pt>
    <dgm:pt modelId="{0D7FA895-4D21-4251-954C-CBAB637E0BF7}" cxnId="{A45E0830-273A-4CAC-AD26-C9C50ECD5228}" type="parTrans">
      <dgm:prSet/>
      <dgm:spPr/>
      <dgm:t>
        <a:bodyPr/>
        <a:lstStyle/>
        <a:p>
          <a:endParaRPr lang="zh-CN" altLang="en-US"/>
        </a:p>
      </dgm:t>
    </dgm:pt>
    <dgm:pt modelId="{B9965985-644A-4D85-B400-6449931D2F85}" cxnId="{A45E0830-273A-4CAC-AD26-C9C50ECD5228}" type="sibTrans">
      <dgm:prSet/>
      <dgm:spPr/>
      <dgm:t>
        <a:bodyPr/>
        <a:lstStyle/>
        <a:p>
          <a:endParaRPr lang="zh-CN" altLang="en-US"/>
        </a:p>
      </dgm:t>
    </dgm:pt>
    <dgm:pt modelId="{E0BFF057-EEFC-4210-8BD2-935F32A8F81D}">
      <dgm:prSet phldrT="[文本]" custT="1"/>
      <dgm:spPr/>
      <dgm:t>
        <a:bodyPr/>
        <a:lstStyle/>
        <a:p>
          <a:r>
            <a:rPr lang="zh-CN" altLang="en-US" sz="1400" b="1" dirty="0">
              <a:latin typeface="+mn-lt"/>
              <a:ea typeface="微软雅黑" panose="020B0503020204020204" charset="-122"/>
              <a:sym typeface="+mn-lt"/>
            </a:rPr>
            <a:t>电子信息工程</a:t>
          </a:r>
        </a:p>
      </dgm:t>
    </dgm:pt>
    <dgm:pt modelId="{A9DD05A1-5AE7-4DE1-B00F-35EF1B312AE7}" cxnId="{0F80DDC4-C3B8-4B58-BFAC-EC8F32719DDB}" type="parTrans">
      <dgm:prSet/>
      <dgm:spPr/>
      <dgm:t>
        <a:bodyPr/>
        <a:lstStyle/>
        <a:p>
          <a:endParaRPr lang="zh-CN" altLang="en-US"/>
        </a:p>
      </dgm:t>
    </dgm:pt>
    <dgm:pt modelId="{5891A8AA-055F-4535-9E4C-45CD979F1AC2}" cxnId="{0F80DDC4-C3B8-4B58-BFAC-EC8F32719DDB}" type="sibTrans">
      <dgm:prSet/>
      <dgm:spPr/>
      <dgm:t>
        <a:bodyPr/>
        <a:lstStyle/>
        <a:p>
          <a:endParaRPr lang="zh-CN" altLang="en-US"/>
        </a:p>
      </dgm:t>
    </dgm:pt>
    <dgm:pt modelId="{312C5F86-3E03-445C-88E8-F548170F73AC}">
      <dgm:prSet phldrT="[文本]" custT="1"/>
      <dgm:spPr/>
      <dgm:t>
        <a:bodyPr/>
        <a:lstStyle/>
        <a:p>
          <a:r>
            <a:rPr lang="zh-CN" altLang="en-US" sz="2000" b="1" dirty="0">
              <a:solidFill>
                <a:srgbClr val="0E2860"/>
              </a:solidFill>
              <a:latin typeface="+mn-lt"/>
              <a:ea typeface="微软雅黑" panose="020B0503020204020204" charset="-122"/>
              <a:sym typeface="+mn-lt"/>
            </a:rPr>
            <a:t>环境生态类</a:t>
          </a:r>
        </a:p>
      </dgm:t>
    </dgm:pt>
    <dgm:pt modelId="{591BB79A-D99A-4E60-B23E-2F8398809C3F}" cxnId="{9C23210D-14C5-42F7-8091-7361EDACF906}" type="parTrans">
      <dgm:prSet/>
      <dgm:spPr/>
      <dgm:t>
        <a:bodyPr/>
        <a:lstStyle/>
        <a:p>
          <a:endParaRPr lang="zh-CN" altLang="en-US"/>
        </a:p>
      </dgm:t>
    </dgm:pt>
    <dgm:pt modelId="{7FB7441C-CCA1-4C1D-88F5-F84076068D65}" cxnId="{9C23210D-14C5-42F7-8091-7361EDACF906}" type="sibTrans">
      <dgm:prSet/>
      <dgm:spPr/>
      <dgm:t>
        <a:bodyPr/>
        <a:lstStyle/>
        <a:p>
          <a:endParaRPr lang="zh-CN" altLang="en-US"/>
        </a:p>
      </dgm:t>
    </dgm:pt>
    <dgm:pt modelId="{51236F5D-F3E0-4962-AAE9-21863B99EEB9}">
      <dgm:prSet phldrT="[文本]" custT="1"/>
      <dgm:spPr/>
      <dgm:t>
        <a:bodyPr/>
        <a:lstStyle/>
        <a:p>
          <a:r>
            <a:rPr lang="zh-CN" altLang="en-US" sz="1400" b="1" dirty="0">
              <a:latin typeface="+mn-lt"/>
              <a:ea typeface="微软雅黑" panose="020B0503020204020204" charset="-122"/>
              <a:sym typeface="+mn-lt"/>
            </a:rPr>
            <a:t>环境科学</a:t>
          </a:r>
        </a:p>
      </dgm:t>
    </dgm:pt>
    <dgm:pt modelId="{AFBA2B3A-7E54-47DA-B403-59DF764CC7B2}" cxnId="{B22D9709-6680-4AF6-8AA6-5FF3AE2787A5}" type="parTrans">
      <dgm:prSet/>
      <dgm:spPr/>
      <dgm:t>
        <a:bodyPr/>
        <a:lstStyle/>
        <a:p>
          <a:endParaRPr lang="zh-CN" altLang="en-US"/>
        </a:p>
      </dgm:t>
    </dgm:pt>
    <dgm:pt modelId="{5C5087F1-26C2-420A-9C61-9ED7CA59E157}" cxnId="{B22D9709-6680-4AF6-8AA6-5FF3AE2787A5}" type="sibTrans">
      <dgm:prSet/>
      <dgm:spPr/>
      <dgm:t>
        <a:bodyPr/>
        <a:lstStyle/>
        <a:p>
          <a:endParaRPr lang="zh-CN" altLang="en-US"/>
        </a:p>
      </dgm:t>
    </dgm:pt>
    <dgm:pt modelId="{F5684BB6-9118-4B65-9364-5D1C743BDF11}">
      <dgm:prSet phldrT="[文本]" custT="1"/>
      <dgm:spPr/>
      <dgm:t>
        <a:bodyPr/>
        <a:lstStyle/>
        <a:p>
          <a:r>
            <a:rPr lang="zh-CN" altLang="en-US" sz="1400" b="1" dirty="0">
              <a:latin typeface="+mn-lt"/>
              <a:ea typeface="微软雅黑" panose="020B0503020204020204" charset="-122"/>
              <a:sym typeface="+mn-lt"/>
            </a:rPr>
            <a:t>生态学</a:t>
          </a:r>
        </a:p>
      </dgm:t>
    </dgm:pt>
    <dgm:pt modelId="{46EEF3DE-655A-46F8-9BAC-1666E100045D}" cxnId="{EAC95374-F31D-4E6B-859A-36124F970463}" type="parTrans">
      <dgm:prSet/>
      <dgm:spPr/>
      <dgm:t>
        <a:bodyPr/>
        <a:lstStyle/>
        <a:p>
          <a:endParaRPr lang="zh-CN" altLang="en-US"/>
        </a:p>
      </dgm:t>
    </dgm:pt>
    <dgm:pt modelId="{007135C2-AEAE-42AA-ABC2-59AE575FC093}" cxnId="{EAC95374-F31D-4E6B-859A-36124F970463}" type="sibTrans">
      <dgm:prSet/>
      <dgm:spPr/>
      <dgm:t>
        <a:bodyPr/>
        <a:lstStyle/>
        <a:p>
          <a:endParaRPr lang="zh-CN" altLang="en-US"/>
        </a:p>
      </dgm:t>
    </dgm:pt>
    <dgm:pt modelId="{EE01A278-45E3-487D-8E1A-D9BC63569AAF}">
      <dgm:prSet phldrT="[文本]" custT="1"/>
      <dgm:spPr/>
      <dgm:t>
        <a:bodyPr/>
        <a:lstStyle/>
        <a:p>
          <a:r>
            <a:rPr lang="zh-CN" altLang="en-US" sz="2000" b="1" dirty="0">
              <a:solidFill>
                <a:srgbClr val="0E2860"/>
              </a:solidFill>
              <a:latin typeface="+mn-lt"/>
              <a:ea typeface="微软雅黑" panose="020B0503020204020204" charset="-122"/>
              <a:sym typeface="+mn-lt"/>
            </a:rPr>
            <a:t>地理与资源类</a:t>
          </a:r>
        </a:p>
      </dgm:t>
    </dgm:pt>
    <dgm:pt modelId="{9073A50C-D0EC-4015-B60D-E08ACF715C0A}" cxnId="{C5E4CF32-E9F0-4266-9D7C-3EF549C40124}" type="parTrans">
      <dgm:prSet/>
      <dgm:spPr/>
      <dgm:t>
        <a:bodyPr/>
        <a:lstStyle/>
        <a:p>
          <a:endParaRPr lang="zh-CN" altLang="en-US"/>
        </a:p>
      </dgm:t>
    </dgm:pt>
    <dgm:pt modelId="{9B652ADA-36F3-41D9-BECD-D8072EAD6B02}" cxnId="{C5E4CF32-E9F0-4266-9D7C-3EF549C40124}" type="sibTrans">
      <dgm:prSet/>
      <dgm:spPr/>
      <dgm:t>
        <a:bodyPr/>
        <a:lstStyle/>
        <a:p>
          <a:endParaRPr lang="zh-CN" altLang="en-US"/>
        </a:p>
      </dgm:t>
    </dgm:pt>
    <dgm:pt modelId="{3AB6F185-7F22-43EB-B3BF-355665900CC0}">
      <dgm:prSet phldrT="[文本]" custT="1"/>
      <dgm:spPr/>
      <dgm:t>
        <a:bodyPr/>
        <a:lstStyle/>
        <a:p>
          <a:r>
            <a:rPr lang="zh-CN" altLang="en-US" sz="1300" b="1" dirty="0">
              <a:latin typeface="+mn-lt"/>
              <a:ea typeface="微软雅黑" panose="020B0503020204020204" charset="-122"/>
              <a:sym typeface="+mn-lt"/>
            </a:rPr>
            <a:t>地理信息学</a:t>
          </a:r>
        </a:p>
      </dgm:t>
    </dgm:pt>
    <dgm:pt modelId="{3F589D03-58B2-4223-B413-071804C5FD8A}" cxnId="{85CAA055-FF87-4B17-B75B-7020B1782A39}" type="parTrans">
      <dgm:prSet/>
      <dgm:spPr/>
      <dgm:t>
        <a:bodyPr/>
        <a:lstStyle/>
        <a:p>
          <a:endParaRPr lang="zh-CN" altLang="en-US"/>
        </a:p>
      </dgm:t>
    </dgm:pt>
    <dgm:pt modelId="{9749047B-8E81-4876-B98D-6C07E8C20231}" cxnId="{85CAA055-FF87-4B17-B75B-7020B1782A39}" type="sibTrans">
      <dgm:prSet/>
      <dgm:spPr/>
      <dgm:t>
        <a:bodyPr/>
        <a:lstStyle/>
        <a:p>
          <a:endParaRPr lang="zh-CN" altLang="en-US"/>
        </a:p>
      </dgm:t>
    </dgm:pt>
    <dgm:pt modelId="{8AC4C8FD-F82F-4307-9220-A6A9C0040E33}">
      <dgm:prSet phldrT="[文本]" custT="1"/>
      <dgm:spPr/>
      <dgm:t>
        <a:bodyPr/>
        <a:lstStyle/>
        <a:p>
          <a:r>
            <a:rPr lang="zh-CN" altLang="en-US" sz="1300" b="1" dirty="0">
              <a:latin typeface="+mn-lt"/>
              <a:ea typeface="微软雅黑" panose="020B0503020204020204" charset="-122"/>
              <a:sym typeface="+mn-lt"/>
            </a:rPr>
            <a:t>人文地理与城乡规划</a:t>
          </a:r>
        </a:p>
      </dgm:t>
    </dgm:pt>
    <dgm:pt modelId="{90134945-7B56-4C1B-B631-23D167374D85}" cxnId="{A0B165E4-5735-4B99-A776-4659D6FEDE97}" type="parTrans">
      <dgm:prSet/>
      <dgm:spPr/>
      <dgm:t>
        <a:bodyPr/>
        <a:lstStyle/>
        <a:p>
          <a:endParaRPr lang="zh-CN" altLang="en-US"/>
        </a:p>
      </dgm:t>
    </dgm:pt>
    <dgm:pt modelId="{B63EE42F-46A5-4850-99AB-0F071B202686}" cxnId="{A0B165E4-5735-4B99-A776-4659D6FEDE97}" type="sibTrans">
      <dgm:prSet/>
      <dgm:spPr/>
      <dgm:t>
        <a:bodyPr/>
        <a:lstStyle/>
        <a:p>
          <a:endParaRPr lang="zh-CN" altLang="en-US"/>
        </a:p>
      </dgm:t>
    </dgm:pt>
    <dgm:pt modelId="{0AC81D85-AF94-4232-803F-C880A55792F8}">
      <dgm:prSet phldrT="[文本]" custT="1"/>
      <dgm:spPr/>
      <dgm:t>
        <a:bodyPr/>
        <a:lstStyle/>
        <a:p>
          <a:r>
            <a:rPr lang="zh-CN" altLang="en-US" sz="1400" b="1" dirty="0">
              <a:latin typeface="+mn-lt"/>
              <a:ea typeface="微软雅黑" panose="020B0503020204020204" charset="-122"/>
              <a:sym typeface="+mn-lt"/>
            </a:rPr>
            <a:t>通信工程</a:t>
          </a:r>
        </a:p>
      </dgm:t>
    </dgm:pt>
    <dgm:pt modelId="{8762F61F-6DDF-4C02-8D62-E6121A4F4005}" cxnId="{41DB279F-41AD-4EB2-B446-E76206129C8E}" type="parTrans">
      <dgm:prSet/>
      <dgm:spPr/>
      <dgm:t>
        <a:bodyPr/>
        <a:lstStyle/>
        <a:p>
          <a:endParaRPr lang="zh-CN" altLang="en-US"/>
        </a:p>
      </dgm:t>
    </dgm:pt>
    <dgm:pt modelId="{8A100E02-B9CD-46E4-B095-6F2184F85F83}" cxnId="{41DB279F-41AD-4EB2-B446-E76206129C8E}" type="sibTrans">
      <dgm:prSet/>
      <dgm:spPr/>
      <dgm:t>
        <a:bodyPr/>
        <a:lstStyle/>
        <a:p>
          <a:endParaRPr lang="zh-CN" altLang="en-US"/>
        </a:p>
      </dgm:t>
    </dgm:pt>
    <dgm:pt modelId="{DA1AA91E-66AB-43D7-A236-2713CAAD2CEA}">
      <dgm:prSet phldrT="[文本]" custT="1"/>
      <dgm:spPr/>
      <dgm:t>
        <a:bodyPr/>
        <a:lstStyle/>
        <a:p>
          <a:r>
            <a:rPr lang="zh-CN" altLang="en-US" sz="1400" b="1" dirty="0">
              <a:latin typeface="+mn-lt"/>
              <a:ea typeface="微软雅黑" panose="020B0503020204020204" charset="-122"/>
              <a:sym typeface="+mn-lt"/>
            </a:rPr>
            <a:t>信息工程</a:t>
          </a:r>
        </a:p>
      </dgm:t>
    </dgm:pt>
    <dgm:pt modelId="{51C4F331-AB9C-4D84-B3A2-E0203B7A011D}" cxnId="{80CD4D5E-B8D1-4C50-A210-D9C33F2BA527}" type="parTrans">
      <dgm:prSet/>
      <dgm:spPr/>
      <dgm:t>
        <a:bodyPr/>
        <a:lstStyle/>
        <a:p>
          <a:endParaRPr lang="zh-CN" altLang="en-US"/>
        </a:p>
      </dgm:t>
    </dgm:pt>
    <dgm:pt modelId="{CDD3A050-D009-41E1-B70B-27D6DB24E3E0}" cxnId="{80CD4D5E-B8D1-4C50-A210-D9C33F2BA527}" type="sibTrans">
      <dgm:prSet/>
      <dgm:spPr/>
      <dgm:t>
        <a:bodyPr/>
        <a:lstStyle/>
        <a:p>
          <a:endParaRPr lang="zh-CN" altLang="en-US"/>
        </a:p>
      </dgm:t>
    </dgm:pt>
    <dgm:pt modelId="{A410A40B-A11A-469A-8295-56995575AFB3}">
      <dgm:prSet phldrT="[文本]" custT="1"/>
      <dgm:spPr/>
      <dgm:t>
        <a:bodyPr/>
        <a:lstStyle/>
        <a:p>
          <a:r>
            <a:rPr lang="zh-CN" altLang="en-US" sz="1400" b="1" dirty="0">
              <a:latin typeface="+mn-lt"/>
              <a:ea typeface="微软雅黑" panose="020B0503020204020204" charset="-122"/>
              <a:sym typeface="+mn-lt"/>
            </a:rPr>
            <a:t>环境工程</a:t>
          </a:r>
        </a:p>
      </dgm:t>
    </dgm:pt>
    <dgm:pt modelId="{BEFBF767-7478-4A4D-95DC-40CFB0C2D5AD}" cxnId="{04FA5D10-13AF-4764-A793-03FC21BA7A49}" type="parTrans">
      <dgm:prSet/>
      <dgm:spPr/>
      <dgm:t>
        <a:bodyPr/>
        <a:lstStyle/>
        <a:p>
          <a:endParaRPr lang="zh-CN" altLang="en-US"/>
        </a:p>
      </dgm:t>
    </dgm:pt>
    <dgm:pt modelId="{2F9516A3-6BE5-45D7-AE4D-1A470E2AF979}" cxnId="{04FA5D10-13AF-4764-A793-03FC21BA7A49}" type="sibTrans">
      <dgm:prSet/>
      <dgm:spPr/>
      <dgm:t>
        <a:bodyPr/>
        <a:lstStyle/>
        <a:p>
          <a:endParaRPr lang="zh-CN" altLang="en-US"/>
        </a:p>
      </dgm:t>
    </dgm:pt>
    <dgm:pt modelId="{8C838974-28A9-4B9F-95A8-38B253686062}">
      <dgm:prSet phldrT="[文本]" custT="1"/>
      <dgm:spPr/>
      <dgm:t>
        <a:bodyPr/>
        <a:lstStyle/>
        <a:p>
          <a:r>
            <a:rPr lang="zh-CN" altLang="en-US" sz="1400" b="1" dirty="0">
              <a:latin typeface="+mn-lt"/>
              <a:ea typeface="微软雅黑" panose="020B0503020204020204" charset="-122"/>
              <a:sym typeface="+mn-lt"/>
            </a:rPr>
            <a:t>农业资源与环境</a:t>
          </a:r>
        </a:p>
      </dgm:t>
    </dgm:pt>
    <dgm:pt modelId="{FA3E4ACF-8F2D-4AC0-970F-5B38C2CCE115}" cxnId="{184B4637-2F92-4CE2-919E-9A601D244D13}" type="parTrans">
      <dgm:prSet/>
      <dgm:spPr/>
      <dgm:t>
        <a:bodyPr/>
        <a:lstStyle/>
        <a:p>
          <a:endParaRPr lang="zh-CN" altLang="en-US"/>
        </a:p>
      </dgm:t>
    </dgm:pt>
    <dgm:pt modelId="{9B4ECA89-EA95-4F65-982D-06A2388BB9F3}" cxnId="{184B4637-2F92-4CE2-919E-9A601D244D13}" type="sibTrans">
      <dgm:prSet/>
      <dgm:spPr/>
      <dgm:t>
        <a:bodyPr/>
        <a:lstStyle/>
        <a:p>
          <a:endParaRPr lang="zh-CN" altLang="en-US"/>
        </a:p>
      </dgm:t>
    </dgm:pt>
    <dgm:pt modelId="{CB662C55-7D2E-432A-B035-EF3CC1592BF3}">
      <dgm:prSet phldrT="[文本]" custT="1"/>
      <dgm:spPr/>
      <dgm:t>
        <a:bodyPr/>
        <a:lstStyle/>
        <a:p>
          <a:r>
            <a:rPr lang="zh-CN" altLang="en-US" sz="1300" b="1" dirty="0">
              <a:latin typeface="+mn-lt"/>
              <a:ea typeface="微软雅黑" panose="020B0503020204020204" charset="-122"/>
              <a:sym typeface="+mn-lt"/>
            </a:rPr>
            <a:t>自然地理与资源环境</a:t>
          </a:r>
        </a:p>
      </dgm:t>
    </dgm:pt>
    <dgm:pt modelId="{660E734F-AA1E-4DA6-A2D3-2976AA994E5E}" cxnId="{A7334B5C-2E6F-41A1-A26B-A718A54199E4}" type="parTrans">
      <dgm:prSet/>
      <dgm:spPr/>
      <dgm:t>
        <a:bodyPr/>
        <a:lstStyle/>
        <a:p>
          <a:endParaRPr lang="zh-CN" altLang="en-US"/>
        </a:p>
      </dgm:t>
    </dgm:pt>
    <dgm:pt modelId="{68A14C19-25F0-4870-A523-E1AAE19013C5}" cxnId="{A7334B5C-2E6F-41A1-A26B-A718A54199E4}" type="sibTrans">
      <dgm:prSet/>
      <dgm:spPr/>
      <dgm:t>
        <a:bodyPr/>
        <a:lstStyle/>
        <a:p>
          <a:endParaRPr lang="zh-CN" altLang="en-US"/>
        </a:p>
      </dgm:t>
    </dgm:pt>
    <dgm:pt modelId="{6E7A618C-D89E-478E-9F7D-C485A04CD3EF}">
      <dgm:prSet phldrT="[文本]" custT="1"/>
      <dgm:spPr/>
      <dgm:t>
        <a:bodyPr/>
        <a:lstStyle/>
        <a:p>
          <a:r>
            <a:rPr lang="zh-CN" altLang="en-US" sz="1300" b="1" dirty="0">
              <a:latin typeface="+mn-lt"/>
              <a:ea typeface="微软雅黑" panose="020B0503020204020204" charset="-122"/>
              <a:sym typeface="+mn-lt"/>
            </a:rPr>
            <a:t>遥感科学与技术</a:t>
          </a:r>
        </a:p>
      </dgm:t>
    </dgm:pt>
    <dgm:pt modelId="{DB1617A5-AB24-452E-A199-25A31519AB7F}" cxnId="{7DEED651-9427-4F24-AD06-91B10C9AB6AF}" type="parTrans">
      <dgm:prSet/>
      <dgm:spPr/>
      <dgm:t>
        <a:bodyPr/>
        <a:lstStyle/>
        <a:p>
          <a:endParaRPr lang="zh-CN" altLang="en-US"/>
        </a:p>
      </dgm:t>
    </dgm:pt>
    <dgm:pt modelId="{56313D63-BA02-402A-927E-12CF8CA64467}" cxnId="{7DEED651-9427-4F24-AD06-91B10C9AB6AF}" type="sibTrans">
      <dgm:prSet/>
      <dgm:spPr/>
      <dgm:t>
        <a:bodyPr/>
        <a:lstStyle/>
        <a:p>
          <a:endParaRPr lang="zh-CN" altLang="en-US"/>
        </a:p>
      </dgm:t>
    </dgm:pt>
    <dgm:pt modelId="{DAD0A07B-7604-44F3-A426-565D76CA4CB6}">
      <dgm:prSet phldrT="[文本]" custT="1"/>
      <dgm:spPr/>
      <dgm:t>
        <a:bodyPr/>
        <a:lstStyle/>
        <a:p>
          <a:r>
            <a:rPr lang="zh-CN" altLang="en-US" sz="1400" b="1" smtClean="0">
              <a:latin typeface="+mn-lt"/>
              <a:ea typeface="微软雅黑" panose="020B0503020204020204" charset="-122"/>
              <a:sym typeface="+mn-lt"/>
            </a:rPr>
            <a:t>海洋科学</a:t>
          </a:r>
          <a:endParaRPr lang="zh-CN" altLang="en-US" sz="1400" b="1" dirty="0">
            <a:latin typeface="+mn-lt"/>
            <a:ea typeface="微软雅黑" panose="020B0503020204020204" charset="-122"/>
            <a:sym typeface="+mn-lt"/>
          </a:endParaRPr>
        </a:p>
      </dgm:t>
    </dgm:pt>
    <dgm:pt modelId="{13AD08E1-A898-4DF6-8BD2-DFEF1584451A}" cxnId="{9A8EB2B2-955A-4C98-B533-C0236BDF7D93}" type="parTrans">
      <dgm:prSet/>
      <dgm:spPr/>
      <dgm:t>
        <a:bodyPr/>
        <a:lstStyle/>
        <a:p>
          <a:endParaRPr lang="zh-CN" altLang="en-US"/>
        </a:p>
      </dgm:t>
    </dgm:pt>
    <dgm:pt modelId="{22A99A90-C5BF-4189-A5AE-C0B86F6CFB87}" cxnId="{9A8EB2B2-955A-4C98-B533-C0236BDF7D93}" type="sibTrans">
      <dgm:prSet/>
      <dgm:spPr/>
      <dgm:t>
        <a:bodyPr/>
        <a:lstStyle/>
        <a:p>
          <a:endParaRPr lang="zh-CN" altLang="en-US"/>
        </a:p>
      </dgm:t>
    </dgm:pt>
    <dgm:pt modelId="{561F7B0C-A807-4709-891E-8DD07588E652}" type="pres">
      <dgm:prSet presAssocID="{45067590-9BD0-46DC-B39C-2E803D331257}" presName="theList" presStyleCnt="0">
        <dgm:presLayoutVars>
          <dgm:dir/>
          <dgm:animLvl val="lvl"/>
          <dgm:resizeHandles val="exact"/>
        </dgm:presLayoutVars>
      </dgm:prSet>
      <dgm:spPr/>
      <dgm:t>
        <a:bodyPr/>
        <a:lstStyle/>
        <a:p>
          <a:endParaRPr lang="zh-CN" altLang="en-US"/>
        </a:p>
      </dgm:t>
    </dgm:pt>
    <dgm:pt modelId="{B9E131D9-18D6-4911-8D7F-F6F86E7BD311}" type="pres">
      <dgm:prSet presAssocID="{44E03D58-BD93-45EE-BADA-C066F6517E7C}" presName="compNode" presStyleCnt="0"/>
      <dgm:spPr/>
    </dgm:pt>
    <dgm:pt modelId="{1BDB7CD3-A84A-470B-9A87-DEBF924E3754}" type="pres">
      <dgm:prSet presAssocID="{44E03D58-BD93-45EE-BADA-C066F6517E7C}" presName="aNode" presStyleLbl="bgShp" presStyleIdx="0" presStyleCnt="3" custScaleX="91352" custLinFactNeighborX="-4027" custLinFactNeighborY="0"/>
      <dgm:spPr/>
      <dgm:t>
        <a:bodyPr/>
        <a:lstStyle/>
        <a:p>
          <a:endParaRPr lang="zh-CN" altLang="en-US"/>
        </a:p>
      </dgm:t>
    </dgm:pt>
    <dgm:pt modelId="{B4216DF2-D6B8-461C-8776-F55DD77A3D45}" type="pres">
      <dgm:prSet presAssocID="{44E03D58-BD93-45EE-BADA-C066F6517E7C}" presName="textNode" presStyleLbl="bgShp" presStyleIdx="0" presStyleCnt="3"/>
      <dgm:spPr/>
      <dgm:t>
        <a:bodyPr/>
        <a:lstStyle/>
        <a:p>
          <a:endParaRPr lang="zh-CN" altLang="en-US"/>
        </a:p>
      </dgm:t>
    </dgm:pt>
    <dgm:pt modelId="{FDE37521-4AF8-4DFD-9D89-C7229EDD4269}" type="pres">
      <dgm:prSet presAssocID="{44E03D58-BD93-45EE-BADA-C066F6517E7C}" presName="compChildNode" presStyleCnt="0"/>
      <dgm:spPr/>
    </dgm:pt>
    <dgm:pt modelId="{593C60EC-64ED-44CC-8E10-84609E75FDA1}" type="pres">
      <dgm:prSet presAssocID="{44E03D58-BD93-45EE-BADA-C066F6517E7C}" presName="theInnerList" presStyleCnt="0"/>
      <dgm:spPr/>
    </dgm:pt>
    <dgm:pt modelId="{7E91FD44-23A9-4583-B626-DC306BD5433B}" type="pres">
      <dgm:prSet presAssocID="{A004E326-05CA-46A8-B9B5-65816D7ECECE}" presName="childNode" presStyleLbl="node1" presStyleIdx="0" presStyleCnt="13">
        <dgm:presLayoutVars>
          <dgm:bulletEnabled val="1"/>
        </dgm:presLayoutVars>
      </dgm:prSet>
      <dgm:spPr/>
      <dgm:t>
        <a:bodyPr/>
        <a:lstStyle/>
        <a:p>
          <a:endParaRPr lang="zh-CN" altLang="en-US"/>
        </a:p>
      </dgm:t>
    </dgm:pt>
    <dgm:pt modelId="{092B9962-DEDC-4940-91AC-C5C1F217044E}" type="pres">
      <dgm:prSet presAssocID="{A004E326-05CA-46A8-B9B5-65816D7ECECE}" presName="aSpace2" presStyleCnt="0"/>
      <dgm:spPr/>
    </dgm:pt>
    <dgm:pt modelId="{3FEC88EA-8C0D-4709-86B9-69AF43D775FE}" type="pres">
      <dgm:prSet presAssocID="{E0BFF057-EEFC-4210-8BD2-935F32A8F81D}" presName="childNode" presStyleLbl="node1" presStyleIdx="1" presStyleCnt="13">
        <dgm:presLayoutVars>
          <dgm:bulletEnabled val="1"/>
        </dgm:presLayoutVars>
      </dgm:prSet>
      <dgm:spPr/>
      <dgm:t>
        <a:bodyPr/>
        <a:lstStyle/>
        <a:p>
          <a:endParaRPr lang="zh-CN" altLang="en-US"/>
        </a:p>
      </dgm:t>
    </dgm:pt>
    <dgm:pt modelId="{FD65C61F-DF38-4603-B284-ACE7F8ED662E}" type="pres">
      <dgm:prSet presAssocID="{E0BFF057-EEFC-4210-8BD2-935F32A8F81D}" presName="aSpace2" presStyleCnt="0"/>
      <dgm:spPr/>
    </dgm:pt>
    <dgm:pt modelId="{69C6A348-0FBB-467B-84F5-04E48FE912D3}" type="pres">
      <dgm:prSet presAssocID="{0AC81D85-AF94-4232-803F-C880A55792F8}" presName="childNode" presStyleLbl="node1" presStyleIdx="2" presStyleCnt="13">
        <dgm:presLayoutVars>
          <dgm:bulletEnabled val="1"/>
        </dgm:presLayoutVars>
      </dgm:prSet>
      <dgm:spPr/>
      <dgm:t>
        <a:bodyPr/>
        <a:lstStyle/>
        <a:p>
          <a:endParaRPr lang="zh-CN" altLang="en-US"/>
        </a:p>
      </dgm:t>
    </dgm:pt>
    <dgm:pt modelId="{64C8B858-FB11-4EE8-9252-A897BA7F9961}" type="pres">
      <dgm:prSet presAssocID="{0AC81D85-AF94-4232-803F-C880A55792F8}" presName="aSpace2" presStyleCnt="0"/>
      <dgm:spPr/>
    </dgm:pt>
    <dgm:pt modelId="{57EA7010-77BC-4AE5-BF46-47CD5F4BE182}" type="pres">
      <dgm:prSet presAssocID="{DA1AA91E-66AB-43D7-A236-2713CAAD2CEA}" presName="childNode" presStyleLbl="node1" presStyleIdx="3" presStyleCnt="13">
        <dgm:presLayoutVars>
          <dgm:bulletEnabled val="1"/>
        </dgm:presLayoutVars>
      </dgm:prSet>
      <dgm:spPr/>
      <dgm:t>
        <a:bodyPr/>
        <a:lstStyle/>
        <a:p>
          <a:endParaRPr lang="zh-CN" altLang="en-US"/>
        </a:p>
      </dgm:t>
    </dgm:pt>
    <dgm:pt modelId="{145C1684-3AF8-453B-B57A-0EEB7C947390}" type="pres">
      <dgm:prSet presAssocID="{44E03D58-BD93-45EE-BADA-C066F6517E7C}" presName="aSpace" presStyleCnt="0"/>
      <dgm:spPr/>
    </dgm:pt>
    <dgm:pt modelId="{AC02DFFB-E2C4-4813-AF90-AF20D1DF86D8}" type="pres">
      <dgm:prSet presAssocID="{312C5F86-3E03-445C-88E8-F548170F73AC}" presName="compNode" presStyleCnt="0"/>
      <dgm:spPr/>
    </dgm:pt>
    <dgm:pt modelId="{72C391D2-BABB-4A23-BF39-5D083A47796E}" type="pres">
      <dgm:prSet presAssocID="{312C5F86-3E03-445C-88E8-F548170F73AC}" presName="aNode" presStyleLbl="bgShp" presStyleIdx="1" presStyleCnt="3" custScaleX="87743"/>
      <dgm:spPr/>
      <dgm:t>
        <a:bodyPr/>
        <a:lstStyle/>
        <a:p>
          <a:endParaRPr lang="zh-CN" altLang="en-US"/>
        </a:p>
      </dgm:t>
    </dgm:pt>
    <dgm:pt modelId="{CA7CFD50-E38B-4924-8288-02EC816DFDBC}" type="pres">
      <dgm:prSet presAssocID="{312C5F86-3E03-445C-88E8-F548170F73AC}" presName="textNode" presStyleLbl="bgShp" presStyleIdx="1" presStyleCnt="3"/>
      <dgm:spPr/>
      <dgm:t>
        <a:bodyPr/>
        <a:lstStyle/>
        <a:p>
          <a:endParaRPr lang="zh-CN" altLang="en-US"/>
        </a:p>
      </dgm:t>
    </dgm:pt>
    <dgm:pt modelId="{EE4504AA-FE8B-439A-BA7F-9EAC66AD7B74}" type="pres">
      <dgm:prSet presAssocID="{312C5F86-3E03-445C-88E8-F548170F73AC}" presName="compChildNode" presStyleCnt="0"/>
      <dgm:spPr/>
    </dgm:pt>
    <dgm:pt modelId="{65190569-4002-47FA-8EFF-8BBAC275E8BB}" type="pres">
      <dgm:prSet presAssocID="{312C5F86-3E03-445C-88E8-F548170F73AC}" presName="theInnerList" presStyleCnt="0"/>
      <dgm:spPr/>
    </dgm:pt>
    <dgm:pt modelId="{63C1163A-A295-460D-BA18-5DB0BE166104}" type="pres">
      <dgm:prSet presAssocID="{51236F5D-F3E0-4962-AAE9-21863B99EEB9}" presName="childNode" presStyleLbl="node1" presStyleIdx="4" presStyleCnt="13">
        <dgm:presLayoutVars>
          <dgm:bulletEnabled val="1"/>
        </dgm:presLayoutVars>
      </dgm:prSet>
      <dgm:spPr/>
      <dgm:t>
        <a:bodyPr/>
        <a:lstStyle/>
        <a:p>
          <a:endParaRPr lang="zh-CN" altLang="en-US"/>
        </a:p>
      </dgm:t>
    </dgm:pt>
    <dgm:pt modelId="{D5E28E74-9098-411C-8985-4151F9D69AB0}" type="pres">
      <dgm:prSet presAssocID="{51236F5D-F3E0-4962-AAE9-21863B99EEB9}" presName="aSpace2" presStyleCnt="0"/>
      <dgm:spPr/>
    </dgm:pt>
    <dgm:pt modelId="{BFE363EA-A24E-42F1-BDCF-5DABC4E1B6FF}" type="pres">
      <dgm:prSet presAssocID="{A410A40B-A11A-469A-8295-56995575AFB3}" presName="childNode" presStyleLbl="node1" presStyleIdx="5" presStyleCnt="13">
        <dgm:presLayoutVars>
          <dgm:bulletEnabled val="1"/>
        </dgm:presLayoutVars>
      </dgm:prSet>
      <dgm:spPr/>
      <dgm:t>
        <a:bodyPr/>
        <a:lstStyle/>
        <a:p>
          <a:endParaRPr lang="zh-CN" altLang="en-US"/>
        </a:p>
      </dgm:t>
    </dgm:pt>
    <dgm:pt modelId="{ABA18583-94EA-42F3-9E07-A5544014A7C5}" type="pres">
      <dgm:prSet presAssocID="{A410A40B-A11A-469A-8295-56995575AFB3}" presName="aSpace2" presStyleCnt="0"/>
      <dgm:spPr/>
    </dgm:pt>
    <dgm:pt modelId="{C817111C-EC66-4131-B9E6-3677626DD37D}" type="pres">
      <dgm:prSet presAssocID="{F5684BB6-9118-4B65-9364-5D1C743BDF11}" presName="childNode" presStyleLbl="node1" presStyleIdx="6" presStyleCnt="13">
        <dgm:presLayoutVars>
          <dgm:bulletEnabled val="1"/>
        </dgm:presLayoutVars>
      </dgm:prSet>
      <dgm:spPr/>
      <dgm:t>
        <a:bodyPr/>
        <a:lstStyle/>
        <a:p>
          <a:endParaRPr lang="zh-CN" altLang="en-US"/>
        </a:p>
      </dgm:t>
    </dgm:pt>
    <dgm:pt modelId="{29F6FCE1-2572-4F37-9B3F-E2611EC3DBFF}" type="pres">
      <dgm:prSet presAssocID="{F5684BB6-9118-4B65-9364-5D1C743BDF11}" presName="aSpace2" presStyleCnt="0"/>
      <dgm:spPr/>
    </dgm:pt>
    <dgm:pt modelId="{8CEF42AD-4D45-49E7-936C-11CA91DE4C71}" type="pres">
      <dgm:prSet presAssocID="{8C838974-28A9-4B9F-95A8-38B253686062}" presName="childNode" presStyleLbl="node1" presStyleIdx="7" presStyleCnt="13">
        <dgm:presLayoutVars>
          <dgm:bulletEnabled val="1"/>
        </dgm:presLayoutVars>
      </dgm:prSet>
      <dgm:spPr/>
      <dgm:t>
        <a:bodyPr/>
        <a:lstStyle/>
        <a:p>
          <a:endParaRPr lang="zh-CN" altLang="en-US"/>
        </a:p>
      </dgm:t>
    </dgm:pt>
    <dgm:pt modelId="{6159E7B7-865D-449B-8A6E-B876B12515B4}" type="pres">
      <dgm:prSet presAssocID="{8C838974-28A9-4B9F-95A8-38B253686062}" presName="aSpace2" presStyleCnt="0"/>
      <dgm:spPr/>
    </dgm:pt>
    <dgm:pt modelId="{3CB9B4FD-822F-44DA-8AC6-1E0BBAFA1EEA}" type="pres">
      <dgm:prSet presAssocID="{DAD0A07B-7604-44F3-A426-565D76CA4CB6}" presName="childNode" presStyleLbl="node1" presStyleIdx="8" presStyleCnt="13">
        <dgm:presLayoutVars>
          <dgm:bulletEnabled val="1"/>
        </dgm:presLayoutVars>
      </dgm:prSet>
      <dgm:spPr/>
      <dgm:t>
        <a:bodyPr/>
        <a:lstStyle/>
        <a:p>
          <a:endParaRPr lang="zh-CN" altLang="en-US"/>
        </a:p>
      </dgm:t>
    </dgm:pt>
    <dgm:pt modelId="{CD5CA4F7-1AC6-4DDB-9650-2DCFBC37CA15}" type="pres">
      <dgm:prSet presAssocID="{312C5F86-3E03-445C-88E8-F548170F73AC}" presName="aSpace" presStyleCnt="0"/>
      <dgm:spPr/>
    </dgm:pt>
    <dgm:pt modelId="{D56EBCD1-CAC2-41B2-9F23-53117E132A41}" type="pres">
      <dgm:prSet presAssocID="{EE01A278-45E3-487D-8E1A-D9BC63569AAF}" presName="compNode" presStyleCnt="0"/>
      <dgm:spPr/>
    </dgm:pt>
    <dgm:pt modelId="{FE63328E-BE5A-4E6A-8617-0BAB2BECD556}" type="pres">
      <dgm:prSet presAssocID="{EE01A278-45E3-487D-8E1A-D9BC63569AAF}" presName="aNode" presStyleLbl="bgShp" presStyleIdx="2" presStyleCnt="3" custScaleX="95746"/>
      <dgm:spPr/>
      <dgm:t>
        <a:bodyPr/>
        <a:lstStyle/>
        <a:p>
          <a:endParaRPr lang="zh-CN" altLang="en-US"/>
        </a:p>
      </dgm:t>
    </dgm:pt>
    <dgm:pt modelId="{8F10D234-2AD8-4F91-863C-7A2FD4039589}" type="pres">
      <dgm:prSet presAssocID="{EE01A278-45E3-487D-8E1A-D9BC63569AAF}" presName="textNode" presStyleLbl="bgShp" presStyleIdx="2" presStyleCnt="3"/>
      <dgm:spPr/>
      <dgm:t>
        <a:bodyPr/>
        <a:lstStyle/>
        <a:p>
          <a:endParaRPr lang="zh-CN" altLang="en-US"/>
        </a:p>
      </dgm:t>
    </dgm:pt>
    <dgm:pt modelId="{99594408-5E06-4CEC-B74E-E7457EAA00E6}" type="pres">
      <dgm:prSet presAssocID="{EE01A278-45E3-487D-8E1A-D9BC63569AAF}" presName="compChildNode" presStyleCnt="0"/>
      <dgm:spPr/>
    </dgm:pt>
    <dgm:pt modelId="{2F823919-D3C6-4CA8-B38F-8A7411CB4BCB}" type="pres">
      <dgm:prSet presAssocID="{EE01A278-45E3-487D-8E1A-D9BC63569AAF}" presName="theInnerList" presStyleCnt="0"/>
      <dgm:spPr/>
    </dgm:pt>
    <dgm:pt modelId="{834EEF9F-8C47-4D0F-897D-A2C75B125BFA}" type="pres">
      <dgm:prSet presAssocID="{3AB6F185-7F22-43EB-B3BF-355665900CC0}" presName="childNode" presStyleLbl="node1" presStyleIdx="9" presStyleCnt="13" custScaleX="107155" custScaleY="54099">
        <dgm:presLayoutVars>
          <dgm:bulletEnabled val="1"/>
        </dgm:presLayoutVars>
      </dgm:prSet>
      <dgm:spPr/>
      <dgm:t>
        <a:bodyPr/>
        <a:lstStyle/>
        <a:p>
          <a:endParaRPr lang="zh-CN" altLang="en-US"/>
        </a:p>
      </dgm:t>
    </dgm:pt>
    <dgm:pt modelId="{437CC451-09F3-4DE0-B1A9-80B5C62FD6FC}" type="pres">
      <dgm:prSet presAssocID="{3AB6F185-7F22-43EB-B3BF-355665900CC0}" presName="aSpace2" presStyleCnt="0"/>
      <dgm:spPr/>
    </dgm:pt>
    <dgm:pt modelId="{3B11DB3B-23FE-4A09-AEAE-AF17C1A3EC6F}" type="pres">
      <dgm:prSet presAssocID="{8AC4C8FD-F82F-4307-9220-A6A9C0040E33}" presName="childNode" presStyleLbl="node1" presStyleIdx="10" presStyleCnt="13" custScaleX="107155" custScaleY="54099">
        <dgm:presLayoutVars>
          <dgm:bulletEnabled val="1"/>
        </dgm:presLayoutVars>
      </dgm:prSet>
      <dgm:spPr/>
      <dgm:t>
        <a:bodyPr/>
        <a:lstStyle/>
        <a:p>
          <a:endParaRPr lang="zh-CN" altLang="en-US"/>
        </a:p>
      </dgm:t>
    </dgm:pt>
    <dgm:pt modelId="{8EE09A0D-E63A-49E9-8C7F-F7A47E0F557C}" type="pres">
      <dgm:prSet presAssocID="{8AC4C8FD-F82F-4307-9220-A6A9C0040E33}" presName="aSpace2" presStyleCnt="0"/>
      <dgm:spPr/>
    </dgm:pt>
    <dgm:pt modelId="{D1CED32A-4BC0-4A29-8EA1-FD38FC88E053}" type="pres">
      <dgm:prSet presAssocID="{CB662C55-7D2E-432A-B035-EF3CC1592BF3}" presName="childNode" presStyleLbl="node1" presStyleIdx="11" presStyleCnt="13" custScaleX="107155" custScaleY="54099">
        <dgm:presLayoutVars>
          <dgm:bulletEnabled val="1"/>
        </dgm:presLayoutVars>
      </dgm:prSet>
      <dgm:spPr/>
      <dgm:t>
        <a:bodyPr/>
        <a:lstStyle/>
        <a:p>
          <a:endParaRPr lang="zh-CN" altLang="en-US"/>
        </a:p>
      </dgm:t>
    </dgm:pt>
    <dgm:pt modelId="{3FF0AFC2-3EEC-48B5-8378-6301261BDD74}" type="pres">
      <dgm:prSet presAssocID="{CB662C55-7D2E-432A-B035-EF3CC1592BF3}" presName="aSpace2" presStyleCnt="0"/>
      <dgm:spPr/>
    </dgm:pt>
    <dgm:pt modelId="{C04BA89C-FC4A-4C25-AAD2-3D05207646E7}" type="pres">
      <dgm:prSet presAssocID="{6E7A618C-D89E-478E-9F7D-C485A04CD3EF}" presName="childNode" presStyleLbl="node1" presStyleIdx="12" presStyleCnt="13" custScaleX="107155" custScaleY="54099">
        <dgm:presLayoutVars>
          <dgm:bulletEnabled val="1"/>
        </dgm:presLayoutVars>
      </dgm:prSet>
      <dgm:spPr/>
      <dgm:t>
        <a:bodyPr/>
        <a:lstStyle/>
        <a:p>
          <a:endParaRPr lang="zh-CN" altLang="en-US"/>
        </a:p>
      </dgm:t>
    </dgm:pt>
  </dgm:ptLst>
  <dgm:cxnLst>
    <dgm:cxn modelId="{9E0039B4-232F-4DA0-95CC-D2B89AC95BBF}" type="presOf" srcId="{8AC4C8FD-F82F-4307-9220-A6A9C0040E33}" destId="{3B11DB3B-23FE-4A09-AEAE-AF17C1A3EC6F}" srcOrd="0" destOrd="0" presId="urn:microsoft.com/office/officeart/2005/8/layout/lProcess2"/>
    <dgm:cxn modelId="{4E40B69A-0F8D-4360-A73A-C142EAB896F9}" type="presOf" srcId="{DAD0A07B-7604-44F3-A426-565D76CA4CB6}" destId="{3CB9B4FD-822F-44DA-8AC6-1E0BBAFA1EEA}" srcOrd="0" destOrd="0" presId="urn:microsoft.com/office/officeart/2005/8/layout/lProcess2"/>
    <dgm:cxn modelId="{A82B198A-6187-4210-9A76-B5918580EBFC}" type="presOf" srcId="{DA1AA91E-66AB-43D7-A236-2713CAAD2CEA}" destId="{57EA7010-77BC-4AE5-BF46-47CD5F4BE182}" srcOrd="0" destOrd="0" presId="urn:microsoft.com/office/officeart/2005/8/layout/lProcess2"/>
    <dgm:cxn modelId="{DA0683E1-70B7-4F58-9758-EFF3E5AB9044}" type="presOf" srcId="{EE01A278-45E3-487D-8E1A-D9BC63569AAF}" destId="{FE63328E-BE5A-4E6A-8617-0BAB2BECD556}" srcOrd="0" destOrd="0" presId="urn:microsoft.com/office/officeart/2005/8/layout/lProcess2"/>
    <dgm:cxn modelId="{9C23210D-14C5-42F7-8091-7361EDACF906}" srcId="{45067590-9BD0-46DC-B39C-2E803D331257}" destId="{312C5F86-3E03-445C-88E8-F548170F73AC}" srcOrd="1" destOrd="0" parTransId="{591BB79A-D99A-4E60-B23E-2F8398809C3F}" sibTransId="{7FB7441C-CCA1-4C1D-88F5-F84076068D65}"/>
    <dgm:cxn modelId="{AC31200E-107D-4B73-A91B-F2EBD7A668FC}" type="presOf" srcId="{8C838974-28A9-4B9F-95A8-38B253686062}" destId="{8CEF42AD-4D45-49E7-936C-11CA91DE4C71}" srcOrd="0" destOrd="0" presId="urn:microsoft.com/office/officeart/2005/8/layout/lProcess2"/>
    <dgm:cxn modelId="{184B4637-2F92-4CE2-919E-9A601D244D13}" srcId="{312C5F86-3E03-445C-88E8-F548170F73AC}" destId="{8C838974-28A9-4B9F-95A8-38B253686062}" srcOrd="3" destOrd="0" parTransId="{FA3E4ACF-8F2D-4AC0-970F-5B38C2CCE115}" sibTransId="{9B4ECA89-EA95-4F65-982D-06A2388BB9F3}"/>
    <dgm:cxn modelId="{0DBB7581-ED75-49C1-9F85-A82F246F0B27}" type="presOf" srcId="{CB662C55-7D2E-432A-B035-EF3CC1592BF3}" destId="{D1CED32A-4BC0-4A29-8EA1-FD38FC88E053}" srcOrd="0" destOrd="0" presId="urn:microsoft.com/office/officeart/2005/8/layout/lProcess2"/>
    <dgm:cxn modelId="{80CD4D5E-B8D1-4C50-A210-D9C33F2BA527}" srcId="{44E03D58-BD93-45EE-BADA-C066F6517E7C}" destId="{DA1AA91E-66AB-43D7-A236-2713CAAD2CEA}" srcOrd="3" destOrd="0" parTransId="{51C4F331-AB9C-4D84-B3A2-E0203B7A011D}" sibTransId="{CDD3A050-D009-41E1-B70B-27D6DB24E3E0}"/>
    <dgm:cxn modelId="{0E64D9C4-D700-40B2-9855-3D339B7E6A79}" type="presOf" srcId="{51236F5D-F3E0-4962-AAE9-21863B99EEB9}" destId="{63C1163A-A295-460D-BA18-5DB0BE166104}" srcOrd="0" destOrd="0" presId="urn:microsoft.com/office/officeart/2005/8/layout/lProcess2"/>
    <dgm:cxn modelId="{670D0D40-93B5-4B13-8BD0-ACD8BE63FBAD}" srcId="{45067590-9BD0-46DC-B39C-2E803D331257}" destId="{44E03D58-BD93-45EE-BADA-C066F6517E7C}" srcOrd="0" destOrd="0" parTransId="{B58FB365-C1E4-458F-91A8-5961E15902E9}" sibTransId="{C9D4FF31-B106-4996-BDB0-CF8B4540157C}"/>
    <dgm:cxn modelId="{B22D9709-6680-4AF6-8AA6-5FF3AE2787A5}" srcId="{312C5F86-3E03-445C-88E8-F548170F73AC}" destId="{51236F5D-F3E0-4962-AAE9-21863B99EEB9}" srcOrd="0" destOrd="0" parTransId="{AFBA2B3A-7E54-47DA-B403-59DF764CC7B2}" sibTransId="{5C5087F1-26C2-420A-9C61-9ED7CA59E157}"/>
    <dgm:cxn modelId="{41C86F64-52F2-4D9A-AA0A-0B7903A199BD}" type="presOf" srcId="{44E03D58-BD93-45EE-BADA-C066F6517E7C}" destId="{1BDB7CD3-A84A-470B-9A87-DEBF924E3754}" srcOrd="0" destOrd="0" presId="urn:microsoft.com/office/officeart/2005/8/layout/lProcess2"/>
    <dgm:cxn modelId="{98075C98-6701-4063-9C26-FE476FECE4EF}" type="presOf" srcId="{E0BFF057-EEFC-4210-8BD2-935F32A8F81D}" destId="{3FEC88EA-8C0D-4709-86B9-69AF43D775FE}" srcOrd="0" destOrd="0" presId="urn:microsoft.com/office/officeart/2005/8/layout/lProcess2"/>
    <dgm:cxn modelId="{85CAA055-FF87-4B17-B75B-7020B1782A39}" srcId="{EE01A278-45E3-487D-8E1A-D9BC63569AAF}" destId="{3AB6F185-7F22-43EB-B3BF-355665900CC0}" srcOrd="0" destOrd="0" parTransId="{3F589D03-58B2-4223-B413-071804C5FD8A}" sibTransId="{9749047B-8E81-4876-B98D-6C07E8C20231}"/>
    <dgm:cxn modelId="{F2206DAF-6B12-4410-891B-D6AD3F2DA6B0}" type="presOf" srcId="{6E7A618C-D89E-478E-9F7D-C485A04CD3EF}" destId="{C04BA89C-FC4A-4C25-AAD2-3D05207646E7}" srcOrd="0" destOrd="0" presId="urn:microsoft.com/office/officeart/2005/8/layout/lProcess2"/>
    <dgm:cxn modelId="{C5E4CF32-E9F0-4266-9D7C-3EF549C40124}" srcId="{45067590-9BD0-46DC-B39C-2E803D331257}" destId="{EE01A278-45E3-487D-8E1A-D9BC63569AAF}" srcOrd="2" destOrd="0" parTransId="{9073A50C-D0EC-4015-B60D-E08ACF715C0A}" sibTransId="{9B652ADA-36F3-41D9-BECD-D8072EAD6B02}"/>
    <dgm:cxn modelId="{C9378F06-76DC-4009-89EF-A56B5177742A}" type="presOf" srcId="{F5684BB6-9118-4B65-9364-5D1C743BDF11}" destId="{C817111C-EC66-4131-B9E6-3677626DD37D}" srcOrd="0" destOrd="0" presId="urn:microsoft.com/office/officeart/2005/8/layout/lProcess2"/>
    <dgm:cxn modelId="{EAC95374-F31D-4E6B-859A-36124F970463}" srcId="{312C5F86-3E03-445C-88E8-F548170F73AC}" destId="{F5684BB6-9118-4B65-9364-5D1C743BDF11}" srcOrd="2" destOrd="0" parTransId="{46EEF3DE-655A-46F8-9BAC-1666E100045D}" sibTransId="{007135C2-AEAE-42AA-ABC2-59AE575FC093}"/>
    <dgm:cxn modelId="{A0B165E4-5735-4B99-A776-4659D6FEDE97}" srcId="{EE01A278-45E3-487D-8E1A-D9BC63569AAF}" destId="{8AC4C8FD-F82F-4307-9220-A6A9C0040E33}" srcOrd="1" destOrd="0" parTransId="{90134945-7B56-4C1B-B631-23D167374D85}" sibTransId="{B63EE42F-46A5-4850-99AB-0F071B202686}"/>
    <dgm:cxn modelId="{699B82DE-9637-4EAA-A305-5D0ED8544C5F}" type="presOf" srcId="{A004E326-05CA-46A8-B9B5-65816D7ECECE}" destId="{7E91FD44-23A9-4583-B626-DC306BD5433B}" srcOrd="0" destOrd="0" presId="urn:microsoft.com/office/officeart/2005/8/layout/lProcess2"/>
    <dgm:cxn modelId="{E6DF9083-3B9A-4284-97F5-ACFC1005458D}" type="presOf" srcId="{312C5F86-3E03-445C-88E8-F548170F73AC}" destId="{CA7CFD50-E38B-4924-8288-02EC816DFDBC}" srcOrd="1" destOrd="0" presId="urn:microsoft.com/office/officeart/2005/8/layout/lProcess2"/>
    <dgm:cxn modelId="{8DDCA0D6-B81F-46A5-B087-D893CC30CBC9}" type="presOf" srcId="{3AB6F185-7F22-43EB-B3BF-355665900CC0}" destId="{834EEF9F-8C47-4D0F-897D-A2C75B125BFA}" srcOrd="0" destOrd="0" presId="urn:microsoft.com/office/officeart/2005/8/layout/lProcess2"/>
    <dgm:cxn modelId="{A45E0830-273A-4CAC-AD26-C9C50ECD5228}" srcId="{44E03D58-BD93-45EE-BADA-C066F6517E7C}" destId="{A004E326-05CA-46A8-B9B5-65816D7ECECE}" srcOrd="0" destOrd="0" parTransId="{0D7FA895-4D21-4251-954C-CBAB637E0BF7}" sibTransId="{B9965985-644A-4D85-B400-6449931D2F85}"/>
    <dgm:cxn modelId="{A7334B5C-2E6F-41A1-A26B-A718A54199E4}" srcId="{EE01A278-45E3-487D-8E1A-D9BC63569AAF}" destId="{CB662C55-7D2E-432A-B035-EF3CC1592BF3}" srcOrd="2" destOrd="0" parTransId="{660E734F-AA1E-4DA6-A2D3-2976AA994E5E}" sibTransId="{68A14C19-25F0-4870-A523-E1AAE19013C5}"/>
    <dgm:cxn modelId="{04FA5D10-13AF-4764-A793-03FC21BA7A49}" srcId="{312C5F86-3E03-445C-88E8-F548170F73AC}" destId="{A410A40B-A11A-469A-8295-56995575AFB3}" srcOrd="1" destOrd="0" parTransId="{BEFBF767-7478-4A4D-95DC-40CFB0C2D5AD}" sibTransId="{2F9516A3-6BE5-45D7-AE4D-1A470E2AF979}"/>
    <dgm:cxn modelId="{68AC3CCA-47D8-44B4-BA44-2A1E0747B30D}" type="presOf" srcId="{0AC81D85-AF94-4232-803F-C880A55792F8}" destId="{69C6A348-0FBB-467B-84F5-04E48FE912D3}" srcOrd="0" destOrd="0" presId="urn:microsoft.com/office/officeart/2005/8/layout/lProcess2"/>
    <dgm:cxn modelId="{7F5F3B86-DB03-44A4-AC72-B960F8FB46E5}" type="presOf" srcId="{312C5F86-3E03-445C-88E8-F548170F73AC}" destId="{72C391D2-BABB-4A23-BF39-5D083A47796E}" srcOrd="0" destOrd="0" presId="urn:microsoft.com/office/officeart/2005/8/layout/lProcess2"/>
    <dgm:cxn modelId="{7DEED651-9427-4F24-AD06-91B10C9AB6AF}" srcId="{EE01A278-45E3-487D-8E1A-D9BC63569AAF}" destId="{6E7A618C-D89E-478E-9F7D-C485A04CD3EF}" srcOrd="3" destOrd="0" parTransId="{DB1617A5-AB24-452E-A199-25A31519AB7F}" sibTransId="{56313D63-BA02-402A-927E-12CF8CA64467}"/>
    <dgm:cxn modelId="{798C6882-05E9-4A8B-846E-E1D8A8ADF735}" type="presOf" srcId="{45067590-9BD0-46DC-B39C-2E803D331257}" destId="{561F7B0C-A807-4709-891E-8DD07588E652}" srcOrd="0" destOrd="0" presId="urn:microsoft.com/office/officeart/2005/8/layout/lProcess2"/>
    <dgm:cxn modelId="{C2C2B7D2-B586-4623-A889-B125A242F7CC}" type="presOf" srcId="{EE01A278-45E3-487D-8E1A-D9BC63569AAF}" destId="{8F10D234-2AD8-4F91-863C-7A2FD4039589}" srcOrd="1" destOrd="0" presId="urn:microsoft.com/office/officeart/2005/8/layout/lProcess2"/>
    <dgm:cxn modelId="{9A8EB2B2-955A-4C98-B533-C0236BDF7D93}" srcId="{312C5F86-3E03-445C-88E8-F548170F73AC}" destId="{DAD0A07B-7604-44F3-A426-565D76CA4CB6}" srcOrd="4" destOrd="0" parTransId="{13AD08E1-A898-4DF6-8BD2-DFEF1584451A}" sibTransId="{22A99A90-C5BF-4189-A5AE-C0B86F6CFB87}"/>
    <dgm:cxn modelId="{AC0A9A5A-D9F0-4980-91C5-1EBB583108CC}" type="presOf" srcId="{44E03D58-BD93-45EE-BADA-C066F6517E7C}" destId="{B4216DF2-D6B8-461C-8776-F55DD77A3D45}" srcOrd="1" destOrd="0" presId="urn:microsoft.com/office/officeart/2005/8/layout/lProcess2"/>
    <dgm:cxn modelId="{1AE14919-1C77-4881-BE3A-62AF751DA3F1}" type="presOf" srcId="{A410A40B-A11A-469A-8295-56995575AFB3}" destId="{BFE363EA-A24E-42F1-BDCF-5DABC4E1B6FF}" srcOrd="0" destOrd="0" presId="urn:microsoft.com/office/officeart/2005/8/layout/lProcess2"/>
    <dgm:cxn modelId="{41DB279F-41AD-4EB2-B446-E76206129C8E}" srcId="{44E03D58-BD93-45EE-BADA-C066F6517E7C}" destId="{0AC81D85-AF94-4232-803F-C880A55792F8}" srcOrd="2" destOrd="0" parTransId="{8762F61F-6DDF-4C02-8D62-E6121A4F4005}" sibTransId="{8A100E02-B9CD-46E4-B095-6F2184F85F83}"/>
    <dgm:cxn modelId="{0F80DDC4-C3B8-4B58-BFAC-EC8F32719DDB}" srcId="{44E03D58-BD93-45EE-BADA-C066F6517E7C}" destId="{E0BFF057-EEFC-4210-8BD2-935F32A8F81D}" srcOrd="1" destOrd="0" parTransId="{A9DD05A1-5AE7-4DE1-B00F-35EF1B312AE7}" sibTransId="{5891A8AA-055F-4535-9E4C-45CD979F1AC2}"/>
    <dgm:cxn modelId="{EEE9040C-7613-4B1D-83DA-ACE826D331A2}" type="presParOf" srcId="{561F7B0C-A807-4709-891E-8DD07588E652}" destId="{B9E131D9-18D6-4911-8D7F-F6F86E7BD311}" srcOrd="0" destOrd="0" presId="urn:microsoft.com/office/officeart/2005/8/layout/lProcess2"/>
    <dgm:cxn modelId="{E62EFA69-048D-4A1F-A140-9C52200B6EEF}" type="presParOf" srcId="{B9E131D9-18D6-4911-8D7F-F6F86E7BD311}" destId="{1BDB7CD3-A84A-470B-9A87-DEBF924E3754}" srcOrd="0" destOrd="0" presId="urn:microsoft.com/office/officeart/2005/8/layout/lProcess2"/>
    <dgm:cxn modelId="{DCE9D582-1A22-48BF-9ADE-A18F790670EC}" type="presParOf" srcId="{B9E131D9-18D6-4911-8D7F-F6F86E7BD311}" destId="{B4216DF2-D6B8-461C-8776-F55DD77A3D45}" srcOrd="1" destOrd="0" presId="urn:microsoft.com/office/officeart/2005/8/layout/lProcess2"/>
    <dgm:cxn modelId="{44E0C39F-D609-4977-86C6-03EA92F518DE}" type="presParOf" srcId="{B9E131D9-18D6-4911-8D7F-F6F86E7BD311}" destId="{FDE37521-4AF8-4DFD-9D89-C7229EDD4269}" srcOrd="2" destOrd="0" presId="urn:microsoft.com/office/officeart/2005/8/layout/lProcess2"/>
    <dgm:cxn modelId="{C9F0A65D-B7AC-478A-ADD7-1E0B07A9C43C}" type="presParOf" srcId="{FDE37521-4AF8-4DFD-9D89-C7229EDD4269}" destId="{593C60EC-64ED-44CC-8E10-84609E75FDA1}" srcOrd="0" destOrd="0" presId="urn:microsoft.com/office/officeart/2005/8/layout/lProcess2"/>
    <dgm:cxn modelId="{E3085EB1-70E4-43D4-AE39-300B097DD35A}" type="presParOf" srcId="{593C60EC-64ED-44CC-8E10-84609E75FDA1}" destId="{7E91FD44-23A9-4583-B626-DC306BD5433B}" srcOrd="0" destOrd="0" presId="urn:microsoft.com/office/officeart/2005/8/layout/lProcess2"/>
    <dgm:cxn modelId="{49074690-4CA2-4041-BA1A-51E1B28E1D79}" type="presParOf" srcId="{593C60EC-64ED-44CC-8E10-84609E75FDA1}" destId="{092B9962-DEDC-4940-91AC-C5C1F217044E}" srcOrd="1" destOrd="0" presId="urn:microsoft.com/office/officeart/2005/8/layout/lProcess2"/>
    <dgm:cxn modelId="{73AE6593-B92D-4CA7-8670-3FBDFC516F69}" type="presParOf" srcId="{593C60EC-64ED-44CC-8E10-84609E75FDA1}" destId="{3FEC88EA-8C0D-4709-86B9-69AF43D775FE}" srcOrd="2" destOrd="0" presId="urn:microsoft.com/office/officeart/2005/8/layout/lProcess2"/>
    <dgm:cxn modelId="{8126A2EB-5954-4856-9DEA-EEB65BF1D11B}" type="presParOf" srcId="{593C60EC-64ED-44CC-8E10-84609E75FDA1}" destId="{FD65C61F-DF38-4603-B284-ACE7F8ED662E}" srcOrd="3" destOrd="0" presId="urn:microsoft.com/office/officeart/2005/8/layout/lProcess2"/>
    <dgm:cxn modelId="{87C3D3C2-3267-4DA9-8B15-47A920A5AF35}" type="presParOf" srcId="{593C60EC-64ED-44CC-8E10-84609E75FDA1}" destId="{69C6A348-0FBB-467B-84F5-04E48FE912D3}" srcOrd="4" destOrd="0" presId="urn:microsoft.com/office/officeart/2005/8/layout/lProcess2"/>
    <dgm:cxn modelId="{CB407F03-42A5-49D1-A62D-318842B80748}" type="presParOf" srcId="{593C60EC-64ED-44CC-8E10-84609E75FDA1}" destId="{64C8B858-FB11-4EE8-9252-A897BA7F9961}" srcOrd="5" destOrd="0" presId="urn:microsoft.com/office/officeart/2005/8/layout/lProcess2"/>
    <dgm:cxn modelId="{B9CA2ACF-4B75-4103-A008-1C2609785299}" type="presParOf" srcId="{593C60EC-64ED-44CC-8E10-84609E75FDA1}" destId="{57EA7010-77BC-4AE5-BF46-47CD5F4BE182}" srcOrd="6" destOrd="0" presId="urn:microsoft.com/office/officeart/2005/8/layout/lProcess2"/>
    <dgm:cxn modelId="{A2DFB32A-BAD1-403F-9E2C-E6EA50F27243}" type="presParOf" srcId="{561F7B0C-A807-4709-891E-8DD07588E652}" destId="{145C1684-3AF8-453B-B57A-0EEB7C947390}" srcOrd="1" destOrd="0" presId="urn:microsoft.com/office/officeart/2005/8/layout/lProcess2"/>
    <dgm:cxn modelId="{9D3AF300-DB95-4E4A-99A2-52B77F7EE8CB}" type="presParOf" srcId="{561F7B0C-A807-4709-891E-8DD07588E652}" destId="{AC02DFFB-E2C4-4813-AF90-AF20D1DF86D8}" srcOrd="2" destOrd="0" presId="urn:microsoft.com/office/officeart/2005/8/layout/lProcess2"/>
    <dgm:cxn modelId="{11AFECB5-3131-4672-8280-E711908F090A}" type="presParOf" srcId="{AC02DFFB-E2C4-4813-AF90-AF20D1DF86D8}" destId="{72C391D2-BABB-4A23-BF39-5D083A47796E}" srcOrd="0" destOrd="0" presId="urn:microsoft.com/office/officeart/2005/8/layout/lProcess2"/>
    <dgm:cxn modelId="{E13C1E8A-EEDA-43C8-8C67-C32CBF63FFDA}" type="presParOf" srcId="{AC02DFFB-E2C4-4813-AF90-AF20D1DF86D8}" destId="{CA7CFD50-E38B-4924-8288-02EC816DFDBC}" srcOrd="1" destOrd="0" presId="urn:microsoft.com/office/officeart/2005/8/layout/lProcess2"/>
    <dgm:cxn modelId="{DB18DBF3-A16D-4563-BBCC-E564D0C25531}" type="presParOf" srcId="{AC02DFFB-E2C4-4813-AF90-AF20D1DF86D8}" destId="{EE4504AA-FE8B-439A-BA7F-9EAC66AD7B74}" srcOrd="2" destOrd="0" presId="urn:microsoft.com/office/officeart/2005/8/layout/lProcess2"/>
    <dgm:cxn modelId="{81394F3A-51E9-485C-89CD-3639FB368F9F}" type="presParOf" srcId="{EE4504AA-FE8B-439A-BA7F-9EAC66AD7B74}" destId="{65190569-4002-47FA-8EFF-8BBAC275E8BB}" srcOrd="0" destOrd="0" presId="urn:microsoft.com/office/officeart/2005/8/layout/lProcess2"/>
    <dgm:cxn modelId="{1178FCB1-BB72-4821-BACF-45EF9883FEB8}" type="presParOf" srcId="{65190569-4002-47FA-8EFF-8BBAC275E8BB}" destId="{63C1163A-A295-460D-BA18-5DB0BE166104}" srcOrd="0" destOrd="0" presId="urn:microsoft.com/office/officeart/2005/8/layout/lProcess2"/>
    <dgm:cxn modelId="{BB5D15A9-EFA9-4256-8B36-2C2F25A78A3E}" type="presParOf" srcId="{65190569-4002-47FA-8EFF-8BBAC275E8BB}" destId="{D5E28E74-9098-411C-8985-4151F9D69AB0}" srcOrd="1" destOrd="0" presId="urn:microsoft.com/office/officeart/2005/8/layout/lProcess2"/>
    <dgm:cxn modelId="{12BF59A0-E83D-4217-8642-BEA6BA8EBD78}" type="presParOf" srcId="{65190569-4002-47FA-8EFF-8BBAC275E8BB}" destId="{BFE363EA-A24E-42F1-BDCF-5DABC4E1B6FF}" srcOrd="2" destOrd="0" presId="urn:microsoft.com/office/officeart/2005/8/layout/lProcess2"/>
    <dgm:cxn modelId="{766ECA12-B987-4109-911D-393B827A96DC}" type="presParOf" srcId="{65190569-4002-47FA-8EFF-8BBAC275E8BB}" destId="{ABA18583-94EA-42F3-9E07-A5544014A7C5}" srcOrd="3" destOrd="0" presId="urn:microsoft.com/office/officeart/2005/8/layout/lProcess2"/>
    <dgm:cxn modelId="{6A3589F7-698D-4ECD-A874-D9FF6EC0F4B3}" type="presParOf" srcId="{65190569-4002-47FA-8EFF-8BBAC275E8BB}" destId="{C817111C-EC66-4131-B9E6-3677626DD37D}" srcOrd="4" destOrd="0" presId="urn:microsoft.com/office/officeart/2005/8/layout/lProcess2"/>
    <dgm:cxn modelId="{B07DA5D1-F318-4A47-ADF1-2E8F6BCAEB80}" type="presParOf" srcId="{65190569-4002-47FA-8EFF-8BBAC275E8BB}" destId="{29F6FCE1-2572-4F37-9B3F-E2611EC3DBFF}" srcOrd="5" destOrd="0" presId="urn:microsoft.com/office/officeart/2005/8/layout/lProcess2"/>
    <dgm:cxn modelId="{ADC01CBC-2608-49D0-A908-651BD65E9716}" type="presParOf" srcId="{65190569-4002-47FA-8EFF-8BBAC275E8BB}" destId="{8CEF42AD-4D45-49E7-936C-11CA91DE4C71}" srcOrd="6" destOrd="0" presId="urn:microsoft.com/office/officeart/2005/8/layout/lProcess2"/>
    <dgm:cxn modelId="{9853F0EE-F897-4082-A089-9177FC0CC895}" type="presParOf" srcId="{65190569-4002-47FA-8EFF-8BBAC275E8BB}" destId="{6159E7B7-865D-449B-8A6E-B876B12515B4}" srcOrd="7" destOrd="0" presId="urn:microsoft.com/office/officeart/2005/8/layout/lProcess2"/>
    <dgm:cxn modelId="{37EF662F-C28A-4B3C-BE5A-A8F1A74DBEF9}" type="presParOf" srcId="{65190569-4002-47FA-8EFF-8BBAC275E8BB}" destId="{3CB9B4FD-822F-44DA-8AC6-1E0BBAFA1EEA}" srcOrd="8" destOrd="0" presId="urn:microsoft.com/office/officeart/2005/8/layout/lProcess2"/>
    <dgm:cxn modelId="{A4A33749-93DF-4730-A6B2-4169DC97368F}" type="presParOf" srcId="{561F7B0C-A807-4709-891E-8DD07588E652}" destId="{CD5CA4F7-1AC6-4DDB-9650-2DCFBC37CA15}" srcOrd="3" destOrd="0" presId="urn:microsoft.com/office/officeart/2005/8/layout/lProcess2"/>
    <dgm:cxn modelId="{E823DF72-C495-4A1F-8D9B-43A9D9E8D459}" type="presParOf" srcId="{561F7B0C-A807-4709-891E-8DD07588E652}" destId="{D56EBCD1-CAC2-41B2-9F23-53117E132A41}" srcOrd="4" destOrd="0" presId="urn:microsoft.com/office/officeart/2005/8/layout/lProcess2"/>
    <dgm:cxn modelId="{B56C564D-F5A6-4AAF-986A-0BD46F33FDCA}" type="presParOf" srcId="{D56EBCD1-CAC2-41B2-9F23-53117E132A41}" destId="{FE63328E-BE5A-4E6A-8617-0BAB2BECD556}" srcOrd="0" destOrd="0" presId="urn:microsoft.com/office/officeart/2005/8/layout/lProcess2"/>
    <dgm:cxn modelId="{9819753B-0B2E-448D-9428-00E1D0FDB9BD}" type="presParOf" srcId="{D56EBCD1-CAC2-41B2-9F23-53117E132A41}" destId="{8F10D234-2AD8-4F91-863C-7A2FD4039589}" srcOrd="1" destOrd="0" presId="urn:microsoft.com/office/officeart/2005/8/layout/lProcess2"/>
    <dgm:cxn modelId="{4C0C5703-D4DA-4562-B9BE-698D7D3096A9}" type="presParOf" srcId="{D56EBCD1-CAC2-41B2-9F23-53117E132A41}" destId="{99594408-5E06-4CEC-B74E-E7457EAA00E6}" srcOrd="2" destOrd="0" presId="urn:microsoft.com/office/officeart/2005/8/layout/lProcess2"/>
    <dgm:cxn modelId="{42C09FC7-4073-449F-A9E1-C15D7CD458E0}" type="presParOf" srcId="{99594408-5E06-4CEC-B74E-E7457EAA00E6}" destId="{2F823919-D3C6-4CA8-B38F-8A7411CB4BCB}" srcOrd="0" destOrd="0" presId="urn:microsoft.com/office/officeart/2005/8/layout/lProcess2"/>
    <dgm:cxn modelId="{F6E220B7-0BB4-4041-90ED-F4BEBA826072}" type="presParOf" srcId="{2F823919-D3C6-4CA8-B38F-8A7411CB4BCB}" destId="{834EEF9F-8C47-4D0F-897D-A2C75B125BFA}" srcOrd="0" destOrd="0" presId="urn:microsoft.com/office/officeart/2005/8/layout/lProcess2"/>
    <dgm:cxn modelId="{4CB1EA68-EB25-4634-B179-DD10458C8B16}" type="presParOf" srcId="{2F823919-D3C6-4CA8-B38F-8A7411CB4BCB}" destId="{437CC451-09F3-4DE0-B1A9-80B5C62FD6FC}" srcOrd="1" destOrd="0" presId="urn:microsoft.com/office/officeart/2005/8/layout/lProcess2"/>
    <dgm:cxn modelId="{7D945784-EDC0-43E3-AA23-25B9E6504047}" type="presParOf" srcId="{2F823919-D3C6-4CA8-B38F-8A7411CB4BCB}" destId="{3B11DB3B-23FE-4A09-AEAE-AF17C1A3EC6F}" srcOrd="2" destOrd="0" presId="urn:microsoft.com/office/officeart/2005/8/layout/lProcess2"/>
    <dgm:cxn modelId="{8258623A-04B6-4503-8E6B-25F18F7C3D69}" type="presParOf" srcId="{2F823919-D3C6-4CA8-B38F-8A7411CB4BCB}" destId="{8EE09A0D-E63A-49E9-8C7F-F7A47E0F557C}" srcOrd="3" destOrd="0" presId="urn:microsoft.com/office/officeart/2005/8/layout/lProcess2"/>
    <dgm:cxn modelId="{04CDDD25-5F85-4F36-8691-F460E1B223ED}" type="presParOf" srcId="{2F823919-D3C6-4CA8-B38F-8A7411CB4BCB}" destId="{D1CED32A-4BC0-4A29-8EA1-FD38FC88E053}" srcOrd="4" destOrd="0" presId="urn:microsoft.com/office/officeart/2005/8/layout/lProcess2"/>
    <dgm:cxn modelId="{5E7EBCE6-A9DC-42ED-AFC6-6B4A1B2B3F4F}" type="presParOf" srcId="{2F823919-D3C6-4CA8-B38F-8A7411CB4BCB}" destId="{3FF0AFC2-3EEC-48B5-8378-6301261BDD74}" srcOrd="5" destOrd="0" presId="urn:microsoft.com/office/officeart/2005/8/layout/lProcess2"/>
    <dgm:cxn modelId="{74340E25-4D4D-4016-A3B8-91E0262CBA63}" type="presParOf" srcId="{2F823919-D3C6-4CA8-B38F-8A7411CB4BCB}" destId="{C04BA89C-FC4A-4C25-AAD2-3D05207646E7}" srcOrd="6"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3B74FCF-C441-4E97-8A6D-9E73FDD4AE8D}" type="doc">
      <dgm:prSet loTypeId="urn:microsoft.com/office/officeart/2008/layout/SquareAccentList#1" loCatId="list" qsTypeId="urn:microsoft.com/office/officeart/2005/8/quickstyle/simple1#1" qsCatId="simple" csTypeId="urn:microsoft.com/office/officeart/2005/8/colors/accent4_2#1" csCatId="accent4" phldr="1"/>
      <dgm:spPr/>
      <dgm:t>
        <a:bodyPr/>
        <a:lstStyle/>
        <a:p>
          <a:endParaRPr lang="zh-CN" altLang="en-US"/>
        </a:p>
      </dgm:t>
    </dgm:pt>
    <dgm:pt modelId="{82122E6D-8CB7-4DA0-9BBF-09ABECFE6D25}">
      <dgm:prSet custT="1"/>
      <dgm:spPr/>
      <dgm:t>
        <a:bodyPr/>
        <a:lstStyle/>
        <a:p>
          <a:pPr algn="ctr" rtl="0"/>
          <a:r>
            <a:rPr lang="zh-CN" altLang="en-US" sz="1400" b="1" i="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汉语言文学（师范）</a:t>
          </a:r>
        </a:p>
      </dgm:t>
    </dgm:pt>
    <dgm:pt modelId="{4D0F687F-E7FA-4368-A5BF-01EDDADC5969}" cxnId="{1C4CB30F-6731-47E5-BCFC-ADE71DEED946}" type="par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86B32E46-4EDF-4A25-8BFE-EEF819EF12B3}" cxnId="{1C4CB30F-6731-47E5-BCFC-ADE71DEED946}" type="sib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1A399D06-7A8E-49F6-ACA3-58D21BBBD71C}">
      <dgm:prSet custT="1"/>
      <dgm:spPr/>
      <dgm:t>
        <a:bodyPr/>
        <a:lstStyle/>
        <a:p>
          <a:pPr algn="ctr" rtl="0"/>
          <a:r>
            <a:rPr lang="zh-CN" altLang="en-US" sz="1400" b="1" i="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数学与应用数学（师范）</a:t>
          </a:r>
        </a:p>
      </dgm:t>
    </dgm:pt>
    <dgm:pt modelId="{C5EB2DB1-17FE-43EB-94BF-D2ED162DCF36}" cxnId="{96B5FD02-49A6-49A6-891D-F7B8B22A904F}" type="par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69DB6FAD-9928-40A2-8632-B365446B3A79}" cxnId="{96B5FD02-49A6-49A6-891D-F7B8B22A904F}" type="sib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1EC5035E-AA35-42D3-9623-8D4DE2164ED9}">
      <dgm:prSet custT="1"/>
      <dgm:spPr/>
      <dgm:t>
        <a:bodyPr/>
        <a:lstStyle/>
        <a:p>
          <a:pPr algn="ctr" rtl="0"/>
          <a:r>
            <a:rPr lang="zh-CN" altLang="en-US" sz="1400" b="1" i="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英语（师范）</a:t>
          </a:r>
        </a:p>
      </dgm:t>
    </dgm:pt>
    <dgm:pt modelId="{7A09E068-B14C-4F24-A224-73AB4EC9FFC1}" cxnId="{80D17D09-80A2-423C-A26F-9EEA72D6100E}" type="par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3497B1EE-5AD5-4452-8622-14C121CD8438}" cxnId="{80D17D09-80A2-423C-A26F-9EEA72D6100E}" type="sib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60CDF703-81C9-45E0-9FA5-675E3D9AF182}">
      <dgm:prSet custT="1"/>
      <dgm:spPr/>
      <dgm:t>
        <a:bodyPr/>
        <a:lstStyle/>
        <a:p>
          <a:pPr algn="ctr" rtl="0"/>
          <a:r>
            <a:rPr lang="zh-CN" altLang="en-US" sz="1400" b="1" i="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计算机科学与技术（师范）</a:t>
          </a:r>
        </a:p>
      </dgm:t>
    </dgm:pt>
    <dgm:pt modelId="{46031DD7-D377-4994-BA9D-7D19FF4B791F}" cxnId="{18A226C4-33E4-42FE-81EE-BC36B9E1E783}" type="par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2CDC6A14-99C0-495A-8621-95048DF92BFA}" cxnId="{18A226C4-33E4-42FE-81EE-BC36B9E1E783}" type="sib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F51246E7-9CCE-4D78-8F71-FCC30B3C4CF4}">
      <dgm:prSet custT="1"/>
      <dgm:spPr/>
      <dgm:t>
        <a:bodyPr/>
        <a:lstStyle/>
        <a:p>
          <a:pPr algn="ctr" rtl="0"/>
          <a:r>
            <a:rPr lang="zh-CN" altLang="en-US" sz="1400" b="1" i="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物理学（师范）</a:t>
          </a:r>
        </a:p>
      </dgm:t>
    </dgm:pt>
    <dgm:pt modelId="{D5259F5C-987D-43AA-A248-B7B7254CC877}" cxnId="{3D432D86-A3CF-4D6F-9AA2-E017EB28226A}" type="par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60AC0B0C-0E6C-4FC1-BFEA-C7DD1AF34C3E}" cxnId="{3D432D86-A3CF-4D6F-9AA2-E017EB28226A}" type="sibTrans">
      <dgm:prSet/>
      <dgm:spPr/>
      <dgm:t>
        <a:bodyPr/>
        <a:lstStyle/>
        <a:p>
          <a:pPr algn="ctr"/>
          <a:endParaRPr lang="zh-CN" altLang="en-US" sz="1400" b="0">
            <a:latin typeface="方正清刻本悦宋简体" panose="02000000000000000000" pitchFamily="2" charset="-122"/>
            <a:ea typeface="方正清刻本悦宋简体" panose="02000000000000000000" pitchFamily="2" charset="-122"/>
          </a:endParaRPr>
        </a:p>
      </dgm:t>
    </dgm:pt>
    <dgm:pt modelId="{C2713067-814B-4738-805A-9C6501DEE657}">
      <dgm:prSet custT="1"/>
      <dgm:spPr/>
      <dgm:t>
        <a:bodyPr/>
        <a:lstStyle/>
        <a:p>
          <a:pPr algn="ctr" rtl="0"/>
          <a:r>
            <a:rPr lang="zh-CN" altLang="en-US" sz="1400" b="1" i="0"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地理科学（师范）</a:t>
          </a:r>
          <a:endParaRPr lang="zh-CN" altLang="en-US" sz="1400" b="1" i="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1693F874-79CC-42AA-A0CF-027A4517AC4C}" cxnId="{A21EAE04-24C9-4979-8BCE-0EE98EF412CA}" type="parTrans">
      <dgm:prSet/>
      <dgm:spPr/>
      <dgm:t>
        <a:bodyPr/>
        <a:lstStyle/>
        <a:p>
          <a:endParaRPr lang="zh-CN" altLang="en-US"/>
        </a:p>
      </dgm:t>
    </dgm:pt>
    <dgm:pt modelId="{DBB06EF6-FC31-49B7-BF97-3C8A763E8753}" cxnId="{A21EAE04-24C9-4979-8BCE-0EE98EF412CA}" type="sibTrans">
      <dgm:prSet/>
      <dgm:spPr/>
      <dgm:t>
        <a:bodyPr/>
        <a:lstStyle/>
        <a:p>
          <a:endParaRPr lang="zh-CN" altLang="en-US"/>
        </a:p>
      </dgm:t>
    </dgm:pt>
    <dgm:pt modelId="{8655AABA-11A1-49E0-AE4B-131EA1E4E003}" type="pres">
      <dgm:prSet presAssocID="{13B74FCF-C441-4E97-8A6D-9E73FDD4AE8D}" presName="layout" presStyleCnt="0">
        <dgm:presLayoutVars>
          <dgm:chMax/>
          <dgm:chPref/>
          <dgm:dir/>
          <dgm:resizeHandles/>
        </dgm:presLayoutVars>
      </dgm:prSet>
      <dgm:spPr/>
      <dgm:t>
        <a:bodyPr/>
        <a:lstStyle/>
        <a:p>
          <a:endParaRPr lang="zh-CN" altLang="en-US"/>
        </a:p>
      </dgm:t>
    </dgm:pt>
    <dgm:pt modelId="{44964C38-5F10-4AB3-B6E2-267135EA84A9}" type="pres">
      <dgm:prSet presAssocID="{82122E6D-8CB7-4DA0-9BBF-09ABECFE6D25}" presName="root" presStyleCnt="0">
        <dgm:presLayoutVars>
          <dgm:chMax/>
          <dgm:chPref/>
        </dgm:presLayoutVars>
      </dgm:prSet>
      <dgm:spPr/>
    </dgm:pt>
    <dgm:pt modelId="{BBF41E52-2E46-4FBE-8603-460169680603}" type="pres">
      <dgm:prSet presAssocID="{82122E6D-8CB7-4DA0-9BBF-09ABECFE6D25}" presName="rootComposite" presStyleCnt="0">
        <dgm:presLayoutVars/>
      </dgm:prSet>
      <dgm:spPr/>
    </dgm:pt>
    <dgm:pt modelId="{9E7C9B9A-6FA7-49FC-B424-7B010321C3E9}" type="pres">
      <dgm:prSet presAssocID="{82122E6D-8CB7-4DA0-9BBF-09ABECFE6D25}" presName="ParentAccent" presStyleLbl="alignNode1" presStyleIdx="0" presStyleCnt="6"/>
      <dgm:spPr/>
    </dgm:pt>
    <dgm:pt modelId="{F793FD54-9F90-4701-B10D-875F67BB9985}" type="pres">
      <dgm:prSet presAssocID="{82122E6D-8CB7-4DA0-9BBF-09ABECFE6D25}" presName="ParentSmallAccent" presStyleLbl="fgAcc1" presStyleIdx="0" presStyleCnt="6"/>
      <dgm:spPr/>
    </dgm:pt>
    <dgm:pt modelId="{781660B1-3488-4FFA-B859-2E6D25DF8AB7}" type="pres">
      <dgm:prSet presAssocID="{82122E6D-8CB7-4DA0-9BBF-09ABECFE6D25}" presName="Parent" presStyleLbl="revTx" presStyleIdx="0" presStyleCnt="6">
        <dgm:presLayoutVars>
          <dgm:chMax/>
          <dgm:chPref val="4"/>
          <dgm:bulletEnabled val="1"/>
        </dgm:presLayoutVars>
      </dgm:prSet>
      <dgm:spPr/>
      <dgm:t>
        <a:bodyPr/>
        <a:lstStyle/>
        <a:p>
          <a:endParaRPr lang="zh-CN" altLang="en-US"/>
        </a:p>
      </dgm:t>
    </dgm:pt>
    <dgm:pt modelId="{975E406D-057F-4515-BC5E-5266736D86E0}" type="pres">
      <dgm:prSet presAssocID="{82122E6D-8CB7-4DA0-9BBF-09ABECFE6D25}" presName="childShape" presStyleCnt="0">
        <dgm:presLayoutVars>
          <dgm:chMax val="0"/>
          <dgm:chPref val="0"/>
        </dgm:presLayoutVars>
      </dgm:prSet>
      <dgm:spPr/>
    </dgm:pt>
    <dgm:pt modelId="{34FE2B48-345A-4DAF-9C66-ED90FF95A69C}" type="pres">
      <dgm:prSet presAssocID="{1A399D06-7A8E-49F6-ACA3-58D21BBBD71C}" presName="root" presStyleCnt="0">
        <dgm:presLayoutVars>
          <dgm:chMax/>
          <dgm:chPref/>
        </dgm:presLayoutVars>
      </dgm:prSet>
      <dgm:spPr/>
    </dgm:pt>
    <dgm:pt modelId="{4157332F-3AF5-401A-AACD-31D9EE4FF785}" type="pres">
      <dgm:prSet presAssocID="{1A399D06-7A8E-49F6-ACA3-58D21BBBD71C}" presName="rootComposite" presStyleCnt="0">
        <dgm:presLayoutVars/>
      </dgm:prSet>
      <dgm:spPr/>
    </dgm:pt>
    <dgm:pt modelId="{4CB14840-0F8C-43BD-97A4-0EDBB43E3049}" type="pres">
      <dgm:prSet presAssocID="{1A399D06-7A8E-49F6-ACA3-58D21BBBD71C}" presName="ParentAccent" presStyleLbl="alignNode1" presStyleIdx="1" presStyleCnt="6"/>
      <dgm:spPr/>
    </dgm:pt>
    <dgm:pt modelId="{4A482586-BC17-49C0-A73F-79D3DB10D3E3}" type="pres">
      <dgm:prSet presAssocID="{1A399D06-7A8E-49F6-ACA3-58D21BBBD71C}" presName="ParentSmallAccent" presStyleLbl="fgAcc1" presStyleIdx="1" presStyleCnt="6"/>
      <dgm:spPr/>
    </dgm:pt>
    <dgm:pt modelId="{34F6EA14-0024-4B60-9F4D-9521C48C21B9}" type="pres">
      <dgm:prSet presAssocID="{1A399D06-7A8E-49F6-ACA3-58D21BBBD71C}" presName="Parent" presStyleLbl="revTx" presStyleIdx="1" presStyleCnt="6">
        <dgm:presLayoutVars>
          <dgm:chMax/>
          <dgm:chPref val="4"/>
          <dgm:bulletEnabled val="1"/>
        </dgm:presLayoutVars>
      </dgm:prSet>
      <dgm:spPr/>
      <dgm:t>
        <a:bodyPr/>
        <a:lstStyle/>
        <a:p>
          <a:endParaRPr lang="zh-CN" altLang="en-US"/>
        </a:p>
      </dgm:t>
    </dgm:pt>
    <dgm:pt modelId="{FBA02657-FF7C-4D0F-808E-55CEACD9E03E}" type="pres">
      <dgm:prSet presAssocID="{1A399D06-7A8E-49F6-ACA3-58D21BBBD71C}" presName="childShape" presStyleCnt="0">
        <dgm:presLayoutVars>
          <dgm:chMax val="0"/>
          <dgm:chPref val="0"/>
        </dgm:presLayoutVars>
      </dgm:prSet>
      <dgm:spPr/>
    </dgm:pt>
    <dgm:pt modelId="{DCBD85F4-BD04-4989-AC95-863861C9000F}" type="pres">
      <dgm:prSet presAssocID="{1EC5035E-AA35-42D3-9623-8D4DE2164ED9}" presName="root" presStyleCnt="0">
        <dgm:presLayoutVars>
          <dgm:chMax/>
          <dgm:chPref/>
        </dgm:presLayoutVars>
      </dgm:prSet>
      <dgm:spPr/>
    </dgm:pt>
    <dgm:pt modelId="{4FF39E53-F91C-4637-BF1F-567FF3DFC6D4}" type="pres">
      <dgm:prSet presAssocID="{1EC5035E-AA35-42D3-9623-8D4DE2164ED9}" presName="rootComposite" presStyleCnt="0">
        <dgm:presLayoutVars/>
      </dgm:prSet>
      <dgm:spPr/>
    </dgm:pt>
    <dgm:pt modelId="{32B21ACF-8CB1-4D27-BB54-909DF59BDA9B}" type="pres">
      <dgm:prSet presAssocID="{1EC5035E-AA35-42D3-9623-8D4DE2164ED9}" presName="ParentAccent" presStyleLbl="alignNode1" presStyleIdx="2" presStyleCnt="6"/>
      <dgm:spPr/>
    </dgm:pt>
    <dgm:pt modelId="{27245B12-9761-4A90-90FB-6A5945727BF4}" type="pres">
      <dgm:prSet presAssocID="{1EC5035E-AA35-42D3-9623-8D4DE2164ED9}" presName="ParentSmallAccent" presStyleLbl="fgAcc1" presStyleIdx="2" presStyleCnt="6"/>
      <dgm:spPr/>
    </dgm:pt>
    <dgm:pt modelId="{3CBDE73D-297C-46CD-94CD-7B98740CCE4E}" type="pres">
      <dgm:prSet presAssocID="{1EC5035E-AA35-42D3-9623-8D4DE2164ED9}" presName="Parent" presStyleLbl="revTx" presStyleIdx="2" presStyleCnt="6">
        <dgm:presLayoutVars>
          <dgm:chMax/>
          <dgm:chPref val="4"/>
          <dgm:bulletEnabled val="1"/>
        </dgm:presLayoutVars>
      </dgm:prSet>
      <dgm:spPr/>
      <dgm:t>
        <a:bodyPr/>
        <a:lstStyle/>
        <a:p>
          <a:endParaRPr lang="zh-CN" altLang="en-US"/>
        </a:p>
      </dgm:t>
    </dgm:pt>
    <dgm:pt modelId="{666C0553-897C-47A3-A3D7-04306CE214D7}" type="pres">
      <dgm:prSet presAssocID="{1EC5035E-AA35-42D3-9623-8D4DE2164ED9}" presName="childShape" presStyleCnt="0">
        <dgm:presLayoutVars>
          <dgm:chMax val="0"/>
          <dgm:chPref val="0"/>
        </dgm:presLayoutVars>
      </dgm:prSet>
      <dgm:spPr/>
    </dgm:pt>
    <dgm:pt modelId="{DFDDAAD5-1A8C-4197-9729-0F7AE9FD8301}" type="pres">
      <dgm:prSet presAssocID="{60CDF703-81C9-45E0-9FA5-675E3D9AF182}" presName="root" presStyleCnt="0">
        <dgm:presLayoutVars>
          <dgm:chMax/>
          <dgm:chPref/>
        </dgm:presLayoutVars>
      </dgm:prSet>
      <dgm:spPr/>
    </dgm:pt>
    <dgm:pt modelId="{158109DE-FD89-4B12-A2B8-87E8D50A85FD}" type="pres">
      <dgm:prSet presAssocID="{60CDF703-81C9-45E0-9FA5-675E3D9AF182}" presName="rootComposite" presStyleCnt="0">
        <dgm:presLayoutVars/>
      </dgm:prSet>
      <dgm:spPr/>
    </dgm:pt>
    <dgm:pt modelId="{BDBC4F1B-1EB0-44D3-AD11-7E2ADE110480}" type="pres">
      <dgm:prSet presAssocID="{60CDF703-81C9-45E0-9FA5-675E3D9AF182}" presName="ParentAccent" presStyleLbl="alignNode1" presStyleIdx="3" presStyleCnt="6"/>
      <dgm:spPr/>
    </dgm:pt>
    <dgm:pt modelId="{BD7B6F05-BA21-4716-8BE1-962CDB053BAE}" type="pres">
      <dgm:prSet presAssocID="{60CDF703-81C9-45E0-9FA5-675E3D9AF182}" presName="ParentSmallAccent" presStyleLbl="fgAcc1" presStyleIdx="3" presStyleCnt="6"/>
      <dgm:spPr/>
    </dgm:pt>
    <dgm:pt modelId="{07FBB512-D2F2-49A9-9592-7C1AB881EE79}" type="pres">
      <dgm:prSet presAssocID="{60CDF703-81C9-45E0-9FA5-675E3D9AF182}" presName="Parent" presStyleLbl="revTx" presStyleIdx="3" presStyleCnt="6">
        <dgm:presLayoutVars>
          <dgm:chMax/>
          <dgm:chPref val="4"/>
          <dgm:bulletEnabled val="1"/>
        </dgm:presLayoutVars>
      </dgm:prSet>
      <dgm:spPr/>
      <dgm:t>
        <a:bodyPr/>
        <a:lstStyle/>
        <a:p>
          <a:endParaRPr lang="zh-CN" altLang="en-US"/>
        </a:p>
      </dgm:t>
    </dgm:pt>
    <dgm:pt modelId="{DEA9B0D5-2959-48BB-BCEE-362B0275DBE5}" type="pres">
      <dgm:prSet presAssocID="{60CDF703-81C9-45E0-9FA5-675E3D9AF182}" presName="childShape" presStyleCnt="0">
        <dgm:presLayoutVars>
          <dgm:chMax val="0"/>
          <dgm:chPref val="0"/>
        </dgm:presLayoutVars>
      </dgm:prSet>
      <dgm:spPr/>
    </dgm:pt>
    <dgm:pt modelId="{0C64D168-7512-4057-841C-13AC6E91AB3E}" type="pres">
      <dgm:prSet presAssocID="{F51246E7-9CCE-4D78-8F71-FCC30B3C4CF4}" presName="root" presStyleCnt="0">
        <dgm:presLayoutVars>
          <dgm:chMax/>
          <dgm:chPref/>
        </dgm:presLayoutVars>
      </dgm:prSet>
      <dgm:spPr/>
    </dgm:pt>
    <dgm:pt modelId="{79463836-D91E-40BD-A591-49D0317F8F3F}" type="pres">
      <dgm:prSet presAssocID="{F51246E7-9CCE-4D78-8F71-FCC30B3C4CF4}" presName="rootComposite" presStyleCnt="0">
        <dgm:presLayoutVars/>
      </dgm:prSet>
      <dgm:spPr/>
    </dgm:pt>
    <dgm:pt modelId="{36A4DD31-BED1-4012-9EC4-79D4C4CA9211}" type="pres">
      <dgm:prSet presAssocID="{F51246E7-9CCE-4D78-8F71-FCC30B3C4CF4}" presName="ParentAccent" presStyleLbl="alignNode1" presStyleIdx="4" presStyleCnt="6"/>
      <dgm:spPr/>
    </dgm:pt>
    <dgm:pt modelId="{50898C6B-F1FC-4BB6-AD4A-B25BA1F61D7E}" type="pres">
      <dgm:prSet presAssocID="{F51246E7-9CCE-4D78-8F71-FCC30B3C4CF4}" presName="ParentSmallAccent" presStyleLbl="fgAcc1" presStyleIdx="4" presStyleCnt="6"/>
      <dgm:spPr/>
    </dgm:pt>
    <dgm:pt modelId="{4486659A-1F5C-45D2-A057-0587F04765F4}" type="pres">
      <dgm:prSet presAssocID="{F51246E7-9CCE-4D78-8F71-FCC30B3C4CF4}" presName="Parent" presStyleLbl="revTx" presStyleIdx="4" presStyleCnt="6">
        <dgm:presLayoutVars>
          <dgm:chMax/>
          <dgm:chPref val="4"/>
          <dgm:bulletEnabled val="1"/>
        </dgm:presLayoutVars>
      </dgm:prSet>
      <dgm:spPr/>
      <dgm:t>
        <a:bodyPr/>
        <a:lstStyle/>
        <a:p>
          <a:endParaRPr lang="zh-CN" altLang="en-US"/>
        </a:p>
      </dgm:t>
    </dgm:pt>
    <dgm:pt modelId="{A0F89B4B-8AF4-4AAA-9771-E9CAC92A9917}" type="pres">
      <dgm:prSet presAssocID="{F51246E7-9CCE-4D78-8F71-FCC30B3C4CF4}" presName="childShape" presStyleCnt="0">
        <dgm:presLayoutVars>
          <dgm:chMax val="0"/>
          <dgm:chPref val="0"/>
        </dgm:presLayoutVars>
      </dgm:prSet>
      <dgm:spPr/>
    </dgm:pt>
    <dgm:pt modelId="{94F92A46-4C54-4DE5-9263-1B01553E4D41}" type="pres">
      <dgm:prSet presAssocID="{C2713067-814B-4738-805A-9C6501DEE657}" presName="root" presStyleCnt="0">
        <dgm:presLayoutVars>
          <dgm:chMax/>
          <dgm:chPref/>
        </dgm:presLayoutVars>
      </dgm:prSet>
      <dgm:spPr/>
    </dgm:pt>
    <dgm:pt modelId="{E1D8F848-815B-4361-9F14-AE13AFF0A7EB}" type="pres">
      <dgm:prSet presAssocID="{C2713067-814B-4738-805A-9C6501DEE657}" presName="rootComposite" presStyleCnt="0">
        <dgm:presLayoutVars/>
      </dgm:prSet>
      <dgm:spPr/>
    </dgm:pt>
    <dgm:pt modelId="{4BEE3E7E-D98C-4FB9-B592-AE6A1519BF60}" type="pres">
      <dgm:prSet presAssocID="{C2713067-814B-4738-805A-9C6501DEE657}" presName="ParentAccent" presStyleLbl="alignNode1" presStyleIdx="5" presStyleCnt="6"/>
      <dgm:spPr/>
    </dgm:pt>
    <dgm:pt modelId="{A565643F-6A38-4D14-A616-90D7826F8384}" type="pres">
      <dgm:prSet presAssocID="{C2713067-814B-4738-805A-9C6501DEE657}" presName="ParentSmallAccent" presStyleLbl="fgAcc1" presStyleIdx="5" presStyleCnt="6"/>
      <dgm:spPr/>
    </dgm:pt>
    <dgm:pt modelId="{5C375499-D467-4BE8-9A53-B886BF553ACD}" type="pres">
      <dgm:prSet presAssocID="{C2713067-814B-4738-805A-9C6501DEE657}" presName="Parent" presStyleLbl="revTx" presStyleIdx="5" presStyleCnt="6">
        <dgm:presLayoutVars>
          <dgm:chMax/>
          <dgm:chPref val="4"/>
          <dgm:bulletEnabled val="1"/>
        </dgm:presLayoutVars>
      </dgm:prSet>
      <dgm:spPr/>
      <dgm:t>
        <a:bodyPr/>
        <a:lstStyle/>
        <a:p>
          <a:endParaRPr lang="zh-CN" altLang="en-US"/>
        </a:p>
      </dgm:t>
    </dgm:pt>
    <dgm:pt modelId="{121A37DD-C9B6-4BAF-959F-F651E7E22D7C}" type="pres">
      <dgm:prSet presAssocID="{C2713067-814B-4738-805A-9C6501DEE657}" presName="childShape" presStyleCnt="0">
        <dgm:presLayoutVars>
          <dgm:chMax val="0"/>
          <dgm:chPref val="0"/>
        </dgm:presLayoutVars>
      </dgm:prSet>
      <dgm:spPr/>
    </dgm:pt>
  </dgm:ptLst>
  <dgm:cxnLst>
    <dgm:cxn modelId="{330DAC2F-40E9-4D6D-BAA4-D616FE756287}" type="presOf" srcId="{60CDF703-81C9-45E0-9FA5-675E3D9AF182}" destId="{07FBB512-D2F2-49A9-9592-7C1AB881EE79}" srcOrd="0" destOrd="0" presId="urn:microsoft.com/office/officeart/2008/layout/SquareAccentList#1"/>
    <dgm:cxn modelId="{A21EAE04-24C9-4979-8BCE-0EE98EF412CA}" srcId="{13B74FCF-C441-4E97-8A6D-9E73FDD4AE8D}" destId="{C2713067-814B-4738-805A-9C6501DEE657}" srcOrd="5" destOrd="0" parTransId="{1693F874-79CC-42AA-A0CF-027A4517AC4C}" sibTransId="{DBB06EF6-FC31-49B7-BF97-3C8A763E8753}"/>
    <dgm:cxn modelId="{30A88C03-48A5-49B2-BE70-3AE92A6959D3}" type="presOf" srcId="{F51246E7-9CCE-4D78-8F71-FCC30B3C4CF4}" destId="{4486659A-1F5C-45D2-A057-0587F04765F4}" srcOrd="0" destOrd="0" presId="urn:microsoft.com/office/officeart/2008/layout/SquareAccentList#1"/>
    <dgm:cxn modelId="{526EE613-73E7-49C4-B256-CFCFAA5BBC8C}" type="presOf" srcId="{C2713067-814B-4738-805A-9C6501DEE657}" destId="{5C375499-D467-4BE8-9A53-B886BF553ACD}" srcOrd="0" destOrd="0" presId="urn:microsoft.com/office/officeart/2008/layout/SquareAccentList#1"/>
    <dgm:cxn modelId="{80D17D09-80A2-423C-A26F-9EEA72D6100E}" srcId="{13B74FCF-C441-4E97-8A6D-9E73FDD4AE8D}" destId="{1EC5035E-AA35-42D3-9623-8D4DE2164ED9}" srcOrd="2" destOrd="0" parTransId="{7A09E068-B14C-4F24-A224-73AB4EC9FFC1}" sibTransId="{3497B1EE-5AD5-4452-8622-14C121CD8438}"/>
    <dgm:cxn modelId="{18A226C4-33E4-42FE-81EE-BC36B9E1E783}" srcId="{13B74FCF-C441-4E97-8A6D-9E73FDD4AE8D}" destId="{60CDF703-81C9-45E0-9FA5-675E3D9AF182}" srcOrd="3" destOrd="0" parTransId="{46031DD7-D377-4994-BA9D-7D19FF4B791F}" sibTransId="{2CDC6A14-99C0-495A-8621-95048DF92BFA}"/>
    <dgm:cxn modelId="{B72D9C67-924D-44C4-92D1-2658B0B61B59}" type="presOf" srcId="{82122E6D-8CB7-4DA0-9BBF-09ABECFE6D25}" destId="{781660B1-3488-4FFA-B859-2E6D25DF8AB7}" srcOrd="0" destOrd="0" presId="urn:microsoft.com/office/officeart/2008/layout/SquareAccentList#1"/>
    <dgm:cxn modelId="{96B5FD02-49A6-49A6-891D-F7B8B22A904F}" srcId="{13B74FCF-C441-4E97-8A6D-9E73FDD4AE8D}" destId="{1A399D06-7A8E-49F6-ACA3-58D21BBBD71C}" srcOrd="1" destOrd="0" parTransId="{C5EB2DB1-17FE-43EB-94BF-D2ED162DCF36}" sibTransId="{69DB6FAD-9928-40A2-8632-B365446B3A79}"/>
    <dgm:cxn modelId="{B6A55A5F-43B0-4283-AFBA-FA7A7D23EBA3}" type="presOf" srcId="{1A399D06-7A8E-49F6-ACA3-58D21BBBD71C}" destId="{34F6EA14-0024-4B60-9F4D-9521C48C21B9}" srcOrd="0" destOrd="0" presId="urn:microsoft.com/office/officeart/2008/layout/SquareAccentList#1"/>
    <dgm:cxn modelId="{4E7664AB-AAF2-42C4-B70D-7D4DE3A0DAC8}" type="presOf" srcId="{1EC5035E-AA35-42D3-9623-8D4DE2164ED9}" destId="{3CBDE73D-297C-46CD-94CD-7B98740CCE4E}" srcOrd="0" destOrd="0" presId="urn:microsoft.com/office/officeart/2008/layout/SquareAccentList#1"/>
    <dgm:cxn modelId="{1C4CB30F-6731-47E5-BCFC-ADE71DEED946}" srcId="{13B74FCF-C441-4E97-8A6D-9E73FDD4AE8D}" destId="{82122E6D-8CB7-4DA0-9BBF-09ABECFE6D25}" srcOrd="0" destOrd="0" parTransId="{4D0F687F-E7FA-4368-A5BF-01EDDADC5969}" sibTransId="{86B32E46-4EDF-4A25-8BFE-EEF819EF12B3}"/>
    <dgm:cxn modelId="{3D432D86-A3CF-4D6F-9AA2-E017EB28226A}" srcId="{13B74FCF-C441-4E97-8A6D-9E73FDD4AE8D}" destId="{F51246E7-9CCE-4D78-8F71-FCC30B3C4CF4}" srcOrd="4" destOrd="0" parTransId="{D5259F5C-987D-43AA-A248-B7B7254CC877}" sibTransId="{60AC0B0C-0E6C-4FC1-BFEA-C7DD1AF34C3E}"/>
    <dgm:cxn modelId="{2AA768FA-3766-4BE1-ACB0-E61B93CA3F3F}" type="presOf" srcId="{13B74FCF-C441-4E97-8A6D-9E73FDD4AE8D}" destId="{8655AABA-11A1-49E0-AE4B-131EA1E4E003}" srcOrd="0" destOrd="0" presId="urn:microsoft.com/office/officeart/2008/layout/SquareAccentList#1"/>
    <dgm:cxn modelId="{24A7958F-9C80-4EC3-80F0-C5A6DCE03ED0}" type="presParOf" srcId="{8655AABA-11A1-49E0-AE4B-131EA1E4E003}" destId="{44964C38-5F10-4AB3-B6E2-267135EA84A9}" srcOrd="0" destOrd="0" presId="urn:microsoft.com/office/officeart/2008/layout/SquareAccentList#1"/>
    <dgm:cxn modelId="{D1163FF1-857E-4B61-9A00-56A731E61719}" type="presParOf" srcId="{44964C38-5F10-4AB3-B6E2-267135EA84A9}" destId="{BBF41E52-2E46-4FBE-8603-460169680603}" srcOrd="0" destOrd="0" presId="urn:microsoft.com/office/officeart/2008/layout/SquareAccentList#1"/>
    <dgm:cxn modelId="{99BFA7FA-D9D2-441B-A3BC-3E1E9CEB7CA6}" type="presParOf" srcId="{BBF41E52-2E46-4FBE-8603-460169680603}" destId="{9E7C9B9A-6FA7-49FC-B424-7B010321C3E9}" srcOrd="0" destOrd="0" presId="urn:microsoft.com/office/officeart/2008/layout/SquareAccentList#1"/>
    <dgm:cxn modelId="{21755D63-7705-4C1D-873B-453EE9626293}" type="presParOf" srcId="{BBF41E52-2E46-4FBE-8603-460169680603}" destId="{F793FD54-9F90-4701-B10D-875F67BB9985}" srcOrd="1" destOrd="0" presId="urn:microsoft.com/office/officeart/2008/layout/SquareAccentList#1"/>
    <dgm:cxn modelId="{94F3B2DA-B141-4B07-B0B4-34DC903F31E3}" type="presParOf" srcId="{BBF41E52-2E46-4FBE-8603-460169680603}" destId="{781660B1-3488-4FFA-B859-2E6D25DF8AB7}" srcOrd="2" destOrd="0" presId="urn:microsoft.com/office/officeart/2008/layout/SquareAccentList#1"/>
    <dgm:cxn modelId="{E943CCFA-E002-41C3-8411-FFDCB6A85EC9}" type="presParOf" srcId="{44964C38-5F10-4AB3-B6E2-267135EA84A9}" destId="{975E406D-057F-4515-BC5E-5266736D86E0}" srcOrd="1" destOrd="0" presId="urn:microsoft.com/office/officeart/2008/layout/SquareAccentList#1"/>
    <dgm:cxn modelId="{5E3BFE77-0CFB-442F-AC3B-164AFD9977D1}" type="presParOf" srcId="{8655AABA-11A1-49E0-AE4B-131EA1E4E003}" destId="{34FE2B48-345A-4DAF-9C66-ED90FF95A69C}" srcOrd="1" destOrd="0" presId="urn:microsoft.com/office/officeart/2008/layout/SquareAccentList#1"/>
    <dgm:cxn modelId="{2C6F5FFB-9C2F-491A-B165-11B9EE201B58}" type="presParOf" srcId="{34FE2B48-345A-4DAF-9C66-ED90FF95A69C}" destId="{4157332F-3AF5-401A-AACD-31D9EE4FF785}" srcOrd="0" destOrd="0" presId="urn:microsoft.com/office/officeart/2008/layout/SquareAccentList#1"/>
    <dgm:cxn modelId="{F0287F22-6B47-4E40-A1A1-CE4D6D115D18}" type="presParOf" srcId="{4157332F-3AF5-401A-AACD-31D9EE4FF785}" destId="{4CB14840-0F8C-43BD-97A4-0EDBB43E3049}" srcOrd="0" destOrd="0" presId="urn:microsoft.com/office/officeart/2008/layout/SquareAccentList#1"/>
    <dgm:cxn modelId="{04C3103C-0DA0-4256-9DB5-3119D887ECEF}" type="presParOf" srcId="{4157332F-3AF5-401A-AACD-31D9EE4FF785}" destId="{4A482586-BC17-49C0-A73F-79D3DB10D3E3}" srcOrd="1" destOrd="0" presId="urn:microsoft.com/office/officeart/2008/layout/SquareAccentList#1"/>
    <dgm:cxn modelId="{864FE4F9-E63C-432F-9B51-12B2AA9F05B5}" type="presParOf" srcId="{4157332F-3AF5-401A-AACD-31D9EE4FF785}" destId="{34F6EA14-0024-4B60-9F4D-9521C48C21B9}" srcOrd="2" destOrd="0" presId="urn:microsoft.com/office/officeart/2008/layout/SquareAccentList#1"/>
    <dgm:cxn modelId="{5142873D-1CC6-424F-A31C-1A59CAA87967}" type="presParOf" srcId="{34FE2B48-345A-4DAF-9C66-ED90FF95A69C}" destId="{FBA02657-FF7C-4D0F-808E-55CEACD9E03E}" srcOrd="1" destOrd="0" presId="urn:microsoft.com/office/officeart/2008/layout/SquareAccentList#1"/>
    <dgm:cxn modelId="{B8B5E5AB-523A-4171-90CE-A09BB6BDCBDE}" type="presParOf" srcId="{8655AABA-11A1-49E0-AE4B-131EA1E4E003}" destId="{DCBD85F4-BD04-4989-AC95-863861C9000F}" srcOrd="2" destOrd="0" presId="urn:microsoft.com/office/officeart/2008/layout/SquareAccentList#1"/>
    <dgm:cxn modelId="{82D34EF6-38CB-46DA-A1E6-33DA13A0E6C5}" type="presParOf" srcId="{DCBD85F4-BD04-4989-AC95-863861C9000F}" destId="{4FF39E53-F91C-4637-BF1F-567FF3DFC6D4}" srcOrd="0" destOrd="0" presId="urn:microsoft.com/office/officeart/2008/layout/SquareAccentList#1"/>
    <dgm:cxn modelId="{EA87D23F-7ACC-4D1D-810D-81B77AAF23C3}" type="presParOf" srcId="{4FF39E53-F91C-4637-BF1F-567FF3DFC6D4}" destId="{32B21ACF-8CB1-4D27-BB54-909DF59BDA9B}" srcOrd="0" destOrd="0" presId="urn:microsoft.com/office/officeart/2008/layout/SquareAccentList#1"/>
    <dgm:cxn modelId="{5AC2921C-D020-4040-B773-09869F69EA82}" type="presParOf" srcId="{4FF39E53-F91C-4637-BF1F-567FF3DFC6D4}" destId="{27245B12-9761-4A90-90FB-6A5945727BF4}" srcOrd="1" destOrd="0" presId="urn:microsoft.com/office/officeart/2008/layout/SquareAccentList#1"/>
    <dgm:cxn modelId="{41D615E5-0EDF-47B8-965D-17320C5E63E8}" type="presParOf" srcId="{4FF39E53-F91C-4637-BF1F-567FF3DFC6D4}" destId="{3CBDE73D-297C-46CD-94CD-7B98740CCE4E}" srcOrd="2" destOrd="0" presId="urn:microsoft.com/office/officeart/2008/layout/SquareAccentList#1"/>
    <dgm:cxn modelId="{EF869A04-E119-441D-852D-9978FB190B5E}" type="presParOf" srcId="{DCBD85F4-BD04-4989-AC95-863861C9000F}" destId="{666C0553-897C-47A3-A3D7-04306CE214D7}" srcOrd="1" destOrd="0" presId="urn:microsoft.com/office/officeart/2008/layout/SquareAccentList#1"/>
    <dgm:cxn modelId="{1B0D41EE-9F78-4214-91AB-8294619280BB}" type="presParOf" srcId="{8655AABA-11A1-49E0-AE4B-131EA1E4E003}" destId="{DFDDAAD5-1A8C-4197-9729-0F7AE9FD8301}" srcOrd="3" destOrd="0" presId="urn:microsoft.com/office/officeart/2008/layout/SquareAccentList#1"/>
    <dgm:cxn modelId="{E77C4D98-2665-4FC0-A793-8600535644F9}" type="presParOf" srcId="{DFDDAAD5-1A8C-4197-9729-0F7AE9FD8301}" destId="{158109DE-FD89-4B12-A2B8-87E8D50A85FD}" srcOrd="0" destOrd="0" presId="urn:microsoft.com/office/officeart/2008/layout/SquareAccentList#1"/>
    <dgm:cxn modelId="{558991DF-2B7F-4B27-93D4-D82305F2F8A7}" type="presParOf" srcId="{158109DE-FD89-4B12-A2B8-87E8D50A85FD}" destId="{BDBC4F1B-1EB0-44D3-AD11-7E2ADE110480}" srcOrd="0" destOrd="0" presId="urn:microsoft.com/office/officeart/2008/layout/SquareAccentList#1"/>
    <dgm:cxn modelId="{DBB3CEEE-E598-4B00-BDD8-03D62E6C739F}" type="presParOf" srcId="{158109DE-FD89-4B12-A2B8-87E8D50A85FD}" destId="{BD7B6F05-BA21-4716-8BE1-962CDB053BAE}" srcOrd="1" destOrd="0" presId="urn:microsoft.com/office/officeart/2008/layout/SquareAccentList#1"/>
    <dgm:cxn modelId="{227EDD88-CC9A-4F8D-827D-290E4D17B69D}" type="presParOf" srcId="{158109DE-FD89-4B12-A2B8-87E8D50A85FD}" destId="{07FBB512-D2F2-49A9-9592-7C1AB881EE79}" srcOrd="2" destOrd="0" presId="urn:microsoft.com/office/officeart/2008/layout/SquareAccentList#1"/>
    <dgm:cxn modelId="{6054CA35-78CF-4C3D-955F-07FD050A47E1}" type="presParOf" srcId="{DFDDAAD5-1A8C-4197-9729-0F7AE9FD8301}" destId="{DEA9B0D5-2959-48BB-BCEE-362B0275DBE5}" srcOrd="1" destOrd="0" presId="urn:microsoft.com/office/officeart/2008/layout/SquareAccentList#1"/>
    <dgm:cxn modelId="{9B357C35-F16E-49A3-9AED-875BABC81273}" type="presParOf" srcId="{8655AABA-11A1-49E0-AE4B-131EA1E4E003}" destId="{0C64D168-7512-4057-841C-13AC6E91AB3E}" srcOrd="4" destOrd="0" presId="urn:microsoft.com/office/officeart/2008/layout/SquareAccentList#1"/>
    <dgm:cxn modelId="{B039CE51-EA5E-4893-BAB8-380F6472ECB9}" type="presParOf" srcId="{0C64D168-7512-4057-841C-13AC6E91AB3E}" destId="{79463836-D91E-40BD-A591-49D0317F8F3F}" srcOrd="0" destOrd="0" presId="urn:microsoft.com/office/officeart/2008/layout/SquareAccentList#1"/>
    <dgm:cxn modelId="{D99C6186-5580-44CA-B1F5-7C062432B671}" type="presParOf" srcId="{79463836-D91E-40BD-A591-49D0317F8F3F}" destId="{36A4DD31-BED1-4012-9EC4-79D4C4CA9211}" srcOrd="0" destOrd="0" presId="urn:microsoft.com/office/officeart/2008/layout/SquareAccentList#1"/>
    <dgm:cxn modelId="{2199D396-15DF-4362-9182-3E9F08DAB868}" type="presParOf" srcId="{79463836-D91E-40BD-A591-49D0317F8F3F}" destId="{50898C6B-F1FC-4BB6-AD4A-B25BA1F61D7E}" srcOrd="1" destOrd="0" presId="urn:microsoft.com/office/officeart/2008/layout/SquareAccentList#1"/>
    <dgm:cxn modelId="{5E9B3744-2D50-4DFB-9E6B-291A93BE0DD5}" type="presParOf" srcId="{79463836-D91E-40BD-A591-49D0317F8F3F}" destId="{4486659A-1F5C-45D2-A057-0587F04765F4}" srcOrd="2" destOrd="0" presId="urn:microsoft.com/office/officeart/2008/layout/SquareAccentList#1"/>
    <dgm:cxn modelId="{D4C81AC8-8C0E-4D3F-BB91-DCB62530EEB2}" type="presParOf" srcId="{0C64D168-7512-4057-841C-13AC6E91AB3E}" destId="{A0F89B4B-8AF4-4AAA-9771-E9CAC92A9917}" srcOrd="1" destOrd="0" presId="urn:microsoft.com/office/officeart/2008/layout/SquareAccentList#1"/>
    <dgm:cxn modelId="{F1B8310C-E025-4FC7-9171-32D556DF819D}" type="presParOf" srcId="{8655AABA-11A1-49E0-AE4B-131EA1E4E003}" destId="{94F92A46-4C54-4DE5-9263-1B01553E4D41}" srcOrd="5" destOrd="0" presId="urn:microsoft.com/office/officeart/2008/layout/SquareAccentList#1"/>
    <dgm:cxn modelId="{BF183421-D1FD-414A-B904-D98748CC8B57}" type="presParOf" srcId="{94F92A46-4C54-4DE5-9263-1B01553E4D41}" destId="{E1D8F848-815B-4361-9F14-AE13AFF0A7EB}" srcOrd="0" destOrd="0" presId="urn:microsoft.com/office/officeart/2008/layout/SquareAccentList#1"/>
    <dgm:cxn modelId="{127FE335-596D-4FF0-B920-9DC1278A9D0A}" type="presParOf" srcId="{E1D8F848-815B-4361-9F14-AE13AFF0A7EB}" destId="{4BEE3E7E-D98C-4FB9-B592-AE6A1519BF60}" srcOrd="0" destOrd="0" presId="urn:microsoft.com/office/officeart/2008/layout/SquareAccentList#1"/>
    <dgm:cxn modelId="{C58BC97C-B1A3-47E0-B492-676BD6C2889D}" type="presParOf" srcId="{E1D8F848-815B-4361-9F14-AE13AFF0A7EB}" destId="{A565643F-6A38-4D14-A616-90D7826F8384}" srcOrd="1" destOrd="0" presId="urn:microsoft.com/office/officeart/2008/layout/SquareAccentList#1"/>
    <dgm:cxn modelId="{083EEA20-E7A8-4E94-AA7C-EC4B63003840}" type="presParOf" srcId="{E1D8F848-815B-4361-9F14-AE13AFF0A7EB}" destId="{5C375499-D467-4BE8-9A53-B886BF553ACD}" srcOrd="2" destOrd="0" presId="urn:microsoft.com/office/officeart/2008/layout/SquareAccentList#1"/>
    <dgm:cxn modelId="{A9C17F74-7751-4364-A499-E77EDE20F364}" type="presParOf" srcId="{94F92A46-4C54-4DE5-9263-1B01553E4D41}" destId="{121A37DD-C9B6-4BAF-959F-F651E7E22D7C}" srcOrd="1" destOrd="0" presId="urn:microsoft.com/office/officeart/2008/layout/SquareAccen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CEDC4C0-D9A3-4F04-A094-2828B6C39835}" type="doc">
      <dgm:prSet loTypeId="urn:microsoft.com/office/officeart/2005/8/layout/vList2#5" loCatId="list" qsTypeId="urn:microsoft.com/office/officeart/2005/8/quickstyle/simple1#11" qsCatId="simple" csTypeId="urn:microsoft.com/office/officeart/2005/8/colors/accent5_2#7" csCatId="accent5" phldr="1"/>
      <dgm:spPr/>
      <dgm:t>
        <a:bodyPr/>
        <a:lstStyle/>
        <a:p>
          <a:endParaRPr lang="zh-CN" altLang="en-US"/>
        </a:p>
      </dgm:t>
    </dgm:pt>
    <dgm:pt modelId="{859334EE-4289-4A33-96A0-BE359893C305}">
      <dgm:prSet phldr="0" custT="1"/>
      <dgm:spPr>
        <a:solidFill>
          <a:srgbClr val="333399"/>
        </a:solidFill>
        <a:ln>
          <a:noFill/>
        </a:ln>
      </dgm:spPr>
      <dgm:t>
        <a:bodyPr vert="horz" wrap="square"/>
        <a:lstStyle/>
        <a:p>
          <a:pPr rtl="0">
            <a:lnSpc>
              <a:spcPct val="100000"/>
            </a:lnSpc>
            <a:spcBef>
              <a:spcPct val="0"/>
            </a:spcBef>
            <a:spcAft>
              <a:spcPct val="35000"/>
            </a:spcAft>
          </a:pPr>
          <a:r>
            <a:rPr lang="zh-CN" sz="2000" b="1" dirty="0" smtClean="0">
              <a:latin typeface="微软雅黑" panose="020B0503020204020204" charset="-122"/>
              <a:ea typeface="微软雅黑" panose="020B0503020204020204" charset="-122"/>
              <a:sym typeface="+mn-lt"/>
            </a:rPr>
            <a:t>学校网址：</a:t>
          </a:r>
          <a:r>
            <a:rPr lang="en-US" sz="2000" b="1" dirty="0" smtClean="0">
              <a:latin typeface="微软雅黑" panose="020B0503020204020204" charset="-122"/>
              <a:ea typeface="微软雅黑" panose="020B0503020204020204" charset="-122"/>
              <a:sym typeface="+mn-lt"/>
            </a:rPr>
            <a:t>www.nuist.edu.cn</a:t>
          </a:r>
          <a:endParaRPr lang="en-US" altLang="zh-CN" sz="2000" b="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AE7AB8F2-E607-419B-8A3F-F31DA77C249E}" cxnId="{ABD96954-03D1-450F-9A76-C7FF51E56773}" type="parTrans">
      <dgm:prSet/>
      <dgm:spPr/>
      <dgm:t>
        <a:bodyPr/>
        <a:lstStyle/>
        <a:p>
          <a:endParaRPr lang="zh-CN" altLang="en-US"/>
        </a:p>
      </dgm:t>
    </dgm:pt>
    <dgm:pt modelId="{D33900D1-45EB-4A4D-B52D-306AE5A084D6}" cxnId="{ABD96954-03D1-450F-9A76-C7FF51E56773}" type="sibTrans">
      <dgm:prSet/>
      <dgm:spPr/>
      <dgm:t>
        <a:bodyPr/>
        <a:lstStyle/>
        <a:p>
          <a:endParaRPr lang="zh-CN" altLang="en-US"/>
        </a:p>
      </dgm:t>
    </dgm:pt>
    <dgm:pt modelId="{211DA79E-D960-4E9A-B869-0B53A8B27815}">
      <dgm:prSet custT="1"/>
      <dgm:spPr>
        <a:solidFill>
          <a:srgbClr val="333399"/>
        </a:solidFill>
        <a:ln>
          <a:noFill/>
        </a:ln>
      </dgm:spPr>
      <dgm:t>
        <a:bodyPr/>
        <a:lstStyle/>
        <a:p>
          <a:pPr rtl="0"/>
          <a:r>
            <a:rPr lang="zh-CN" sz="2000" b="1" dirty="0">
              <a:latin typeface="微软雅黑" panose="020B0503020204020204" charset="-122"/>
              <a:ea typeface="微软雅黑" panose="020B0503020204020204" charset="-122"/>
              <a:sym typeface="+mn-lt"/>
            </a:rPr>
            <a:t>招生热线：</a:t>
          </a:r>
          <a:r>
            <a:rPr lang="en-US" sz="2000" b="1" dirty="0">
              <a:latin typeface="微软雅黑" panose="020B0503020204020204" charset="-122"/>
              <a:ea typeface="微软雅黑" panose="020B0503020204020204" charset="-122"/>
              <a:sym typeface="+mn-lt"/>
            </a:rPr>
            <a:t>025-58731378</a:t>
          </a:r>
          <a:endParaRPr lang="zh-CN" sz="2000" b="1" dirty="0">
            <a:latin typeface="微软雅黑" panose="020B0503020204020204" charset="-122"/>
            <a:ea typeface="微软雅黑" panose="020B0503020204020204" charset="-122"/>
            <a:sym typeface="+mn-lt"/>
          </a:endParaRPr>
        </a:p>
      </dgm:t>
    </dgm:pt>
    <dgm:pt modelId="{E210BC85-9265-483F-B513-E0A3AE337707}" cxnId="{0883CC9F-D7F2-4351-9534-A79077E333E2}" type="parTrans">
      <dgm:prSet/>
      <dgm:spPr/>
      <dgm:t>
        <a:bodyPr/>
        <a:lstStyle/>
        <a:p>
          <a:endParaRPr lang="zh-CN" altLang="en-US"/>
        </a:p>
      </dgm:t>
    </dgm:pt>
    <dgm:pt modelId="{CED4F202-4B9E-4157-B487-2600C4EF06C2}" cxnId="{0883CC9F-D7F2-4351-9534-A79077E333E2}" type="sibTrans">
      <dgm:prSet/>
      <dgm:spPr/>
      <dgm:t>
        <a:bodyPr/>
        <a:lstStyle/>
        <a:p>
          <a:endParaRPr lang="zh-CN" altLang="en-US"/>
        </a:p>
      </dgm:t>
    </dgm:pt>
    <dgm:pt modelId="{E674E65C-71D9-4068-9756-CBDE039ED07E}">
      <dgm:prSet phldr="0" custT="1"/>
      <dgm:spPr>
        <a:solidFill>
          <a:srgbClr val="333399"/>
        </a:solidFill>
        <a:ln>
          <a:noFill/>
        </a:ln>
      </dgm:spPr>
      <dgm:t>
        <a:bodyPr vert="horz" wrap="square"/>
        <a:lstStyle/>
        <a:p>
          <a:pPr rtl="0">
            <a:lnSpc>
              <a:spcPct val="100000"/>
            </a:lnSpc>
            <a:spcBef>
              <a:spcPct val="0"/>
            </a:spcBef>
            <a:spcAft>
              <a:spcPct val="35000"/>
            </a:spcAft>
          </a:pPr>
          <a:r>
            <a:rPr lang="zh-CN" sz="2000" b="1" dirty="0">
              <a:latin typeface="微软雅黑" panose="020B0503020204020204" charset="-122"/>
              <a:ea typeface="微软雅黑" panose="020B0503020204020204" charset="-122"/>
              <a:sym typeface="+mn-lt"/>
            </a:rPr>
            <a:t>高招咨询QQ群</a:t>
          </a:r>
          <a:r>
            <a:rPr lang="zh-CN" sz="2000" b="1" dirty="0" smtClean="0">
              <a:latin typeface="微软雅黑" panose="020B0503020204020204" charset="-122"/>
              <a:ea typeface="微软雅黑" panose="020B0503020204020204" charset="-122"/>
              <a:sym typeface="+mn-lt"/>
            </a:rPr>
            <a:t>：</a:t>
          </a:r>
          <a:r>
            <a:rPr lang="zh-CN" altLang="en-US" sz="2000" b="1" dirty="0" smtClean="0">
              <a:solidFill>
                <a:schemeClr val="bg1"/>
              </a:solidFill>
            </a:rPr>
            <a:t>1033419791</a:t>
          </a:r>
          <a:endParaRPr lang="zh-CN" sz="2000" b="1"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gm:t>
    </dgm:pt>
    <dgm:pt modelId="{82881C49-C743-4780-8628-6CA8D8D3BAB3}" cxnId="{031380F4-F26D-452C-942E-23696E54D0CB}" type="parTrans">
      <dgm:prSet/>
      <dgm:spPr/>
      <dgm:t>
        <a:bodyPr/>
        <a:lstStyle/>
        <a:p>
          <a:endParaRPr lang="zh-CN" altLang="en-US"/>
        </a:p>
      </dgm:t>
    </dgm:pt>
    <dgm:pt modelId="{AC396D43-3A27-4E37-9CA3-44C84B796A61}" cxnId="{031380F4-F26D-452C-942E-23696E54D0CB}" type="sibTrans">
      <dgm:prSet/>
      <dgm:spPr/>
      <dgm:t>
        <a:bodyPr/>
        <a:lstStyle/>
        <a:p>
          <a:endParaRPr lang="zh-CN" altLang="en-US"/>
        </a:p>
      </dgm:t>
    </dgm:pt>
    <dgm:pt modelId="{72A4B0F1-8491-49A2-BA5D-9F5B16C9D022}" type="pres">
      <dgm:prSet presAssocID="{8CEDC4C0-D9A3-4F04-A094-2828B6C39835}" presName="linear" presStyleCnt="0">
        <dgm:presLayoutVars>
          <dgm:animLvl val="lvl"/>
          <dgm:resizeHandles val="exact"/>
        </dgm:presLayoutVars>
      </dgm:prSet>
      <dgm:spPr/>
      <dgm:t>
        <a:bodyPr/>
        <a:lstStyle/>
        <a:p>
          <a:endParaRPr lang="zh-CN" altLang="en-US"/>
        </a:p>
      </dgm:t>
    </dgm:pt>
    <dgm:pt modelId="{D44D2288-4F12-4C98-A3BF-6119B54114CF}" type="pres">
      <dgm:prSet presAssocID="{859334EE-4289-4A33-96A0-BE359893C305}" presName="parentText" presStyleLbl="node1" presStyleIdx="0" presStyleCnt="3" custLinFactNeighborX="-7717" custLinFactNeighborY="-35820">
        <dgm:presLayoutVars>
          <dgm:chMax val="0"/>
          <dgm:bulletEnabled val="1"/>
        </dgm:presLayoutVars>
      </dgm:prSet>
      <dgm:spPr/>
      <dgm:t>
        <a:bodyPr/>
        <a:lstStyle/>
        <a:p>
          <a:endParaRPr lang="zh-CN" altLang="en-US"/>
        </a:p>
      </dgm:t>
    </dgm:pt>
    <dgm:pt modelId="{028426FE-0E30-4C56-B94D-B7988CC525C1}" type="pres">
      <dgm:prSet presAssocID="{D33900D1-45EB-4A4D-B52D-306AE5A084D6}" presName="spacer" presStyleCnt="0"/>
      <dgm:spPr/>
    </dgm:pt>
    <dgm:pt modelId="{3FAAF65D-392A-48A6-991E-20DD51B78732}" type="pres">
      <dgm:prSet presAssocID="{211DA79E-D960-4E9A-B869-0B53A8B27815}" presName="parentText" presStyleLbl="node1" presStyleIdx="1" presStyleCnt="3">
        <dgm:presLayoutVars>
          <dgm:chMax val="0"/>
          <dgm:bulletEnabled val="1"/>
        </dgm:presLayoutVars>
      </dgm:prSet>
      <dgm:spPr/>
      <dgm:t>
        <a:bodyPr/>
        <a:lstStyle/>
        <a:p>
          <a:endParaRPr lang="zh-CN" altLang="en-US"/>
        </a:p>
      </dgm:t>
    </dgm:pt>
    <dgm:pt modelId="{69BF3F2A-2D69-47F1-BA51-4A6749EF0863}" type="pres">
      <dgm:prSet presAssocID="{CED4F202-4B9E-4157-B487-2600C4EF06C2}" presName="spacer" presStyleCnt="0"/>
      <dgm:spPr/>
    </dgm:pt>
    <dgm:pt modelId="{6437F8CF-FDA7-4E76-8984-E1237EEBE12A}" type="pres">
      <dgm:prSet presAssocID="{E674E65C-71D9-4068-9756-CBDE039ED07E}" presName="parentText" presStyleLbl="node1" presStyleIdx="2" presStyleCnt="3">
        <dgm:presLayoutVars>
          <dgm:chMax val="0"/>
          <dgm:bulletEnabled val="1"/>
        </dgm:presLayoutVars>
      </dgm:prSet>
      <dgm:spPr/>
      <dgm:t>
        <a:bodyPr/>
        <a:lstStyle/>
        <a:p>
          <a:endParaRPr lang="zh-CN" altLang="en-US"/>
        </a:p>
      </dgm:t>
    </dgm:pt>
  </dgm:ptLst>
  <dgm:cxnLst>
    <dgm:cxn modelId="{848C3320-3092-419F-9F52-3968370A0477}" type="presOf" srcId="{211DA79E-D960-4E9A-B869-0B53A8B27815}" destId="{3FAAF65D-392A-48A6-991E-20DD51B78732}" srcOrd="0" destOrd="0" presId="urn:microsoft.com/office/officeart/2005/8/layout/vList2#5"/>
    <dgm:cxn modelId="{E5C8A3D0-913C-4ED8-8819-A4FAE6CE1833}" type="presOf" srcId="{E674E65C-71D9-4068-9756-CBDE039ED07E}" destId="{6437F8CF-FDA7-4E76-8984-E1237EEBE12A}" srcOrd="0" destOrd="0" presId="urn:microsoft.com/office/officeart/2005/8/layout/vList2#5"/>
    <dgm:cxn modelId="{0883CC9F-D7F2-4351-9534-A79077E333E2}" srcId="{8CEDC4C0-D9A3-4F04-A094-2828B6C39835}" destId="{211DA79E-D960-4E9A-B869-0B53A8B27815}" srcOrd="1" destOrd="0" parTransId="{E210BC85-9265-483F-B513-E0A3AE337707}" sibTransId="{CED4F202-4B9E-4157-B487-2600C4EF06C2}"/>
    <dgm:cxn modelId="{ABD96954-03D1-450F-9A76-C7FF51E56773}" srcId="{8CEDC4C0-D9A3-4F04-A094-2828B6C39835}" destId="{859334EE-4289-4A33-96A0-BE359893C305}" srcOrd="0" destOrd="0" parTransId="{AE7AB8F2-E607-419B-8A3F-F31DA77C249E}" sibTransId="{D33900D1-45EB-4A4D-B52D-306AE5A084D6}"/>
    <dgm:cxn modelId="{031380F4-F26D-452C-942E-23696E54D0CB}" srcId="{8CEDC4C0-D9A3-4F04-A094-2828B6C39835}" destId="{E674E65C-71D9-4068-9756-CBDE039ED07E}" srcOrd="2" destOrd="0" parTransId="{82881C49-C743-4780-8628-6CA8D8D3BAB3}" sibTransId="{AC396D43-3A27-4E37-9CA3-44C84B796A61}"/>
    <dgm:cxn modelId="{3C8DBE69-71DF-4F9F-AD4D-E16446318AA2}" type="presOf" srcId="{859334EE-4289-4A33-96A0-BE359893C305}" destId="{D44D2288-4F12-4C98-A3BF-6119B54114CF}" srcOrd="0" destOrd="0" presId="urn:microsoft.com/office/officeart/2005/8/layout/vList2#5"/>
    <dgm:cxn modelId="{44EC3C1C-22CF-4C6D-BE84-47F3149AC004}" type="presOf" srcId="{8CEDC4C0-D9A3-4F04-A094-2828B6C39835}" destId="{72A4B0F1-8491-49A2-BA5D-9F5B16C9D022}" srcOrd="0" destOrd="0" presId="urn:microsoft.com/office/officeart/2005/8/layout/vList2#5"/>
    <dgm:cxn modelId="{D10014A5-60B8-45EF-9DC7-1C1141D1426E}" type="presParOf" srcId="{72A4B0F1-8491-49A2-BA5D-9F5B16C9D022}" destId="{D44D2288-4F12-4C98-A3BF-6119B54114CF}" srcOrd="0" destOrd="0" presId="urn:microsoft.com/office/officeart/2005/8/layout/vList2#5"/>
    <dgm:cxn modelId="{46CD5AAD-8044-439C-9395-F9C08EB3DB6F}" type="presParOf" srcId="{72A4B0F1-8491-49A2-BA5D-9F5B16C9D022}" destId="{028426FE-0E30-4C56-B94D-B7988CC525C1}" srcOrd="1" destOrd="0" presId="urn:microsoft.com/office/officeart/2005/8/layout/vList2#5"/>
    <dgm:cxn modelId="{2738F589-C348-472A-8777-CDC3B6BA1851}" type="presParOf" srcId="{72A4B0F1-8491-49A2-BA5D-9F5B16C9D022}" destId="{3FAAF65D-392A-48A6-991E-20DD51B78732}" srcOrd="2" destOrd="0" presId="urn:microsoft.com/office/officeart/2005/8/layout/vList2#5"/>
    <dgm:cxn modelId="{380647DF-95FA-4B91-9E7F-712D2CB4856E}" type="presParOf" srcId="{72A4B0F1-8491-49A2-BA5D-9F5B16C9D022}" destId="{69BF3F2A-2D69-47F1-BA51-4A6749EF0863}" srcOrd="3" destOrd="0" presId="urn:microsoft.com/office/officeart/2005/8/layout/vList2#5"/>
    <dgm:cxn modelId="{EBBE25CB-4708-4F47-B078-932F600E014D}" type="presParOf" srcId="{72A4B0F1-8491-49A2-BA5D-9F5B16C9D022}" destId="{6437F8CF-FDA7-4E76-8984-E1237EEBE12A}" srcOrd="4" destOrd="0" presId="urn:microsoft.com/office/officeart/2005/8/layout/vList2#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64D293-7088-465C-BA9A-70783BAA1E75}">
      <dsp:nvSpPr>
        <dsp:cNvPr id="0" name=""/>
        <dsp:cNvSpPr/>
      </dsp:nvSpPr>
      <dsp:spPr>
        <a:xfrm>
          <a:off x="2256" y="1015"/>
          <a:ext cx="2201132" cy="2721616"/>
        </a:xfrm>
        <a:prstGeom prst="roundRect">
          <a:avLst>
            <a:gd name="adj" fmla="val 10000"/>
          </a:avLst>
        </a:prstGeom>
        <a:solidFill>
          <a:srgbClr val="0070C0"/>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9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sym typeface="+mn-lt"/>
          </a:endParaRPr>
        </a:p>
        <a:p>
          <a:pPr lvl="0" algn="ctr" defTabSz="889000" rtl="0">
            <a:lnSpc>
              <a:spcPct val="9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sym typeface="+mn-lt"/>
          </a:endParaRPr>
        </a:p>
        <a:p>
          <a:pPr lvl="0" algn="ctr" defTabSz="889000" rtl="0">
            <a:lnSpc>
              <a:spcPct val="9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sym typeface="+mn-lt"/>
          </a:endParaRPr>
        </a:p>
        <a:p>
          <a:pPr lvl="0" algn="ctr" defTabSz="889000" rtl="0">
            <a:lnSpc>
              <a:spcPct val="90000"/>
            </a:lnSpc>
            <a:spcBef>
              <a:spcPct val="0"/>
            </a:spcBef>
            <a:spcAft>
              <a:spcPts val="0"/>
            </a:spcAft>
          </a:pPr>
          <a:r>
            <a:rPr lang="zh-CN" altLang="en-US" sz="2000" b="1" kern="1200" dirty="0" smtClean="0">
              <a:solidFill>
                <a:srgbClr val="FFC000"/>
              </a:solidFill>
              <a:latin typeface="微软雅黑" panose="020B0503020204020204" charset="-122"/>
              <a:ea typeface="微软雅黑" panose="020B0503020204020204" charset="-122"/>
              <a:sym typeface="+mn-lt"/>
            </a:rPr>
            <a:t>泰晤士</a:t>
          </a:r>
          <a:endParaRPr lang="en-US" altLang="zh-CN" sz="2000" b="1" kern="1200" dirty="0">
            <a:solidFill>
              <a:srgbClr val="FFC000"/>
            </a:solidFill>
            <a:latin typeface="微软雅黑" panose="020B0503020204020204" charset="-122"/>
            <a:ea typeface="微软雅黑" panose="020B0503020204020204" charset="-122"/>
            <a:sym typeface="+mn-lt"/>
          </a:endParaRPr>
        </a:p>
        <a:p>
          <a:pPr lvl="0" algn="ctr" defTabSz="889000" rtl="0">
            <a:lnSpc>
              <a:spcPct val="90000"/>
            </a:lnSpc>
            <a:spcBef>
              <a:spcPct val="0"/>
            </a:spcBef>
            <a:spcAft>
              <a:spcPct val="35000"/>
            </a:spcAft>
          </a:pPr>
          <a:r>
            <a:rPr lang="zh-CN" altLang="en-US" sz="2000" b="1" kern="1200" dirty="0">
              <a:latin typeface="微软雅黑" panose="020B0503020204020204" charset="-122"/>
              <a:ea typeface="微软雅黑" panose="020B0503020204020204" charset="-122"/>
              <a:sym typeface="+mn-lt"/>
            </a:rPr>
            <a:t>高等教育世界大学排名</a:t>
          </a:r>
        </a:p>
      </dsp:txBody>
      <dsp:txXfrm>
        <a:off x="66725" y="65484"/>
        <a:ext cx="2072194" cy="2592678"/>
      </dsp:txXfrm>
    </dsp:sp>
    <dsp:sp modelId="{0487FE95-8C82-4C78-A68B-BA27387870F3}">
      <dsp:nvSpPr>
        <dsp:cNvPr id="0" name=""/>
        <dsp:cNvSpPr/>
      </dsp:nvSpPr>
      <dsp:spPr>
        <a:xfrm>
          <a:off x="2256" y="3083336"/>
          <a:ext cx="2201132" cy="1106228"/>
        </a:xfrm>
        <a:prstGeom prst="roundRect">
          <a:avLst>
            <a:gd name="adj" fmla="val 1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zh-CN" sz="2400" b="1" kern="1200" dirty="0" smtClean="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kern="1200" dirty="0" smtClean="0">
              <a:solidFill>
                <a:srgbClr val="FFC000"/>
              </a:solidFill>
              <a:latin typeface="微软雅黑" panose="020B0503020204020204" charset="-122"/>
              <a:ea typeface="微软雅黑" panose="020B0503020204020204" charset="-122"/>
              <a:cs typeface="微软雅黑" panose="020B0503020204020204" charset="-122"/>
              <a:sym typeface="+mn-lt"/>
            </a:rPr>
            <a:t>34-50</a:t>
          </a:r>
          <a:r>
            <a:rPr lang="zh-CN" altLang="en-US" sz="2400" b="1" kern="1200" dirty="0" smtClean="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kern="1200" dirty="0">
            <a:solidFill>
              <a:srgbClr val="FFC000"/>
            </a:solidFill>
            <a:latin typeface="微软雅黑" panose="020B0503020204020204" charset="-122"/>
            <a:ea typeface="微软雅黑" panose="020B0503020204020204" charset="-122"/>
            <a:sym typeface="+mn-lt"/>
          </a:endParaRPr>
        </a:p>
      </dsp:txBody>
      <dsp:txXfrm>
        <a:off x="34656" y="3115736"/>
        <a:ext cx="2136332" cy="1041428"/>
      </dsp:txXfrm>
    </dsp:sp>
    <dsp:sp modelId="{CFB17809-6A02-46D1-BE24-9D0A4596863C}">
      <dsp:nvSpPr>
        <dsp:cNvPr id="0" name=""/>
        <dsp:cNvSpPr/>
      </dsp:nvSpPr>
      <dsp:spPr>
        <a:xfrm>
          <a:off x="2573179" y="1015"/>
          <a:ext cx="2201132" cy="2721616"/>
        </a:xfrm>
        <a:prstGeom prst="roundRect">
          <a:avLst>
            <a:gd name="adj" fmla="val 10000"/>
          </a:avLst>
        </a:prstGeom>
        <a:solidFill>
          <a:srgbClr val="0070C0"/>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r>
            <a:rPr lang="zh-CN" altLang="en-US"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rPr>
            <a:t>QS</a:t>
          </a:r>
          <a:endParaRPr lang="en-US" altLang="zh-CN" sz="2000" b="1" kern="1200" dirty="0">
            <a:solidFill>
              <a:srgbClr val="FFC000"/>
            </a:solidFill>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r>
            <a:rPr lang="zh-CN" altLang="en-US" sz="2000" b="1" kern="1200" dirty="0">
              <a:latin typeface="微软雅黑" panose="020B0503020204020204" charset="-122"/>
              <a:ea typeface="微软雅黑" panose="020B0503020204020204" charset="-122"/>
              <a:cs typeface="楷体" panose="02010609060101010101" charset="-122"/>
              <a:sym typeface="+mn-lt"/>
            </a:rPr>
            <a:t>世界大学  </a:t>
          </a:r>
          <a:endParaRPr lang="en-US" altLang="zh-CN" sz="2000" b="1" kern="1200" dirty="0">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r>
            <a:rPr lang="zh-CN" altLang="en-US" sz="2000" b="1" kern="1200" dirty="0">
              <a:latin typeface="微软雅黑" panose="020B0503020204020204" charset="-122"/>
              <a:ea typeface="微软雅黑" panose="020B0503020204020204" charset="-122"/>
              <a:cs typeface="楷体" panose="02010609060101010101" charset="-122"/>
              <a:sym typeface="+mn-lt"/>
            </a:rPr>
            <a:t>排名</a:t>
          </a:r>
          <a:endParaRPr lang="zh-CN" sz="2000" b="1" kern="1200" dirty="0">
            <a:latin typeface="微软雅黑" panose="020B0503020204020204" charset="-122"/>
            <a:ea typeface="微软雅黑" panose="020B0503020204020204" charset="-122"/>
            <a:sym typeface="+mn-lt"/>
          </a:endParaRPr>
        </a:p>
      </dsp:txBody>
      <dsp:txXfrm>
        <a:off x="2637648" y="65484"/>
        <a:ext cx="2072194" cy="2592678"/>
      </dsp:txXfrm>
    </dsp:sp>
    <dsp:sp modelId="{FE6470D0-D2A5-4AB0-AA45-ED5C85146F72}">
      <dsp:nvSpPr>
        <dsp:cNvPr id="0" name=""/>
        <dsp:cNvSpPr/>
      </dsp:nvSpPr>
      <dsp:spPr>
        <a:xfrm>
          <a:off x="2573179" y="3083336"/>
          <a:ext cx="2201132" cy="1101764"/>
        </a:xfrm>
        <a:prstGeom prst="roundRect">
          <a:avLst>
            <a:gd name="adj" fmla="val 1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zh-CN" altLang="en-US" sz="2400" b="1" kern="1200" dirty="0" smtClean="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kern="1200" dirty="0" smtClean="0">
              <a:solidFill>
                <a:srgbClr val="FFC000"/>
              </a:solidFill>
              <a:latin typeface="微软雅黑" panose="020B0503020204020204" charset="-122"/>
              <a:ea typeface="微软雅黑" panose="020B0503020204020204" charset="-122"/>
              <a:cs typeface="微软雅黑" panose="020B0503020204020204" charset="-122"/>
              <a:sym typeface="+mn-lt"/>
            </a:rPr>
            <a:t>53</a:t>
          </a:r>
          <a:r>
            <a:rPr lang="zh-CN" altLang="en-US" sz="2400" b="1" kern="1200" dirty="0" smtClean="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kern="1200" dirty="0">
            <a:solidFill>
              <a:srgbClr val="FFC000"/>
            </a:solidFill>
            <a:latin typeface="微软雅黑" panose="020B0503020204020204" charset="-122"/>
            <a:ea typeface="微软雅黑" panose="020B0503020204020204" charset="-122"/>
            <a:sym typeface="+mn-lt"/>
          </a:endParaRPr>
        </a:p>
      </dsp:txBody>
      <dsp:txXfrm>
        <a:off x="2605449" y="3115606"/>
        <a:ext cx="2136592" cy="1037224"/>
      </dsp:txXfrm>
    </dsp:sp>
    <dsp:sp modelId="{6212FE88-0B49-4A37-986C-3F9A9970A080}">
      <dsp:nvSpPr>
        <dsp:cNvPr id="0" name=""/>
        <dsp:cNvSpPr/>
      </dsp:nvSpPr>
      <dsp:spPr>
        <a:xfrm>
          <a:off x="5144103" y="1015"/>
          <a:ext cx="2201132" cy="2721616"/>
        </a:xfrm>
        <a:prstGeom prst="roundRect">
          <a:avLst>
            <a:gd name="adj" fmla="val 10000"/>
          </a:avLst>
        </a:prstGeom>
        <a:solidFill>
          <a:srgbClr val="0070C0"/>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ts val="0"/>
            </a:spcAft>
          </a:pPr>
          <a:endParaRPr lang="en-US"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endParaRPr lang="en-US"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endParaRPr lang="en-US"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r>
            <a:rPr lang="en-US" sz="2000" b="1" kern="1200" dirty="0" err="1" smtClean="0">
              <a:solidFill>
                <a:srgbClr val="FFC000"/>
              </a:solidFill>
              <a:latin typeface="微软雅黑" panose="020B0503020204020204" charset="-122"/>
              <a:ea typeface="微软雅黑" panose="020B0503020204020204" charset="-122"/>
              <a:cs typeface="楷体" panose="02010609060101010101" charset="-122"/>
              <a:sym typeface="+mn-lt"/>
            </a:rPr>
            <a:t>U.S.News</a:t>
          </a:r>
          <a:r>
            <a:rPr lang="en-US" sz="2000" b="1" kern="1200" dirty="0" smtClean="0">
              <a:solidFill>
                <a:srgbClr val="FFC000"/>
              </a:solidFill>
              <a:latin typeface="微软雅黑" panose="020B0503020204020204" charset="-122"/>
              <a:ea typeface="微软雅黑" panose="020B0503020204020204" charset="-122"/>
              <a:cs typeface="楷体" panose="02010609060101010101" charset="-122"/>
              <a:sym typeface="+mn-lt"/>
            </a:rPr>
            <a:t> </a:t>
          </a:r>
          <a:r>
            <a:rPr lang="en-US" sz="2000" b="1" i="0" kern="1200" dirty="0" smtClean="0">
              <a:solidFill>
                <a:srgbClr val="FFC000"/>
              </a:solidFill>
              <a:latin typeface="微软雅黑" panose="020B0503020204020204" charset="-122"/>
              <a:ea typeface="微软雅黑" panose="020B0503020204020204" charset="-122"/>
              <a:sym typeface="+mn-lt"/>
            </a:rPr>
            <a:t> </a:t>
          </a:r>
        </a:p>
        <a:p>
          <a:pPr lvl="0" algn="ctr" defTabSz="889000">
            <a:lnSpc>
              <a:spcPct val="90000"/>
            </a:lnSpc>
            <a:spcBef>
              <a:spcPct val="0"/>
            </a:spcBef>
            <a:spcAft>
              <a:spcPts val="0"/>
            </a:spcAft>
          </a:pPr>
          <a:r>
            <a:rPr lang="zh-CN" altLang="en-US" sz="2000" b="1" kern="1200" dirty="0" smtClean="0">
              <a:latin typeface="微软雅黑" panose="020B0503020204020204" charset="-122"/>
              <a:ea typeface="微软雅黑" panose="020B0503020204020204" charset="-122"/>
              <a:cs typeface="楷体" panose="02010609060101010101" charset="-122"/>
              <a:sym typeface="+mn-lt"/>
            </a:rPr>
            <a:t>世界大学 </a:t>
          </a:r>
          <a:endParaRPr lang="en-US" altLang="zh-CN" sz="2000" b="1" kern="1200" dirty="0" smtClean="0">
            <a:latin typeface="微软雅黑" panose="020B0503020204020204" charset="-122"/>
            <a:ea typeface="微软雅黑" panose="020B0503020204020204" charset="-122"/>
            <a:cs typeface="楷体" panose="02010609060101010101" charset="-122"/>
            <a:sym typeface="+mn-lt"/>
          </a:endParaRPr>
        </a:p>
        <a:p>
          <a:pPr lvl="0" algn="ctr" defTabSz="889000">
            <a:lnSpc>
              <a:spcPct val="90000"/>
            </a:lnSpc>
            <a:spcBef>
              <a:spcPct val="0"/>
            </a:spcBef>
            <a:spcAft>
              <a:spcPts val="0"/>
            </a:spcAft>
          </a:pPr>
          <a:r>
            <a:rPr lang="zh-CN" altLang="en-US" sz="2000" b="1" kern="1200" dirty="0" smtClean="0">
              <a:latin typeface="微软雅黑" panose="020B0503020204020204" charset="-122"/>
              <a:ea typeface="微软雅黑" panose="020B0503020204020204" charset="-122"/>
              <a:cs typeface="楷体" panose="02010609060101010101" charset="-122"/>
              <a:sym typeface="+mn-lt"/>
            </a:rPr>
            <a:t>排名</a:t>
          </a:r>
          <a:endParaRPr lang="zh-CN" sz="1800" b="1" kern="1200" dirty="0">
            <a:latin typeface="微软雅黑" panose="020B0503020204020204" charset="-122"/>
            <a:ea typeface="微软雅黑" panose="020B0503020204020204" charset="-122"/>
            <a:sym typeface="+mn-lt"/>
          </a:endParaRPr>
        </a:p>
      </dsp:txBody>
      <dsp:txXfrm>
        <a:off x="5208572" y="65484"/>
        <a:ext cx="2072194" cy="2592678"/>
      </dsp:txXfrm>
    </dsp:sp>
    <dsp:sp modelId="{D59F1664-5FC6-44D4-9790-126F2C3D99D8}">
      <dsp:nvSpPr>
        <dsp:cNvPr id="0" name=""/>
        <dsp:cNvSpPr/>
      </dsp:nvSpPr>
      <dsp:spPr>
        <a:xfrm>
          <a:off x="5144103" y="3083336"/>
          <a:ext cx="2201132" cy="1106527"/>
        </a:xfrm>
        <a:prstGeom prst="roundRect">
          <a:avLst>
            <a:gd name="adj" fmla="val 1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100000"/>
            </a:lnSpc>
            <a:spcBef>
              <a:spcPct val="0"/>
            </a:spcBef>
            <a:spcAft>
              <a:spcPct val="35000"/>
            </a:spcAft>
          </a:pPr>
          <a:r>
            <a:rPr lang="zh-CN" altLang="en-US" sz="2400" b="1" kern="1200" dirty="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kern="1200" dirty="0">
              <a:solidFill>
                <a:srgbClr val="FFC000"/>
              </a:solidFill>
              <a:latin typeface="微软雅黑" panose="020B0503020204020204" charset="-122"/>
              <a:ea typeface="微软雅黑" panose="020B0503020204020204" charset="-122"/>
              <a:cs typeface="微软雅黑" panose="020B0503020204020204" charset="-122"/>
              <a:sym typeface="+mn-lt"/>
            </a:rPr>
            <a:t>41</a:t>
          </a:r>
          <a:r>
            <a:rPr lang="zh-CN" altLang="en-US" sz="2400" b="1" kern="1200" dirty="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kern="1200" dirty="0">
            <a:solidFill>
              <a:srgbClr val="FFC000"/>
            </a:solidFill>
            <a:latin typeface="微软雅黑" panose="020B0503020204020204" charset="-122"/>
            <a:ea typeface="微软雅黑" panose="020B0503020204020204" charset="-122"/>
            <a:sym typeface="+mn-lt"/>
          </a:endParaRPr>
        </a:p>
      </dsp:txBody>
      <dsp:txXfrm>
        <a:off x="5176512" y="3115745"/>
        <a:ext cx="2136314" cy="1041709"/>
      </dsp:txXfrm>
    </dsp:sp>
    <dsp:sp modelId="{1CF9C8AA-BB06-4113-BED2-549D539D420E}">
      <dsp:nvSpPr>
        <dsp:cNvPr id="0" name=""/>
        <dsp:cNvSpPr/>
      </dsp:nvSpPr>
      <dsp:spPr>
        <a:xfrm>
          <a:off x="7685509" y="0"/>
          <a:ext cx="2201132" cy="2721616"/>
        </a:xfrm>
        <a:prstGeom prst="roundRect">
          <a:avLst>
            <a:gd name="adj" fmla="val 10000"/>
          </a:avLst>
        </a:prstGeom>
        <a:solidFill>
          <a:srgbClr val="0070C0"/>
        </a:solidFill>
        <a:ln w="254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10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sym typeface="+mn-lt"/>
          </a:endParaRPr>
        </a:p>
        <a:p>
          <a:pPr lvl="0" algn="ctr" defTabSz="889000" rtl="0">
            <a:lnSpc>
              <a:spcPct val="10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sym typeface="+mn-lt"/>
          </a:endParaRPr>
        </a:p>
        <a:p>
          <a:pPr lvl="0" algn="ctr" defTabSz="889000" rtl="0">
            <a:lnSpc>
              <a:spcPct val="100000"/>
            </a:lnSpc>
            <a:spcBef>
              <a:spcPct val="0"/>
            </a:spcBef>
            <a:spcAft>
              <a:spcPts val="0"/>
            </a:spcAft>
          </a:pPr>
          <a:endParaRPr lang="en-US" altLang="zh-CN" sz="2000" b="1" kern="1200" dirty="0" smtClean="0">
            <a:solidFill>
              <a:srgbClr val="FFC000"/>
            </a:solidFill>
            <a:latin typeface="微软雅黑" panose="020B0503020204020204" charset="-122"/>
            <a:ea typeface="微软雅黑" panose="020B0503020204020204" charset="-122"/>
            <a:sym typeface="+mn-lt"/>
          </a:endParaRPr>
        </a:p>
        <a:p>
          <a:pPr lvl="0" algn="ctr" defTabSz="889000" rtl="0">
            <a:lnSpc>
              <a:spcPct val="100000"/>
            </a:lnSpc>
            <a:spcBef>
              <a:spcPct val="0"/>
            </a:spcBef>
            <a:spcAft>
              <a:spcPts val="0"/>
            </a:spcAft>
          </a:pPr>
          <a:r>
            <a:rPr lang="zh-CN" altLang="en-US" sz="2000" b="1" kern="1200" dirty="0" smtClean="0">
              <a:solidFill>
                <a:srgbClr val="FFC000"/>
              </a:solidFill>
              <a:latin typeface="微软雅黑" panose="020B0503020204020204" charset="-122"/>
              <a:ea typeface="微软雅黑" panose="020B0503020204020204" charset="-122"/>
              <a:sym typeface="+mn-lt"/>
            </a:rPr>
            <a:t>上海</a:t>
          </a:r>
          <a:r>
            <a:rPr lang="zh-CN" altLang="en-US" sz="2000" b="1" kern="1200" dirty="0">
              <a:solidFill>
                <a:srgbClr val="FFC000"/>
              </a:solidFill>
              <a:latin typeface="微软雅黑" panose="020B0503020204020204" charset="-122"/>
              <a:ea typeface="微软雅黑" panose="020B0503020204020204" charset="-122"/>
              <a:sym typeface="+mn-lt"/>
            </a:rPr>
            <a:t>软科 </a:t>
          </a:r>
          <a:endParaRPr lang="en-US" altLang="zh-CN" sz="2000" b="1" kern="1200" dirty="0">
            <a:solidFill>
              <a:srgbClr val="FFC000"/>
            </a:solidFill>
            <a:latin typeface="微软雅黑" panose="020B0503020204020204" charset="-122"/>
            <a:ea typeface="微软雅黑" panose="020B0503020204020204" charset="-122"/>
            <a:sym typeface="+mn-lt"/>
          </a:endParaRPr>
        </a:p>
        <a:p>
          <a:pPr lvl="0" algn="ctr" defTabSz="889000">
            <a:lnSpc>
              <a:spcPct val="90000"/>
            </a:lnSpc>
            <a:spcBef>
              <a:spcPct val="0"/>
            </a:spcBef>
            <a:spcAft>
              <a:spcPct val="35000"/>
            </a:spcAft>
          </a:pPr>
          <a:r>
            <a:rPr lang="zh-CN" altLang="en-US" sz="2000" b="1" kern="1200" dirty="0">
              <a:latin typeface="微软雅黑" panose="020B0503020204020204" charset="-122"/>
              <a:ea typeface="微软雅黑" panose="020B0503020204020204" charset="-122"/>
              <a:sym typeface="+mn-lt"/>
            </a:rPr>
            <a:t>世界大学学术排名</a:t>
          </a:r>
        </a:p>
      </dsp:txBody>
      <dsp:txXfrm>
        <a:off x="7749978" y="64469"/>
        <a:ext cx="2072194" cy="2592678"/>
      </dsp:txXfrm>
    </dsp:sp>
    <dsp:sp modelId="{188CADF0-BADA-430D-80EA-A53F4EBCA7F7}">
      <dsp:nvSpPr>
        <dsp:cNvPr id="0" name=""/>
        <dsp:cNvSpPr/>
      </dsp:nvSpPr>
      <dsp:spPr>
        <a:xfrm>
          <a:off x="7715026" y="3083336"/>
          <a:ext cx="2201132" cy="1106527"/>
        </a:xfrm>
        <a:prstGeom prst="roundRect">
          <a:avLst>
            <a:gd name="adj" fmla="val 1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100000"/>
            </a:lnSpc>
            <a:spcBef>
              <a:spcPct val="0"/>
            </a:spcBef>
            <a:spcAft>
              <a:spcPct val="35000"/>
            </a:spcAft>
          </a:pPr>
          <a:r>
            <a:rPr lang="zh-CN" altLang="en-US" sz="2400" b="1" kern="1200" dirty="0">
              <a:solidFill>
                <a:srgbClr val="FFC000"/>
              </a:solidFill>
              <a:latin typeface="微软雅黑" panose="020B0503020204020204" charset="-122"/>
              <a:ea typeface="微软雅黑" panose="020B0503020204020204" charset="-122"/>
              <a:cs typeface="微软雅黑" panose="020B0503020204020204" charset="-122"/>
              <a:sym typeface="+mn-lt"/>
            </a:rPr>
            <a:t>第</a:t>
          </a:r>
          <a:r>
            <a:rPr lang="en-US" altLang="zh-CN" sz="2400" b="1" kern="1200" dirty="0">
              <a:solidFill>
                <a:srgbClr val="FFC000"/>
              </a:solidFill>
              <a:latin typeface="微软雅黑" panose="020B0503020204020204" charset="-122"/>
              <a:ea typeface="微软雅黑" panose="020B0503020204020204" charset="-122"/>
              <a:cs typeface="微软雅黑" panose="020B0503020204020204" charset="-122"/>
              <a:sym typeface="+mn-lt"/>
            </a:rPr>
            <a:t>52</a:t>
          </a:r>
          <a:r>
            <a:rPr lang="zh-CN" altLang="en-US" sz="2400" b="1" kern="1200" dirty="0">
              <a:solidFill>
                <a:srgbClr val="FFC000"/>
              </a:solidFill>
              <a:latin typeface="微软雅黑" panose="020B0503020204020204" charset="-122"/>
              <a:ea typeface="微软雅黑" panose="020B0503020204020204" charset="-122"/>
              <a:cs typeface="微软雅黑" panose="020B0503020204020204" charset="-122"/>
              <a:sym typeface="+mn-lt"/>
            </a:rPr>
            <a:t>名</a:t>
          </a:r>
          <a:endParaRPr lang="zh-CN" sz="2400" b="1" kern="1200" dirty="0">
            <a:solidFill>
              <a:srgbClr val="FFC000"/>
            </a:solidFill>
            <a:latin typeface="微软雅黑" panose="020B0503020204020204" charset="-122"/>
            <a:ea typeface="微软雅黑" panose="020B0503020204020204" charset="-122"/>
            <a:sym typeface="+mn-lt"/>
          </a:endParaRPr>
        </a:p>
      </dsp:txBody>
      <dsp:txXfrm>
        <a:off x="7747435" y="3115745"/>
        <a:ext cx="2136314" cy="10417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845750-6DEE-4AE1-9749-79B85EF85E9D}">
      <dsp:nvSpPr>
        <dsp:cNvPr id="0" name=""/>
        <dsp:cNvSpPr/>
      </dsp:nvSpPr>
      <dsp:spPr>
        <a:xfrm>
          <a:off x="0" y="5463"/>
          <a:ext cx="1907599" cy="366795"/>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数学与统计学院</a:t>
          </a:r>
        </a:p>
      </dsp:txBody>
      <dsp:txXfrm>
        <a:off x="17905" y="23368"/>
        <a:ext cx="1871789" cy="330985"/>
      </dsp:txXfrm>
    </dsp:sp>
    <dsp:sp modelId="{ECCA6396-C8EA-408F-B3B0-A1C1129F873F}">
      <dsp:nvSpPr>
        <dsp:cNvPr id="0" name=""/>
        <dsp:cNvSpPr/>
      </dsp:nvSpPr>
      <dsp:spPr>
        <a:xfrm>
          <a:off x="0" y="426978"/>
          <a:ext cx="1907599" cy="366795"/>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物理与光电工程学院</a:t>
          </a:r>
        </a:p>
      </dsp:txBody>
      <dsp:txXfrm>
        <a:off x="17905" y="444883"/>
        <a:ext cx="1871789" cy="330985"/>
      </dsp:txXfrm>
    </dsp:sp>
    <dsp:sp modelId="{C43724B1-92C8-4F04-A506-6167BA0976C5}">
      <dsp:nvSpPr>
        <dsp:cNvPr id="0" name=""/>
        <dsp:cNvSpPr/>
      </dsp:nvSpPr>
      <dsp:spPr>
        <a:xfrm>
          <a:off x="0" y="848493"/>
          <a:ext cx="1907599" cy="366795"/>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法政学院</a:t>
          </a:r>
        </a:p>
      </dsp:txBody>
      <dsp:txXfrm>
        <a:off x="17905" y="866398"/>
        <a:ext cx="1871789" cy="330985"/>
      </dsp:txXfrm>
    </dsp:sp>
    <dsp:sp modelId="{FB4BF8EE-9C8B-4B4F-BD76-C085B899F46D}">
      <dsp:nvSpPr>
        <dsp:cNvPr id="0" name=""/>
        <dsp:cNvSpPr/>
      </dsp:nvSpPr>
      <dsp:spPr>
        <a:xfrm>
          <a:off x="0" y="1270009"/>
          <a:ext cx="1907599" cy="366795"/>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马克思主义学院</a:t>
          </a:r>
        </a:p>
      </dsp:txBody>
      <dsp:txXfrm>
        <a:off x="17905" y="1287914"/>
        <a:ext cx="1871789" cy="330985"/>
      </dsp:txXfrm>
    </dsp:sp>
    <dsp:sp modelId="{3F2AFF53-7AF7-400C-8A92-30FE644EA230}">
      <dsp:nvSpPr>
        <dsp:cNvPr id="0" name=""/>
        <dsp:cNvSpPr/>
      </dsp:nvSpPr>
      <dsp:spPr>
        <a:xfrm>
          <a:off x="0" y="1691524"/>
          <a:ext cx="1907599" cy="366795"/>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管理工程学院</a:t>
          </a:r>
        </a:p>
      </dsp:txBody>
      <dsp:txXfrm>
        <a:off x="17905" y="1709429"/>
        <a:ext cx="1871789" cy="3309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146AC4-5440-4E95-A2CB-63D9B8866B8F}">
      <dsp:nvSpPr>
        <dsp:cNvPr id="0" name=""/>
        <dsp:cNvSpPr/>
      </dsp:nvSpPr>
      <dsp:spPr bwMode="white">
        <a:xfrm>
          <a:off x="0" y="58964"/>
          <a:ext cx="1973584" cy="374400"/>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海洋科学学院</a:t>
          </a:r>
        </a:p>
      </dsp:txBody>
      <dsp:txXfrm>
        <a:off x="18277" y="77241"/>
        <a:ext cx="1937030" cy="337846"/>
      </dsp:txXfrm>
    </dsp:sp>
    <dsp:sp modelId="{FBB08F2E-3677-485D-80A4-99A6AEEFE678}">
      <dsp:nvSpPr>
        <dsp:cNvPr id="0" name=""/>
        <dsp:cNvSpPr/>
      </dsp:nvSpPr>
      <dsp:spPr>
        <a:xfrm>
          <a:off x="0" y="462479"/>
          <a:ext cx="1973584" cy="374400"/>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环境科学与工程学院</a:t>
          </a:r>
        </a:p>
      </dsp:txBody>
      <dsp:txXfrm>
        <a:off x="18277" y="480756"/>
        <a:ext cx="1937030" cy="337846"/>
      </dsp:txXfrm>
    </dsp:sp>
    <dsp:sp modelId="{2A0FC97E-665F-4C83-9E24-15A9AE1F4E08}">
      <dsp:nvSpPr>
        <dsp:cNvPr id="0" name=""/>
        <dsp:cNvSpPr/>
      </dsp:nvSpPr>
      <dsp:spPr>
        <a:xfrm>
          <a:off x="0" y="871796"/>
          <a:ext cx="1973584" cy="374400"/>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自动化学院</a:t>
          </a:r>
        </a:p>
      </dsp:txBody>
      <dsp:txXfrm>
        <a:off x="18277" y="890073"/>
        <a:ext cx="1937030" cy="337846"/>
      </dsp:txXfrm>
    </dsp:sp>
    <dsp:sp modelId="{64CE4853-D470-4E42-BC0B-89DE4BACFD64}">
      <dsp:nvSpPr>
        <dsp:cNvPr id="0" name=""/>
        <dsp:cNvSpPr/>
      </dsp:nvSpPr>
      <dsp:spPr>
        <a:xfrm>
          <a:off x="0" y="1274939"/>
          <a:ext cx="1973584" cy="374400"/>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电子与信息工程学院</a:t>
          </a:r>
        </a:p>
      </dsp:txBody>
      <dsp:txXfrm>
        <a:off x="18277" y="1293216"/>
        <a:ext cx="1937030" cy="337846"/>
      </dsp:txXfrm>
    </dsp:sp>
    <dsp:sp modelId="{D28E7E9F-119B-4651-8032-27F0F35BF61F}">
      <dsp:nvSpPr>
        <dsp:cNvPr id="0" name=""/>
        <dsp:cNvSpPr/>
      </dsp:nvSpPr>
      <dsp:spPr>
        <a:xfrm>
          <a:off x="0" y="1670461"/>
          <a:ext cx="1973584" cy="374400"/>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计算机与软件学院</a:t>
          </a:r>
        </a:p>
      </dsp:txBody>
      <dsp:txXfrm>
        <a:off x="18277" y="1688738"/>
        <a:ext cx="1937030" cy="3378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52C09-BE2F-4D1C-A7DE-08129C9BE79A}">
      <dsp:nvSpPr>
        <dsp:cNvPr id="0" name=""/>
        <dsp:cNvSpPr/>
      </dsp:nvSpPr>
      <dsp:spPr>
        <a:xfrm>
          <a:off x="0" y="5925"/>
          <a:ext cx="2097083"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大气科学学院</a:t>
          </a:r>
        </a:p>
      </dsp:txBody>
      <dsp:txXfrm>
        <a:off x="16962" y="22887"/>
        <a:ext cx="2063159" cy="313545"/>
      </dsp:txXfrm>
    </dsp:sp>
    <dsp:sp modelId="{0C837617-A849-460D-873B-26328E057B74}">
      <dsp:nvSpPr>
        <dsp:cNvPr id="0" name=""/>
        <dsp:cNvSpPr/>
      </dsp:nvSpPr>
      <dsp:spPr>
        <a:xfrm>
          <a:off x="0" y="361650"/>
          <a:ext cx="2097083"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应用气象学院</a:t>
          </a:r>
        </a:p>
      </dsp:txBody>
      <dsp:txXfrm>
        <a:off x="16962" y="378612"/>
        <a:ext cx="2063159" cy="313545"/>
      </dsp:txXfrm>
    </dsp:sp>
    <dsp:sp modelId="{052F5AEC-A25C-4E17-B3C3-086CCA237912}">
      <dsp:nvSpPr>
        <dsp:cNvPr id="0" name=""/>
        <dsp:cNvSpPr/>
      </dsp:nvSpPr>
      <dsp:spPr>
        <a:xfrm>
          <a:off x="0" y="722914"/>
          <a:ext cx="2097083"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大气物理学院</a:t>
          </a:r>
        </a:p>
      </dsp:txBody>
      <dsp:txXfrm>
        <a:off x="16962" y="739876"/>
        <a:ext cx="2063159" cy="313545"/>
      </dsp:txXfrm>
    </dsp:sp>
    <dsp:sp modelId="{68391498-DAF6-4D49-B8A4-9B449C38DCB4}">
      <dsp:nvSpPr>
        <dsp:cNvPr id="0" name=""/>
        <dsp:cNvSpPr/>
      </dsp:nvSpPr>
      <dsp:spPr>
        <a:xfrm>
          <a:off x="0" y="1084179"/>
          <a:ext cx="2097083"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地理科学学院</a:t>
          </a:r>
        </a:p>
      </dsp:txBody>
      <dsp:txXfrm>
        <a:off x="16962" y="1101141"/>
        <a:ext cx="2063159" cy="313545"/>
      </dsp:txXfrm>
    </dsp:sp>
    <dsp:sp modelId="{77407136-BE1A-4FBE-A26B-85A4D7EA933A}">
      <dsp:nvSpPr>
        <dsp:cNvPr id="0" name=""/>
        <dsp:cNvSpPr/>
      </dsp:nvSpPr>
      <dsp:spPr>
        <a:xfrm>
          <a:off x="0" y="1445444"/>
          <a:ext cx="2097083"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遥感与测绘工程学院</a:t>
          </a:r>
        </a:p>
      </dsp:txBody>
      <dsp:txXfrm>
        <a:off x="16962" y="1462406"/>
        <a:ext cx="2063159" cy="313545"/>
      </dsp:txXfrm>
    </dsp:sp>
    <dsp:sp modelId="{DA1059BA-7B29-4DB2-9D9B-B62F9A11825C}">
      <dsp:nvSpPr>
        <dsp:cNvPr id="0" name=""/>
        <dsp:cNvSpPr/>
      </dsp:nvSpPr>
      <dsp:spPr>
        <a:xfrm>
          <a:off x="0" y="1806709"/>
          <a:ext cx="2097083"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zh-CN" altLang="en-US" sz="1200" b="1" kern="1200" dirty="0">
              <a:solidFill>
                <a:srgbClr val="002060"/>
              </a:solidFill>
              <a:effectLst/>
              <a:latin typeface="+mn-lt"/>
              <a:ea typeface="微软雅黑" panose="020B0503020204020204" charset="-122"/>
              <a:sym typeface="+mn-lt"/>
            </a:rPr>
            <a:t>水文与水资源工程学院</a:t>
          </a:r>
        </a:p>
      </dsp:txBody>
      <dsp:txXfrm>
        <a:off x="16962" y="1823671"/>
        <a:ext cx="2063159" cy="3135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DFC058-6D76-4E0E-B064-EFA5555C7206}">
      <dsp:nvSpPr>
        <dsp:cNvPr id="0" name=""/>
        <dsp:cNvSpPr/>
      </dsp:nvSpPr>
      <dsp:spPr>
        <a:xfrm>
          <a:off x="0" y="27940"/>
          <a:ext cx="1902884"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商学院</a:t>
          </a:r>
        </a:p>
      </dsp:txBody>
      <dsp:txXfrm>
        <a:off x="16962" y="44902"/>
        <a:ext cx="1868960" cy="313545"/>
      </dsp:txXfrm>
    </dsp:sp>
    <dsp:sp modelId="{C467F94D-2EF0-4520-928F-F9DD5EDB68AD}">
      <dsp:nvSpPr>
        <dsp:cNvPr id="0" name=""/>
        <dsp:cNvSpPr/>
      </dsp:nvSpPr>
      <dsp:spPr>
        <a:xfrm>
          <a:off x="0" y="361650"/>
          <a:ext cx="1902884"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文学院</a:t>
          </a:r>
        </a:p>
      </dsp:txBody>
      <dsp:txXfrm>
        <a:off x="16962" y="378612"/>
        <a:ext cx="1868960" cy="313545"/>
      </dsp:txXfrm>
    </dsp:sp>
    <dsp:sp modelId="{3A396797-DAE2-41D2-AA75-4440611B01A2}">
      <dsp:nvSpPr>
        <dsp:cNvPr id="0" name=""/>
        <dsp:cNvSpPr/>
      </dsp:nvSpPr>
      <dsp:spPr>
        <a:xfrm>
          <a:off x="0" y="722914"/>
          <a:ext cx="1902884"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艺术学院</a:t>
          </a:r>
        </a:p>
      </dsp:txBody>
      <dsp:txXfrm>
        <a:off x="16962" y="739876"/>
        <a:ext cx="1868960" cy="313545"/>
      </dsp:txXfrm>
    </dsp:sp>
    <dsp:sp modelId="{18ED4AAC-330D-42AE-A485-49B9194859FE}">
      <dsp:nvSpPr>
        <dsp:cNvPr id="0" name=""/>
        <dsp:cNvSpPr/>
      </dsp:nvSpPr>
      <dsp:spPr>
        <a:xfrm>
          <a:off x="0" y="1084179"/>
          <a:ext cx="1902884"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教师教育学院</a:t>
          </a:r>
        </a:p>
      </dsp:txBody>
      <dsp:txXfrm>
        <a:off x="16962" y="1101141"/>
        <a:ext cx="1868960" cy="313545"/>
      </dsp:txXfrm>
    </dsp:sp>
    <dsp:sp modelId="{61177F86-D721-44E1-AE7B-4C821CB80CCA}">
      <dsp:nvSpPr>
        <dsp:cNvPr id="0" name=""/>
        <dsp:cNvSpPr/>
      </dsp:nvSpPr>
      <dsp:spPr>
        <a:xfrm>
          <a:off x="0" y="1445444"/>
          <a:ext cx="1902884"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化学与材料学院</a:t>
          </a:r>
        </a:p>
      </dsp:txBody>
      <dsp:txXfrm>
        <a:off x="16962" y="1462406"/>
        <a:ext cx="1868960" cy="313545"/>
      </dsp:txXfrm>
    </dsp:sp>
    <dsp:sp modelId="{FF829CFF-7E53-4D54-8DCA-390BB3310DCC}">
      <dsp:nvSpPr>
        <dsp:cNvPr id="0" name=""/>
        <dsp:cNvSpPr/>
      </dsp:nvSpPr>
      <dsp:spPr>
        <a:xfrm>
          <a:off x="0" y="1806709"/>
          <a:ext cx="1902884" cy="347469"/>
        </a:xfrm>
        <a:prstGeom prst="roundRect">
          <a:avLst/>
        </a:prstGeom>
        <a:solidFill>
          <a:schemeClr val="lt1">
            <a:hueOff val="0"/>
            <a:satOff val="0"/>
            <a:lumOff val="0"/>
          </a:schemeClr>
        </a:solidFill>
        <a:ln w="25400" cap="flat" cmpd="sng" algn="ctr">
          <a:solidFill>
            <a:srgbClr val="179EEE"/>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a:solidFill>
                <a:srgbClr val="002060"/>
              </a:solidFill>
              <a:latin typeface="+mn-lt"/>
              <a:ea typeface="微软雅黑" panose="020B0503020204020204" charset="-122"/>
              <a:sym typeface="+mn-lt"/>
            </a:rPr>
            <a:t>人工智能学院</a:t>
          </a:r>
        </a:p>
      </dsp:txBody>
      <dsp:txXfrm>
        <a:off x="16962" y="1823671"/>
        <a:ext cx="1868960" cy="31354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C92F4D-A7CC-42B4-895E-0E333F801C21}">
      <dsp:nvSpPr>
        <dsp:cNvPr id="0" name=""/>
        <dsp:cNvSpPr/>
      </dsp:nvSpPr>
      <dsp:spPr>
        <a:xfrm>
          <a:off x="432747" y="64"/>
          <a:ext cx="1708051" cy="551227"/>
        </a:xfrm>
        <a:prstGeom prst="rect">
          <a:avLst/>
        </a:prstGeom>
        <a:solidFill>
          <a:schemeClr val="accent2"/>
        </a:solidFill>
        <a:ln w="12700" cap="flat" cmpd="sng" algn="ctr">
          <a:solidFill>
            <a:schemeClr val="bg1"/>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lvl="0" algn="ctr" defTabSz="800100" rtl="0">
            <a:lnSpc>
              <a:spcPct val="90000"/>
            </a:lnSpc>
            <a:spcBef>
              <a:spcPct val="0"/>
            </a:spcBef>
            <a:spcAft>
              <a:spcPts val="0"/>
            </a:spcAft>
          </a:pPr>
          <a:r>
            <a:rPr lang="en-US" sz="1800" b="1" kern="1200" dirty="0">
              <a:solidFill>
                <a:schemeClr val="bg1"/>
              </a:solidFill>
              <a:effectLst/>
              <a:latin typeface="+mn-lt"/>
              <a:ea typeface="微软雅黑" panose="020B0503020204020204" charset="-122"/>
              <a:sym typeface="+mn-lt"/>
            </a:rPr>
            <a:t>22</a:t>
          </a:r>
          <a:r>
            <a:rPr lang="zh-CN" sz="1800" b="1" kern="1200" dirty="0">
              <a:solidFill>
                <a:schemeClr val="bg1"/>
              </a:solidFill>
              <a:effectLst/>
              <a:latin typeface="+mn-lt"/>
              <a:ea typeface="微软雅黑" panose="020B0503020204020204" charset="-122"/>
              <a:sym typeface="+mn-lt"/>
            </a:rPr>
            <a:t>个</a:t>
          </a:r>
          <a:r>
            <a:rPr lang="en-US" altLang="zh-CN" sz="1800" b="1" kern="1200" dirty="0">
              <a:solidFill>
                <a:schemeClr val="bg1"/>
              </a:solidFill>
              <a:effectLst/>
              <a:latin typeface="+mn-lt"/>
              <a:ea typeface="微软雅黑" panose="020B0503020204020204" charset="-122"/>
              <a:sym typeface="+mn-lt"/>
            </a:rPr>
            <a:t>  </a:t>
          </a:r>
          <a:r>
            <a:rPr lang="zh-CN" sz="1800" b="1" kern="1200" dirty="0">
              <a:solidFill>
                <a:schemeClr val="bg1"/>
              </a:solidFill>
              <a:effectLst/>
              <a:latin typeface="+mn-lt"/>
              <a:ea typeface="微软雅黑" panose="020B0503020204020204" charset="-122"/>
              <a:sym typeface="+mn-lt"/>
            </a:rPr>
            <a:t>专业学院</a:t>
          </a:r>
        </a:p>
      </dsp:txBody>
      <dsp:txXfrm>
        <a:off x="432747" y="64"/>
        <a:ext cx="1708051" cy="55122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21735-C44F-4E2A-8E8A-E9EA90F35455}">
      <dsp:nvSpPr>
        <dsp:cNvPr id="0" name=""/>
        <dsp:cNvSpPr/>
      </dsp:nvSpPr>
      <dsp:spPr>
        <a:xfrm>
          <a:off x="3284272" y="0"/>
          <a:ext cx="2983514" cy="550689"/>
        </a:xfrm>
        <a:prstGeom prst="rect">
          <a:avLst/>
        </a:prstGeom>
        <a:solidFill>
          <a:srgbClr val="FFC000"/>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100000"/>
            </a:lnSpc>
            <a:spcBef>
              <a:spcPct val="0"/>
            </a:spcBef>
            <a:spcAft>
              <a:spcPct val="35000"/>
            </a:spcAft>
          </a:pPr>
          <a:r>
            <a:rPr lang="zh-CN" altLang="en-US" sz="2000" b="1" kern="1200" dirty="0">
              <a:solidFill>
                <a:schemeClr val="bg1"/>
              </a:solidFill>
              <a:effectLst>
                <a:outerShdw blurRad="38100" dist="38100" dir="2700000" algn="tl">
                  <a:srgbClr val="000000">
                    <a:alpha val="43137"/>
                  </a:srgbClr>
                </a:outerShdw>
              </a:effectLst>
              <a:latin typeface="+mn-lt"/>
              <a:ea typeface="微软雅黑" panose="020B0503020204020204" charset="-122"/>
              <a:sym typeface="+mn-lt"/>
            </a:rPr>
            <a:t>高水平办学机构</a:t>
          </a:r>
          <a:endParaRPr sz="7200" b="1" kern="1200" dirty="0">
            <a:solidFill>
              <a:schemeClr val="bg1"/>
            </a:solidFill>
            <a:latin typeface="+mn-lt"/>
            <a:sym typeface="+mn-lt"/>
          </a:endParaRPr>
        </a:p>
      </dsp:txBody>
      <dsp:txXfrm>
        <a:off x="3284272" y="0"/>
        <a:ext cx="2983514" cy="550689"/>
      </dsp:txXfrm>
    </dsp:sp>
    <dsp:sp modelId="{52AED5E2-3C3E-4D06-851D-C4F5168E36EC}">
      <dsp:nvSpPr>
        <dsp:cNvPr id="0" name=""/>
        <dsp:cNvSpPr/>
      </dsp:nvSpPr>
      <dsp:spPr>
        <a:xfrm>
          <a:off x="1090" y="790893"/>
          <a:ext cx="1449693" cy="627709"/>
        </a:xfrm>
        <a:prstGeom prst="roundRect">
          <a:avLst>
            <a:gd name="adj" fmla="val 10000"/>
          </a:avLst>
        </a:prstGeom>
        <a:solidFill>
          <a:srgbClr val="0A97F4"/>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altLang="zh-CN" sz="1400" b="1" kern="1200" dirty="0">
              <a:solidFill>
                <a:schemeClr val="bg1"/>
              </a:solidFill>
              <a:latin typeface="+mn-lt"/>
              <a:ea typeface="微软雅黑" panose="020B0503020204020204" charset="-122"/>
              <a:sym typeface="+mn-lt"/>
            </a:rPr>
            <a:t> </a:t>
          </a:r>
          <a:r>
            <a:rPr lang="zh-CN" sz="1400" b="1" kern="1200" dirty="0">
              <a:solidFill>
                <a:schemeClr val="bg1"/>
              </a:solidFill>
              <a:latin typeface="+mn-lt"/>
              <a:ea typeface="微软雅黑" panose="020B0503020204020204" charset="-122"/>
              <a:sym typeface="+mn-lt"/>
            </a:rPr>
            <a:t>龙山书院</a:t>
          </a:r>
          <a:r>
            <a:rPr lang="en-US" altLang="zh-CN" sz="1400" b="1" kern="1200" dirty="0">
              <a:solidFill>
                <a:schemeClr val="bg1"/>
              </a:solidFill>
              <a:latin typeface="+mn-lt"/>
              <a:ea typeface="微软雅黑" panose="020B0503020204020204" charset="-122"/>
              <a:sym typeface="+mn-lt"/>
            </a:rPr>
            <a:t>       </a:t>
          </a:r>
          <a:r>
            <a:rPr lang="zh-CN" sz="1400" b="1" kern="1200" dirty="0">
              <a:solidFill>
                <a:schemeClr val="bg1"/>
              </a:solidFill>
              <a:latin typeface="+mn-lt"/>
              <a:ea typeface="微软雅黑" panose="020B0503020204020204" charset="-122"/>
              <a:sym typeface="+mn-lt"/>
            </a:rPr>
            <a:t>（大类培养</a:t>
          </a:r>
          <a:r>
            <a:rPr lang="zh-CN" altLang="en-US" sz="1400" b="1" kern="1200" dirty="0">
              <a:solidFill>
                <a:schemeClr val="bg1"/>
              </a:solidFill>
              <a:latin typeface="+mn-lt"/>
              <a:ea typeface="微软雅黑" panose="020B0503020204020204" charset="-122"/>
              <a:sym typeface="+mn-lt"/>
            </a:rPr>
            <a:t>）</a:t>
          </a:r>
        </a:p>
      </dsp:txBody>
      <dsp:txXfrm>
        <a:off x="19475" y="809278"/>
        <a:ext cx="1412923" cy="590939"/>
      </dsp:txXfrm>
    </dsp:sp>
    <dsp:sp modelId="{5D1B73F5-A12B-4774-96AF-89D49F98F0DD}">
      <dsp:nvSpPr>
        <dsp:cNvPr id="0" name=""/>
        <dsp:cNvSpPr/>
      </dsp:nvSpPr>
      <dsp:spPr>
        <a:xfrm>
          <a:off x="1543319" y="790893"/>
          <a:ext cx="1314898" cy="627709"/>
        </a:xfrm>
        <a:prstGeom prst="roundRect">
          <a:avLst>
            <a:gd name="adj" fmla="val 10000"/>
          </a:avLst>
        </a:prstGeom>
        <a:solidFill>
          <a:srgbClr val="0A97F4"/>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altLang="zh-CN" sz="1400" b="1" kern="1200" dirty="0">
              <a:latin typeface="+mn-lt"/>
              <a:ea typeface="微软雅黑" panose="020B0503020204020204" charset="-122"/>
              <a:sym typeface="+mn-lt"/>
            </a:rPr>
            <a:t>  </a:t>
          </a:r>
          <a:r>
            <a:rPr lang="zh-CN" sz="1400" b="1" kern="1200" dirty="0">
              <a:latin typeface="+mn-lt"/>
              <a:ea typeface="微软雅黑" panose="020B0503020204020204" charset="-122"/>
              <a:sym typeface="+mn-lt"/>
            </a:rPr>
            <a:t>雷丁学院</a:t>
          </a:r>
          <a:r>
            <a:rPr lang="en-US" altLang="zh-CN" sz="1400" b="1" kern="1200" dirty="0">
              <a:latin typeface="+mn-lt"/>
              <a:ea typeface="微软雅黑" panose="020B0503020204020204" charset="-122"/>
              <a:sym typeface="+mn-lt"/>
            </a:rPr>
            <a:t>       </a:t>
          </a:r>
          <a:r>
            <a:rPr lang="zh-CN" sz="1400" b="1" kern="1200" dirty="0">
              <a:latin typeface="+mn-lt"/>
              <a:ea typeface="微软雅黑" panose="020B0503020204020204" charset="-122"/>
              <a:sym typeface="+mn-lt"/>
            </a:rPr>
            <a:t>（中英合作）</a:t>
          </a:r>
          <a:endParaRPr lang="zh-CN" altLang="en-US" sz="1400" b="1" kern="1200" dirty="0">
            <a:latin typeface="+mn-lt"/>
            <a:ea typeface="微软雅黑" panose="020B0503020204020204" charset="-122"/>
            <a:sym typeface="+mn-lt"/>
          </a:endParaRPr>
        </a:p>
      </dsp:txBody>
      <dsp:txXfrm>
        <a:off x="1561704" y="809278"/>
        <a:ext cx="1278128" cy="590939"/>
      </dsp:txXfrm>
    </dsp:sp>
    <dsp:sp modelId="{FAD8ED28-43B6-41C4-A544-1D4CF95ED9DB}">
      <dsp:nvSpPr>
        <dsp:cNvPr id="0" name=""/>
        <dsp:cNvSpPr/>
      </dsp:nvSpPr>
      <dsp:spPr>
        <a:xfrm>
          <a:off x="2950754" y="790893"/>
          <a:ext cx="1350315" cy="627709"/>
        </a:xfrm>
        <a:prstGeom prst="roundRect">
          <a:avLst>
            <a:gd name="adj" fmla="val 10000"/>
          </a:avLst>
        </a:prstGeom>
        <a:solidFill>
          <a:srgbClr val="0A97F4"/>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altLang="zh-CN" sz="1400" b="1" kern="1200" dirty="0">
              <a:latin typeface="+mn-lt"/>
              <a:ea typeface="微软雅黑" panose="020B0503020204020204" charset="-122"/>
              <a:sym typeface="+mn-lt"/>
            </a:rPr>
            <a:t>  </a:t>
          </a:r>
          <a:r>
            <a:rPr lang="zh-CN" sz="1400" b="1" kern="1200" dirty="0">
              <a:latin typeface="+mn-lt"/>
              <a:ea typeface="微软雅黑" panose="020B0503020204020204" charset="-122"/>
              <a:sym typeface="+mn-lt"/>
            </a:rPr>
            <a:t>长望学院</a:t>
          </a:r>
          <a:r>
            <a:rPr lang="en-US" altLang="zh-CN" sz="1400" b="1" kern="1200" dirty="0">
              <a:latin typeface="+mn-lt"/>
              <a:ea typeface="微软雅黑" panose="020B0503020204020204" charset="-122"/>
              <a:sym typeface="+mn-lt"/>
            </a:rPr>
            <a:t> </a:t>
          </a:r>
          <a:r>
            <a:rPr lang="zh-CN" sz="1400" b="1" kern="1200" dirty="0">
              <a:latin typeface="+mn-lt"/>
              <a:ea typeface="微软雅黑" panose="020B0503020204020204" charset="-122"/>
              <a:sym typeface="+mn-lt"/>
            </a:rPr>
            <a:t>（拔尖培养）</a:t>
          </a:r>
        </a:p>
      </dsp:txBody>
      <dsp:txXfrm>
        <a:off x="2969139" y="809278"/>
        <a:ext cx="1313545" cy="590939"/>
      </dsp:txXfrm>
    </dsp:sp>
    <dsp:sp modelId="{36B315A7-F192-495C-A410-C43DFE3B79ED}">
      <dsp:nvSpPr>
        <dsp:cNvPr id="0" name=""/>
        <dsp:cNvSpPr/>
      </dsp:nvSpPr>
      <dsp:spPr>
        <a:xfrm>
          <a:off x="4393606" y="790893"/>
          <a:ext cx="1375531" cy="627709"/>
        </a:xfrm>
        <a:prstGeom prst="roundRect">
          <a:avLst>
            <a:gd name="adj" fmla="val 10000"/>
          </a:avLst>
        </a:prstGeom>
        <a:solidFill>
          <a:srgbClr val="0A97F4"/>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ct val="35000"/>
            </a:spcAft>
          </a:pPr>
          <a:r>
            <a:rPr lang="en-US" altLang="zh-CN" sz="1400" b="1" kern="1200" dirty="0">
              <a:latin typeface="+mn-lt"/>
              <a:ea typeface="微软雅黑" panose="020B0503020204020204" charset="-122"/>
              <a:sym typeface="+mn-lt"/>
            </a:rPr>
            <a:t>  </a:t>
          </a:r>
          <a:r>
            <a:rPr lang="zh-CN" sz="1400" b="1" kern="1200" dirty="0">
              <a:latin typeface="+mn-lt"/>
              <a:ea typeface="微软雅黑" panose="020B0503020204020204" charset="-122"/>
              <a:sym typeface="+mn-lt"/>
            </a:rPr>
            <a:t>藕舫学院</a:t>
          </a:r>
          <a:r>
            <a:rPr lang="en-US" altLang="zh-CN" sz="1400" b="1" kern="1200" dirty="0">
              <a:latin typeface="+mn-lt"/>
              <a:ea typeface="微软雅黑" panose="020B0503020204020204" charset="-122"/>
              <a:sym typeface="+mn-lt"/>
            </a:rPr>
            <a:t>       </a:t>
          </a:r>
          <a:r>
            <a:rPr lang="zh-CN" sz="1400" b="1" kern="1200" dirty="0">
              <a:latin typeface="+mn-lt"/>
              <a:ea typeface="微软雅黑" panose="020B0503020204020204" charset="-122"/>
              <a:sym typeface="+mn-lt"/>
            </a:rPr>
            <a:t>（创新创业</a:t>
          </a:r>
          <a:r>
            <a:rPr lang="zh-CN" altLang="en-US" sz="1400" b="1" kern="1200" dirty="0">
              <a:latin typeface="+mn-lt"/>
              <a:ea typeface="微软雅黑" panose="020B0503020204020204" charset="-122"/>
              <a:sym typeface="+mn-lt"/>
            </a:rPr>
            <a:t>）</a:t>
          </a:r>
          <a:endParaRPr lang="zh-CN" sz="1400" b="1" kern="1200" dirty="0">
            <a:latin typeface="+mn-lt"/>
            <a:ea typeface="微软雅黑" panose="020B0503020204020204" charset="-122"/>
            <a:sym typeface="+mn-lt"/>
          </a:endParaRPr>
        </a:p>
      </dsp:txBody>
      <dsp:txXfrm>
        <a:off x="4411991" y="809278"/>
        <a:ext cx="1338761" cy="590939"/>
      </dsp:txXfrm>
    </dsp:sp>
    <dsp:sp modelId="{7EADAA1C-7E2F-414A-B6F7-0A70D6B7388D}">
      <dsp:nvSpPr>
        <dsp:cNvPr id="0" name=""/>
        <dsp:cNvSpPr/>
      </dsp:nvSpPr>
      <dsp:spPr>
        <a:xfrm>
          <a:off x="5861674" y="790893"/>
          <a:ext cx="1101624" cy="627709"/>
        </a:xfrm>
        <a:prstGeom prst="roundRect">
          <a:avLst>
            <a:gd name="adj" fmla="val 10000"/>
          </a:avLst>
        </a:prstGeom>
        <a:solidFill>
          <a:srgbClr val="0A97F4"/>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ts val="0"/>
            </a:spcAft>
          </a:pPr>
          <a:r>
            <a:rPr lang="zh-CN" altLang="en-US" sz="1400" b="1" kern="1200" dirty="0">
              <a:latin typeface="+mn-lt"/>
              <a:ea typeface="微软雅黑" panose="020B0503020204020204" charset="-122"/>
              <a:sym typeface="+mn-lt"/>
            </a:rPr>
            <a:t>应用技术</a:t>
          </a:r>
          <a:endParaRPr lang="en-US" altLang="zh-CN" sz="1400" b="1" kern="1200" dirty="0">
            <a:latin typeface="+mn-lt"/>
            <a:ea typeface="微软雅黑" panose="020B0503020204020204" charset="-122"/>
            <a:sym typeface="+mn-lt"/>
          </a:endParaRPr>
        </a:p>
        <a:p>
          <a:pPr lvl="0" algn="ctr" defTabSz="622300" rtl="0">
            <a:lnSpc>
              <a:spcPct val="90000"/>
            </a:lnSpc>
            <a:spcBef>
              <a:spcPct val="0"/>
            </a:spcBef>
            <a:spcAft>
              <a:spcPts val="0"/>
            </a:spcAft>
          </a:pPr>
          <a:r>
            <a:rPr lang="zh-CN" altLang="en-US" sz="1400" b="1" kern="1200" dirty="0">
              <a:latin typeface="+mn-lt"/>
              <a:ea typeface="微软雅黑" panose="020B0503020204020204" charset="-122"/>
              <a:sym typeface="+mn-lt"/>
            </a:rPr>
            <a:t>学院</a:t>
          </a:r>
          <a:endParaRPr lang="zh-CN" sz="1400" b="1" kern="1200" dirty="0">
            <a:latin typeface="+mn-lt"/>
            <a:ea typeface="微软雅黑" panose="020B0503020204020204" charset="-122"/>
            <a:sym typeface="+mn-lt"/>
          </a:endParaRPr>
        </a:p>
      </dsp:txBody>
      <dsp:txXfrm>
        <a:off x="5880059" y="809278"/>
        <a:ext cx="1064854" cy="590939"/>
      </dsp:txXfrm>
    </dsp:sp>
    <dsp:sp modelId="{1E7C9474-F4FB-4692-841A-B5591CABD9AB}">
      <dsp:nvSpPr>
        <dsp:cNvPr id="0" name=""/>
        <dsp:cNvSpPr/>
      </dsp:nvSpPr>
      <dsp:spPr>
        <a:xfrm>
          <a:off x="7055835" y="790893"/>
          <a:ext cx="1101624" cy="627709"/>
        </a:xfrm>
        <a:prstGeom prst="roundRect">
          <a:avLst>
            <a:gd name="adj" fmla="val 10000"/>
          </a:avLst>
        </a:prstGeom>
        <a:solidFill>
          <a:srgbClr val="0A97F4"/>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ts val="0"/>
            </a:spcAft>
          </a:pPr>
          <a:r>
            <a:rPr lang="zh-CN" altLang="en-US" sz="1400" b="1" kern="1200" dirty="0">
              <a:latin typeface="+mn-lt"/>
              <a:ea typeface="微软雅黑" panose="020B0503020204020204" charset="-122"/>
              <a:sym typeface="+mn-lt"/>
            </a:rPr>
            <a:t>继续教育</a:t>
          </a:r>
          <a:endParaRPr lang="en-US" altLang="zh-CN" sz="1400" b="1" kern="1200" dirty="0">
            <a:latin typeface="+mn-lt"/>
            <a:ea typeface="微软雅黑" panose="020B0503020204020204" charset="-122"/>
            <a:sym typeface="+mn-lt"/>
          </a:endParaRPr>
        </a:p>
        <a:p>
          <a:pPr lvl="0" algn="ctr" defTabSz="622300" rtl="0">
            <a:lnSpc>
              <a:spcPct val="90000"/>
            </a:lnSpc>
            <a:spcBef>
              <a:spcPct val="0"/>
            </a:spcBef>
            <a:spcAft>
              <a:spcPts val="0"/>
            </a:spcAft>
          </a:pPr>
          <a:r>
            <a:rPr lang="zh-CN" altLang="en-US" sz="1400" b="1" kern="1200" dirty="0">
              <a:latin typeface="+mn-lt"/>
              <a:ea typeface="微软雅黑" panose="020B0503020204020204" charset="-122"/>
              <a:sym typeface="+mn-lt"/>
            </a:rPr>
            <a:t>学院</a:t>
          </a:r>
          <a:endParaRPr lang="zh-CN" sz="1400" b="1" kern="1200" dirty="0">
            <a:latin typeface="+mn-lt"/>
            <a:ea typeface="微软雅黑" panose="020B0503020204020204" charset="-122"/>
            <a:sym typeface="+mn-lt"/>
          </a:endParaRPr>
        </a:p>
      </dsp:txBody>
      <dsp:txXfrm>
        <a:off x="7074220" y="809278"/>
        <a:ext cx="1064854" cy="590939"/>
      </dsp:txXfrm>
    </dsp:sp>
    <dsp:sp modelId="{F74EA5D0-032D-4678-8EAD-8A31A3B5F796}">
      <dsp:nvSpPr>
        <dsp:cNvPr id="0" name=""/>
        <dsp:cNvSpPr/>
      </dsp:nvSpPr>
      <dsp:spPr>
        <a:xfrm>
          <a:off x="8249995" y="790893"/>
          <a:ext cx="1431857" cy="627709"/>
        </a:xfrm>
        <a:prstGeom prst="roundRect">
          <a:avLst>
            <a:gd name="adj" fmla="val 10000"/>
          </a:avLst>
        </a:prstGeom>
        <a:solidFill>
          <a:srgbClr val="0A97F4"/>
        </a:solidFill>
        <a:ln w="12700" cap="flat" cmpd="sng" algn="ctr">
          <a:solidFill>
            <a:schemeClr val="lt1">
              <a:hueOff val="0"/>
              <a:satOff val="0"/>
              <a:lum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rtl="0">
            <a:lnSpc>
              <a:spcPct val="90000"/>
            </a:lnSpc>
            <a:spcBef>
              <a:spcPct val="0"/>
            </a:spcBef>
            <a:spcAft>
              <a:spcPts val="0"/>
            </a:spcAft>
          </a:pPr>
          <a:r>
            <a:rPr lang="zh-CN" altLang="en-US" sz="1400" b="1" kern="1200" dirty="0">
              <a:latin typeface="+mn-lt"/>
              <a:ea typeface="微软雅黑" panose="020B0503020204020204" charset="-122"/>
              <a:sym typeface="+mn-lt"/>
            </a:rPr>
            <a:t>滨江学院     （独立学院）</a:t>
          </a:r>
          <a:endParaRPr lang="zh-CN" sz="1400" b="1" kern="1200" dirty="0">
            <a:latin typeface="+mn-lt"/>
            <a:ea typeface="微软雅黑" panose="020B0503020204020204" charset="-122"/>
            <a:sym typeface="+mn-lt"/>
          </a:endParaRPr>
        </a:p>
      </dsp:txBody>
      <dsp:txXfrm>
        <a:off x="8268380" y="809278"/>
        <a:ext cx="1395087" cy="59093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86D19F-CC20-474C-83E7-61AF51429C75}">
      <dsp:nvSpPr>
        <dsp:cNvPr id="0" name=""/>
        <dsp:cNvSpPr/>
      </dsp:nvSpPr>
      <dsp:spPr>
        <a:xfrm>
          <a:off x="3717" y="0"/>
          <a:ext cx="2368416" cy="349240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100000"/>
            </a:lnSpc>
            <a:spcBef>
              <a:spcPct val="0"/>
            </a:spcBef>
            <a:spcAft>
              <a:spcPct val="35000"/>
            </a:spcAft>
          </a:pPr>
          <a:r>
            <a:rPr lang="zh-CN" sz="2600" b="1" kern="1200" dirty="0">
              <a:solidFill>
                <a:srgbClr val="0E2860"/>
              </a:solidFill>
              <a:effectLst/>
              <a:latin typeface="+mn-lt"/>
              <a:ea typeface="微软雅黑" panose="020B0503020204020204" charset="-122"/>
              <a:sym typeface="+mn-lt"/>
            </a:rPr>
            <a:t>全国</a:t>
          </a:r>
          <a:r>
            <a:rPr lang="zh-CN" sz="2600" b="1" kern="1200" dirty="0" smtClean="0">
              <a:solidFill>
                <a:srgbClr val="0E2860"/>
              </a:solidFill>
              <a:effectLst/>
              <a:latin typeface="+mn-lt"/>
              <a:ea typeface="微软雅黑" panose="020B0503020204020204" charset="-122"/>
              <a:sym typeface="+mn-lt"/>
            </a:rPr>
            <a:t>第一</a:t>
          </a:r>
          <a:r>
            <a:rPr lang="en-US" altLang="zh-CN" sz="2600" b="1" kern="1200" dirty="0" smtClean="0">
              <a:solidFill>
                <a:srgbClr val="0E2860"/>
              </a:solidFill>
              <a:effectLst/>
              <a:latin typeface="+mn-lt"/>
              <a:ea typeface="微软雅黑" panose="020B0503020204020204" charset="-122"/>
              <a:sym typeface="+mn-lt"/>
            </a:rPr>
            <a:t>        </a:t>
          </a:r>
          <a:r>
            <a:rPr lang="zh-CN" sz="2600" b="1" kern="1200" dirty="0" smtClean="0">
              <a:solidFill>
                <a:srgbClr val="0E2860"/>
              </a:solidFill>
              <a:effectLst/>
              <a:latin typeface="+mn-lt"/>
              <a:ea typeface="微软雅黑" panose="020B0503020204020204" charset="-122"/>
              <a:sym typeface="+mn-lt"/>
            </a:rPr>
            <a:t>全国重点</a:t>
          </a:r>
          <a:endParaRPr lang="zh-CN" sz="2600" b="1" kern="1200" dirty="0">
            <a:solidFill>
              <a:srgbClr val="0E2860"/>
            </a:solidFill>
            <a:effectLst/>
            <a:latin typeface="+mn-lt"/>
            <a:ea typeface="微软雅黑" panose="020B0503020204020204" charset="-122"/>
            <a:sym typeface="+mn-lt"/>
          </a:endParaRPr>
        </a:p>
      </dsp:txBody>
      <dsp:txXfrm>
        <a:off x="3717" y="0"/>
        <a:ext cx="2368416" cy="1047720"/>
      </dsp:txXfrm>
    </dsp:sp>
    <dsp:sp modelId="{12B94CA3-2D04-41DF-85CA-88B7DD45C469}">
      <dsp:nvSpPr>
        <dsp:cNvPr id="0" name=""/>
        <dsp:cNvSpPr/>
      </dsp:nvSpPr>
      <dsp:spPr>
        <a:xfrm>
          <a:off x="240559" y="1048747"/>
          <a:ext cx="1894733" cy="448615"/>
        </a:xfrm>
        <a:prstGeom prst="roundRect">
          <a:avLst>
            <a:gd name="adj" fmla="val 10000"/>
          </a:avLst>
        </a:prstGeom>
        <a:solidFill>
          <a:srgbClr val="4472C4"/>
        </a:solidFill>
        <a:ln w="12700" cap="flat" cmpd="sng" algn="ctr">
          <a:noFill/>
          <a:prstDash val="solid"/>
          <a:miter lim="800000"/>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ct val="90000"/>
            </a:lnSpc>
            <a:spcBef>
              <a:spcPct val="0"/>
            </a:spcBef>
            <a:spcAft>
              <a:spcPts val="0"/>
            </a:spcAft>
          </a:pPr>
          <a:r>
            <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大气科学</a:t>
          </a: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学科</a:t>
          </a:r>
          <a:endParaRPr lang="zh-CN" sz="1600" b="1" kern="1200"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253698" y="1061886"/>
        <a:ext cx="1868455" cy="422337"/>
      </dsp:txXfrm>
    </dsp:sp>
    <dsp:sp modelId="{C86012F0-1C9B-404A-B6B2-84D0FEBBC097}">
      <dsp:nvSpPr>
        <dsp:cNvPr id="0" name=""/>
        <dsp:cNvSpPr/>
      </dsp:nvSpPr>
      <dsp:spPr>
        <a:xfrm>
          <a:off x="240559" y="1623894"/>
          <a:ext cx="1894733" cy="468987"/>
        </a:xfrm>
        <a:prstGeom prst="roundRect">
          <a:avLst>
            <a:gd name="adj" fmla="val 10000"/>
          </a:avLst>
        </a:prstGeom>
        <a:solidFill>
          <a:srgbClr val="4472C4"/>
        </a:solidFill>
        <a:ln w="12700" cap="flat" cmpd="sng" algn="ctr">
          <a:noFill/>
          <a:prstDash val="solid"/>
          <a:miter lim="800000"/>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ct val="90000"/>
            </a:lnSpc>
            <a:spcBef>
              <a:spcPct val="0"/>
            </a:spcBef>
            <a:spcAft>
              <a:spcPts val="0"/>
            </a:spcAft>
          </a:pPr>
          <a:r>
            <a:rPr lang="zh-CN" sz="1600" b="1" kern="1200" dirty="0" smtClean="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两次</a:t>
          </a: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全国第一</a:t>
          </a:r>
          <a:endParaRPr lang="zh-CN" sz="1600" b="1" kern="1200"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254295" y="1637630"/>
        <a:ext cx="1867261" cy="441515"/>
      </dsp:txXfrm>
    </dsp:sp>
    <dsp:sp modelId="{9F6C1AE3-B12D-4A6E-882A-05D4684D7684}">
      <dsp:nvSpPr>
        <dsp:cNvPr id="0" name=""/>
        <dsp:cNvSpPr/>
      </dsp:nvSpPr>
      <dsp:spPr>
        <a:xfrm>
          <a:off x="240559" y="2219413"/>
          <a:ext cx="1894733" cy="497173"/>
        </a:xfrm>
        <a:prstGeom prst="roundRect">
          <a:avLst>
            <a:gd name="adj" fmla="val 10000"/>
          </a:avLst>
        </a:prstGeom>
        <a:solidFill>
          <a:srgbClr val="4472C4"/>
        </a:solidFill>
        <a:ln w="12700" cap="flat" cmpd="sng" algn="ctr">
          <a:noFill/>
          <a:prstDash val="solid"/>
          <a:miter lim="800000"/>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ct val="90000"/>
            </a:lnSpc>
            <a:spcBef>
              <a:spcPct val="0"/>
            </a:spcBef>
            <a:spcAft>
              <a:spcPts val="0"/>
            </a:spcAft>
          </a:pPr>
          <a:r>
            <a:rPr lang="zh-CN" sz="1600" b="1" kern="1200" dirty="0" smtClean="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获</a:t>
          </a:r>
          <a:r>
            <a:rPr lang="zh-CN" sz="1600" b="1" kern="1200"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评</a:t>
          </a:r>
          <a:r>
            <a:rPr lang="en-US"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A+</a:t>
          </a:r>
          <a:r>
            <a:rPr lang="zh-CN" sz="1600" b="1" kern="1200"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等级</a:t>
          </a:r>
        </a:p>
      </dsp:txBody>
      <dsp:txXfrm>
        <a:off x="255121" y="2233975"/>
        <a:ext cx="1865609" cy="468049"/>
      </dsp:txXfrm>
    </dsp:sp>
    <dsp:sp modelId="{AD6E8413-398D-405F-90D5-2135F87C240C}">
      <dsp:nvSpPr>
        <dsp:cNvPr id="0" name=""/>
        <dsp:cNvSpPr/>
      </dsp:nvSpPr>
      <dsp:spPr>
        <a:xfrm>
          <a:off x="240559" y="2843117"/>
          <a:ext cx="1894733" cy="473634"/>
        </a:xfrm>
        <a:prstGeom prst="roundRect">
          <a:avLst>
            <a:gd name="adj" fmla="val 10000"/>
          </a:avLst>
        </a:prstGeom>
        <a:solidFill>
          <a:srgbClr val="4472C4"/>
        </a:solidFill>
        <a:ln w="12700" cap="flat" cmpd="sng" algn="ctr">
          <a:noFill/>
          <a:prstDash val="solid"/>
          <a:miter lim="800000"/>
        </a:ln>
        <a:effectLst/>
      </dsp:spPr>
      <dsp:style>
        <a:lnRef idx="2">
          <a:schemeClr val="accent2">
            <a:shade val="50000"/>
          </a:schemeClr>
        </a:lnRef>
        <a:fillRef idx="1">
          <a:schemeClr val="accent2"/>
        </a:fillRef>
        <a:effectRef idx="0">
          <a:schemeClr val="accent2"/>
        </a:effectRef>
        <a:fontRef idx="minor">
          <a:schemeClr val="lt1"/>
        </a:fontRef>
      </dsp:style>
      <dsp:txBody>
        <a:bodyPr spcFirstLastPara="0" vert="horz" wrap="square" lIns="40640" tIns="30480" rIns="40640" bIns="30480" numCol="1" spcCol="1270" anchor="ctr" anchorCtr="0">
          <a:noAutofit/>
        </a:bodyPr>
        <a:lstStyle/>
        <a:p>
          <a:pPr lvl="0" algn="ctr" defTabSz="711200">
            <a:lnSpc>
              <a:spcPct val="90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气象学国家重点</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254431" y="2856989"/>
        <a:ext cx="1866989" cy="445890"/>
      </dsp:txXfrm>
    </dsp:sp>
    <dsp:sp modelId="{A7B0CAAC-7D9B-4BAB-B4A7-845E6C2FD2D3}">
      <dsp:nvSpPr>
        <dsp:cNvPr id="0" name=""/>
        <dsp:cNvSpPr/>
      </dsp:nvSpPr>
      <dsp:spPr>
        <a:xfrm>
          <a:off x="2549765" y="0"/>
          <a:ext cx="2698052" cy="349240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ts val="0"/>
            </a:spcAft>
          </a:pPr>
          <a:r>
            <a:rPr lang="en-US" altLang="zh-CN" sz="2600" b="1" kern="1200" dirty="0" smtClean="0">
              <a:solidFill>
                <a:srgbClr val="0E2860"/>
              </a:solidFill>
              <a:effectLst/>
              <a:latin typeface="+mn-lt"/>
              <a:ea typeface="微软雅黑" panose="020B0503020204020204" charset="-122"/>
              <a:sym typeface="+mn-lt"/>
            </a:rPr>
            <a:t>ESI</a:t>
          </a:r>
        </a:p>
        <a:p>
          <a:pPr lvl="0" algn="ctr" defTabSz="1155700" rtl="0">
            <a:lnSpc>
              <a:spcPct val="90000"/>
            </a:lnSpc>
            <a:spcBef>
              <a:spcPct val="0"/>
            </a:spcBef>
            <a:spcAft>
              <a:spcPts val="0"/>
            </a:spcAft>
          </a:pPr>
          <a:r>
            <a:rPr lang="zh-CN" sz="2600" b="1" kern="1200" dirty="0" smtClean="0">
              <a:solidFill>
                <a:srgbClr val="0E2860"/>
              </a:solidFill>
              <a:effectLst/>
              <a:latin typeface="+mn-lt"/>
              <a:ea typeface="微软雅黑" panose="020B0503020204020204" charset="-122"/>
              <a:sym typeface="+mn-lt"/>
            </a:rPr>
            <a:t>全球</a:t>
          </a:r>
          <a:r>
            <a:rPr lang="zh-CN" sz="2600" b="1" kern="1200" dirty="0">
              <a:solidFill>
                <a:srgbClr val="0E2860"/>
              </a:solidFill>
              <a:effectLst/>
              <a:latin typeface="+mn-lt"/>
              <a:ea typeface="微软雅黑" panose="020B0503020204020204" charset="-122"/>
              <a:sym typeface="+mn-lt"/>
            </a:rPr>
            <a:t>前</a:t>
          </a:r>
          <a:r>
            <a:rPr lang="en-US" sz="2600" b="1" kern="1200" dirty="0">
              <a:solidFill>
                <a:srgbClr val="0E2860"/>
              </a:solidFill>
              <a:effectLst/>
              <a:latin typeface="+mn-lt"/>
              <a:ea typeface="微软雅黑" panose="020B0503020204020204" charset="-122"/>
              <a:sym typeface="+mn-lt"/>
            </a:rPr>
            <a:t>1%</a:t>
          </a:r>
          <a:endParaRPr lang="zh-CN" sz="2600" b="1" kern="1200" dirty="0">
            <a:solidFill>
              <a:srgbClr val="0E2860"/>
            </a:solidFill>
            <a:effectLst/>
            <a:latin typeface="+mn-lt"/>
            <a:ea typeface="微软雅黑" panose="020B0503020204020204" charset="-122"/>
            <a:sym typeface="+mn-lt"/>
          </a:endParaRPr>
        </a:p>
      </dsp:txBody>
      <dsp:txXfrm>
        <a:off x="2549765" y="0"/>
        <a:ext cx="2698052" cy="1047720"/>
      </dsp:txXfrm>
    </dsp:sp>
    <dsp:sp modelId="{A2578325-9E8E-44CD-B11B-DF78D5FE5D31}">
      <dsp:nvSpPr>
        <dsp:cNvPr id="0" name=""/>
        <dsp:cNvSpPr/>
      </dsp:nvSpPr>
      <dsp:spPr>
        <a:xfrm>
          <a:off x="2712830" y="1048461"/>
          <a:ext cx="2371921" cy="413443"/>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00" tIns="30480" rIns="32400" bIns="30480" numCol="1" spcCol="1270" anchor="ctr" anchorCtr="0">
          <a:noAutofit/>
        </a:bodyPr>
        <a:lstStyle/>
        <a:p>
          <a:pPr lvl="0" algn="ctr" defTabSz="711200" rtl="0">
            <a:lnSpc>
              <a:spcPts val="2000"/>
            </a:lnSpc>
            <a:spcBef>
              <a:spcPct val="0"/>
            </a:spcBef>
            <a:spcAft>
              <a:spcPts val="0"/>
            </a:spcAft>
          </a:pP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地球科</a:t>
          </a: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a:t>
          </a:r>
          <a:r>
            <a:rPr lang="en-US" altLang="zh-CN" sz="1600" b="1" kern="1200"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2‰</a:t>
          </a:r>
          <a:endParaRPr lang="zh-CN" sz="1600" b="1"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2724939" y="1060570"/>
        <a:ext cx="2347703" cy="389225"/>
      </dsp:txXfrm>
    </dsp:sp>
    <dsp:sp modelId="{389B9346-262B-41DE-894E-94DBA4BF8527}">
      <dsp:nvSpPr>
        <dsp:cNvPr id="0" name=""/>
        <dsp:cNvSpPr/>
      </dsp:nvSpPr>
      <dsp:spPr>
        <a:xfrm>
          <a:off x="2705488" y="1525511"/>
          <a:ext cx="2386605" cy="413443"/>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00" tIns="30480" rIns="32400" bIns="30480" numCol="1" spcCol="1270" anchor="ctr" anchorCtr="0">
          <a:noAutofit/>
        </a:bodyPr>
        <a:lstStyle/>
        <a:p>
          <a:pPr lvl="0" algn="ctr" defTabSz="711200" rtl="0">
            <a:lnSpc>
              <a:spcPts val="2000"/>
            </a:lnSpc>
            <a:spcBef>
              <a:spcPct val="0"/>
            </a:spcBef>
            <a:spcAft>
              <a:spcPts val="0"/>
            </a:spcAft>
          </a:pP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工</a:t>
          </a:r>
          <a:r>
            <a:rPr lang="en-US" alt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程</a:t>
          </a:r>
          <a:r>
            <a:rPr lang="en-US" alt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a:t>
          </a:r>
          <a:r>
            <a:rPr lang="en-US" alt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kern="1200"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4‰</a:t>
          </a:r>
          <a:endParaRPr lang="zh-CN" sz="1600" b="1"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2717597" y="1537620"/>
        <a:ext cx="2362387" cy="389225"/>
      </dsp:txXfrm>
    </dsp:sp>
    <dsp:sp modelId="{55E767A6-4EF2-4251-A0AC-89E1CDD4C224}">
      <dsp:nvSpPr>
        <dsp:cNvPr id="0" name=""/>
        <dsp:cNvSpPr/>
      </dsp:nvSpPr>
      <dsp:spPr>
        <a:xfrm>
          <a:off x="2700410" y="2013329"/>
          <a:ext cx="2386605" cy="572487"/>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00" tIns="30480" rIns="32400" bIns="30480" numCol="1" spcCol="1270" anchor="ctr" anchorCtr="0">
          <a:noAutofit/>
        </a:bodyPr>
        <a:lstStyle/>
        <a:p>
          <a:pPr lvl="0" algn="ctr" defTabSz="711200" rtl="0">
            <a:lnSpc>
              <a:spcPts val="2000"/>
            </a:lnSpc>
            <a:spcBef>
              <a:spcPct val="0"/>
            </a:spcBef>
            <a:spcAft>
              <a:spcPts val="0"/>
            </a:spcAft>
          </a:pP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计算机科学</a:t>
          </a:r>
          <a:r>
            <a:rPr lang="en-US" alt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kern="1200"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1‰</a:t>
          </a:r>
          <a:endParaRPr lang="en-US" altLang="zh-CN" sz="1600" b="1" kern="1200"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2717178" y="2030097"/>
        <a:ext cx="2353069" cy="538951"/>
      </dsp:txXfrm>
    </dsp:sp>
    <dsp:sp modelId="{52C24060-DF4F-4D9A-8771-B39598E50109}">
      <dsp:nvSpPr>
        <dsp:cNvPr id="0" name=""/>
        <dsp:cNvSpPr/>
      </dsp:nvSpPr>
      <dsp:spPr>
        <a:xfrm>
          <a:off x="2705488" y="2638655"/>
          <a:ext cx="2386605" cy="678382"/>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400" tIns="30480" rIns="32400" bIns="30480" numCol="1" spcCol="1270" anchor="ctr" anchorCtr="0">
          <a:noAutofit/>
        </a:bodyPr>
        <a:lstStyle/>
        <a:p>
          <a:pPr lvl="0" algn="ctr" defTabSz="711200" rtl="0">
            <a:lnSpc>
              <a:spcPts val="2000"/>
            </a:lnSpc>
            <a:spcBef>
              <a:spcPct val="0"/>
            </a:spcBef>
            <a:spcAft>
              <a:spcPts val="0"/>
            </a:spcAft>
          </a:pP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环境</a:t>
          </a:r>
          <a:r>
            <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科学与</a:t>
          </a: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生态</a:t>
          </a: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学</a:t>
          </a:r>
          <a:r>
            <a:rPr lang="en-US" alt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   </a:t>
          </a:r>
          <a:r>
            <a:rPr lang="en-US" altLang="zh-CN" sz="1600" b="1" kern="1200"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5‰</a:t>
          </a:r>
          <a:endParaRPr lang="zh-CN" sz="1600" b="1"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2725357" y="2658524"/>
        <a:ext cx="2346867" cy="638644"/>
      </dsp:txXfrm>
    </dsp:sp>
    <dsp:sp modelId="{67F8073F-3DFF-4D36-A55F-7A622A7E4D4E}">
      <dsp:nvSpPr>
        <dsp:cNvPr id="0" name=""/>
        <dsp:cNvSpPr/>
      </dsp:nvSpPr>
      <dsp:spPr>
        <a:xfrm>
          <a:off x="5425449" y="0"/>
          <a:ext cx="2603884" cy="349240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ct val="90000"/>
            </a:lnSpc>
            <a:spcBef>
              <a:spcPct val="0"/>
            </a:spcBef>
            <a:spcAft>
              <a:spcPct val="35000"/>
            </a:spcAft>
          </a:pPr>
          <a:r>
            <a:rPr lang="zh-CN" altLang="en-US" sz="2600" b="1" kern="1200" dirty="0">
              <a:solidFill>
                <a:srgbClr val="0E2860"/>
              </a:solidFill>
              <a:effectLst/>
              <a:latin typeface="+mn-lt"/>
              <a:ea typeface="微软雅黑" panose="020B0503020204020204" charset="-122"/>
              <a:sym typeface="+mn-lt"/>
            </a:rPr>
            <a:t>优势学科</a:t>
          </a:r>
        </a:p>
      </dsp:txBody>
      <dsp:txXfrm>
        <a:off x="5425449" y="0"/>
        <a:ext cx="2603884" cy="1047720"/>
      </dsp:txXfrm>
    </dsp:sp>
    <dsp:sp modelId="{12A7B61A-BD27-40FB-B0F0-F797D511A098}">
      <dsp:nvSpPr>
        <dsp:cNvPr id="0" name=""/>
        <dsp:cNvSpPr/>
      </dsp:nvSpPr>
      <dsp:spPr>
        <a:xfrm>
          <a:off x="5585625" y="1047890"/>
          <a:ext cx="2283532" cy="335299"/>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ts val="2000"/>
            </a:lnSpc>
            <a:spcBef>
              <a:spcPct val="0"/>
            </a:spcBef>
            <a:spcAft>
              <a:spcPts val="0"/>
            </a:spcAft>
          </a:pPr>
          <a:r>
            <a:rPr lang="zh-CN" altLang="en-US"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计算机科学与</a:t>
          </a: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技术</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5595446" y="1057711"/>
        <a:ext cx="2263890" cy="315657"/>
      </dsp:txXfrm>
    </dsp:sp>
    <dsp:sp modelId="{0612CED9-B12B-490A-AC73-1BA57DAE806B}">
      <dsp:nvSpPr>
        <dsp:cNvPr id="0" name=""/>
        <dsp:cNvSpPr/>
      </dsp:nvSpPr>
      <dsp:spPr>
        <a:xfrm>
          <a:off x="5582821" y="1434774"/>
          <a:ext cx="2289140" cy="335299"/>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ts val="2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信息</a:t>
          </a:r>
          <a:r>
            <a:rPr lang="zh-CN" altLang="en-US"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与通信</a:t>
          </a: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工程</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5592642" y="1444595"/>
        <a:ext cx="2269498" cy="315657"/>
      </dsp:txXfrm>
    </dsp:sp>
    <dsp:sp modelId="{FBC0C15F-85FA-4CD6-BCBB-2B67BAFB439B}">
      <dsp:nvSpPr>
        <dsp:cNvPr id="0" name=""/>
        <dsp:cNvSpPr/>
      </dsp:nvSpPr>
      <dsp:spPr>
        <a:xfrm>
          <a:off x="5582821" y="1821658"/>
          <a:ext cx="2289140" cy="335299"/>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ts val="2000"/>
            </a:lnSpc>
            <a:spcBef>
              <a:spcPct val="0"/>
            </a:spcBef>
            <a:spcAft>
              <a:spcPts val="0"/>
            </a:spcAft>
          </a:pPr>
          <a:r>
            <a:rPr lang="zh-CN"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环境工程</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5592642" y="1831479"/>
        <a:ext cx="2269498" cy="315657"/>
      </dsp:txXfrm>
    </dsp:sp>
    <dsp:sp modelId="{5129D0A1-0E83-4FCF-A83F-B8D43FC9D90A}">
      <dsp:nvSpPr>
        <dsp:cNvPr id="0" name=""/>
        <dsp:cNvSpPr/>
      </dsp:nvSpPr>
      <dsp:spPr>
        <a:xfrm>
          <a:off x="5582821" y="2208542"/>
          <a:ext cx="2289140" cy="335299"/>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ts val="2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气象装备</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5592642" y="2218363"/>
        <a:ext cx="2269498" cy="315657"/>
      </dsp:txXfrm>
    </dsp:sp>
    <dsp:sp modelId="{60219553-5F25-49F1-A24C-5DABCDF21333}">
      <dsp:nvSpPr>
        <dsp:cNvPr id="0" name=""/>
        <dsp:cNvSpPr/>
      </dsp:nvSpPr>
      <dsp:spPr>
        <a:xfrm>
          <a:off x="5582821" y="2595426"/>
          <a:ext cx="2289140" cy="335299"/>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ts val="2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物</a:t>
          </a:r>
          <a:r>
            <a:rPr lang="zh-CN" altLang="en-US"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联网技术与</a:t>
          </a: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设备</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5592642" y="2605247"/>
        <a:ext cx="2269498" cy="315657"/>
      </dsp:txXfrm>
    </dsp:sp>
    <dsp:sp modelId="{7B0F7356-ACA0-4CA8-A18D-B607D462216A}">
      <dsp:nvSpPr>
        <dsp:cNvPr id="0" name=""/>
        <dsp:cNvSpPr/>
      </dsp:nvSpPr>
      <dsp:spPr>
        <a:xfrm>
          <a:off x="5582821" y="2982310"/>
          <a:ext cx="2289140" cy="335299"/>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rtl="0">
            <a:lnSpc>
              <a:spcPts val="2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地 理 学</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5592642" y="2992131"/>
        <a:ext cx="2269498" cy="315657"/>
      </dsp:txXfrm>
    </dsp:sp>
    <dsp:sp modelId="{A9483894-31A1-4546-A664-8BB45709DAEB}">
      <dsp:nvSpPr>
        <dsp:cNvPr id="0" name=""/>
        <dsp:cNvSpPr/>
      </dsp:nvSpPr>
      <dsp:spPr>
        <a:xfrm>
          <a:off x="8210682" y="0"/>
          <a:ext cx="2368416" cy="3492400"/>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lvl="0" algn="ctr" defTabSz="1155700" rtl="0">
            <a:lnSpc>
              <a:spcPts val="2000"/>
            </a:lnSpc>
            <a:spcBef>
              <a:spcPct val="0"/>
            </a:spcBef>
            <a:spcAft>
              <a:spcPts val="0"/>
            </a:spcAft>
          </a:pPr>
          <a:r>
            <a:rPr lang="zh-CN" altLang="en-US" sz="2600" b="1" kern="1200" dirty="0" smtClean="0">
              <a:solidFill>
                <a:srgbClr val="0E2860"/>
              </a:solidFill>
              <a:effectLst/>
              <a:latin typeface="+mn-lt"/>
              <a:ea typeface="微软雅黑" panose="020B0503020204020204" charset="-122"/>
              <a:sym typeface="+mn-lt"/>
            </a:rPr>
            <a:t>文科精品</a:t>
          </a:r>
          <a:endParaRPr lang="zh-CN" altLang="en-US" sz="2600" b="1" kern="1200" dirty="0">
            <a:solidFill>
              <a:srgbClr val="0E2860"/>
            </a:solidFill>
            <a:effectLst/>
            <a:latin typeface="+mn-lt"/>
            <a:ea typeface="微软雅黑" panose="020B0503020204020204" charset="-122"/>
            <a:sym typeface="+mn-lt"/>
          </a:endParaRPr>
        </a:p>
      </dsp:txBody>
      <dsp:txXfrm>
        <a:off x="8210682" y="0"/>
        <a:ext cx="2368416" cy="1047720"/>
      </dsp:txXfrm>
    </dsp:sp>
    <dsp:sp modelId="{D509E21C-2CC2-42DB-B944-6DC560DB4CFE}">
      <dsp:nvSpPr>
        <dsp:cNvPr id="0" name=""/>
        <dsp:cNvSpPr/>
      </dsp:nvSpPr>
      <dsp:spPr>
        <a:xfrm>
          <a:off x="8443806" y="1048380"/>
          <a:ext cx="1894733" cy="404021"/>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ts val="2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师 范 类</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8455639" y="1060213"/>
        <a:ext cx="1871067" cy="380355"/>
      </dsp:txXfrm>
    </dsp:sp>
    <dsp:sp modelId="{366D5148-06AD-4E4A-9204-DA504B875061}">
      <dsp:nvSpPr>
        <dsp:cNvPr id="0" name=""/>
        <dsp:cNvSpPr/>
      </dsp:nvSpPr>
      <dsp:spPr>
        <a:xfrm>
          <a:off x="8443806" y="1514559"/>
          <a:ext cx="1894733" cy="404021"/>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ts val="2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经 济 学</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8455639" y="1526392"/>
        <a:ext cx="1871067" cy="380355"/>
      </dsp:txXfrm>
    </dsp:sp>
    <dsp:sp modelId="{5FA36B86-C860-41A7-B3BE-A0F9B7149646}">
      <dsp:nvSpPr>
        <dsp:cNvPr id="0" name=""/>
        <dsp:cNvSpPr/>
      </dsp:nvSpPr>
      <dsp:spPr>
        <a:xfrm>
          <a:off x="8443806" y="1980739"/>
          <a:ext cx="1894733" cy="404021"/>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algn="ctr" defTabSz="711200">
            <a:lnSpc>
              <a:spcPts val="2000"/>
            </a:lnSpc>
            <a:spcBef>
              <a:spcPct val="0"/>
            </a:spcBef>
            <a:spcAft>
              <a:spcPts val="0"/>
            </a:spcAft>
          </a:pPr>
          <a:r>
            <a:rPr lang="zh-CN" altLang="en-US" sz="16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管 理 学</a:t>
          </a:r>
          <a:endParaRPr lang="zh-CN" sz="16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8455639" y="1992572"/>
        <a:ext cx="1871067" cy="380355"/>
      </dsp:txXfrm>
    </dsp:sp>
    <dsp:sp modelId="{F8C0649C-645F-46A7-BE12-38776FEF5592}">
      <dsp:nvSpPr>
        <dsp:cNvPr id="0" name=""/>
        <dsp:cNvSpPr/>
      </dsp:nvSpPr>
      <dsp:spPr>
        <a:xfrm>
          <a:off x="8443806" y="2446918"/>
          <a:ext cx="1894733" cy="404021"/>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lvl="0" algn="ctr" defTabSz="755650">
            <a:lnSpc>
              <a:spcPct val="90000"/>
            </a:lnSpc>
            <a:spcBef>
              <a:spcPct val="0"/>
            </a:spcBef>
            <a:spcAft>
              <a:spcPct val="35000"/>
            </a:spcAft>
          </a:pPr>
          <a:r>
            <a:rPr lang="zh-CN" altLang="en-US" sz="17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文 学</a:t>
          </a:r>
          <a:endParaRPr lang="en-US" altLang="zh-CN" sz="17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dsp:txBody>
      <dsp:txXfrm>
        <a:off x="8455639" y="2458751"/>
        <a:ext cx="1871067" cy="380355"/>
      </dsp:txXfrm>
    </dsp:sp>
    <dsp:sp modelId="{A0946531-9F29-4D6D-BBB5-4079BC59F01B}">
      <dsp:nvSpPr>
        <dsp:cNvPr id="0" name=""/>
        <dsp:cNvSpPr/>
      </dsp:nvSpPr>
      <dsp:spPr>
        <a:xfrm>
          <a:off x="8443806" y="2913097"/>
          <a:ext cx="1894733" cy="404021"/>
        </a:xfrm>
        <a:prstGeom prst="roundRect">
          <a:avLst>
            <a:gd name="adj" fmla="val 10000"/>
          </a:avLst>
        </a:prstGeom>
        <a:solidFill>
          <a:schemeClr val="accent5">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8575" rIns="38100" bIns="28575" numCol="1" spcCol="1270" anchor="ctr" anchorCtr="0">
          <a:noAutofit/>
        </a:bodyPr>
        <a:lstStyle/>
        <a:p>
          <a:pPr lvl="0" algn="ctr" defTabSz="666750">
            <a:lnSpc>
              <a:spcPct val="90000"/>
            </a:lnSpc>
            <a:spcBef>
              <a:spcPct val="0"/>
            </a:spcBef>
            <a:spcAft>
              <a:spcPct val="35000"/>
            </a:spcAft>
          </a:pPr>
          <a:r>
            <a:rPr lang="zh-CN" altLang="en-US" sz="1500" b="1" kern="1200" dirty="0" smtClean="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法 学</a:t>
          </a:r>
          <a:endParaRPr lang="en-US" altLang="zh-CN" sz="1500" b="1" kern="1200"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dsp:txBody>
      <dsp:txXfrm>
        <a:off x="8455639" y="2924930"/>
        <a:ext cx="1871067" cy="38035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CA6658-6E72-4FF0-9D87-80F14DB6F893}">
      <dsp:nvSpPr>
        <dsp:cNvPr id="0" name=""/>
        <dsp:cNvSpPr/>
      </dsp:nvSpPr>
      <dsp:spPr>
        <a:xfrm>
          <a:off x="36758"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动画</a:t>
          </a:r>
          <a:endParaRPr lang="zh-CN" altLang="en-US" sz="1200" b="1" kern="1200" dirty="0">
            <a:latin typeface="微软雅黑" panose="020B0503020204020204" charset="-122"/>
            <a:ea typeface="微软雅黑" panose="020B0503020204020204" charset="-122"/>
          </a:endParaRPr>
        </a:p>
      </dsp:txBody>
      <dsp:txXfrm>
        <a:off x="69122" y="33284"/>
        <a:ext cx="1040231" cy="598247"/>
      </dsp:txXfrm>
    </dsp:sp>
    <dsp:sp modelId="{CF52FA5F-DD60-43CF-8791-BDC813AAC9C3}">
      <dsp:nvSpPr>
        <dsp:cNvPr id="0" name=""/>
        <dsp:cNvSpPr/>
      </dsp:nvSpPr>
      <dsp:spPr>
        <a:xfrm>
          <a:off x="1252213"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数字媒体艺术</a:t>
          </a:r>
          <a:endParaRPr lang="zh-CN" altLang="en-US" sz="1200" b="1" kern="1200" dirty="0">
            <a:latin typeface="微软雅黑" panose="020B0503020204020204" charset="-122"/>
            <a:ea typeface="微软雅黑" panose="020B0503020204020204" charset="-122"/>
          </a:endParaRPr>
        </a:p>
      </dsp:txBody>
      <dsp:txXfrm>
        <a:off x="1284577" y="33284"/>
        <a:ext cx="1040231" cy="598247"/>
      </dsp:txXfrm>
    </dsp:sp>
    <dsp:sp modelId="{E3807FA3-D2D8-4668-9B14-E9F09FD167B3}">
      <dsp:nvSpPr>
        <dsp:cNvPr id="0" name=""/>
        <dsp:cNvSpPr/>
      </dsp:nvSpPr>
      <dsp:spPr>
        <a:xfrm>
          <a:off x="2467668"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艺术与科技</a:t>
          </a:r>
          <a:endParaRPr lang="zh-CN" altLang="en-US" sz="1200" b="1" kern="1200" dirty="0">
            <a:latin typeface="微软雅黑" panose="020B0503020204020204" charset="-122"/>
            <a:ea typeface="微软雅黑" panose="020B0503020204020204" charset="-122"/>
          </a:endParaRPr>
        </a:p>
      </dsp:txBody>
      <dsp:txXfrm>
        <a:off x="2500032" y="33284"/>
        <a:ext cx="1040231" cy="598247"/>
      </dsp:txXfrm>
    </dsp:sp>
    <dsp:sp modelId="{69CA1A55-37FE-40BB-8BFF-D9690180DF7E}">
      <dsp:nvSpPr>
        <dsp:cNvPr id="0" name=""/>
        <dsp:cNvSpPr/>
      </dsp:nvSpPr>
      <dsp:spPr>
        <a:xfrm>
          <a:off x="3683123"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电子信息类（国科大联合培养）</a:t>
          </a:r>
          <a:endParaRPr lang="zh-CN" altLang="en-US" sz="1200" b="1" kern="1200" dirty="0">
            <a:latin typeface="微软雅黑" panose="020B0503020204020204" charset="-122"/>
            <a:ea typeface="微软雅黑" panose="020B0503020204020204" charset="-122"/>
          </a:endParaRPr>
        </a:p>
      </dsp:txBody>
      <dsp:txXfrm>
        <a:off x="3715487" y="33284"/>
        <a:ext cx="1040231" cy="598247"/>
      </dsp:txXfrm>
    </dsp:sp>
    <dsp:sp modelId="{70D29489-9EF1-4AA6-9439-87A07CD76A85}">
      <dsp:nvSpPr>
        <dsp:cNvPr id="0" name=""/>
        <dsp:cNvSpPr/>
      </dsp:nvSpPr>
      <dsp:spPr>
        <a:xfrm>
          <a:off x="4898578"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33400" rtl="0">
            <a:lnSpc>
              <a:spcPct val="100000"/>
            </a:lnSpc>
            <a:spcBef>
              <a:spcPct val="0"/>
            </a:spcBef>
            <a:spcAft>
              <a:spcPts val="0"/>
            </a:spcAft>
          </a:pPr>
          <a:r>
            <a:rPr lang="en-US" altLang="zh-CN" sz="1200" b="1" kern="1200" dirty="0" smtClean="0">
              <a:latin typeface="微软雅黑" panose="020B0503020204020204" charset="-122"/>
              <a:ea typeface="微软雅黑" panose="020B0503020204020204" charset="-122"/>
            </a:rPr>
            <a:t>  </a:t>
          </a:r>
          <a:r>
            <a:rPr lang="zh-CN" sz="1200" b="1" kern="1200" dirty="0" smtClean="0">
              <a:latin typeface="微软雅黑" panose="020B0503020204020204" charset="-122"/>
              <a:ea typeface="微软雅黑" panose="020B0503020204020204" charset="-122"/>
            </a:rPr>
            <a:t>地理信息科学</a:t>
          </a:r>
          <a:endParaRPr lang="en-US" altLang="zh-CN" sz="1200" b="1" kern="1200" dirty="0" smtClean="0">
            <a:latin typeface="微软雅黑" panose="020B0503020204020204" charset="-122"/>
            <a:ea typeface="微软雅黑" panose="020B0503020204020204" charset="-122"/>
          </a:endParaRPr>
        </a:p>
        <a:p>
          <a:pPr lvl="0" algn="ctr" defTabSz="533400" rtl="0">
            <a:lnSpc>
              <a:spcPct val="100000"/>
            </a:lnSpc>
            <a:spcBef>
              <a:spcPct val="0"/>
            </a:spcBef>
            <a:spcAft>
              <a:spcPts val="0"/>
            </a:spcAft>
          </a:pPr>
          <a:r>
            <a:rPr lang="zh-CN" sz="1200" b="1" kern="1200" dirty="0" smtClean="0">
              <a:latin typeface="微软雅黑" panose="020B0503020204020204" charset="-122"/>
              <a:ea typeface="微软雅黑" panose="020B0503020204020204" charset="-122"/>
            </a:rPr>
            <a:t>（</a:t>
          </a:r>
          <a:r>
            <a:rPr lang="zh-CN" altLang="en-US" sz="1200" b="1" kern="1200" dirty="0" smtClean="0">
              <a:latin typeface="微软雅黑" panose="020B0503020204020204" charset="-122"/>
              <a:ea typeface="微软雅黑" panose="020B0503020204020204" charset="-122"/>
            </a:rPr>
            <a:t>国科大</a:t>
          </a:r>
          <a:r>
            <a:rPr lang="zh-CN" sz="1200" b="1" kern="1200" dirty="0" smtClean="0">
              <a:latin typeface="微软雅黑" panose="020B0503020204020204" charset="-122"/>
              <a:ea typeface="微软雅黑" panose="020B0503020204020204" charset="-122"/>
            </a:rPr>
            <a:t>联合培养）</a:t>
          </a:r>
          <a:endParaRPr lang="zh-CN" sz="1200" b="1" kern="1200" dirty="0">
            <a:latin typeface="微软雅黑" panose="020B0503020204020204" charset="-122"/>
            <a:ea typeface="微软雅黑" panose="020B0503020204020204" charset="-122"/>
          </a:endParaRPr>
        </a:p>
      </dsp:txBody>
      <dsp:txXfrm>
        <a:off x="4930942" y="33284"/>
        <a:ext cx="1040231" cy="598247"/>
      </dsp:txXfrm>
    </dsp:sp>
    <dsp:sp modelId="{B627F484-30B4-44E3-9A1B-030973C99627}">
      <dsp:nvSpPr>
        <dsp:cNvPr id="0" name=""/>
        <dsp:cNvSpPr/>
      </dsp:nvSpPr>
      <dsp:spPr>
        <a:xfrm>
          <a:off x="6114033"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altLang="zh-CN" sz="1200" b="1" kern="1200" dirty="0" smtClean="0">
              <a:latin typeface="微软雅黑" panose="020B0503020204020204" charset="-122"/>
              <a:ea typeface="微软雅黑" panose="020B0503020204020204" charset="-122"/>
            </a:rPr>
            <a:t> </a:t>
          </a:r>
          <a:r>
            <a:rPr lang="zh-CN" sz="1200" b="1" kern="1200" dirty="0" smtClean="0">
              <a:latin typeface="微软雅黑" panose="020B0503020204020204" charset="-122"/>
              <a:ea typeface="微软雅黑" panose="020B0503020204020204" charset="-122"/>
            </a:rPr>
            <a:t>人文地理与城乡规划（</a:t>
          </a:r>
          <a:r>
            <a:rPr lang="zh-CN" altLang="en-US" sz="1200" b="1" kern="1200" dirty="0" smtClean="0">
              <a:latin typeface="微软雅黑" panose="020B0503020204020204" charset="-122"/>
              <a:ea typeface="微软雅黑" panose="020B0503020204020204" charset="-122"/>
            </a:rPr>
            <a:t>国科大</a:t>
          </a:r>
          <a:r>
            <a:rPr lang="zh-CN" sz="1200" b="1" kern="1200" dirty="0" smtClean="0">
              <a:latin typeface="微软雅黑" panose="020B0503020204020204" charset="-122"/>
              <a:ea typeface="微软雅黑" panose="020B0503020204020204" charset="-122"/>
            </a:rPr>
            <a:t>联合培养）</a:t>
          </a:r>
          <a:endParaRPr lang="zh-CN" sz="1200" b="1" kern="1200" dirty="0">
            <a:latin typeface="微软雅黑" panose="020B0503020204020204" charset="-122"/>
            <a:ea typeface="微软雅黑" panose="020B0503020204020204" charset="-122"/>
          </a:endParaRPr>
        </a:p>
      </dsp:txBody>
      <dsp:txXfrm>
        <a:off x="6146397" y="33284"/>
        <a:ext cx="1040231" cy="598247"/>
      </dsp:txXfrm>
    </dsp:sp>
    <dsp:sp modelId="{CFCA701C-CA2F-4B95-9D11-9833F31B8C24}">
      <dsp:nvSpPr>
        <dsp:cNvPr id="0" name=""/>
        <dsp:cNvSpPr/>
      </dsp:nvSpPr>
      <dsp:spPr>
        <a:xfrm>
          <a:off x="7329489"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altLang="zh-CN" sz="1200" b="1" kern="1200" dirty="0" smtClean="0">
              <a:latin typeface="微软雅黑" panose="020B0503020204020204" charset="-122"/>
              <a:ea typeface="微软雅黑" panose="020B0503020204020204" charset="-122"/>
            </a:rPr>
            <a:t> </a:t>
          </a:r>
          <a:r>
            <a:rPr lang="zh-CN" sz="1200" b="1" kern="1200" dirty="0" smtClean="0">
              <a:latin typeface="微软雅黑" panose="020B0503020204020204" charset="-122"/>
              <a:ea typeface="微软雅黑" panose="020B0503020204020204" charset="-122"/>
            </a:rPr>
            <a:t>自然地理与资源环境（</a:t>
          </a:r>
          <a:r>
            <a:rPr lang="zh-CN" altLang="en-US" sz="1200" b="1" kern="1200" dirty="0" smtClean="0">
              <a:latin typeface="微软雅黑" panose="020B0503020204020204" charset="-122"/>
              <a:ea typeface="微软雅黑" panose="020B0503020204020204" charset="-122"/>
            </a:rPr>
            <a:t>国科大</a:t>
          </a:r>
          <a:r>
            <a:rPr lang="zh-CN" sz="1200" b="1" kern="1200" dirty="0" smtClean="0">
              <a:latin typeface="微软雅黑" panose="020B0503020204020204" charset="-122"/>
              <a:ea typeface="微软雅黑" panose="020B0503020204020204" charset="-122"/>
            </a:rPr>
            <a:t>联合培养）</a:t>
          </a:r>
          <a:endParaRPr lang="zh-CN" sz="1200" b="1" kern="1200" dirty="0">
            <a:latin typeface="微软雅黑" panose="020B0503020204020204" charset="-122"/>
            <a:ea typeface="微软雅黑" panose="020B0503020204020204" charset="-122"/>
          </a:endParaRPr>
        </a:p>
      </dsp:txBody>
      <dsp:txXfrm>
        <a:off x="7361853" y="33284"/>
        <a:ext cx="1040231" cy="598247"/>
      </dsp:txXfrm>
    </dsp:sp>
    <dsp:sp modelId="{E63EC7EC-AC91-4A17-BF56-9D1ED2A8F729}">
      <dsp:nvSpPr>
        <dsp:cNvPr id="0" name=""/>
        <dsp:cNvSpPr/>
      </dsp:nvSpPr>
      <dsp:spPr>
        <a:xfrm>
          <a:off x="8544944"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遥感科学与技术（国科大联合培养）</a:t>
          </a:r>
          <a:endParaRPr lang="zh-CN" altLang="en-US" sz="1200" b="1" kern="1200" dirty="0">
            <a:latin typeface="微软雅黑" panose="020B0503020204020204" charset="-122"/>
            <a:ea typeface="微软雅黑" panose="020B0503020204020204" charset="-122"/>
          </a:endParaRPr>
        </a:p>
      </dsp:txBody>
      <dsp:txXfrm>
        <a:off x="8577308" y="33284"/>
        <a:ext cx="1040231" cy="598247"/>
      </dsp:txXfrm>
    </dsp:sp>
    <dsp:sp modelId="{BCDC657D-DCC4-49FA-9DCA-97D5949BF44C}">
      <dsp:nvSpPr>
        <dsp:cNvPr id="0" name=""/>
        <dsp:cNvSpPr/>
      </dsp:nvSpPr>
      <dsp:spPr>
        <a:xfrm>
          <a:off x="9760399"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sz="1200" b="1" kern="1200" dirty="0" smtClean="0">
              <a:latin typeface="微软雅黑" panose="020B0503020204020204" charset="-122"/>
              <a:ea typeface="微软雅黑" panose="020B0503020204020204" charset="-122"/>
            </a:rPr>
            <a:t>环境科学与工程类</a:t>
          </a:r>
          <a:r>
            <a:rPr lang="en-US" altLang="zh-CN" sz="1200" b="1" kern="1200" dirty="0" smtClean="0">
              <a:latin typeface="微软雅黑" panose="020B0503020204020204" charset="-122"/>
              <a:ea typeface="微软雅黑" panose="020B0503020204020204" charset="-122"/>
            </a:rPr>
            <a:t> </a:t>
          </a:r>
          <a:r>
            <a:rPr lang="zh-CN" sz="1200" b="1" kern="1200" dirty="0" smtClean="0">
              <a:latin typeface="微软雅黑" panose="020B0503020204020204" charset="-122"/>
              <a:ea typeface="微软雅黑" panose="020B0503020204020204" charset="-122"/>
            </a:rPr>
            <a:t>（</a:t>
          </a:r>
          <a:r>
            <a:rPr lang="zh-CN" altLang="en-US" sz="1200" b="1" kern="1200" dirty="0" smtClean="0">
              <a:latin typeface="微软雅黑" panose="020B0503020204020204" charset="-122"/>
              <a:ea typeface="微软雅黑" panose="020B0503020204020204" charset="-122"/>
            </a:rPr>
            <a:t>国科大</a:t>
          </a:r>
          <a:r>
            <a:rPr lang="zh-CN" sz="1200" b="1" kern="1200" dirty="0" smtClean="0">
              <a:latin typeface="微软雅黑" panose="020B0503020204020204" charset="-122"/>
              <a:ea typeface="微软雅黑" panose="020B0503020204020204" charset="-122"/>
            </a:rPr>
            <a:t>联合培养）</a:t>
          </a:r>
          <a:endParaRPr lang="zh-CN" sz="1200" b="1" kern="1200" dirty="0">
            <a:latin typeface="微软雅黑" panose="020B0503020204020204" charset="-122"/>
            <a:ea typeface="微软雅黑" panose="020B0503020204020204" charset="-122"/>
          </a:endParaRPr>
        </a:p>
      </dsp:txBody>
      <dsp:txXfrm>
        <a:off x="9792763" y="33284"/>
        <a:ext cx="1040231" cy="598247"/>
      </dsp:txXfrm>
    </dsp:sp>
    <dsp:sp modelId="{6D16E57D-78D0-409B-B61B-4D56EF38D57C}">
      <dsp:nvSpPr>
        <dsp:cNvPr id="0" name=""/>
        <dsp:cNvSpPr/>
      </dsp:nvSpPr>
      <dsp:spPr>
        <a:xfrm>
          <a:off x="10975854" y="920"/>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en-US" altLang="zh-CN" sz="1200" b="1" kern="1200" dirty="0" smtClean="0">
              <a:latin typeface="微软雅黑" panose="020B0503020204020204" charset="-122"/>
              <a:ea typeface="微软雅黑" panose="020B0503020204020204" charset="-122"/>
            </a:rPr>
            <a:t> </a:t>
          </a:r>
          <a:r>
            <a:rPr lang="zh-CN" sz="1200" b="1" kern="1200" dirty="0" smtClean="0">
              <a:latin typeface="微软雅黑" panose="020B0503020204020204" charset="-122"/>
              <a:ea typeface="微软雅黑" panose="020B0503020204020204" charset="-122"/>
            </a:rPr>
            <a:t>农业资源与环境（</a:t>
          </a:r>
          <a:r>
            <a:rPr lang="zh-CN" altLang="en-US" sz="1200" b="1" kern="1200" dirty="0" smtClean="0">
              <a:latin typeface="微软雅黑" panose="020B0503020204020204" charset="-122"/>
              <a:ea typeface="微软雅黑" panose="020B0503020204020204" charset="-122"/>
            </a:rPr>
            <a:t>国科大</a:t>
          </a:r>
          <a:r>
            <a:rPr lang="zh-CN" sz="1200" b="1" kern="1200" dirty="0" smtClean="0">
              <a:latin typeface="微软雅黑" panose="020B0503020204020204" charset="-122"/>
              <a:ea typeface="微软雅黑" panose="020B0503020204020204" charset="-122"/>
            </a:rPr>
            <a:t>联合培养）</a:t>
          </a:r>
          <a:endParaRPr lang="zh-CN" sz="1200" b="1" kern="1200" dirty="0">
            <a:latin typeface="微软雅黑" panose="020B0503020204020204" charset="-122"/>
            <a:ea typeface="微软雅黑" panose="020B0503020204020204" charset="-122"/>
          </a:endParaRPr>
        </a:p>
      </dsp:txBody>
      <dsp:txXfrm>
        <a:off x="11008218" y="33284"/>
        <a:ext cx="1040231" cy="598247"/>
      </dsp:txXfrm>
    </dsp:sp>
    <dsp:sp modelId="{D04B34A0-15CB-4014-B3F6-DCBDAB1390C2}">
      <dsp:nvSpPr>
        <dsp:cNvPr id="0" name=""/>
        <dsp:cNvSpPr/>
      </dsp:nvSpPr>
      <dsp:spPr>
        <a:xfrm>
          <a:off x="36758"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生态学（国科大联合培养）</a:t>
          </a:r>
          <a:endParaRPr lang="zh-CN" altLang="en-US" sz="1200" b="1" kern="1200" dirty="0">
            <a:latin typeface="微软雅黑" panose="020B0503020204020204" charset="-122"/>
            <a:ea typeface="微软雅黑" panose="020B0503020204020204" charset="-122"/>
          </a:endParaRPr>
        </a:p>
      </dsp:txBody>
      <dsp:txXfrm>
        <a:off x="69122" y="806756"/>
        <a:ext cx="1040231" cy="598247"/>
      </dsp:txXfrm>
    </dsp:sp>
    <dsp:sp modelId="{3323ADE6-AF95-49F6-AB44-10A39E292C48}">
      <dsp:nvSpPr>
        <dsp:cNvPr id="0" name=""/>
        <dsp:cNvSpPr/>
      </dsp:nvSpPr>
      <dsp:spPr>
        <a:xfrm>
          <a:off x="1252213"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大气科学类</a:t>
          </a:r>
          <a:endParaRPr lang="zh-CN" altLang="en-US" sz="1200" b="1" kern="1200">
            <a:latin typeface="微软雅黑" panose="020B0503020204020204" charset="-122"/>
            <a:ea typeface="微软雅黑" panose="020B0503020204020204" charset="-122"/>
          </a:endParaRPr>
        </a:p>
      </dsp:txBody>
      <dsp:txXfrm>
        <a:off x="1284577" y="806756"/>
        <a:ext cx="1040231" cy="598247"/>
      </dsp:txXfrm>
    </dsp:sp>
    <dsp:sp modelId="{316D78F6-CB97-4059-86CC-616945C3F787}">
      <dsp:nvSpPr>
        <dsp:cNvPr id="0" name=""/>
        <dsp:cNvSpPr/>
      </dsp:nvSpPr>
      <dsp:spPr>
        <a:xfrm>
          <a:off x="2467668"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安全工程</a:t>
          </a:r>
          <a:endParaRPr lang="zh-CN" altLang="en-US" sz="1200" b="1" kern="1200">
            <a:latin typeface="微软雅黑" panose="020B0503020204020204" charset="-122"/>
            <a:ea typeface="微软雅黑" panose="020B0503020204020204" charset="-122"/>
          </a:endParaRPr>
        </a:p>
      </dsp:txBody>
      <dsp:txXfrm>
        <a:off x="2500032" y="806756"/>
        <a:ext cx="1040231" cy="598247"/>
      </dsp:txXfrm>
    </dsp:sp>
    <dsp:sp modelId="{A2C90E04-9270-4C68-AB48-2C369D8311DE}">
      <dsp:nvSpPr>
        <dsp:cNvPr id="0" name=""/>
        <dsp:cNvSpPr/>
      </dsp:nvSpPr>
      <dsp:spPr>
        <a:xfrm>
          <a:off x="3683123"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防灾减灾科学与工程</a:t>
          </a:r>
          <a:endParaRPr lang="zh-CN" altLang="en-US" sz="1200" b="1" kern="1200" dirty="0">
            <a:latin typeface="微软雅黑" panose="020B0503020204020204" charset="-122"/>
            <a:ea typeface="微软雅黑" panose="020B0503020204020204" charset="-122"/>
          </a:endParaRPr>
        </a:p>
      </dsp:txBody>
      <dsp:txXfrm>
        <a:off x="3715487" y="806756"/>
        <a:ext cx="1040231" cy="598247"/>
      </dsp:txXfrm>
    </dsp:sp>
    <dsp:sp modelId="{8BF2DA79-3828-4ED3-8A52-C75EF2D844E4}">
      <dsp:nvSpPr>
        <dsp:cNvPr id="0" name=""/>
        <dsp:cNvSpPr/>
      </dsp:nvSpPr>
      <dsp:spPr>
        <a:xfrm>
          <a:off x="4898578"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生态学</a:t>
          </a:r>
          <a:endParaRPr lang="zh-CN" altLang="en-US" sz="1200" b="1" kern="1200">
            <a:latin typeface="微软雅黑" panose="020B0503020204020204" charset="-122"/>
            <a:ea typeface="微软雅黑" panose="020B0503020204020204" charset="-122"/>
          </a:endParaRPr>
        </a:p>
      </dsp:txBody>
      <dsp:txXfrm>
        <a:off x="4930942" y="806756"/>
        <a:ext cx="1040231" cy="598247"/>
      </dsp:txXfrm>
    </dsp:sp>
    <dsp:sp modelId="{9927DC3E-37D9-4942-8080-27693B49FD8B}">
      <dsp:nvSpPr>
        <dsp:cNvPr id="0" name=""/>
        <dsp:cNvSpPr/>
      </dsp:nvSpPr>
      <dsp:spPr>
        <a:xfrm>
          <a:off x="6114033"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农业资源与环境</a:t>
          </a:r>
          <a:endParaRPr lang="zh-CN" altLang="en-US" sz="1200" b="1" kern="1200">
            <a:latin typeface="微软雅黑" panose="020B0503020204020204" charset="-122"/>
            <a:ea typeface="微软雅黑" panose="020B0503020204020204" charset="-122"/>
          </a:endParaRPr>
        </a:p>
      </dsp:txBody>
      <dsp:txXfrm>
        <a:off x="6146397" y="806756"/>
        <a:ext cx="1040231" cy="598247"/>
      </dsp:txXfrm>
    </dsp:sp>
    <dsp:sp modelId="{E707210B-C886-4D52-87A3-9570E6BFA72A}">
      <dsp:nvSpPr>
        <dsp:cNvPr id="0" name=""/>
        <dsp:cNvSpPr/>
      </dsp:nvSpPr>
      <dsp:spPr>
        <a:xfrm>
          <a:off x="7329489"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地理信息科学</a:t>
          </a:r>
          <a:endParaRPr lang="zh-CN" altLang="en-US" sz="1200" b="1" kern="1200" dirty="0">
            <a:latin typeface="微软雅黑" panose="020B0503020204020204" charset="-122"/>
            <a:ea typeface="微软雅黑" panose="020B0503020204020204" charset="-122"/>
          </a:endParaRPr>
        </a:p>
      </dsp:txBody>
      <dsp:txXfrm>
        <a:off x="7361853" y="806756"/>
        <a:ext cx="1040231" cy="598247"/>
      </dsp:txXfrm>
    </dsp:sp>
    <dsp:sp modelId="{6A5698A6-23BD-421F-B1F1-2F322D093EA9}">
      <dsp:nvSpPr>
        <dsp:cNvPr id="0" name=""/>
        <dsp:cNvSpPr/>
      </dsp:nvSpPr>
      <dsp:spPr>
        <a:xfrm>
          <a:off x="8544944"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自然地理与资源环境</a:t>
          </a:r>
          <a:endParaRPr lang="zh-CN" altLang="en-US" sz="1200" b="1" kern="1200">
            <a:latin typeface="微软雅黑" panose="020B0503020204020204" charset="-122"/>
            <a:ea typeface="微软雅黑" panose="020B0503020204020204" charset="-122"/>
          </a:endParaRPr>
        </a:p>
      </dsp:txBody>
      <dsp:txXfrm>
        <a:off x="8577308" y="806756"/>
        <a:ext cx="1040231" cy="598247"/>
      </dsp:txXfrm>
    </dsp:sp>
    <dsp:sp modelId="{D96C0F6C-A8FC-4494-B677-D8FA808598B6}">
      <dsp:nvSpPr>
        <dsp:cNvPr id="0" name=""/>
        <dsp:cNvSpPr/>
      </dsp:nvSpPr>
      <dsp:spPr>
        <a:xfrm>
          <a:off x="9760399"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人文地理与城乡规划</a:t>
          </a:r>
          <a:endParaRPr lang="zh-CN" altLang="en-US" sz="1200" b="1" kern="1200">
            <a:latin typeface="微软雅黑" panose="020B0503020204020204" charset="-122"/>
            <a:ea typeface="微软雅黑" panose="020B0503020204020204" charset="-122"/>
          </a:endParaRPr>
        </a:p>
      </dsp:txBody>
      <dsp:txXfrm>
        <a:off x="9792763" y="806756"/>
        <a:ext cx="1040231" cy="598247"/>
      </dsp:txXfrm>
    </dsp:sp>
    <dsp:sp modelId="{C2A019B3-BF8C-434B-864D-94625C4F8647}">
      <dsp:nvSpPr>
        <dsp:cNvPr id="0" name=""/>
        <dsp:cNvSpPr/>
      </dsp:nvSpPr>
      <dsp:spPr>
        <a:xfrm>
          <a:off x="10975854" y="774392"/>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遥感科学与技术</a:t>
          </a:r>
          <a:endParaRPr lang="zh-CN" altLang="en-US" sz="1200" b="1" kern="1200">
            <a:latin typeface="微软雅黑" panose="020B0503020204020204" charset="-122"/>
            <a:ea typeface="微软雅黑" panose="020B0503020204020204" charset="-122"/>
          </a:endParaRPr>
        </a:p>
      </dsp:txBody>
      <dsp:txXfrm>
        <a:off x="11008218" y="806756"/>
        <a:ext cx="1040231" cy="598247"/>
      </dsp:txXfrm>
    </dsp:sp>
    <dsp:sp modelId="{4F73EB5C-881F-4053-843C-1663100739A7}">
      <dsp:nvSpPr>
        <dsp:cNvPr id="0" name=""/>
        <dsp:cNvSpPr/>
      </dsp:nvSpPr>
      <dsp:spPr>
        <a:xfrm>
          <a:off x="36758"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测绘工程</a:t>
          </a:r>
          <a:endParaRPr lang="zh-CN" altLang="en-US" sz="1200" b="1" kern="1200">
            <a:latin typeface="微软雅黑" panose="020B0503020204020204" charset="-122"/>
            <a:ea typeface="微软雅黑" panose="020B0503020204020204" charset="-122"/>
          </a:endParaRPr>
        </a:p>
      </dsp:txBody>
      <dsp:txXfrm>
        <a:off x="69122" y="1580227"/>
        <a:ext cx="1040231" cy="598247"/>
      </dsp:txXfrm>
    </dsp:sp>
    <dsp:sp modelId="{06B26807-80A5-4939-9775-EEEDD7CDC2F4}">
      <dsp:nvSpPr>
        <dsp:cNvPr id="0" name=""/>
        <dsp:cNvSpPr/>
      </dsp:nvSpPr>
      <dsp:spPr>
        <a:xfrm>
          <a:off x="1252213"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地理空间信息工程</a:t>
          </a:r>
          <a:endParaRPr lang="zh-CN" altLang="en-US" sz="1200" b="1" kern="1200">
            <a:latin typeface="微软雅黑" panose="020B0503020204020204" charset="-122"/>
            <a:ea typeface="微软雅黑" panose="020B0503020204020204" charset="-122"/>
          </a:endParaRPr>
        </a:p>
      </dsp:txBody>
      <dsp:txXfrm>
        <a:off x="1284577" y="1580227"/>
        <a:ext cx="1040231" cy="598247"/>
      </dsp:txXfrm>
    </dsp:sp>
    <dsp:sp modelId="{184A5894-072B-4819-B735-C9A5364F0861}">
      <dsp:nvSpPr>
        <dsp:cNvPr id="0" name=""/>
        <dsp:cNvSpPr/>
      </dsp:nvSpPr>
      <dsp:spPr>
        <a:xfrm>
          <a:off x="2467668"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水文与水资源工程</a:t>
          </a:r>
          <a:endParaRPr lang="zh-CN" altLang="en-US" sz="1200" b="1" kern="1200">
            <a:latin typeface="微软雅黑" panose="020B0503020204020204" charset="-122"/>
            <a:ea typeface="微软雅黑" panose="020B0503020204020204" charset="-122"/>
          </a:endParaRPr>
        </a:p>
      </dsp:txBody>
      <dsp:txXfrm>
        <a:off x="2500032" y="1580227"/>
        <a:ext cx="1040231" cy="598247"/>
      </dsp:txXfrm>
    </dsp:sp>
    <dsp:sp modelId="{DCFB5FB7-C1EA-474B-B89E-696EE6A01DE2}">
      <dsp:nvSpPr>
        <dsp:cNvPr id="0" name=""/>
        <dsp:cNvSpPr/>
      </dsp:nvSpPr>
      <dsp:spPr>
        <a:xfrm>
          <a:off x="3683123"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海洋科学与技术类</a:t>
          </a:r>
          <a:endParaRPr lang="zh-CN" altLang="en-US" sz="1200" b="1" kern="1200">
            <a:latin typeface="微软雅黑" panose="020B0503020204020204" charset="-122"/>
            <a:ea typeface="微软雅黑" panose="020B0503020204020204" charset="-122"/>
          </a:endParaRPr>
        </a:p>
      </dsp:txBody>
      <dsp:txXfrm>
        <a:off x="3715487" y="1580227"/>
        <a:ext cx="1040231" cy="598247"/>
      </dsp:txXfrm>
    </dsp:sp>
    <dsp:sp modelId="{0949CD01-EC19-460E-BF14-9FD494BAAAFD}">
      <dsp:nvSpPr>
        <dsp:cNvPr id="0" name=""/>
        <dsp:cNvSpPr/>
      </dsp:nvSpPr>
      <dsp:spPr>
        <a:xfrm>
          <a:off x="4898578"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环境科学与工程类</a:t>
          </a:r>
          <a:endParaRPr lang="zh-CN" altLang="en-US" sz="1200" b="1" kern="1200">
            <a:latin typeface="微软雅黑" panose="020B0503020204020204" charset="-122"/>
            <a:ea typeface="微软雅黑" panose="020B0503020204020204" charset="-122"/>
          </a:endParaRPr>
        </a:p>
      </dsp:txBody>
      <dsp:txXfrm>
        <a:off x="4930942" y="1580227"/>
        <a:ext cx="1040231" cy="598247"/>
      </dsp:txXfrm>
    </dsp:sp>
    <dsp:sp modelId="{5F31DEFE-6C7F-4949-AA9C-31C7A4680767}">
      <dsp:nvSpPr>
        <dsp:cNvPr id="0" name=""/>
        <dsp:cNvSpPr/>
      </dsp:nvSpPr>
      <dsp:spPr>
        <a:xfrm>
          <a:off x="6114033"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应用化学</a:t>
          </a:r>
          <a:endParaRPr lang="zh-CN" altLang="en-US" sz="1200" b="1" kern="1200">
            <a:latin typeface="微软雅黑" panose="020B0503020204020204" charset="-122"/>
            <a:ea typeface="微软雅黑" panose="020B0503020204020204" charset="-122"/>
          </a:endParaRPr>
        </a:p>
      </dsp:txBody>
      <dsp:txXfrm>
        <a:off x="6146397" y="1580227"/>
        <a:ext cx="1040231" cy="598247"/>
      </dsp:txXfrm>
    </dsp:sp>
    <dsp:sp modelId="{CEC82C11-860D-4A23-8F1F-619FFA18D87A}">
      <dsp:nvSpPr>
        <dsp:cNvPr id="0" name=""/>
        <dsp:cNvSpPr/>
      </dsp:nvSpPr>
      <dsp:spPr>
        <a:xfrm>
          <a:off x="7329489"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给排水科学与工程</a:t>
          </a:r>
          <a:endParaRPr lang="zh-CN" altLang="en-US" sz="1200" b="1" kern="1200">
            <a:latin typeface="微软雅黑" panose="020B0503020204020204" charset="-122"/>
            <a:ea typeface="微软雅黑" panose="020B0503020204020204" charset="-122"/>
          </a:endParaRPr>
        </a:p>
      </dsp:txBody>
      <dsp:txXfrm>
        <a:off x="7361853" y="1580227"/>
        <a:ext cx="1040231" cy="598247"/>
      </dsp:txXfrm>
    </dsp:sp>
    <dsp:sp modelId="{A5016905-D471-4C13-A897-A182A37840A1}">
      <dsp:nvSpPr>
        <dsp:cNvPr id="0" name=""/>
        <dsp:cNvSpPr/>
      </dsp:nvSpPr>
      <dsp:spPr>
        <a:xfrm>
          <a:off x="8544944"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环境生态工程</a:t>
          </a:r>
          <a:endParaRPr lang="zh-CN" altLang="en-US" sz="1200" b="1" kern="1200">
            <a:latin typeface="微软雅黑" panose="020B0503020204020204" charset="-122"/>
            <a:ea typeface="微软雅黑" panose="020B0503020204020204" charset="-122"/>
          </a:endParaRPr>
        </a:p>
      </dsp:txBody>
      <dsp:txXfrm>
        <a:off x="8577308" y="1580227"/>
        <a:ext cx="1040231" cy="598247"/>
      </dsp:txXfrm>
    </dsp:sp>
    <dsp:sp modelId="{E4D157C9-5856-4937-B7DF-DBEC0398BE19}">
      <dsp:nvSpPr>
        <dsp:cNvPr id="0" name=""/>
        <dsp:cNvSpPr/>
      </dsp:nvSpPr>
      <dsp:spPr>
        <a:xfrm>
          <a:off x="9760399"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自动化</a:t>
          </a:r>
          <a:endParaRPr lang="zh-CN" altLang="en-US" sz="1200" b="1" kern="1200">
            <a:latin typeface="微软雅黑" panose="020B0503020204020204" charset="-122"/>
            <a:ea typeface="微软雅黑" panose="020B0503020204020204" charset="-122"/>
          </a:endParaRPr>
        </a:p>
      </dsp:txBody>
      <dsp:txXfrm>
        <a:off x="9792763" y="1580227"/>
        <a:ext cx="1040231" cy="598247"/>
      </dsp:txXfrm>
    </dsp:sp>
    <dsp:sp modelId="{2D567E5A-C9DA-41B3-B77D-3ACC9ADBD748}">
      <dsp:nvSpPr>
        <dsp:cNvPr id="0" name=""/>
        <dsp:cNvSpPr/>
      </dsp:nvSpPr>
      <dsp:spPr>
        <a:xfrm>
          <a:off x="10975854" y="1547863"/>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测控技术与仪器</a:t>
          </a:r>
          <a:endParaRPr lang="zh-CN" altLang="en-US" sz="1200" b="1" kern="1200" dirty="0">
            <a:latin typeface="微软雅黑" panose="020B0503020204020204" charset="-122"/>
            <a:ea typeface="微软雅黑" panose="020B0503020204020204" charset="-122"/>
          </a:endParaRPr>
        </a:p>
      </dsp:txBody>
      <dsp:txXfrm>
        <a:off x="11008218" y="1580227"/>
        <a:ext cx="1040231" cy="598247"/>
      </dsp:txXfrm>
    </dsp:sp>
    <dsp:sp modelId="{3BD8FB91-732F-4FB0-899E-23828ECDCF66}">
      <dsp:nvSpPr>
        <dsp:cNvPr id="0" name=""/>
        <dsp:cNvSpPr/>
      </dsp:nvSpPr>
      <dsp:spPr>
        <a:xfrm>
          <a:off x="36758"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电气工程及其自动化</a:t>
          </a:r>
          <a:endParaRPr lang="zh-CN" altLang="en-US" sz="1200" b="1" kern="1200" dirty="0">
            <a:latin typeface="微软雅黑" panose="020B0503020204020204" charset="-122"/>
            <a:ea typeface="微软雅黑" panose="020B0503020204020204" charset="-122"/>
          </a:endParaRPr>
        </a:p>
      </dsp:txBody>
      <dsp:txXfrm>
        <a:off x="69122" y="2353699"/>
        <a:ext cx="1040231" cy="598247"/>
      </dsp:txXfrm>
    </dsp:sp>
    <dsp:sp modelId="{C652AE0C-3C70-4B8C-B391-85E0125CB68B}">
      <dsp:nvSpPr>
        <dsp:cNvPr id="0" name=""/>
        <dsp:cNvSpPr/>
      </dsp:nvSpPr>
      <dsp:spPr>
        <a:xfrm>
          <a:off x="1252213"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数据科学与大数据技术</a:t>
          </a:r>
          <a:endParaRPr lang="zh-CN" altLang="en-US" sz="1200" b="1" kern="1200">
            <a:latin typeface="微软雅黑" panose="020B0503020204020204" charset="-122"/>
            <a:ea typeface="微软雅黑" panose="020B0503020204020204" charset="-122"/>
          </a:endParaRPr>
        </a:p>
      </dsp:txBody>
      <dsp:txXfrm>
        <a:off x="1284577" y="2353699"/>
        <a:ext cx="1040231" cy="598247"/>
      </dsp:txXfrm>
    </dsp:sp>
    <dsp:sp modelId="{2E742455-ACD7-4526-AC2C-AEE143D872FA}">
      <dsp:nvSpPr>
        <dsp:cNvPr id="0" name=""/>
        <dsp:cNvSpPr/>
      </dsp:nvSpPr>
      <dsp:spPr>
        <a:xfrm>
          <a:off x="2467668"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机器人工程</a:t>
          </a:r>
          <a:endParaRPr lang="zh-CN" altLang="en-US" sz="1200" b="1" kern="1200" dirty="0">
            <a:latin typeface="微软雅黑" panose="020B0503020204020204" charset="-122"/>
            <a:ea typeface="微软雅黑" panose="020B0503020204020204" charset="-122"/>
          </a:endParaRPr>
        </a:p>
      </dsp:txBody>
      <dsp:txXfrm>
        <a:off x="2500032" y="2353699"/>
        <a:ext cx="1040231" cy="598247"/>
      </dsp:txXfrm>
    </dsp:sp>
    <dsp:sp modelId="{47E1FCCA-4DBE-4809-9799-E0F1C1867B53}">
      <dsp:nvSpPr>
        <dsp:cNvPr id="0" name=""/>
        <dsp:cNvSpPr/>
      </dsp:nvSpPr>
      <dsp:spPr>
        <a:xfrm>
          <a:off x="3683123"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人工智能</a:t>
          </a:r>
          <a:endParaRPr lang="zh-CN" altLang="en-US" sz="1200" b="1" kern="1200" dirty="0">
            <a:latin typeface="微软雅黑" panose="020B0503020204020204" charset="-122"/>
            <a:ea typeface="微软雅黑" panose="020B0503020204020204" charset="-122"/>
          </a:endParaRPr>
        </a:p>
      </dsp:txBody>
      <dsp:txXfrm>
        <a:off x="3715487" y="2353699"/>
        <a:ext cx="1040231" cy="598247"/>
      </dsp:txXfrm>
    </dsp:sp>
    <dsp:sp modelId="{A136F1E2-B55A-47C7-9A85-8079E8D98BE5}">
      <dsp:nvSpPr>
        <dsp:cNvPr id="0" name=""/>
        <dsp:cNvSpPr/>
      </dsp:nvSpPr>
      <dsp:spPr>
        <a:xfrm>
          <a:off x="4898578"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电子信息类</a:t>
          </a:r>
          <a:endParaRPr lang="zh-CN" altLang="en-US" sz="1200" b="1" kern="1200">
            <a:latin typeface="微软雅黑" panose="020B0503020204020204" charset="-122"/>
            <a:ea typeface="微软雅黑" panose="020B0503020204020204" charset="-122"/>
          </a:endParaRPr>
        </a:p>
      </dsp:txBody>
      <dsp:txXfrm>
        <a:off x="4930942" y="2353699"/>
        <a:ext cx="1040231" cy="598247"/>
      </dsp:txXfrm>
    </dsp:sp>
    <dsp:sp modelId="{93788807-8D46-4D9E-B2F1-9B7476B88456}">
      <dsp:nvSpPr>
        <dsp:cNvPr id="0" name=""/>
        <dsp:cNvSpPr/>
      </dsp:nvSpPr>
      <dsp:spPr>
        <a:xfrm>
          <a:off x="6114033"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计算机类</a:t>
          </a:r>
          <a:endParaRPr lang="zh-CN" altLang="en-US" sz="1200" b="1" kern="1200">
            <a:latin typeface="微软雅黑" panose="020B0503020204020204" charset="-122"/>
            <a:ea typeface="微软雅黑" panose="020B0503020204020204" charset="-122"/>
          </a:endParaRPr>
        </a:p>
      </dsp:txBody>
      <dsp:txXfrm>
        <a:off x="6146397" y="2353699"/>
        <a:ext cx="1040231" cy="598247"/>
      </dsp:txXfrm>
    </dsp:sp>
    <dsp:sp modelId="{4A904063-82C7-454F-AB68-2378FF299647}">
      <dsp:nvSpPr>
        <dsp:cNvPr id="0" name=""/>
        <dsp:cNvSpPr/>
      </dsp:nvSpPr>
      <dsp:spPr>
        <a:xfrm>
          <a:off x="7329489"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软件工程（中外合作办学）</a:t>
          </a:r>
          <a:endParaRPr lang="zh-CN" altLang="en-US" sz="1200" b="1" kern="1200">
            <a:latin typeface="微软雅黑" panose="020B0503020204020204" charset="-122"/>
            <a:ea typeface="微软雅黑" panose="020B0503020204020204" charset="-122"/>
          </a:endParaRPr>
        </a:p>
      </dsp:txBody>
      <dsp:txXfrm>
        <a:off x="7361853" y="2353699"/>
        <a:ext cx="1040231" cy="598247"/>
      </dsp:txXfrm>
    </dsp:sp>
    <dsp:sp modelId="{4306638C-62E6-4149-93C2-4A4D0810ECBF}">
      <dsp:nvSpPr>
        <dsp:cNvPr id="0" name=""/>
        <dsp:cNvSpPr/>
      </dsp:nvSpPr>
      <dsp:spPr>
        <a:xfrm>
          <a:off x="8544944"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应用统计学</a:t>
          </a:r>
          <a:endParaRPr lang="zh-CN" altLang="en-US" sz="1200" b="1" kern="1200">
            <a:latin typeface="微软雅黑" panose="020B0503020204020204" charset="-122"/>
            <a:ea typeface="微软雅黑" panose="020B0503020204020204" charset="-122"/>
          </a:endParaRPr>
        </a:p>
      </dsp:txBody>
      <dsp:txXfrm>
        <a:off x="8577308" y="2353699"/>
        <a:ext cx="1040231" cy="598247"/>
      </dsp:txXfrm>
    </dsp:sp>
    <dsp:sp modelId="{6985AC9F-1482-43CC-947F-A63EF08BD3DE}">
      <dsp:nvSpPr>
        <dsp:cNvPr id="0" name=""/>
        <dsp:cNvSpPr/>
      </dsp:nvSpPr>
      <dsp:spPr>
        <a:xfrm>
          <a:off x="9760399"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信息与计算科学</a:t>
          </a:r>
          <a:endParaRPr lang="zh-CN" altLang="en-US" sz="1200" b="1" kern="1200">
            <a:latin typeface="微软雅黑" panose="020B0503020204020204" charset="-122"/>
            <a:ea typeface="微软雅黑" panose="020B0503020204020204" charset="-122"/>
          </a:endParaRPr>
        </a:p>
      </dsp:txBody>
      <dsp:txXfrm>
        <a:off x="9792763" y="2353699"/>
        <a:ext cx="1040231" cy="598247"/>
      </dsp:txXfrm>
    </dsp:sp>
    <dsp:sp modelId="{8FCDE86A-39C9-4A7C-9904-78C87B4CD430}">
      <dsp:nvSpPr>
        <dsp:cNvPr id="0" name=""/>
        <dsp:cNvSpPr/>
      </dsp:nvSpPr>
      <dsp:spPr>
        <a:xfrm>
          <a:off x="10975854" y="2321335"/>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数学与应用数学</a:t>
          </a:r>
          <a:endParaRPr lang="zh-CN" altLang="en-US" sz="1200" b="1" kern="1200">
            <a:latin typeface="微软雅黑" panose="020B0503020204020204" charset="-122"/>
            <a:ea typeface="微软雅黑" panose="020B0503020204020204" charset="-122"/>
          </a:endParaRPr>
        </a:p>
      </dsp:txBody>
      <dsp:txXfrm>
        <a:off x="11008218" y="2353699"/>
        <a:ext cx="1040231" cy="598247"/>
      </dsp:txXfrm>
    </dsp:sp>
    <dsp:sp modelId="{4F0BAB82-A4AD-4C8C-92D7-37F7525C5D43}">
      <dsp:nvSpPr>
        <dsp:cNvPr id="0" name=""/>
        <dsp:cNvSpPr/>
      </dsp:nvSpPr>
      <dsp:spPr>
        <a:xfrm>
          <a:off x="36758"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物理学</a:t>
          </a:r>
          <a:endParaRPr lang="zh-CN" altLang="en-US" sz="1200" b="1" kern="1200">
            <a:latin typeface="微软雅黑" panose="020B0503020204020204" charset="-122"/>
            <a:ea typeface="微软雅黑" panose="020B0503020204020204" charset="-122"/>
          </a:endParaRPr>
        </a:p>
      </dsp:txBody>
      <dsp:txXfrm>
        <a:off x="69122" y="3127170"/>
        <a:ext cx="1040231" cy="598247"/>
      </dsp:txXfrm>
    </dsp:sp>
    <dsp:sp modelId="{3FE14981-AECF-4276-B4D5-294B613D8272}">
      <dsp:nvSpPr>
        <dsp:cNvPr id="0" name=""/>
        <dsp:cNvSpPr/>
      </dsp:nvSpPr>
      <dsp:spPr>
        <a:xfrm>
          <a:off x="1252213"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应用物理学</a:t>
          </a:r>
          <a:endParaRPr lang="zh-CN" altLang="en-US" sz="1200" b="1" kern="1200">
            <a:latin typeface="微软雅黑" panose="020B0503020204020204" charset="-122"/>
            <a:ea typeface="微软雅黑" panose="020B0503020204020204" charset="-122"/>
          </a:endParaRPr>
        </a:p>
      </dsp:txBody>
      <dsp:txXfrm>
        <a:off x="1284577" y="3127170"/>
        <a:ext cx="1040231" cy="598247"/>
      </dsp:txXfrm>
    </dsp:sp>
    <dsp:sp modelId="{6A8388AD-419E-4A7A-A746-707EE81ED9F5}">
      <dsp:nvSpPr>
        <dsp:cNvPr id="0" name=""/>
        <dsp:cNvSpPr/>
      </dsp:nvSpPr>
      <dsp:spPr>
        <a:xfrm>
          <a:off x="2467668"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材料物理</a:t>
          </a:r>
          <a:endParaRPr lang="zh-CN" altLang="en-US" sz="1200" b="1" kern="1200">
            <a:latin typeface="微软雅黑" panose="020B0503020204020204" charset="-122"/>
            <a:ea typeface="微软雅黑" panose="020B0503020204020204" charset="-122"/>
          </a:endParaRPr>
        </a:p>
      </dsp:txBody>
      <dsp:txXfrm>
        <a:off x="2500032" y="3127170"/>
        <a:ext cx="1040231" cy="598247"/>
      </dsp:txXfrm>
    </dsp:sp>
    <dsp:sp modelId="{8B8C9CA6-7759-4549-A9F9-0916E1614EE2}">
      <dsp:nvSpPr>
        <dsp:cNvPr id="0" name=""/>
        <dsp:cNvSpPr/>
      </dsp:nvSpPr>
      <dsp:spPr>
        <a:xfrm>
          <a:off x="3683123"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光电信息科学与工程</a:t>
          </a:r>
          <a:endParaRPr lang="zh-CN" altLang="en-US" sz="1200" b="1" kern="1200">
            <a:latin typeface="微软雅黑" panose="020B0503020204020204" charset="-122"/>
            <a:ea typeface="微软雅黑" panose="020B0503020204020204" charset="-122"/>
          </a:endParaRPr>
        </a:p>
      </dsp:txBody>
      <dsp:txXfrm>
        <a:off x="3715487" y="3127170"/>
        <a:ext cx="1040231" cy="598247"/>
      </dsp:txXfrm>
    </dsp:sp>
    <dsp:sp modelId="{25D6BD13-2F27-4B7D-B5A3-7C60234B6447}">
      <dsp:nvSpPr>
        <dsp:cNvPr id="0" name=""/>
        <dsp:cNvSpPr/>
      </dsp:nvSpPr>
      <dsp:spPr>
        <a:xfrm>
          <a:off x="4898578"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信息管理与信息系统</a:t>
          </a:r>
          <a:endParaRPr lang="zh-CN" altLang="en-US" sz="1200" b="1" kern="1200">
            <a:latin typeface="微软雅黑" panose="020B0503020204020204" charset="-122"/>
            <a:ea typeface="微软雅黑" panose="020B0503020204020204" charset="-122"/>
          </a:endParaRPr>
        </a:p>
      </dsp:txBody>
      <dsp:txXfrm>
        <a:off x="4930942" y="3127170"/>
        <a:ext cx="1040231" cy="598247"/>
      </dsp:txXfrm>
    </dsp:sp>
    <dsp:sp modelId="{3287B4C7-2EE9-41CA-B39D-E174AF02CB91}">
      <dsp:nvSpPr>
        <dsp:cNvPr id="0" name=""/>
        <dsp:cNvSpPr/>
      </dsp:nvSpPr>
      <dsp:spPr>
        <a:xfrm>
          <a:off x="6114033"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金融工程</a:t>
          </a:r>
          <a:endParaRPr lang="zh-CN" altLang="en-US" sz="1200" b="1" kern="1200">
            <a:latin typeface="微软雅黑" panose="020B0503020204020204" charset="-122"/>
            <a:ea typeface="微软雅黑" panose="020B0503020204020204" charset="-122"/>
          </a:endParaRPr>
        </a:p>
      </dsp:txBody>
      <dsp:txXfrm>
        <a:off x="6146397" y="3127170"/>
        <a:ext cx="1040231" cy="598247"/>
      </dsp:txXfrm>
    </dsp:sp>
    <dsp:sp modelId="{26DD82EA-2984-4AC6-9A76-5D1AD85B621D}">
      <dsp:nvSpPr>
        <dsp:cNvPr id="0" name=""/>
        <dsp:cNvSpPr/>
      </dsp:nvSpPr>
      <dsp:spPr>
        <a:xfrm>
          <a:off x="7329489"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经济统计学</a:t>
          </a:r>
          <a:endParaRPr lang="zh-CN" altLang="en-US" sz="1200" b="1" kern="1200" dirty="0">
            <a:latin typeface="微软雅黑" panose="020B0503020204020204" charset="-122"/>
            <a:ea typeface="微软雅黑" panose="020B0503020204020204" charset="-122"/>
          </a:endParaRPr>
        </a:p>
      </dsp:txBody>
      <dsp:txXfrm>
        <a:off x="7361853" y="3127170"/>
        <a:ext cx="1040231" cy="598247"/>
      </dsp:txXfrm>
    </dsp:sp>
    <dsp:sp modelId="{DAC44B27-21CB-4932-A6B8-892C63CD366D}">
      <dsp:nvSpPr>
        <dsp:cNvPr id="0" name=""/>
        <dsp:cNvSpPr/>
      </dsp:nvSpPr>
      <dsp:spPr>
        <a:xfrm>
          <a:off x="8544944"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国际经济与贸易</a:t>
          </a:r>
          <a:endParaRPr lang="zh-CN" altLang="en-US" sz="1200" b="1" kern="1200" dirty="0">
            <a:latin typeface="微软雅黑" panose="020B0503020204020204" charset="-122"/>
            <a:ea typeface="微软雅黑" panose="020B0503020204020204" charset="-122"/>
          </a:endParaRPr>
        </a:p>
      </dsp:txBody>
      <dsp:txXfrm>
        <a:off x="8577308" y="3127170"/>
        <a:ext cx="1040231" cy="598247"/>
      </dsp:txXfrm>
    </dsp:sp>
    <dsp:sp modelId="{162BCEBA-B0D9-4E6C-BEA0-D9809A12F97C}">
      <dsp:nvSpPr>
        <dsp:cNvPr id="0" name=""/>
        <dsp:cNvSpPr/>
      </dsp:nvSpPr>
      <dsp:spPr>
        <a:xfrm>
          <a:off x="9760399" y="3094806"/>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工商管理类</a:t>
          </a:r>
          <a:endParaRPr lang="zh-CN" altLang="en-US" sz="1200" b="1" kern="1200" dirty="0">
            <a:latin typeface="微软雅黑" panose="020B0503020204020204" charset="-122"/>
            <a:ea typeface="微软雅黑" panose="020B0503020204020204" charset="-122"/>
          </a:endParaRPr>
        </a:p>
      </dsp:txBody>
      <dsp:txXfrm>
        <a:off x="9792763" y="3127170"/>
        <a:ext cx="1040231" cy="598247"/>
      </dsp:txXfrm>
    </dsp:sp>
    <dsp:sp modelId="{27098D84-BA4D-41E5-8FBA-DBCB83B804D1}">
      <dsp:nvSpPr>
        <dsp:cNvPr id="0" name=""/>
        <dsp:cNvSpPr/>
      </dsp:nvSpPr>
      <dsp:spPr>
        <a:xfrm>
          <a:off x="10975854" y="3094806"/>
          <a:ext cx="1104959" cy="66297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财务管理</a:t>
          </a:r>
          <a:endParaRPr lang="zh-CN" altLang="en-US" sz="1200" b="1" kern="1200" dirty="0">
            <a:latin typeface="微软雅黑" panose="020B0503020204020204" charset="-122"/>
            <a:ea typeface="微软雅黑" panose="020B0503020204020204" charset="-122"/>
          </a:endParaRPr>
        </a:p>
      </dsp:txBody>
      <dsp:txXfrm>
        <a:off x="10975854" y="3094806"/>
        <a:ext cx="1104959" cy="662975"/>
      </dsp:txXfrm>
    </dsp:sp>
    <dsp:sp modelId="{69118C5F-EBA1-4DDE-A224-EAD7BF4D9E25}">
      <dsp:nvSpPr>
        <dsp:cNvPr id="0" name=""/>
        <dsp:cNvSpPr/>
      </dsp:nvSpPr>
      <dsp:spPr>
        <a:xfrm>
          <a:off x="36758"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数学与应用数学（师范）</a:t>
          </a:r>
          <a:endParaRPr lang="zh-CN" altLang="en-US" sz="1200" b="1" kern="1200">
            <a:latin typeface="微软雅黑" panose="020B0503020204020204" charset="-122"/>
            <a:ea typeface="微软雅黑" panose="020B0503020204020204" charset="-122"/>
          </a:endParaRPr>
        </a:p>
      </dsp:txBody>
      <dsp:txXfrm>
        <a:off x="69122" y="3900642"/>
        <a:ext cx="1040231" cy="598247"/>
      </dsp:txXfrm>
    </dsp:sp>
    <dsp:sp modelId="{C21364A5-B684-4D36-AC9B-DEEA13F8E020}">
      <dsp:nvSpPr>
        <dsp:cNvPr id="0" name=""/>
        <dsp:cNvSpPr/>
      </dsp:nvSpPr>
      <dsp:spPr>
        <a:xfrm>
          <a:off x="1252213"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物理学（师范）</a:t>
          </a:r>
          <a:endParaRPr lang="zh-CN" altLang="en-US" sz="1200" b="1" kern="1200" dirty="0">
            <a:latin typeface="微软雅黑" panose="020B0503020204020204" charset="-122"/>
            <a:ea typeface="微软雅黑" panose="020B0503020204020204" charset="-122"/>
          </a:endParaRPr>
        </a:p>
      </dsp:txBody>
      <dsp:txXfrm>
        <a:off x="1284577" y="3900642"/>
        <a:ext cx="1040231" cy="598247"/>
      </dsp:txXfrm>
    </dsp:sp>
    <dsp:sp modelId="{8762A542-30DC-4BB5-8AD6-F457F0965C14}">
      <dsp:nvSpPr>
        <dsp:cNvPr id="0" name=""/>
        <dsp:cNvSpPr/>
      </dsp:nvSpPr>
      <dsp:spPr>
        <a:xfrm>
          <a:off x="2467668"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计算机科学与技术（师范）</a:t>
          </a:r>
          <a:endParaRPr lang="zh-CN" altLang="en-US" sz="1200" b="1" kern="1200">
            <a:latin typeface="微软雅黑" panose="020B0503020204020204" charset="-122"/>
            <a:ea typeface="微软雅黑" panose="020B0503020204020204" charset="-122"/>
          </a:endParaRPr>
        </a:p>
      </dsp:txBody>
      <dsp:txXfrm>
        <a:off x="2500032" y="3900642"/>
        <a:ext cx="1040231" cy="598247"/>
      </dsp:txXfrm>
    </dsp:sp>
    <dsp:sp modelId="{E882D5F4-19CF-4E7A-BF41-CA077A2EEF79}">
      <dsp:nvSpPr>
        <dsp:cNvPr id="0" name=""/>
        <dsp:cNvSpPr/>
      </dsp:nvSpPr>
      <dsp:spPr>
        <a:xfrm>
          <a:off x="3683123"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国际经济贸易（中外合作办学）</a:t>
          </a:r>
          <a:endParaRPr lang="zh-CN" altLang="en-US" sz="1200" b="1" kern="1200" dirty="0">
            <a:latin typeface="微软雅黑" panose="020B0503020204020204" charset="-122"/>
            <a:ea typeface="微软雅黑" panose="020B0503020204020204" charset="-122"/>
          </a:endParaRPr>
        </a:p>
      </dsp:txBody>
      <dsp:txXfrm>
        <a:off x="3715487" y="3900642"/>
        <a:ext cx="1040231" cy="598247"/>
      </dsp:txXfrm>
    </dsp:sp>
    <dsp:sp modelId="{298DC723-918A-48BC-A214-0B8992D77DBA}">
      <dsp:nvSpPr>
        <dsp:cNvPr id="0" name=""/>
        <dsp:cNvSpPr/>
      </dsp:nvSpPr>
      <dsp:spPr>
        <a:xfrm>
          <a:off x="4898578"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应用化学（中外合作办学）</a:t>
          </a:r>
          <a:endParaRPr lang="zh-CN" altLang="en-US" sz="1200" b="1" kern="1200" dirty="0">
            <a:latin typeface="微软雅黑" panose="020B0503020204020204" charset="-122"/>
            <a:ea typeface="微软雅黑" panose="020B0503020204020204" charset="-122"/>
          </a:endParaRPr>
        </a:p>
      </dsp:txBody>
      <dsp:txXfrm>
        <a:off x="4930942" y="3900642"/>
        <a:ext cx="1040231" cy="598247"/>
      </dsp:txXfrm>
    </dsp:sp>
    <dsp:sp modelId="{46B318FC-AAA3-40FE-ACA0-5E07FFC1A12C}">
      <dsp:nvSpPr>
        <dsp:cNvPr id="0" name=""/>
        <dsp:cNvSpPr/>
      </dsp:nvSpPr>
      <dsp:spPr>
        <a:xfrm>
          <a:off x="6114033"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环境工程（中外合作办学）</a:t>
          </a:r>
          <a:endParaRPr lang="zh-CN" altLang="en-US" sz="1200" b="1" kern="1200">
            <a:latin typeface="微软雅黑" panose="020B0503020204020204" charset="-122"/>
            <a:ea typeface="微软雅黑" panose="020B0503020204020204" charset="-122"/>
          </a:endParaRPr>
        </a:p>
      </dsp:txBody>
      <dsp:txXfrm>
        <a:off x="6146397" y="3900642"/>
        <a:ext cx="1040231" cy="598247"/>
      </dsp:txXfrm>
    </dsp:sp>
    <dsp:sp modelId="{2E351335-D5DF-4D62-BDF0-593E36B1C83B}">
      <dsp:nvSpPr>
        <dsp:cNvPr id="0" name=""/>
        <dsp:cNvSpPr/>
      </dsp:nvSpPr>
      <dsp:spPr>
        <a:xfrm>
          <a:off x="7329489"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大气科学（中外合作办学）</a:t>
          </a:r>
          <a:endParaRPr lang="zh-CN" altLang="en-US" sz="1200" b="1" kern="1200">
            <a:latin typeface="微软雅黑" panose="020B0503020204020204" charset="-122"/>
            <a:ea typeface="微软雅黑" panose="020B0503020204020204" charset="-122"/>
          </a:endParaRPr>
        </a:p>
      </dsp:txBody>
      <dsp:txXfrm>
        <a:off x="7361853" y="3900642"/>
        <a:ext cx="1040231" cy="598247"/>
      </dsp:txXfrm>
    </dsp:sp>
    <dsp:sp modelId="{73A95E09-89FA-4901-BF8D-33FE414C8C57}">
      <dsp:nvSpPr>
        <dsp:cNvPr id="0" name=""/>
        <dsp:cNvSpPr/>
      </dsp:nvSpPr>
      <dsp:spPr>
        <a:xfrm>
          <a:off x="8544944"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数学与应用数学（中外合作办学）</a:t>
          </a:r>
          <a:endParaRPr lang="zh-CN" altLang="en-US" sz="1200" b="1" kern="1200" dirty="0">
            <a:latin typeface="微软雅黑" panose="020B0503020204020204" charset="-122"/>
            <a:ea typeface="微软雅黑" panose="020B0503020204020204" charset="-122"/>
          </a:endParaRPr>
        </a:p>
      </dsp:txBody>
      <dsp:txXfrm>
        <a:off x="8577308" y="3900642"/>
        <a:ext cx="1040231" cy="598247"/>
      </dsp:txXfrm>
    </dsp:sp>
    <dsp:sp modelId="{EC64F70C-EFC2-4D95-B8F2-E1CA05DFA15D}">
      <dsp:nvSpPr>
        <dsp:cNvPr id="0" name=""/>
        <dsp:cNvSpPr/>
      </dsp:nvSpPr>
      <dsp:spPr>
        <a:xfrm>
          <a:off x="9760399"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物流管理</a:t>
          </a:r>
          <a:endParaRPr lang="zh-CN" altLang="en-US" sz="1200" b="1" kern="1200">
            <a:latin typeface="微软雅黑" panose="020B0503020204020204" charset="-122"/>
            <a:ea typeface="微软雅黑" panose="020B0503020204020204" charset="-122"/>
          </a:endParaRPr>
        </a:p>
      </dsp:txBody>
      <dsp:txXfrm>
        <a:off x="9792763" y="3900642"/>
        <a:ext cx="1040231" cy="598247"/>
      </dsp:txXfrm>
    </dsp:sp>
    <dsp:sp modelId="{D0044411-A41C-4335-ABB9-BEB58EC1D3EC}">
      <dsp:nvSpPr>
        <dsp:cNvPr id="0" name=""/>
        <dsp:cNvSpPr/>
      </dsp:nvSpPr>
      <dsp:spPr>
        <a:xfrm>
          <a:off x="10975854" y="3868278"/>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英语</a:t>
          </a:r>
          <a:endParaRPr lang="zh-CN" altLang="en-US" sz="1200" b="1" kern="1200">
            <a:latin typeface="微软雅黑" panose="020B0503020204020204" charset="-122"/>
            <a:ea typeface="微软雅黑" panose="020B0503020204020204" charset="-122"/>
          </a:endParaRPr>
        </a:p>
      </dsp:txBody>
      <dsp:txXfrm>
        <a:off x="11008218" y="3900642"/>
        <a:ext cx="1040231" cy="598247"/>
      </dsp:txXfrm>
    </dsp:sp>
    <dsp:sp modelId="{2F526BB0-504C-4BF9-9C66-625F76BCDEDF}">
      <dsp:nvSpPr>
        <dsp:cNvPr id="0" name=""/>
        <dsp:cNvSpPr/>
      </dsp:nvSpPr>
      <dsp:spPr>
        <a:xfrm>
          <a:off x="36758"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翻译</a:t>
          </a:r>
          <a:endParaRPr lang="zh-CN" altLang="en-US" sz="1200" b="1" kern="1200" dirty="0">
            <a:latin typeface="微软雅黑" panose="020B0503020204020204" charset="-122"/>
            <a:ea typeface="微软雅黑" panose="020B0503020204020204" charset="-122"/>
          </a:endParaRPr>
        </a:p>
      </dsp:txBody>
      <dsp:txXfrm>
        <a:off x="69122" y="4674113"/>
        <a:ext cx="1040231" cy="598247"/>
      </dsp:txXfrm>
    </dsp:sp>
    <dsp:sp modelId="{7356412E-230D-4F3A-98FE-9ED854704258}">
      <dsp:nvSpPr>
        <dsp:cNvPr id="0" name=""/>
        <dsp:cNvSpPr/>
      </dsp:nvSpPr>
      <dsp:spPr>
        <a:xfrm>
          <a:off x="1252213"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日语</a:t>
          </a:r>
          <a:endParaRPr lang="zh-CN" altLang="en-US" sz="1200" b="1" kern="1200">
            <a:latin typeface="微软雅黑" panose="020B0503020204020204" charset="-122"/>
            <a:ea typeface="微软雅黑" panose="020B0503020204020204" charset="-122"/>
          </a:endParaRPr>
        </a:p>
      </dsp:txBody>
      <dsp:txXfrm>
        <a:off x="1284577" y="4674113"/>
        <a:ext cx="1040231" cy="598247"/>
      </dsp:txXfrm>
    </dsp:sp>
    <dsp:sp modelId="{B165EDF5-9E76-40FE-8C82-32B659068D4E}">
      <dsp:nvSpPr>
        <dsp:cNvPr id="0" name=""/>
        <dsp:cNvSpPr/>
      </dsp:nvSpPr>
      <dsp:spPr>
        <a:xfrm>
          <a:off x="2467668"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汉语言文学</a:t>
          </a:r>
          <a:endParaRPr lang="zh-CN" altLang="en-US" sz="1200" b="1" kern="1200">
            <a:latin typeface="微软雅黑" panose="020B0503020204020204" charset="-122"/>
            <a:ea typeface="微软雅黑" panose="020B0503020204020204" charset="-122"/>
          </a:endParaRPr>
        </a:p>
      </dsp:txBody>
      <dsp:txXfrm>
        <a:off x="2500032" y="4674113"/>
        <a:ext cx="1040231" cy="598247"/>
      </dsp:txXfrm>
    </dsp:sp>
    <dsp:sp modelId="{9AFC3993-7115-4F6D-B1CF-684DBC92C009}">
      <dsp:nvSpPr>
        <dsp:cNvPr id="0" name=""/>
        <dsp:cNvSpPr/>
      </dsp:nvSpPr>
      <dsp:spPr>
        <a:xfrm>
          <a:off x="3683123"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汉语国际教育</a:t>
          </a:r>
          <a:endParaRPr lang="zh-CN" altLang="en-US" sz="1200" b="1" kern="1200" dirty="0">
            <a:latin typeface="微软雅黑" panose="020B0503020204020204" charset="-122"/>
            <a:ea typeface="微软雅黑" panose="020B0503020204020204" charset="-122"/>
          </a:endParaRPr>
        </a:p>
      </dsp:txBody>
      <dsp:txXfrm>
        <a:off x="3715487" y="4674113"/>
        <a:ext cx="1040231" cy="598247"/>
      </dsp:txXfrm>
    </dsp:sp>
    <dsp:sp modelId="{3EBB4908-75A6-499B-923A-B2FF18A8A07F}">
      <dsp:nvSpPr>
        <dsp:cNvPr id="0" name=""/>
        <dsp:cNvSpPr/>
      </dsp:nvSpPr>
      <dsp:spPr>
        <a:xfrm>
          <a:off x="4898578"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法学</a:t>
          </a:r>
          <a:endParaRPr lang="zh-CN" altLang="en-US" sz="1200" b="1" kern="1200" dirty="0">
            <a:latin typeface="微软雅黑" panose="020B0503020204020204" charset="-122"/>
            <a:ea typeface="微软雅黑" panose="020B0503020204020204" charset="-122"/>
          </a:endParaRPr>
        </a:p>
      </dsp:txBody>
      <dsp:txXfrm>
        <a:off x="4930942" y="4674113"/>
        <a:ext cx="1040231" cy="598247"/>
      </dsp:txXfrm>
    </dsp:sp>
    <dsp:sp modelId="{0D0DC011-63D8-4EFD-BEE8-FCE1857A0493}">
      <dsp:nvSpPr>
        <dsp:cNvPr id="0" name=""/>
        <dsp:cNvSpPr/>
      </dsp:nvSpPr>
      <dsp:spPr>
        <a:xfrm>
          <a:off x="6114033"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行政管理</a:t>
          </a:r>
          <a:endParaRPr lang="zh-CN" altLang="en-US" sz="1200" b="1" kern="1200">
            <a:latin typeface="微软雅黑" panose="020B0503020204020204" charset="-122"/>
            <a:ea typeface="微软雅黑" panose="020B0503020204020204" charset="-122"/>
          </a:endParaRPr>
        </a:p>
      </dsp:txBody>
      <dsp:txXfrm>
        <a:off x="6146397" y="4674113"/>
        <a:ext cx="1040231" cy="598247"/>
      </dsp:txXfrm>
    </dsp:sp>
    <dsp:sp modelId="{972CBFFA-7B7A-4400-B177-26BC6824340D}">
      <dsp:nvSpPr>
        <dsp:cNvPr id="0" name=""/>
        <dsp:cNvSpPr/>
      </dsp:nvSpPr>
      <dsp:spPr>
        <a:xfrm>
          <a:off x="7329489"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公共事业管理</a:t>
          </a:r>
          <a:endParaRPr lang="zh-CN" altLang="en-US" sz="1200" b="1" kern="1200">
            <a:latin typeface="微软雅黑" panose="020B0503020204020204" charset="-122"/>
            <a:ea typeface="微软雅黑" panose="020B0503020204020204" charset="-122"/>
          </a:endParaRPr>
        </a:p>
      </dsp:txBody>
      <dsp:txXfrm>
        <a:off x="7361853" y="4674113"/>
        <a:ext cx="1040231" cy="598247"/>
      </dsp:txXfrm>
    </dsp:sp>
    <dsp:sp modelId="{ACC45D78-03F7-4549-AC55-54B923AF9499}">
      <dsp:nvSpPr>
        <dsp:cNvPr id="0" name=""/>
        <dsp:cNvSpPr/>
      </dsp:nvSpPr>
      <dsp:spPr>
        <a:xfrm>
          <a:off x="8544944"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地理信息科学（中外合作办学）</a:t>
          </a:r>
          <a:endParaRPr lang="zh-CN" altLang="en-US" sz="1200" b="1" kern="1200" dirty="0">
            <a:latin typeface="微软雅黑" panose="020B0503020204020204" charset="-122"/>
            <a:ea typeface="微软雅黑" panose="020B0503020204020204" charset="-122"/>
          </a:endParaRPr>
        </a:p>
      </dsp:txBody>
      <dsp:txXfrm>
        <a:off x="8577308" y="4674113"/>
        <a:ext cx="1040231" cy="598247"/>
      </dsp:txXfrm>
    </dsp:sp>
    <dsp:sp modelId="{0436E7F7-CE3D-4279-9340-9B19C6CAAE7C}">
      <dsp:nvSpPr>
        <dsp:cNvPr id="0" name=""/>
        <dsp:cNvSpPr/>
      </dsp:nvSpPr>
      <dsp:spPr>
        <a:xfrm>
          <a:off x="9760399"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smtClean="0">
              <a:latin typeface="微软雅黑" panose="020B0503020204020204" charset="-122"/>
              <a:ea typeface="微软雅黑" panose="020B0503020204020204" charset="-122"/>
            </a:rPr>
            <a:t>汉语言文学（师范）</a:t>
          </a:r>
          <a:endParaRPr lang="zh-CN" altLang="en-US" sz="1200" b="1" kern="1200">
            <a:latin typeface="微软雅黑" panose="020B0503020204020204" charset="-122"/>
            <a:ea typeface="微软雅黑" panose="020B0503020204020204" charset="-122"/>
          </a:endParaRPr>
        </a:p>
      </dsp:txBody>
      <dsp:txXfrm>
        <a:off x="9792763" y="4674113"/>
        <a:ext cx="1040231" cy="598247"/>
      </dsp:txXfrm>
    </dsp:sp>
    <dsp:sp modelId="{593B884F-BBEB-48E0-A9E4-692F9A9B2FF1}">
      <dsp:nvSpPr>
        <dsp:cNvPr id="0" name=""/>
        <dsp:cNvSpPr/>
      </dsp:nvSpPr>
      <dsp:spPr>
        <a:xfrm>
          <a:off x="10975854" y="4641749"/>
          <a:ext cx="1104959" cy="6629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533400" rtl="0">
            <a:lnSpc>
              <a:spcPct val="90000"/>
            </a:lnSpc>
            <a:spcBef>
              <a:spcPct val="0"/>
            </a:spcBef>
            <a:spcAft>
              <a:spcPct val="35000"/>
            </a:spcAft>
          </a:pPr>
          <a:r>
            <a:rPr lang="zh-CN" altLang="en-US" sz="1200" b="1" kern="1200" dirty="0" smtClean="0">
              <a:latin typeface="微软雅黑" panose="020B0503020204020204" charset="-122"/>
              <a:ea typeface="微软雅黑" panose="020B0503020204020204" charset="-122"/>
            </a:rPr>
            <a:t>英语（师范）</a:t>
          </a:r>
          <a:endParaRPr lang="zh-CN" altLang="en-US" sz="1200" b="1" kern="1200" dirty="0">
            <a:latin typeface="微软雅黑" panose="020B0503020204020204" charset="-122"/>
            <a:ea typeface="微软雅黑" panose="020B0503020204020204" charset="-122"/>
          </a:endParaRPr>
        </a:p>
      </dsp:txBody>
      <dsp:txXfrm>
        <a:off x="11008218" y="4674113"/>
        <a:ext cx="1040231" cy="59824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68A763-232C-4669-8CDC-3BF4C3F9A501}">
      <dsp:nvSpPr>
        <dsp:cNvPr id="0" name=""/>
        <dsp:cNvSpPr/>
      </dsp:nvSpPr>
      <dsp:spPr>
        <a:xfrm>
          <a:off x="0" y="672263"/>
          <a:ext cx="3670750" cy="2091119"/>
        </a:xfrm>
        <a:prstGeom prst="rect">
          <a:avLst/>
        </a:prstGeom>
        <a:blipFill rotWithShape="1">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sp>
    <dsp:sp modelId="{C0AA6231-D7E3-4E85-8573-789726966B2E}">
      <dsp:nvSpPr>
        <dsp:cNvPr id="0" name=""/>
        <dsp:cNvSpPr/>
      </dsp:nvSpPr>
      <dsp:spPr>
        <a:xfrm>
          <a:off x="885121" y="2444571"/>
          <a:ext cx="2646040" cy="370800"/>
        </a:xfrm>
        <a:prstGeom prst="rect">
          <a:avLst/>
        </a:prstGeom>
        <a:solidFill>
          <a:srgbClr val="FFC000">
            <a:alpha val="8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5000"/>
            </a:spcAft>
          </a:pPr>
          <a:r>
            <a:rPr lang="zh-CN" altLang="en-US" sz="1500" b="1" i="0" kern="1200" dirty="0" smtClean="0">
              <a:solidFill>
                <a:srgbClr val="002060"/>
              </a:solidFill>
              <a:latin typeface="微软雅黑" panose="020B0503020204020204" charset="-122"/>
              <a:ea typeface="微软雅黑" panose="020B0503020204020204" charset="-122"/>
              <a:cs typeface="楷体" panose="02010609060101010101" charset="-122"/>
              <a:sym typeface="+mn-lt"/>
            </a:rPr>
            <a:t>“长望学院”</a:t>
          </a:r>
          <a:endParaRPr lang="zh-CN" altLang="en-US" sz="1500" b="1" i="0" kern="1200" dirty="0">
            <a:solidFill>
              <a:srgbClr val="002060"/>
            </a:solidFill>
            <a:latin typeface="微软雅黑" panose="020B0503020204020204" charset="-122"/>
            <a:ea typeface="微软雅黑" panose="020B0503020204020204" charset="-122"/>
            <a:sym typeface="+mn-lt"/>
          </a:endParaRPr>
        </a:p>
      </dsp:txBody>
      <dsp:txXfrm>
        <a:off x="885121" y="2444571"/>
        <a:ext cx="2646040" cy="370800"/>
      </dsp:txXfrm>
    </dsp:sp>
    <dsp:sp modelId="{5B303ABB-6EAC-48E6-87C4-008F7285269C}">
      <dsp:nvSpPr>
        <dsp:cNvPr id="0" name=""/>
        <dsp:cNvSpPr/>
      </dsp:nvSpPr>
      <dsp:spPr>
        <a:xfrm>
          <a:off x="3771799" y="672847"/>
          <a:ext cx="3674704" cy="2092300"/>
        </a:xfrm>
        <a:prstGeom prst="rect">
          <a:avLst/>
        </a:prstGeom>
        <a:blipFill rotWithShape="1">
          <a:blip xmlns:r="http://schemas.openxmlformats.org/officeDocument/2006/relationships" r:embed="rId2"/>
          <a:stretch>
            <a:fillRect/>
          </a:stretch>
        </a:blipFill>
        <a:ln>
          <a:noFill/>
        </a:ln>
        <a:effectLst/>
      </dsp:spPr>
      <dsp:style>
        <a:lnRef idx="0">
          <a:scrgbClr r="0" g="0" b="0"/>
        </a:lnRef>
        <a:fillRef idx="1">
          <a:scrgbClr r="0" g="0" b="0"/>
        </a:fillRef>
        <a:effectRef idx="0">
          <a:scrgbClr r="0" g="0" b="0"/>
        </a:effectRef>
        <a:fontRef idx="minor"/>
      </dsp:style>
    </dsp:sp>
    <dsp:sp modelId="{22C810DD-7560-47EF-9E16-D89AAB771395}">
      <dsp:nvSpPr>
        <dsp:cNvPr id="0" name=""/>
        <dsp:cNvSpPr/>
      </dsp:nvSpPr>
      <dsp:spPr>
        <a:xfrm>
          <a:off x="4995945" y="2493032"/>
          <a:ext cx="2334007" cy="358959"/>
        </a:xfrm>
        <a:prstGeom prst="rect">
          <a:avLst/>
        </a:prstGeom>
        <a:solidFill>
          <a:srgbClr val="FFC000">
            <a:alpha val="8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5000"/>
            </a:spcAft>
          </a:pPr>
          <a:r>
            <a:rPr lang="zh-CN" altLang="en-US" sz="1500" b="1" kern="1200" dirty="0" smtClean="0">
              <a:solidFill>
                <a:srgbClr val="002060"/>
              </a:solidFill>
              <a:latin typeface="+mn-lt"/>
              <a:ea typeface="微软雅黑" panose="020B0503020204020204" charset="-122"/>
              <a:cs typeface="楷体" panose="02010609060101010101" charset="-122"/>
              <a:sym typeface="+mn-lt"/>
            </a:rPr>
            <a:t>国科大联合培养专业</a:t>
          </a:r>
          <a:endParaRPr lang="zh-CN" altLang="en-US" sz="1500" b="1" kern="1200" dirty="0">
            <a:solidFill>
              <a:srgbClr val="002060"/>
            </a:solidFill>
            <a:latin typeface="+mn-lt"/>
            <a:ea typeface="微软雅黑" panose="020B0503020204020204" charset="-122"/>
            <a:sym typeface="+mn-lt"/>
          </a:endParaRPr>
        </a:p>
      </dsp:txBody>
      <dsp:txXfrm>
        <a:off x="4995945" y="2493032"/>
        <a:ext cx="2334007" cy="358959"/>
      </dsp:txXfrm>
    </dsp:sp>
    <dsp:sp modelId="{C630B9C1-67B7-43C7-8E4B-CDF7922E3716}">
      <dsp:nvSpPr>
        <dsp:cNvPr id="0" name=""/>
        <dsp:cNvSpPr/>
      </dsp:nvSpPr>
      <dsp:spPr>
        <a:xfrm>
          <a:off x="0" y="2916983"/>
          <a:ext cx="3683859" cy="2091119"/>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a:effectLst/>
      </dsp:spPr>
      <dsp:style>
        <a:lnRef idx="0">
          <a:scrgbClr r="0" g="0" b="0"/>
        </a:lnRef>
        <a:fillRef idx="1">
          <a:scrgbClr r="0" g="0" b="0"/>
        </a:fillRef>
        <a:effectRef idx="0">
          <a:scrgbClr r="0" g="0" b="0"/>
        </a:effectRef>
        <a:fontRef idx="minor"/>
      </dsp:style>
    </dsp:sp>
    <dsp:sp modelId="{2A1D15A5-6FF1-44F6-B1E9-18405238B314}">
      <dsp:nvSpPr>
        <dsp:cNvPr id="0" name=""/>
        <dsp:cNvSpPr/>
      </dsp:nvSpPr>
      <dsp:spPr>
        <a:xfrm>
          <a:off x="839388" y="4865450"/>
          <a:ext cx="2725746" cy="358449"/>
        </a:xfrm>
        <a:prstGeom prst="rect">
          <a:avLst/>
        </a:prstGeom>
        <a:solidFill>
          <a:srgbClr val="FFC000">
            <a:alpha val="8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5000"/>
            </a:spcAft>
          </a:pPr>
          <a:r>
            <a:rPr lang="zh-CN" altLang="en-US" sz="1500" b="1" i="0" kern="1200" dirty="0" smtClean="0">
              <a:solidFill>
                <a:srgbClr val="002060"/>
              </a:solidFill>
              <a:latin typeface="微软雅黑" panose="020B0503020204020204" charset="-122"/>
              <a:ea typeface="微软雅黑" panose="020B0503020204020204" charset="-122"/>
              <a:sym typeface="+mn-lt"/>
            </a:rPr>
            <a:t>“</a:t>
          </a:r>
          <a:r>
            <a:rPr lang="zh-CN" altLang="en-US" sz="1500" b="1" i="0" kern="1200" dirty="0">
              <a:solidFill>
                <a:srgbClr val="002060"/>
              </a:solidFill>
              <a:latin typeface="微软雅黑" panose="020B0503020204020204" charset="-122"/>
              <a:ea typeface="微软雅黑" panose="020B0503020204020204" charset="-122"/>
              <a:sym typeface="+mn-lt"/>
            </a:rPr>
            <a:t>华为</a:t>
          </a:r>
          <a:r>
            <a:rPr lang="en-US" altLang="zh-CN" sz="1500" b="1" i="0" kern="1200" dirty="0">
              <a:solidFill>
                <a:srgbClr val="002060"/>
              </a:solidFill>
              <a:latin typeface="微软雅黑" panose="020B0503020204020204" charset="-122"/>
              <a:ea typeface="微软雅黑" panose="020B0503020204020204" charset="-122"/>
              <a:sym typeface="+mn-lt"/>
            </a:rPr>
            <a:t>ICT</a:t>
          </a:r>
          <a:r>
            <a:rPr lang="zh-CN" altLang="en-US" sz="1500" b="1" i="0" kern="1200" dirty="0">
              <a:solidFill>
                <a:srgbClr val="002060"/>
              </a:solidFill>
              <a:latin typeface="微软雅黑" panose="020B0503020204020204" charset="-122"/>
              <a:ea typeface="微软雅黑" panose="020B0503020204020204" charset="-122"/>
              <a:sym typeface="+mn-lt"/>
            </a:rPr>
            <a:t>学院”</a:t>
          </a:r>
          <a:endParaRPr lang="zh-CN" altLang="en-US" sz="1500" b="1" kern="1200" dirty="0">
            <a:solidFill>
              <a:srgbClr val="002060"/>
            </a:solidFill>
            <a:latin typeface="微软雅黑" panose="020B0503020204020204" charset="-122"/>
            <a:ea typeface="微软雅黑" panose="020B0503020204020204" charset="-122"/>
            <a:sym typeface="+mn-lt"/>
          </a:endParaRPr>
        </a:p>
      </dsp:txBody>
      <dsp:txXfrm>
        <a:off x="839388" y="4865450"/>
        <a:ext cx="2725746" cy="358449"/>
      </dsp:txXfrm>
    </dsp:sp>
    <dsp:sp modelId="{342C3546-D2F6-4389-81BC-980F3A9EA938}">
      <dsp:nvSpPr>
        <dsp:cNvPr id="0" name=""/>
        <dsp:cNvSpPr/>
      </dsp:nvSpPr>
      <dsp:spPr>
        <a:xfrm>
          <a:off x="3771799" y="2902159"/>
          <a:ext cx="3701682" cy="2174568"/>
        </a:xfrm>
        <a:prstGeom prst="rect">
          <a:avLst/>
        </a:prstGeom>
        <a:blipFill dpi="0" rotWithShape="1">
          <a:blip xmlns:r="http://schemas.openxmlformats.org/officeDocument/2006/relationships" r:embed="rId4"/>
          <a:srcRect/>
          <a:stretch>
            <a:fillRect l="-62" t="-504" r="62" b="-1127"/>
          </a:stretch>
        </a:blipFill>
        <a:ln>
          <a:noFill/>
        </a:ln>
        <a:effectLst/>
      </dsp:spPr>
      <dsp:style>
        <a:lnRef idx="0">
          <a:scrgbClr r="0" g="0" b="0"/>
        </a:lnRef>
        <a:fillRef idx="1">
          <a:scrgbClr r="0" g="0" b="0"/>
        </a:fillRef>
        <a:effectRef idx="0">
          <a:scrgbClr r="0" g="0" b="0"/>
        </a:effectRef>
        <a:fontRef idx="minor"/>
      </dsp:style>
    </dsp:sp>
    <dsp:sp modelId="{F36BFDF3-530E-4D7E-8B2E-4C76E1504028}">
      <dsp:nvSpPr>
        <dsp:cNvPr id="0" name=""/>
        <dsp:cNvSpPr/>
      </dsp:nvSpPr>
      <dsp:spPr>
        <a:xfrm>
          <a:off x="4921650" y="4888410"/>
          <a:ext cx="2496314" cy="359997"/>
        </a:xfrm>
        <a:prstGeom prst="rect">
          <a:avLst/>
        </a:prstGeom>
        <a:solidFill>
          <a:srgbClr val="FFC000">
            <a:alpha val="80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a:lnSpc>
              <a:spcPct val="90000"/>
            </a:lnSpc>
            <a:spcBef>
              <a:spcPct val="0"/>
            </a:spcBef>
            <a:spcAft>
              <a:spcPct val="5000"/>
            </a:spcAft>
          </a:pPr>
          <a:r>
            <a:rPr lang="zh-CN" altLang="en-US" sz="1500" b="1" kern="1200" dirty="0" smtClean="0">
              <a:solidFill>
                <a:srgbClr val="002060"/>
              </a:solidFill>
              <a:latin typeface="微软雅黑" panose="020B0503020204020204" charset="-122"/>
              <a:ea typeface="微软雅黑" panose="020B0503020204020204" charset="-122"/>
              <a:sym typeface="+mn-lt"/>
            </a:rPr>
            <a:t>“信大优课”</a:t>
          </a:r>
          <a:endParaRPr lang="zh-CN" altLang="en-US" sz="1500" b="1" kern="1200" dirty="0">
            <a:solidFill>
              <a:srgbClr val="002060"/>
            </a:solidFill>
            <a:latin typeface="微软雅黑" panose="020B0503020204020204" charset="-122"/>
            <a:ea typeface="微软雅黑" panose="020B0503020204020204" charset="-122"/>
            <a:sym typeface="+mn-lt"/>
          </a:endParaRPr>
        </a:p>
      </dsp:txBody>
      <dsp:txXfrm>
        <a:off x="4921650" y="4888410"/>
        <a:ext cx="2496314" cy="35999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9E9DA1-E7E7-4B7A-ABDC-E2831148EE7E}">
      <dsp:nvSpPr>
        <dsp:cNvPr id="0" name=""/>
        <dsp:cNvSpPr/>
      </dsp:nvSpPr>
      <dsp:spPr>
        <a:xfrm>
          <a:off x="349246" y="10"/>
          <a:ext cx="3111209" cy="2099524"/>
        </a:xfrm>
        <a:prstGeom prst="rect">
          <a:avLst/>
        </a:prstGeom>
        <a:blipFill rotWithShape="1">
          <a:blip xmlns:r="http://schemas.openxmlformats.org/officeDocument/2006/relationships" r:embed="rId1"/>
          <a:stretch>
            <a:fillRect/>
          </a:stretch>
        </a:blipFill>
        <a:ln>
          <a:noFill/>
        </a:ln>
        <a:effectLst/>
      </dsp:spPr>
      <dsp:style>
        <a:lnRef idx="0">
          <a:scrgbClr r="0" g="0" b="0"/>
        </a:lnRef>
        <a:fillRef idx="1">
          <a:scrgbClr r="0" g="0" b="0"/>
        </a:fillRef>
        <a:effectRef idx="0">
          <a:scrgbClr r="0" g="0" b="0"/>
        </a:effectRef>
        <a:fontRef idx="minor"/>
      </dsp:style>
    </dsp:sp>
    <dsp:sp modelId="{722F9F56-5A60-4303-879C-F3B0619A86F8}">
      <dsp:nvSpPr>
        <dsp:cNvPr id="0" name=""/>
        <dsp:cNvSpPr/>
      </dsp:nvSpPr>
      <dsp:spPr>
        <a:xfrm>
          <a:off x="1047713" y="1816048"/>
          <a:ext cx="2416672" cy="381453"/>
        </a:xfrm>
        <a:prstGeom prst="rect">
          <a:avLst/>
        </a:prstGeom>
        <a:solidFill>
          <a:srgbClr val="FFC000">
            <a:alpha val="84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rtl="0">
            <a:lnSpc>
              <a:spcPct val="90000"/>
            </a:lnSpc>
            <a:spcBef>
              <a:spcPct val="0"/>
            </a:spcBef>
            <a:spcAft>
              <a:spcPct val="5000"/>
            </a:spcAft>
          </a:pPr>
          <a:r>
            <a:rPr lang="zh-CN" altLang="en-US" sz="1500" b="1" kern="1200" dirty="0" smtClean="0">
              <a:solidFill>
                <a:srgbClr val="002060"/>
              </a:solidFill>
              <a:latin typeface="微软雅黑" panose="020B0503020204020204" charset="-122"/>
              <a:ea typeface="微软雅黑" panose="020B0503020204020204" charset="-122"/>
            </a:rPr>
            <a:t>海外培养基地</a:t>
          </a:r>
          <a:endParaRPr lang="zh-CN" altLang="en-US" sz="1500" b="1" kern="1200" dirty="0">
            <a:solidFill>
              <a:srgbClr val="002060"/>
            </a:solidFill>
            <a:latin typeface="微软雅黑" panose="020B0503020204020204" charset="-122"/>
            <a:ea typeface="微软雅黑" panose="020B0503020204020204" charset="-122"/>
          </a:endParaRPr>
        </a:p>
      </dsp:txBody>
      <dsp:txXfrm>
        <a:off x="1047713" y="1816048"/>
        <a:ext cx="2416672" cy="381453"/>
      </dsp:txXfrm>
    </dsp:sp>
    <dsp:sp modelId="{EBD5F58E-7FC9-4512-9D41-56DB25CEA2B6}">
      <dsp:nvSpPr>
        <dsp:cNvPr id="0" name=""/>
        <dsp:cNvSpPr/>
      </dsp:nvSpPr>
      <dsp:spPr>
        <a:xfrm>
          <a:off x="349246" y="2269675"/>
          <a:ext cx="3111209" cy="2090861"/>
        </a:xfrm>
        <a:prstGeom prst="rect">
          <a:avLst/>
        </a:prstGeom>
        <a:blipFill rotWithShape="1">
          <a:blip xmlns:r="http://schemas.openxmlformats.org/officeDocument/2006/relationships" r:embed="rId2"/>
          <a:stretch>
            <a:fillRect/>
          </a:stretch>
        </a:blipFill>
        <a:ln>
          <a:noFill/>
        </a:ln>
        <a:effectLst/>
      </dsp:spPr>
      <dsp:style>
        <a:lnRef idx="0">
          <a:scrgbClr r="0" g="0" b="0"/>
        </a:lnRef>
        <a:fillRef idx="1">
          <a:scrgbClr r="0" g="0" b="0"/>
        </a:fillRef>
        <a:effectRef idx="0">
          <a:scrgbClr r="0" g="0" b="0"/>
        </a:effectRef>
        <a:fontRef idx="minor"/>
      </dsp:style>
    </dsp:sp>
    <dsp:sp modelId="{46889CF3-A840-45A2-9E0A-6AAEE3858BB3}">
      <dsp:nvSpPr>
        <dsp:cNvPr id="0" name=""/>
        <dsp:cNvSpPr/>
      </dsp:nvSpPr>
      <dsp:spPr>
        <a:xfrm>
          <a:off x="1117579" y="4190880"/>
          <a:ext cx="2416672" cy="381453"/>
        </a:xfrm>
        <a:prstGeom prst="rect">
          <a:avLst/>
        </a:prstGeom>
        <a:solidFill>
          <a:srgbClr val="FFC000">
            <a:alpha val="84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575" tIns="28575" rIns="28575" bIns="28575" numCol="1" spcCol="1270" anchor="ctr" anchorCtr="0">
          <a:noAutofit/>
        </a:bodyPr>
        <a:lstStyle/>
        <a:p>
          <a:pPr lvl="0" algn="ctr" defTabSz="666750" rtl="0">
            <a:lnSpc>
              <a:spcPct val="90000"/>
            </a:lnSpc>
            <a:spcBef>
              <a:spcPct val="0"/>
            </a:spcBef>
            <a:spcAft>
              <a:spcPct val="5000"/>
            </a:spcAft>
          </a:pPr>
          <a:r>
            <a:rPr lang="zh-CN" altLang="en-US" sz="1500" kern="1200" dirty="0" smtClean="0">
              <a:solidFill>
                <a:srgbClr val="002060"/>
              </a:solidFill>
              <a:latin typeface="微软雅黑" panose="020B0503020204020204" charset="-122"/>
              <a:ea typeface="微软雅黑" panose="020B0503020204020204" charset="-122"/>
            </a:rPr>
            <a:t>“</a:t>
          </a:r>
          <a:r>
            <a:rPr lang="zh-CN" altLang="en-US" sz="1500" b="1" kern="1200" dirty="0" smtClean="0">
              <a:solidFill>
                <a:srgbClr val="002060"/>
              </a:solidFill>
              <a:latin typeface="微软雅黑" panose="020B0503020204020204" charset="-122"/>
              <a:ea typeface="微软雅黑" panose="020B0503020204020204" charset="-122"/>
            </a:rPr>
            <a:t>藕舫学院”</a:t>
          </a:r>
          <a:endParaRPr lang="zh-CN" altLang="en-US" sz="1500" b="1" kern="1200" dirty="0">
            <a:solidFill>
              <a:srgbClr val="002060"/>
            </a:solidFill>
            <a:latin typeface="微软雅黑" panose="020B0503020204020204" charset="-122"/>
            <a:ea typeface="微软雅黑" panose="020B0503020204020204" charset="-122"/>
          </a:endParaRPr>
        </a:p>
      </dsp:txBody>
      <dsp:txXfrm>
        <a:off x="1117579" y="4190880"/>
        <a:ext cx="2416672" cy="38145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DB7CD3-A84A-470B-9A87-DEBF924E3754}">
      <dsp:nvSpPr>
        <dsp:cNvPr id="0" name=""/>
        <dsp:cNvSpPr/>
      </dsp:nvSpPr>
      <dsp:spPr>
        <a:xfrm>
          <a:off x="0" y="0"/>
          <a:ext cx="1612711" cy="4393054"/>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rgbClr val="002060"/>
              </a:solidFill>
              <a:latin typeface="+mn-lt"/>
              <a:ea typeface="微软雅黑" panose="020B0503020204020204" charset="-122"/>
              <a:sym typeface="+mn-lt"/>
            </a:rPr>
            <a:t>电子信息类</a:t>
          </a:r>
        </a:p>
      </dsp:txBody>
      <dsp:txXfrm>
        <a:off x="0" y="0"/>
        <a:ext cx="1612711" cy="1317916"/>
      </dsp:txXfrm>
    </dsp:sp>
    <dsp:sp modelId="{7E91FD44-23A9-4583-B626-DC306BD5433B}">
      <dsp:nvSpPr>
        <dsp:cNvPr id="0" name=""/>
        <dsp:cNvSpPr/>
      </dsp:nvSpPr>
      <dsp:spPr>
        <a:xfrm>
          <a:off x="102356" y="1318023"/>
          <a:ext cx="1412305" cy="63997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电子科学与技术</a:t>
          </a:r>
        </a:p>
      </dsp:txBody>
      <dsp:txXfrm>
        <a:off x="121100" y="1336767"/>
        <a:ext cx="1374817" cy="602486"/>
      </dsp:txXfrm>
    </dsp:sp>
    <dsp:sp modelId="{3FEC88EA-8C0D-4709-86B9-69AF43D775FE}">
      <dsp:nvSpPr>
        <dsp:cNvPr id="0" name=""/>
        <dsp:cNvSpPr/>
      </dsp:nvSpPr>
      <dsp:spPr>
        <a:xfrm>
          <a:off x="102356" y="2056455"/>
          <a:ext cx="1412305" cy="63997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电子信息工程</a:t>
          </a:r>
        </a:p>
      </dsp:txBody>
      <dsp:txXfrm>
        <a:off x="121100" y="2075199"/>
        <a:ext cx="1374817" cy="602486"/>
      </dsp:txXfrm>
    </dsp:sp>
    <dsp:sp modelId="{69C6A348-0FBB-467B-84F5-04E48FE912D3}">
      <dsp:nvSpPr>
        <dsp:cNvPr id="0" name=""/>
        <dsp:cNvSpPr/>
      </dsp:nvSpPr>
      <dsp:spPr>
        <a:xfrm>
          <a:off x="102356" y="2794887"/>
          <a:ext cx="1412305" cy="63997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通信工程</a:t>
          </a:r>
        </a:p>
      </dsp:txBody>
      <dsp:txXfrm>
        <a:off x="121100" y="2813631"/>
        <a:ext cx="1374817" cy="602486"/>
      </dsp:txXfrm>
    </dsp:sp>
    <dsp:sp modelId="{57EA7010-77BC-4AE5-BF46-47CD5F4BE182}">
      <dsp:nvSpPr>
        <dsp:cNvPr id="0" name=""/>
        <dsp:cNvSpPr/>
      </dsp:nvSpPr>
      <dsp:spPr>
        <a:xfrm>
          <a:off x="102356" y="3533319"/>
          <a:ext cx="1412305" cy="63997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信息工程</a:t>
          </a:r>
        </a:p>
      </dsp:txBody>
      <dsp:txXfrm>
        <a:off x="121100" y="3552063"/>
        <a:ext cx="1374817" cy="602486"/>
      </dsp:txXfrm>
    </dsp:sp>
    <dsp:sp modelId="{72C391D2-BABB-4A23-BF39-5D083A47796E}">
      <dsp:nvSpPr>
        <dsp:cNvPr id="0" name=""/>
        <dsp:cNvSpPr/>
      </dsp:nvSpPr>
      <dsp:spPr>
        <a:xfrm>
          <a:off x="1747268" y="0"/>
          <a:ext cx="1548998" cy="4393054"/>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rgbClr val="0E2860"/>
              </a:solidFill>
              <a:latin typeface="+mn-lt"/>
              <a:ea typeface="微软雅黑" panose="020B0503020204020204" charset="-122"/>
              <a:sym typeface="+mn-lt"/>
            </a:rPr>
            <a:t>环境生态类</a:t>
          </a:r>
        </a:p>
      </dsp:txBody>
      <dsp:txXfrm>
        <a:off x="1747268" y="0"/>
        <a:ext cx="1548998" cy="1317916"/>
      </dsp:txXfrm>
    </dsp:sp>
    <dsp:sp modelId="{63C1163A-A295-460D-BA18-5DB0BE166104}">
      <dsp:nvSpPr>
        <dsp:cNvPr id="0" name=""/>
        <dsp:cNvSpPr/>
      </dsp:nvSpPr>
      <dsp:spPr>
        <a:xfrm>
          <a:off x="1815615" y="1318747"/>
          <a:ext cx="1412305" cy="50821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环境科学</a:t>
          </a:r>
        </a:p>
      </dsp:txBody>
      <dsp:txXfrm>
        <a:off x="1830500" y="1333632"/>
        <a:ext cx="1382535" cy="478444"/>
      </dsp:txXfrm>
    </dsp:sp>
    <dsp:sp modelId="{BFE363EA-A24E-42F1-BDCF-5DABC4E1B6FF}">
      <dsp:nvSpPr>
        <dsp:cNvPr id="0" name=""/>
        <dsp:cNvSpPr/>
      </dsp:nvSpPr>
      <dsp:spPr>
        <a:xfrm>
          <a:off x="1815615" y="1905149"/>
          <a:ext cx="1412305" cy="50821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环境工程</a:t>
          </a:r>
        </a:p>
      </dsp:txBody>
      <dsp:txXfrm>
        <a:off x="1830500" y="1920034"/>
        <a:ext cx="1382535" cy="478444"/>
      </dsp:txXfrm>
    </dsp:sp>
    <dsp:sp modelId="{C817111C-EC66-4131-B9E6-3677626DD37D}">
      <dsp:nvSpPr>
        <dsp:cNvPr id="0" name=""/>
        <dsp:cNvSpPr/>
      </dsp:nvSpPr>
      <dsp:spPr>
        <a:xfrm>
          <a:off x="1815615" y="2491551"/>
          <a:ext cx="1412305" cy="50821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生态学</a:t>
          </a:r>
        </a:p>
      </dsp:txBody>
      <dsp:txXfrm>
        <a:off x="1830500" y="2506436"/>
        <a:ext cx="1382535" cy="478444"/>
      </dsp:txXfrm>
    </dsp:sp>
    <dsp:sp modelId="{8CEF42AD-4D45-49E7-936C-11CA91DE4C71}">
      <dsp:nvSpPr>
        <dsp:cNvPr id="0" name=""/>
        <dsp:cNvSpPr/>
      </dsp:nvSpPr>
      <dsp:spPr>
        <a:xfrm>
          <a:off x="1815615" y="3077953"/>
          <a:ext cx="1412305" cy="50821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dirty="0">
              <a:latin typeface="+mn-lt"/>
              <a:ea typeface="微软雅黑" panose="020B0503020204020204" charset="-122"/>
              <a:sym typeface="+mn-lt"/>
            </a:rPr>
            <a:t>农业资源与环境</a:t>
          </a:r>
        </a:p>
      </dsp:txBody>
      <dsp:txXfrm>
        <a:off x="1830500" y="3092838"/>
        <a:ext cx="1382535" cy="478444"/>
      </dsp:txXfrm>
    </dsp:sp>
    <dsp:sp modelId="{3CB9B4FD-822F-44DA-8AC6-1E0BBAFA1EEA}">
      <dsp:nvSpPr>
        <dsp:cNvPr id="0" name=""/>
        <dsp:cNvSpPr/>
      </dsp:nvSpPr>
      <dsp:spPr>
        <a:xfrm>
          <a:off x="1815615" y="3664355"/>
          <a:ext cx="1412305" cy="50821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26670" rIns="35560" bIns="26670" numCol="1" spcCol="1270" anchor="ctr" anchorCtr="0">
          <a:noAutofit/>
        </a:bodyPr>
        <a:lstStyle/>
        <a:p>
          <a:pPr lvl="0" algn="ctr" defTabSz="622300">
            <a:lnSpc>
              <a:spcPct val="90000"/>
            </a:lnSpc>
            <a:spcBef>
              <a:spcPct val="0"/>
            </a:spcBef>
            <a:spcAft>
              <a:spcPct val="35000"/>
            </a:spcAft>
          </a:pPr>
          <a:r>
            <a:rPr lang="zh-CN" altLang="en-US" sz="1400" b="1" kern="1200" smtClean="0">
              <a:latin typeface="+mn-lt"/>
              <a:ea typeface="微软雅黑" panose="020B0503020204020204" charset="-122"/>
              <a:sym typeface="+mn-lt"/>
            </a:rPr>
            <a:t>海洋科学</a:t>
          </a:r>
          <a:endParaRPr lang="zh-CN" altLang="en-US" sz="1400" b="1" kern="1200" dirty="0">
            <a:latin typeface="+mn-lt"/>
            <a:ea typeface="微软雅黑" panose="020B0503020204020204" charset="-122"/>
            <a:sym typeface="+mn-lt"/>
          </a:endParaRPr>
        </a:p>
      </dsp:txBody>
      <dsp:txXfrm>
        <a:off x="1830500" y="3679240"/>
        <a:ext cx="1382535" cy="478444"/>
      </dsp:txXfrm>
    </dsp:sp>
    <dsp:sp modelId="{FE63328E-BE5A-4E6A-8617-0BAB2BECD556}">
      <dsp:nvSpPr>
        <dsp:cNvPr id="0" name=""/>
        <dsp:cNvSpPr/>
      </dsp:nvSpPr>
      <dsp:spPr>
        <a:xfrm>
          <a:off x="3428670" y="0"/>
          <a:ext cx="1690281" cy="4393054"/>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b="1" kern="1200" dirty="0">
              <a:solidFill>
                <a:srgbClr val="0E2860"/>
              </a:solidFill>
              <a:latin typeface="+mn-lt"/>
              <a:ea typeface="微软雅黑" panose="020B0503020204020204" charset="-122"/>
              <a:sym typeface="+mn-lt"/>
            </a:rPr>
            <a:t>地理与资源类</a:t>
          </a:r>
        </a:p>
      </dsp:txBody>
      <dsp:txXfrm>
        <a:off x="3428670" y="0"/>
        <a:ext cx="1690281" cy="1317916"/>
      </dsp:txXfrm>
    </dsp:sp>
    <dsp:sp modelId="{834EEF9F-8C47-4D0F-897D-A2C75B125BFA}">
      <dsp:nvSpPr>
        <dsp:cNvPr id="0" name=""/>
        <dsp:cNvSpPr/>
      </dsp:nvSpPr>
      <dsp:spPr>
        <a:xfrm>
          <a:off x="3517133" y="1317993"/>
          <a:ext cx="1513355" cy="58834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b="1" kern="1200" dirty="0">
              <a:latin typeface="+mn-lt"/>
              <a:ea typeface="微软雅黑" panose="020B0503020204020204" charset="-122"/>
              <a:sym typeface="+mn-lt"/>
            </a:rPr>
            <a:t>地理信息学</a:t>
          </a:r>
        </a:p>
      </dsp:txBody>
      <dsp:txXfrm>
        <a:off x="3534365" y="1335225"/>
        <a:ext cx="1478891" cy="553883"/>
      </dsp:txXfrm>
    </dsp:sp>
    <dsp:sp modelId="{3B11DB3B-23FE-4A09-AEAE-AF17C1A3EC6F}">
      <dsp:nvSpPr>
        <dsp:cNvPr id="0" name=""/>
        <dsp:cNvSpPr/>
      </dsp:nvSpPr>
      <dsp:spPr>
        <a:xfrm>
          <a:off x="3517133" y="2073654"/>
          <a:ext cx="1513355" cy="58834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b="1" kern="1200" dirty="0">
              <a:latin typeface="+mn-lt"/>
              <a:ea typeface="微软雅黑" panose="020B0503020204020204" charset="-122"/>
              <a:sym typeface="+mn-lt"/>
            </a:rPr>
            <a:t>人文地理与城乡规划</a:t>
          </a:r>
        </a:p>
      </dsp:txBody>
      <dsp:txXfrm>
        <a:off x="3534365" y="2090886"/>
        <a:ext cx="1478891" cy="553883"/>
      </dsp:txXfrm>
    </dsp:sp>
    <dsp:sp modelId="{D1CED32A-4BC0-4A29-8EA1-FD38FC88E053}">
      <dsp:nvSpPr>
        <dsp:cNvPr id="0" name=""/>
        <dsp:cNvSpPr/>
      </dsp:nvSpPr>
      <dsp:spPr>
        <a:xfrm>
          <a:off x="3517133" y="2829315"/>
          <a:ext cx="1513355" cy="58834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b="1" kern="1200" dirty="0">
              <a:latin typeface="+mn-lt"/>
              <a:ea typeface="微软雅黑" panose="020B0503020204020204" charset="-122"/>
              <a:sym typeface="+mn-lt"/>
            </a:rPr>
            <a:t>自然地理与资源环境</a:t>
          </a:r>
        </a:p>
      </dsp:txBody>
      <dsp:txXfrm>
        <a:off x="3534365" y="2846547"/>
        <a:ext cx="1478891" cy="553883"/>
      </dsp:txXfrm>
    </dsp:sp>
    <dsp:sp modelId="{C04BA89C-FC4A-4C25-AAD2-3D05207646E7}">
      <dsp:nvSpPr>
        <dsp:cNvPr id="0" name=""/>
        <dsp:cNvSpPr/>
      </dsp:nvSpPr>
      <dsp:spPr>
        <a:xfrm>
          <a:off x="3517133" y="3584976"/>
          <a:ext cx="1513355" cy="588347"/>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24765" rIns="33020" bIns="24765" numCol="1" spcCol="1270" anchor="ctr" anchorCtr="0">
          <a:noAutofit/>
        </a:bodyPr>
        <a:lstStyle/>
        <a:p>
          <a:pPr lvl="0" algn="ctr" defTabSz="577850">
            <a:lnSpc>
              <a:spcPct val="90000"/>
            </a:lnSpc>
            <a:spcBef>
              <a:spcPct val="0"/>
            </a:spcBef>
            <a:spcAft>
              <a:spcPct val="35000"/>
            </a:spcAft>
          </a:pPr>
          <a:r>
            <a:rPr lang="zh-CN" altLang="en-US" sz="1300" b="1" kern="1200" dirty="0">
              <a:latin typeface="+mn-lt"/>
              <a:ea typeface="微软雅黑" panose="020B0503020204020204" charset="-122"/>
              <a:sym typeface="+mn-lt"/>
            </a:rPr>
            <a:t>遥感科学与技术</a:t>
          </a:r>
        </a:p>
      </dsp:txBody>
      <dsp:txXfrm>
        <a:off x="3534365" y="3602208"/>
        <a:ext cx="1478891" cy="55388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7C9B9A-6FA7-49FC-B424-7B010321C3E9}">
      <dsp:nvSpPr>
        <dsp:cNvPr id="0" name=""/>
        <dsp:cNvSpPr/>
      </dsp:nvSpPr>
      <dsp:spPr>
        <a:xfrm>
          <a:off x="7186" y="339628"/>
          <a:ext cx="1606998" cy="18905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93FD54-9F90-4701-B10D-875F67BB9985}">
      <dsp:nvSpPr>
        <dsp:cNvPr id="0" name=""/>
        <dsp:cNvSpPr/>
      </dsp:nvSpPr>
      <dsp:spPr>
        <a:xfrm>
          <a:off x="7186" y="410631"/>
          <a:ext cx="118055" cy="11805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81660B1-3488-4FFA-B859-2E6D25DF8AB7}">
      <dsp:nvSpPr>
        <dsp:cNvPr id="0" name=""/>
        <dsp:cNvSpPr/>
      </dsp:nvSpPr>
      <dsp:spPr>
        <a:xfrm>
          <a:off x="7186" y="0"/>
          <a:ext cx="1606998" cy="33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i="0"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汉语言文学（师范）</a:t>
          </a:r>
        </a:p>
      </dsp:txBody>
      <dsp:txXfrm>
        <a:off x="7186" y="0"/>
        <a:ext cx="1606998" cy="339628"/>
      </dsp:txXfrm>
    </dsp:sp>
    <dsp:sp modelId="{4CB14840-0F8C-43BD-97A4-0EDBB43E3049}">
      <dsp:nvSpPr>
        <dsp:cNvPr id="0" name=""/>
        <dsp:cNvSpPr/>
      </dsp:nvSpPr>
      <dsp:spPr>
        <a:xfrm>
          <a:off x="1694534" y="339628"/>
          <a:ext cx="1606998" cy="18905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482586-BC17-49C0-A73F-79D3DB10D3E3}">
      <dsp:nvSpPr>
        <dsp:cNvPr id="0" name=""/>
        <dsp:cNvSpPr/>
      </dsp:nvSpPr>
      <dsp:spPr>
        <a:xfrm>
          <a:off x="1694534" y="410631"/>
          <a:ext cx="118055" cy="11805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F6EA14-0024-4B60-9F4D-9521C48C21B9}">
      <dsp:nvSpPr>
        <dsp:cNvPr id="0" name=""/>
        <dsp:cNvSpPr/>
      </dsp:nvSpPr>
      <dsp:spPr>
        <a:xfrm>
          <a:off x="1694534" y="0"/>
          <a:ext cx="1606998" cy="33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i="0"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数学与应用数学（师范）</a:t>
          </a:r>
        </a:p>
      </dsp:txBody>
      <dsp:txXfrm>
        <a:off x="1694534" y="0"/>
        <a:ext cx="1606998" cy="339628"/>
      </dsp:txXfrm>
    </dsp:sp>
    <dsp:sp modelId="{32B21ACF-8CB1-4D27-BB54-909DF59BDA9B}">
      <dsp:nvSpPr>
        <dsp:cNvPr id="0" name=""/>
        <dsp:cNvSpPr/>
      </dsp:nvSpPr>
      <dsp:spPr>
        <a:xfrm>
          <a:off x="3381882" y="339628"/>
          <a:ext cx="1606998" cy="18905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245B12-9761-4A90-90FB-6A5945727BF4}">
      <dsp:nvSpPr>
        <dsp:cNvPr id="0" name=""/>
        <dsp:cNvSpPr/>
      </dsp:nvSpPr>
      <dsp:spPr>
        <a:xfrm>
          <a:off x="3381882" y="410631"/>
          <a:ext cx="118055" cy="11805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CBDE73D-297C-46CD-94CD-7B98740CCE4E}">
      <dsp:nvSpPr>
        <dsp:cNvPr id="0" name=""/>
        <dsp:cNvSpPr/>
      </dsp:nvSpPr>
      <dsp:spPr>
        <a:xfrm>
          <a:off x="3381882" y="0"/>
          <a:ext cx="1606998" cy="33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i="0"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英语（师范）</a:t>
          </a:r>
        </a:p>
      </dsp:txBody>
      <dsp:txXfrm>
        <a:off x="3381882" y="0"/>
        <a:ext cx="1606998" cy="339628"/>
      </dsp:txXfrm>
    </dsp:sp>
    <dsp:sp modelId="{BDBC4F1B-1EB0-44D3-AD11-7E2ADE110480}">
      <dsp:nvSpPr>
        <dsp:cNvPr id="0" name=""/>
        <dsp:cNvSpPr/>
      </dsp:nvSpPr>
      <dsp:spPr>
        <a:xfrm>
          <a:off x="5069230" y="339628"/>
          <a:ext cx="1606998" cy="18905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7B6F05-BA21-4716-8BE1-962CDB053BAE}">
      <dsp:nvSpPr>
        <dsp:cNvPr id="0" name=""/>
        <dsp:cNvSpPr/>
      </dsp:nvSpPr>
      <dsp:spPr>
        <a:xfrm>
          <a:off x="5069230" y="410631"/>
          <a:ext cx="118055" cy="11805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FBB512-D2F2-49A9-9592-7C1AB881EE79}">
      <dsp:nvSpPr>
        <dsp:cNvPr id="0" name=""/>
        <dsp:cNvSpPr/>
      </dsp:nvSpPr>
      <dsp:spPr>
        <a:xfrm>
          <a:off x="5069230" y="0"/>
          <a:ext cx="1606998" cy="33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i="0"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计算机科学与技术（师范）</a:t>
          </a:r>
        </a:p>
      </dsp:txBody>
      <dsp:txXfrm>
        <a:off x="5069230" y="0"/>
        <a:ext cx="1606998" cy="339628"/>
      </dsp:txXfrm>
    </dsp:sp>
    <dsp:sp modelId="{36A4DD31-BED1-4012-9EC4-79D4C4CA9211}">
      <dsp:nvSpPr>
        <dsp:cNvPr id="0" name=""/>
        <dsp:cNvSpPr/>
      </dsp:nvSpPr>
      <dsp:spPr>
        <a:xfrm>
          <a:off x="6756579" y="339628"/>
          <a:ext cx="1606998" cy="18905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898C6B-F1FC-4BB6-AD4A-B25BA1F61D7E}">
      <dsp:nvSpPr>
        <dsp:cNvPr id="0" name=""/>
        <dsp:cNvSpPr/>
      </dsp:nvSpPr>
      <dsp:spPr>
        <a:xfrm>
          <a:off x="6756579" y="410631"/>
          <a:ext cx="118055" cy="11805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86659A-1F5C-45D2-A057-0587F04765F4}">
      <dsp:nvSpPr>
        <dsp:cNvPr id="0" name=""/>
        <dsp:cNvSpPr/>
      </dsp:nvSpPr>
      <dsp:spPr>
        <a:xfrm>
          <a:off x="6756579" y="0"/>
          <a:ext cx="1606998" cy="33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i="0"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物理学（师范）</a:t>
          </a:r>
        </a:p>
      </dsp:txBody>
      <dsp:txXfrm>
        <a:off x="6756579" y="0"/>
        <a:ext cx="1606998" cy="339628"/>
      </dsp:txXfrm>
    </dsp:sp>
    <dsp:sp modelId="{4BEE3E7E-D98C-4FB9-B592-AE6A1519BF60}">
      <dsp:nvSpPr>
        <dsp:cNvPr id="0" name=""/>
        <dsp:cNvSpPr/>
      </dsp:nvSpPr>
      <dsp:spPr>
        <a:xfrm>
          <a:off x="8443927" y="339628"/>
          <a:ext cx="1606998" cy="189058"/>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65643F-6A38-4D14-A616-90D7826F8384}">
      <dsp:nvSpPr>
        <dsp:cNvPr id="0" name=""/>
        <dsp:cNvSpPr/>
      </dsp:nvSpPr>
      <dsp:spPr>
        <a:xfrm>
          <a:off x="8443927" y="410631"/>
          <a:ext cx="118055" cy="118055"/>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C375499-D467-4BE8-9A53-B886BF553ACD}">
      <dsp:nvSpPr>
        <dsp:cNvPr id="0" name=""/>
        <dsp:cNvSpPr/>
      </dsp:nvSpPr>
      <dsp:spPr>
        <a:xfrm>
          <a:off x="8443927" y="0"/>
          <a:ext cx="1606998" cy="3396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17780" rIns="26670" bIns="17780" numCol="1" spcCol="1270" anchor="ctr" anchorCtr="0">
          <a:noAutofit/>
        </a:bodyPr>
        <a:lstStyle/>
        <a:p>
          <a:pPr lvl="0" algn="ctr" defTabSz="622300" rtl="0">
            <a:lnSpc>
              <a:spcPct val="90000"/>
            </a:lnSpc>
            <a:spcBef>
              <a:spcPct val="0"/>
            </a:spcBef>
            <a:spcAft>
              <a:spcPct val="35000"/>
            </a:spcAft>
          </a:pPr>
          <a:r>
            <a:rPr lang="zh-CN" altLang="en-US" sz="1400" b="1" i="0" kern="1200"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地理科学（师范）</a:t>
          </a:r>
          <a:endParaRPr lang="zh-CN" altLang="en-US" sz="1400" b="1" i="0" kern="1200"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8443927" y="0"/>
        <a:ext cx="1606998" cy="33962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4D2288-4F12-4C98-A3BF-6119B54114CF}">
      <dsp:nvSpPr>
        <dsp:cNvPr id="0" name=""/>
        <dsp:cNvSpPr/>
      </dsp:nvSpPr>
      <dsp:spPr>
        <a:xfrm>
          <a:off x="0" y="0"/>
          <a:ext cx="4330065" cy="898560"/>
        </a:xfrm>
        <a:prstGeom prst="roundRect">
          <a:avLst/>
        </a:prstGeom>
        <a:solidFill>
          <a:srgbClr val="33339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100000"/>
            </a:lnSpc>
            <a:spcBef>
              <a:spcPct val="0"/>
            </a:spcBef>
            <a:spcAft>
              <a:spcPct val="35000"/>
            </a:spcAft>
          </a:pPr>
          <a:r>
            <a:rPr lang="zh-CN" sz="2000" b="1" kern="1200" dirty="0" smtClean="0">
              <a:latin typeface="微软雅黑" panose="020B0503020204020204" charset="-122"/>
              <a:ea typeface="微软雅黑" panose="020B0503020204020204" charset="-122"/>
              <a:sym typeface="+mn-lt"/>
            </a:rPr>
            <a:t>学校网址：</a:t>
          </a:r>
          <a:r>
            <a:rPr lang="en-US" sz="2000" b="1" kern="1200" dirty="0" smtClean="0">
              <a:latin typeface="微软雅黑" panose="020B0503020204020204" charset="-122"/>
              <a:ea typeface="微软雅黑" panose="020B0503020204020204" charset="-122"/>
              <a:sym typeface="+mn-lt"/>
            </a:rPr>
            <a:t>www.nuist.edu.cn</a:t>
          </a:r>
          <a:endParaRPr lang="en-US" altLang="zh-CN" sz="2000" b="1" kern="1200"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43864" y="43864"/>
        <a:ext cx="4242337" cy="810832"/>
      </dsp:txXfrm>
    </dsp:sp>
    <dsp:sp modelId="{3FAAF65D-392A-48A6-991E-20DD51B78732}">
      <dsp:nvSpPr>
        <dsp:cNvPr id="0" name=""/>
        <dsp:cNvSpPr/>
      </dsp:nvSpPr>
      <dsp:spPr>
        <a:xfrm>
          <a:off x="0" y="1066889"/>
          <a:ext cx="4330065" cy="898560"/>
        </a:xfrm>
        <a:prstGeom prst="roundRect">
          <a:avLst/>
        </a:prstGeom>
        <a:solidFill>
          <a:srgbClr val="33339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zh-CN" sz="2000" b="1" kern="1200" dirty="0">
              <a:latin typeface="微软雅黑" panose="020B0503020204020204" charset="-122"/>
              <a:ea typeface="微软雅黑" panose="020B0503020204020204" charset="-122"/>
              <a:sym typeface="+mn-lt"/>
            </a:rPr>
            <a:t>招生热线：</a:t>
          </a:r>
          <a:r>
            <a:rPr lang="en-US" sz="2000" b="1" kern="1200" dirty="0">
              <a:latin typeface="微软雅黑" panose="020B0503020204020204" charset="-122"/>
              <a:ea typeface="微软雅黑" panose="020B0503020204020204" charset="-122"/>
              <a:sym typeface="+mn-lt"/>
            </a:rPr>
            <a:t>025-58731378</a:t>
          </a:r>
          <a:endParaRPr lang="zh-CN" sz="2000" b="1" kern="1200" dirty="0">
            <a:latin typeface="微软雅黑" panose="020B0503020204020204" charset="-122"/>
            <a:ea typeface="微软雅黑" panose="020B0503020204020204" charset="-122"/>
            <a:sym typeface="+mn-lt"/>
          </a:endParaRPr>
        </a:p>
      </dsp:txBody>
      <dsp:txXfrm>
        <a:off x="43864" y="1110753"/>
        <a:ext cx="4242337" cy="810832"/>
      </dsp:txXfrm>
    </dsp:sp>
    <dsp:sp modelId="{6437F8CF-FDA7-4E76-8984-E1237EEBE12A}">
      <dsp:nvSpPr>
        <dsp:cNvPr id="0" name=""/>
        <dsp:cNvSpPr/>
      </dsp:nvSpPr>
      <dsp:spPr>
        <a:xfrm>
          <a:off x="0" y="2103689"/>
          <a:ext cx="4330065" cy="898560"/>
        </a:xfrm>
        <a:prstGeom prst="roundRect">
          <a:avLst/>
        </a:prstGeom>
        <a:solidFill>
          <a:srgbClr val="333399"/>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100000"/>
            </a:lnSpc>
            <a:spcBef>
              <a:spcPct val="0"/>
            </a:spcBef>
            <a:spcAft>
              <a:spcPct val="35000"/>
            </a:spcAft>
          </a:pPr>
          <a:r>
            <a:rPr lang="zh-CN" sz="2000" b="1" kern="1200" dirty="0">
              <a:latin typeface="微软雅黑" panose="020B0503020204020204" charset="-122"/>
              <a:ea typeface="微软雅黑" panose="020B0503020204020204" charset="-122"/>
              <a:sym typeface="+mn-lt"/>
            </a:rPr>
            <a:t>高招咨询QQ群</a:t>
          </a:r>
          <a:r>
            <a:rPr lang="zh-CN" sz="2000" b="1" kern="1200" dirty="0" smtClean="0">
              <a:latin typeface="微软雅黑" panose="020B0503020204020204" charset="-122"/>
              <a:ea typeface="微软雅黑" panose="020B0503020204020204" charset="-122"/>
              <a:sym typeface="+mn-lt"/>
            </a:rPr>
            <a:t>：</a:t>
          </a:r>
          <a:r>
            <a:rPr lang="zh-CN" altLang="en-US" sz="2000" b="1" kern="1200" dirty="0" smtClean="0">
              <a:solidFill>
                <a:schemeClr val="bg1"/>
              </a:solidFill>
            </a:rPr>
            <a:t>1033419791</a:t>
          </a:r>
          <a:endParaRPr lang="zh-CN" sz="2000" b="1" kern="1200" dirty="0">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dsp:txBody>
      <dsp:txXfrm>
        <a:off x="43864" y="2147553"/>
        <a:ext cx="4242337" cy="81083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1">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4">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2#1">
  <dgm:title val=""/>
  <dgm:desc val=""/>
  <dgm:catLst>
    <dgm:cat type="list" pri="10000"/>
    <dgm:cat type="relationship" pri="13000"/>
  </dgm:catLst>
  <dgm:sampData>
    <dgm:dataModel>
      <dgm:ptLst>
        <dgm:pt modelId="0" type="doc">
          <dgm:prSet qsTypeId="urn:microsoft.com/office/officeart/2005/8/quickstyle/simple5"/>
        </dgm:pt>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 modelId="6" srcId="0" destId="3" srcOrd="2"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BendingPictureCaption#1">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lnSpAfParP" val="5"/>
            <dgm:param type="shpTxRTLAlignCh" val="r"/>
            <dgm:param type="txAnchorVertCh" val="mid"/>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BendingPictureCaption#2">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lnSpAfParP" val="5"/>
            <dgm:param type="shpTxRTLAlignCh" val="r"/>
            <dgm:param type="txAnchorVertCh" val="mid"/>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8/layout/SquareAccentList#1">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rSet qsTypeId="urn:microsoft.com/office/officeart/2005/8/quickstyle/simple5"/>
        </dgm:pt>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horzAlign" val="ctr"/>
          <dgm:param type="vertAlign" val="t"/>
          <dgm:param type="nodeVertAlign" val="t"/>
          <dgm:param type="fallback" val="1D"/>
        </dgm:alg>
      </dgm:if>
      <dgm:else name="Name2">
        <dgm:alg type="hierChild">
          <dgm:param type="linDir" val="fromR"/>
          <dgm:param type="horzAlign" val="ctr"/>
          <dgm:param type="vertAlign" val="t"/>
          <dgm:param type="nodeVertAlign" val="t"/>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parTxLTRAlign" val="l"/>
                    <dgm:param type="txAnchorVertCh" val="mid"/>
                  </dgm:alg>
                </dgm:if>
                <dgm:else name="Name10">
                  <dgm:alg type="tx">
                    <dgm:param type="parTxLTRAlign" val="r"/>
                    <dgm:param type="txAnchorVertCh" val="mid"/>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linDir" val="fromT"/>
              <dgm:param type="chAlign" val="r"/>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parTxLTRAlign" val="l"/>
                          <dgm:param type="txAnchorVertCh" val="mid"/>
                        </dgm:alg>
                      </dgm:if>
                      <dgm:else name="Name18">
                        <dgm:alg type="tx">
                          <dgm:param type="parTxLTRAlign" val="r"/>
                          <dgm:param type="txAnchorVertCh" val="mid"/>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5">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3">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4">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5">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6400" cy="49847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49688" y="1"/>
            <a:ext cx="2946400" cy="498475"/>
          </a:xfrm>
          <a:prstGeom prst="rect">
            <a:avLst/>
          </a:prstGeom>
        </p:spPr>
        <p:txBody>
          <a:bodyPr vert="horz" lIns="91440" tIns="45720" rIns="91440" bIns="45720" rtlCol="0"/>
          <a:lstStyle>
            <a:lvl1pPr algn="r">
              <a:defRPr sz="1200"/>
            </a:lvl1pPr>
          </a:lstStyle>
          <a:p>
            <a:fld id="{ECDD0DCA-3AF0-4642-B4A7-89EF5970E1C9}" type="datetimeFigureOut">
              <a:rPr lang="zh-CN" altLang="en-US" smtClean="0"/>
            </a:fld>
            <a:endParaRPr lang="zh-CN" altLang="en-US"/>
          </a:p>
        </p:txBody>
      </p:sp>
      <p:sp>
        <p:nvSpPr>
          <p:cNvPr id="4" name="页脚占位符 3"/>
          <p:cNvSpPr>
            <a:spLocks noGrp="1"/>
          </p:cNvSpPr>
          <p:nvPr>
            <p:ph type="ftr" sz="quarter" idx="2"/>
          </p:nvPr>
        </p:nvSpPr>
        <p:spPr>
          <a:xfrm>
            <a:off x="0" y="9429751"/>
            <a:ext cx="2946400" cy="498475"/>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49688" y="9429751"/>
            <a:ext cx="2946400" cy="498475"/>
          </a:xfrm>
          <a:prstGeom prst="rect">
            <a:avLst/>
          </a:prstGeom>
        </p:spPr>
        <p:txBody>
          <a:bodyPr vert="horz" lIns="91440" tIns="45720" rIns="91440" bIns="45720" rtlCol="0" anchor="b"/>
          <a:lstStyle>
            <a:lvl1pPr algn="r">
              <a:defRPr sz="1200"/>
            </a:lvl1pPr>
          </a:lstStyle>
          <a:p>
            <a:fld id="{F4C717D8-AA38-458F-A9A6-D477657C2C60}"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5122" name="页眉占位符 1"/>
          <p:cNvSpPr>
            <a:spLocks noGrp="1" noChangeArrowheads="1"/>
          </p:cNvSpPr>
          <p:nvPr>
            <p:ph type="hdr" sz="quarter" idx="4294967295"/>
          </p:nvPr>
        </p:nvSpPr>
        <p:spPr bwMode="auto">
          <a:xfrm>
            <a:off x="1" y="0"/>
            <a:ext cx="2944813"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l">
              <a:defRPr sz="1200">
                <a:ea typeface="微软雅黑" panose="020B0503020204020204" charset="-122"/>
                <a:cs typeface="微软雅黑" panose="020B0503020204020204" charset="-122"/>
              </a:defRPr>
            </a:lvl1pPr>
          </a:lstStyle>
          <a:p>
            <a:endParaRPr lang="zh-CN" altLang="zh-CN"/>
          </a:p>
        </p:txBody>
      </p:sp>
      <p:sp>
        <p:nvSpPr>
          <p:cNvPr id="5123" name="日期占位符 2"/>
          <p:cNvSpPr>
            <a:spLocks noGrp="1" noChangeArrowheads="1"/>
          </p:cNvSpPr>
          <p:nvPr>
            <p:ph type="dt" idx="1"/>
          </p:nvPr>
        </p:nvSpPr>
        <p:spPr bwMode="auto">
          <a:xfrm>
            <a:off x="3849688" y="0"/>
            <a:ext cx="29464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a:lvl1pPr>
          </a:lstStyle>
          <a:p>
            <a:fld id="{F44BE6BE-92B6-4A05-99A6-B5515ADE9606}" type="datetime1">
              <a:rPr lang="zh-CN" altLang="en-US"/>
            </a:fld>
            <a:endParaRPr lang="zh-CN" altLang="en-US" sz="1200"/>
          </a:p>
        </p:txBody>
      </p:sp>
      <p:sp>
        <p:nvSpPr>
          <p:cNvPr id="5124" name="幻灯片图像占位符 3"/>
          <p:cNvSpPr>
            <a:spLocks noGrp="1" noRot="1" noChangeAspect="1" noChangeArrowheads="1"/>
          </p:cNvSpPr>
          <p:nvPr>
            <p:ph type="sldImg" idx="2"/>
          </p:nvPr>
        </p:nvSpPr>
        <p:spPr bwMode="auto">
          <a:xfrm>
            <a:off x="420688" y="1239838"/>
            <a:ext cx="5956300" cy="335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备注占位符 4"/>
          <p:cNvSpPr>
            <a:spLocks noGrp="1" noRot="1" noChangeAspect="1" noChangeArrowheads="1"/>
          </p:cNvSpPr>
          <p:nvPr/>
        </p:nvSpPr>
        <p:spPr bwMode="auto">
          <a:xfrm>
            <a:off x="679451" y="4776788"/>
            <a:ext cx="5438775" cy="391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defTabSz="0">
              <a:spcBef>
                <a:spcPct val="30000"/>
              </a:spcBef>
              <a:defRPr sz="1200">
                <a:solidFill>
                  <a:schemeClr val="tx1"/>
                </a:solidFill>
                <a:latin typeface="Arial" panose="020B0604020202020204" pitchFamily="34" charset="0"/>
              </a:defRPr>
            </a:lvl1pPr>
            <a:lvl2pPr algn="l" defTabSz="0">
              <a:spcBef>
                <a:spcPct val="30000"/>
              </a:spcBef>
              <a:defRPr sz="1200">
                <a:solidFill>
                  <a:schemeClr val="tx1"/>
                </a:solidFill>
                <a:latin typeface="Arial" panose="020B0604020202020204" pitchFamily="34" charset="0"/>
              </a:defRPr>
            </a:lvl2pPr>
            <a:lvl3pPr algn="l" defTabSz="0">
              <a:spcBef>
                <a:spcPct val="30000"/>
              </a:spcBef>
              <a:defRPr sz="1200">
                <a:solidFill>
                  <a:schemeClr val="tx1"/>
                </a:solidFill>
                <a:latin typeface="Arial" panose="020B0604020202020204" pitchFamily="34" charset="0"/>
              </a:defRPr>
            </a:lvl3pPr>
            <a:lvl4pPr algn="l" defTabSz="0">
              <a:spcBef>
                <a:spcPct val="30000"/>
              </a:spcBef>
              <a:defRPr sz="1200">
                <a:solidFill>
                  <a:schemeClr val="tx1"/>
                </a:solidFill>
                <a:latin typeface="Arial" panose="020B0604020202020204" pitchFamily="34" charset="0"/>
              </a:defRPr>
            </a:lvl4pPr>
            <a:lvl5pPr algn="l" defTabSz="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buFontTx/>
              <a:buNone/>
            </a:pPr>
            <a:r>
              <a:rPr lang="zh-CN" altLang="en-US"/>
              <a:t>单击此处编辑母版文本样式</a:t>
            </a:r>
            <a:endParaRPr lang="zh-CN" altLang="en-US"/>
          </a:p>
          <a:p>
            <a:pPr>
              <a:buFontTx/>
              <a:buNone/>
            </a:pPr>
            <a:r>
              <a:rPr lang="zh-CN" altLang="en-US"/>
              <a:t>第二级</a:t>
            </a:r>
            <a:endParaRPr lang="zh-CN" altLang="en-US"/>
          </a:p>
          <a:p>
            <a:pPr>
              <a:buFontTx/>
              <a:buNone/>
            </a:pPr>
            <a:r>
              <a:rPr lang="zh-CN" altLang="en-US"/>
              <a:t>第三级</a:t>
            </a:r>
            <a:endParaRPr lang="zh-CN" altLang="en-US"/>
          </a:p>
          <a:p>
            <a:pPr>
              <a:buFontTx/>
              <a:buNone/>
            </a:pPr>
            <a:r>
              <a:rPr lang="zh-CN" altLang="en-US"/>
              <a:t>第四级</a:t>
            </a:r>
            <a:endParaRPr lang="zh-CN" altLang="en-US"/>
          </a:p>
          <a:p>
            <a:pPr>
              <a:buFontTx/>
              <a:buNone/>
            </a:pPr>
            <a:r>
              <a:rPr lang="zh-CN" altLang="en-US"/>
              <a:t>第五级</a:t>
            </a:r>
            <a:endParaRPr lang="zh-CN" altLang="en-US"/>
          </a:p>
        </p:txBody>
      </p:sp>
      <p:sp>
        <p:nvSpPr>
          <p:cNvPr id="5126" name="页脚占位符 5"/>
          <p:cNvSpPr>
            <a:spLocks noGrp="1" noChangeArrowheads="1"/>
          </p:cNvSpPr>
          <p:nvPr>
            <p:ph type="ftr" sz="quarter" idx="4"/>
          </p:nvPr>
        </p:nvSpPr>
        <p:spPr bwMode="auto">
          <a:xfrm>
            <a:off x="1" y="9429751"/>
            <a:ext cx="2944813"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a:defRPr sz="1200">
                <a:ea typeface="微软雅黑" panose="020B0503020204020204" charset="-122"/>
                <a:cs typeface="微软雅黑" panose="020B0503020204020204" charset="-122"/>
              </a:defRPr>
            </a:lvl1pPr>
          </a:lstStyle>
          <a:p>
            <a:endParaRPr lang="zh-CN" altLang="zh-CN"/>
          </a:p>
        </p:txBody>
      </p:sp>
      <p:sp>
        <p:nvSpPr>
          <p:cNvPr id="5127" name="灯片编号占位符 6"/>
          <p:cNvSpPr>
            <a:spLocks noGrp="1" noChangeArrowheads="1"/>
          </p:cNvSpPr>
          <p:nvPr>
            <p:ph type="sldNum" sz="quarter" idx="5"/>
          </p:nvPr>
        </p:nvSpPr>
        <p:spPr bwMode="auto">
          <a:xfrm>
            <a:off x="3849688" y="9429751"/>
            <a:ext cx="29464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a:defRPr/>
            </a:lvl1pPr>
          </a:lstStyle>
          <a:p>
            <a:fld id="{AD140FC8-FBDB-4686-BA00-840C4739A870}" type="slidenum">
              <a:rPr lang="zh-CN" altLang="en-US"/>
            </a:fld>
            <a:endParaRPr lang="zh-CN" altLang="en-US" sz="1200"/>
          </a:p>
        </p:txBody>
      </p:sp>
    </p:spTree>
  </p:cSld>
  <p:clrMap bg1="dk2" tx1="lt1" bg2="dk1" tx2="lt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F44BE6BE-92B6-4A05-99A6-B5515ADE9606}" type="datetime1">
              <a:rPr lang="zh-CN" altLang="en-US"/>
            </a:fld>
            <a:endParaRPr lang="zh-CN" altLang="en-US" sz="1200"/>
          </a:p>
        </p:txBody>
      </p:sp>
      <p:sp>
        <p:nvSpPr>
          <p:cNvPr id="4" name="灯片编号占位符 3"/>
          <p:cNvSpPr>
            <a:spLocks noGrp="1"/>
          </p:cNvSpPr>
          <p:nvPr>
            <p:ph type="sldNum" sz="quarter" idx="5"/>
          </p:nvPr>
        </p:nvSpPr>
        <p:spPr/>
        <p:txBody>
          <a:bodyPr/>
          <a:lstStyle/>
          <a:p>
            <a:fld id="{AD140FC8-FBDB-4686-BA00-840C4739A870}" type="slidenum">
              <a:rPr lang="zh-CN" altLang="en-US"/>
            </a:fld>
            <a:endParaRPr lang="zh-CN" altLang="en-US" sz="1200"/>
          </a:p>
        </p:txBody>
      </p:sp>
      <p:sp>
        <p:nvSpPr>
          <p:cNvPr id="5" name="文本占位符 4"/>
          <p:cNvSpPr>
            <a:spLocks noGrp="1"/>
          </p:cNvSpPr>
          <p:nvPr>
            <p:ph type="body" sz="quarter"/>
          </p:nvPr>
        </p:nvSpPr>
        <p:spPr>
          <a:xfrm>
            <a:off x="656193" y="4268681"/>
            <a:ext cx="5249545" cy="349255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effectLst/>
                <a:latin typeface="+mn-lt"/>
                <a:sym typeface="+mn-ea"/>
              </a:rPr>
              <a:t>尊敬的</a:t>
            </a:r>
            <a:r>
              <a:rPr lang="en-US" altLang="zh-CN" dirty="0" smtClean="0">
                <a:effectLst/>
                <a:latin typeface="+mn-lt"/>
                <a:sym typeface="+mn-ea"/>
              </a:rPr>
              <a:t>**</a:t>
            </a:r>
            <a:r>
              <a:rPr lang="zh-CN" altLang="zh-CN" dirty="0" smtClean="0">
                <a:effectLst/>
                <a:latin typeface="+mn-lt"/>
                <a:sym typeface="+mn-ea"/>
              </a:rPr>
              <a:t>老师，亲爱的学弟学妹们，大家好，我是来自南京</a:t>
            </a:r>
            <a:r>
              <a:rPr lang="zh-CN" altLang="en-US" dirty="0" smtClean="0">
                <a:effectLst/>
                <a:latin typeface="+mn-lt"/>
                <a:sym typeface="+mn-ea"/>
              </a:rPr>
              <a:t>信息</a:t>
            </a:r>
            <a:r>
              <a:rPr lang="zh-CN" altLang="zh-CN" dirty="0" smtClean="0">
                <a:effectLst/>
                <a:latin typeface="+mn-lt"/>
                <a:sym typeface="+mn-ea"/>
              </a:rPr>
              <a:t>工程大学的</a:t>
            </a:r>
            <a:r>
              <a:rPr lang="en-US" altLang="zh-CN" dirty="0" smtClean="0">
                <a:effectLst/>
                <a:latin typeface="+mn-lt"/>
                <a:sym typeface="+mn-ea"/>
              </a:rPr>
              <a:t>xx</a:t>
            </a:r>
            <a:r>
              <a:rPr lang="zh-CN" altLang="zh-CN" dirty="0" smtClean="0">
                <a:effectLst/>
                <a:latin typeface="+mn-lt"/>
                <a:sym typeface="+mn-ea"/>
              </a:rPr>
              <a:t>同学，又能回到母校，特别是</a:t>
            </a:r>
            <a:r>
              <a:rPr lang="zh-CN" altLang="en-US" dirty="0" smtClean="0">
                <a:effectLst/>
                <a:latin typeface="+mn-lt"/>
                <a:sym typeface="+mn-ea"/>
              </a:rPr>
              <a:t>能以</a:t>
            </a:r>
            <a:r>
              <a:rPr lang="zh-CN" altLang="zh-CN" dirty="0" smtClean="0">
                <a:effectLst/>
                <a:latin typeface="+mn-lt"/>
                <a:sym typeface="+mn-ea"/>
              </a:rPr>
              <a:t>南信大学生的身份来到这里，我感到</a:t>
            </a:r>
            <a:r>
              <a:rPr lang="zh-CN" altLang="en-US" dirty="0" smtClean="0">
                <a:effectLst/>
                <a:latin typeface="+mn-lt"/>
                <a:sym typeface="+mn-ea"/>
              </a:rPr>
              <a:t>非常</a:t>
            </a:r>
            <a:r>
              <a:rPr lang="zh-CN" altLang="zh-CN" dirty="0" smtClean="0">
                <a:effectLst/>
                <a:latin typeface="+mn-lt"/>
                <a:sym typeface="+mn-ea"/>
              </a:rPr>
              <a:t>荣幸。今天主要是想向同学们</a:t>
            </a:r>
            <a:r>
              <a:rPr lang="zh-CN" altLang="en-US" dirty="0" smtClean="0">
                <a:effectLst/>
                <a:latin typeface="+mn-lt"/>
                <a:sym typeface="+mn-ea"/>
              </a:rPr>
              <a:t>介绍下我的大学</a:t>
            </a:r>
            <a:r>
              <a:rPr lang="en-US" altLang="zh-CN" dirty="0" smtClean="0">
                <a:effectLst/>
                <a:latin typeface="+mn-lt"/>
                <a:sym typeface="+mn-ea"/>
              </a:rPr>
              <a:t>——</a:t>
            </a:r>
            <a:r>
              <a:rPr lang="zh-CN" altLang="zh-CN" dirty="0" smtClean="0">
                <a:effectLst/>
                <a:latin typeface="+mn-lt"/>
                <a:sym typeface="+mn-ea"/>
              </a:rPr>
              <a:t>南京</a:t>
            </a:r>
            <a:r>
              <a:rPr lang="zh-CN" altLang="en-US" dirty="0" smtClean="0">
                <a:effectLst/>
                <a:latin typeface="+mn-lt"/>
                <a:sym typeface="+mn-ea"/>
              </a:rPr>
              <a:t>信息</a:t>
            </a:r>
            <a:r>
              <a:rPr lang="zh-CN" altLang="zh-CN" dirty="0" smtClean="0">
                <a:effectLst/>
                <a:latin typeface="+mn-lt"/>
                <a:sym typeface="+mn-ea"/>
              </a:rPr>
              <a:t>工程大学</a:t>
            </a:r>
            <a:r>
              <a:rPr lang="zh-CN" altLang="en-US" dirty="0" smtClean="0">
                <a:effectLst/>
                <a:latin typeface="+mn-lt"/>
                <a:sym typeface="+mn-ea"/>
              </a:rPr>
              <a:t>，首先</a:t>
            </a:r>
            <a:r>
              <a:rPr lang="zh-CN" altLang="en-US" dirty="0" smtClean="0">
                <a:effectLst/>
                <a:sym typeface="+mn-ea"/>
              </a:rPr>
              <a:t>先预祝各位同学们都能在</a:t>
            </a:r>
            <a:r>
              <a:rPr lang="en-US" altLang="zh-CN" dirty="0" smtClean="0">
                <a:effectLst/>
                <a:sym typeface="+mn-ea"/>
              </a:rPr>
              <a:t>2021</a:t>
            </a:r>
            <a:r>
              <a:rPr lang="zh-CN" altLang="en-US" dirty="0" smtClean="0">
                <a:effectLst/>
                <a:sym typeface="+mn-ea"/>
              </a:rPr>
              <a:t>年的高考中考出自己理想的成绩，最终上到自己心仪的大学。现在我想用</a:t>
            </a:r>
            <a:r>
              <a:rPr lang="en-US" altLang="zh-CN" dirty="0" smtClean="0">
                <a:effectLst/>
                <a:sym typeface="+mn-ea"/>
              </a:rPr>
              <a:t>“</a:t>
            </a:r>
            <a:r>
              <a:rPr lang="zh-CN" altLang="en-US" dirty="0" smtClean="0">
                <a:effectLst/>
                <a:sym typeface="+mn-ea"/>
              </a:rPr>
              <a:t>信大十最</a:t>
            </a:r>
            <a:r>
              <a:rPr lang="en-US" altLang="zh-CN" dirty="0" smtClean="0">
                <a:effectLst/>
                <a:sym typeface="+mn-ea"/>
              </a:rPr>
              <a:t>——</a:t>
            </a:r>
            <a:r>
              <a:rPr lang="zh-CN" altLang="en-US" dirty="0" smtClean="0">
                <a:effectLst/>
                <a:sym typeface="+mn-ea"/>
              </a:rPr>
              <a:t>报考南京信息工程大学的十大理由</a:t>
            </a:r>
            <a:r>
              <a:rPr lang="en-US" altLang="zh-CN" dirty="0" smtClean="0">
                <a:effectLst/>
                <a:sym typeface="+mn-ea"/>
              </a:rPr>
              <a:t>”</a:t>
            </a:r>
            <a:r>
              <a:rPr lang="zh-CN" altLang="en-US" dirty="0" smtClean="0">
                <a:effectLst/>
                <a:sym typeface="+mn-ea"/>
              </a:rPr>
              <a:t>来开启今天的内容。</a:t>
            </a:r>
            <a:endParaRPr lang="zh-CN" altLang="en-US" kern="1200" dirty="0" smtClean="0">
              <a:solidFill>
                <a:schemeClr val="tx1"/>
              </a:solidFill>
              <a:effectLst/>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242" name="幻灯片图像占位符 1"/>
          <p:cNvSpPr>
            <a:spLocks noGrp="1" noRot="1" noChangeAspect="1" noChangeArrowheads="1"/>
          </p:cNvSpPr>
          <p:nvPr>
            <p:ph type="sldImg" idx="4294967295"/>
          </p:nvPr>
        </p:nvSpPr>
        <p:spPr>
          <a:xfrm>
            <a:off x="-1293813" y="0"/>
            <a:ext cx="12914313" cy="7265988"/>
          </a:xfrm>
        </p:spPr>
      </p:sp>
      <p:sp>
        <p:nvSpPr>
          <p:cNvPr id="10243" name="备注占位符 2"/>
          <p:cNvSpPr>
            <a:spLocks noGrp="1" noRot="1" noChangeAspect="1" noChangeArrowheads="1"/>
          </p:cNvSpPr>
          <p:nvPr>
            <p:ph type="body" idx="1"/>
          </p:nvPr>
        </p:nvSpPr>
        <p:spPr bwMode="auto">
          <a:xfrm>
            <a:off x="1692276" y="2768601"/>
            <a:ext cx="13954125" cy="571500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第一个理由：最卓越，百强名校底蕴深。南信大前身是有“气象人才摇篮”之称的南京气象学院，办学渊源可追溯到著名气象学家竺可桢先生于</a:t>
            </a:r>
            <a:r>
              <a:rPr lang="en-US" altLang="zh-CN" sz="1200" kern="1200" dirty="0">
                <a:solidFill>
                  <a:schemeClr val="tx1"/>
                </a:solidFill>
                <a:effectLst/>
                <a:latin typeface="Arial" panose="020B0604020202020204" pitchFamily="34" charset="0"/>
                <a:ea typeface="+mn-ea"/>
                <a:cs typeface="+mn-cs"/>
              </a:rPr>
              <a:t>1921</a:t>
            </a:r>
            <a:r>
              <a:rPr lang="zh-CN" altLang="en-US" sz="1200" kern="1200" dirty="0">
                <a:solidFill>
                  <a:schemeClr val="tx1"/>
                </a:solidFill>
                <a:effectLst/>
                <a:latin typeface="Arial" panose="020B0604020202020204" pitchFamily="34" charset="0"/>
                <a:ea typeface="+mn-ea"/>
                <a:cs typeface="+mn-cs"/>
              </a:rPr>
              <a:t>年在南京高等师范学校开设的气象学专业。建校于</a:t>
            </a:r>
            <a:r>
              <a:rPr lang="en-US" altLang="zh-CN" sz="1200" kern="1200" dirty="0">
                <a:solidFill>
                  <a:schemeClr val="tx1"/>
                </a:solidFill>
                <a:effectLst/>
                <a:latin typeface="Arial" panose="020B0604020202020204" pitchFamily="34" charset="0"/>
                <a:ea typeface="+mn-ea"/>
                <a:cs typeface="+mn-cs"/>
              </a:rPr>
              <a:t>1960</a:t>
            </a:r>
            <a:r>
              <a:rPr lang="zh-CN" altLang="en-US" sz="1200" kern="1200" dirty="0">
                <a:solidFill>
                  <a:schemeClr val="tx1"/>
                </a:solidFill>
                <a:effectLst/>
                <a:latin typeface="Arial" panose="020B0604020202020204" pitchFamily="34" charset="0"/>
                <a:ea typeface="+mn-ea"/>
                <a:cs typeface="+mn-cs"/>
              </a:rPr>
              <a:t>年，当时从南京大学分离出来，叫南京大学气象学院，</a:t>
            </a:r>
            <a:r>
              <a:rPr lang="en-US" altLang="zh-CN" sz="1200" kern="1200" dirty="0">
                <a:solidFill>
                  <a:schemeClr val="tx1"/>
                </a:solidFill>
                <a:effectLst/>
                <a:latin typeface="Arial" panose="020B0604020202020204" pitchFamily="34" charset="0"/>
                <a:ea typeface="+mn-ea"/>
                <a:cs typeface="+mn-cs"/>
              </a:rPr>
              <a:t>1963</a:t>
            </a:r>
            <a:r>
              <a:rPr lang="zh-CN" altLang="en-US" sz="1200" kern="1200" dirty="0">
                <a:solidFill>
                  <a:schemeClr val="tx1"/>
                </a:solidFill>
                <a:effectLst/>
                <a:latin typeface="Arial" panose="020B0604020202020204" pitchFamily="34" charset="0"/>
                <a:ea typeface="+mn-ea"/>
                <a:cs typeface="+mn-cs"/>
              </a:rPr>
              <a:t>年改名南京气象学院，首任院长是周恩来总理签发的委任状，可以说是以气象立校，特色非常的鲜明。</a:t>
            </a:r>
            <a:r>
              <a:rPr lang="en-US" altLang="zh-CN" sz="1200" kern="1200" dirty="0">
                <a:solidFill>
                  <a:schemeClr val="tx1"/>
                </a:solidFill>
                <a:effectLst/>
                <a:latin typeface="Arial" panose="020B0604020202020204" pitchFamily="34" charset="0"/>
                <a:ea typeface="+mn-ea"/>
                <a:cs typeface="+mn-cs"/>
              </a:rPr>
              <a:t>1978</a:t>
            </a:r>
            <a:r>
              <a:rPr lang="zh-CN" altLang="en-US" sz="1200" kern="1200" dirty="0">
                <a:solidFill>
                  <a:schemeClr val="tx1"/>
                </a:solidFill>
                <a:effectLst/>
                <a:latin typeface="Arial" panose="020B0604020202020204" pitchFamily="34" charset="0"/>
                <a:ea typeface="+mn-ea"/>
                <a:cs typeface="+mn-cs"/>
              </a:rPr>
              <a:t>年列入全国重点大学，</a:t>
            </a:r>
            <a:r>
              <a:rPr lang="en-US" altLang="zh-CN" sz="1200" kern="1200" dirty="0">
                <a:solidFill>
                  <a:schemeClr val="tx1"/>
                </a:solidFill>
                <a:effectLst/>
                <a:latin typeface="Arial" panose="020B0604020202020204" pitchFamily="34" charset="0"/>
                <a:ea typeface="+mn-ea"/>
                <a:cs typeface="+mn-cs"/>
              </a:rPr>
              <a:t>2004</a:t>
            </a:r>
            <a:r>
              <a:rPr lang="zh-CN" altLang="en-US" sz="1200" kern="1200" dirty="0">
                <a:solidFill>
                  <a:schemeClr val="tx1"/>
                </a:solidFill>
                <a:effectLst/>
                <a:latin typeface="Arial" panose="020B0604020202020204" pitchFamily="34" charset="0"/>
                <a:ea typeface="+mn-ea"/>
                <a:cs typeface="+mn-cs"/>
              </a:rPr>
              <a:t>年更名为南京信息工程大学。</a:t>
            </a:r>
            <a:r>
              <a:rPr lang="en-US" altLang="zh-CN" sz="1200" kern="1200" dirty="0">
                <a:solidFill>
                  <a:schemeClr val="tx1"/>
                </a:solidFill>
                <a:effectLst/>
                <a:latin typeface="Arial" panose="020B0604020202020204" pitchFamily="34" charset="0"/>
                <a:ea typeface="+mn-ea"/>
                <a:cs typeface="+mn-cs"/>
              </a:rPr>
              <a:t>2012</a:t>
            </a:r>
            <a:r>
              <a:rPr lang="zh-CN" altLang="en-US" sz="1200" kern="1200" dirty="0">
                <a:solidFill>
                  <a:schemeClr val="tx1"/>
                </a:solidFill>
                <a:effectLst/>
                <a:latin typeface="Arial" panose="020B0604020202020204" pitchFamily="34" charset="0"/>
                <a:ea typeface="+mn-ea"/>
                <a:cs typeface="+mn-cs"/>
              </a:rPr>
              <a:t>年以来，先后实现了江苏省人民政府、中国气象局、教育部、国家海洋局的多方共建。现为以江苏省管理为主的中央与地方共建高校。</a:t>
            </a:r>
            <a:r>
              <a:rPr lang="en-US" altLang="zh-CN" sz="1200" kern="1200" dirty="0">
                <a:solidFill>
                  <a:schemeClr val="tx1"/>
                </a:solidFill>
                <a:effectLst/>
                <a:latin typeface="Arial" panose="020B0604020202020204" pitchFamily="34" charset="0"/>
                <a:ea typeface="+mn-ea"/>
                <a:cs typeface="+mn-cs"/>
              </a:rPr>
              <a:t>2017</a:t>
            </a:r>
            <a:r>
              <a:rPr lang="zh-CN" altLang="en-US" sz="1200" kern="1200" dirty="0">
                <a:solidFill>
                  <a:schemeClr val="tx1"/>
                </a:solidFill>
                <a:effectLst/>
                <a:latin typeface="Arial" panose="020B0604020202020204" pitchFamily="34" charset="0"/>
                <a:ea typeface="+mn-ea"/>
                <a:cs typeface="+mn-cs"/>
              </a:rPr>
              <a:t>年入选“双一流”建设高校和江苏省高水平大学建设高校，新一轮学科排名大气科学学科排名蝉联全国第一。</a:t>
            </a:r>
            <a:endParaRPr lang="zh-CN" altLang="en-US" sz="1200" kern="1200" dirty="0">
              <a:solidFill>
                <a:schemeClr val="tx1"/>
              </a:solidFill>
              <a:effectLst/>
              <a:latin typeface="Arial" panose="020B0604020202020204" pitchFamily="34" charset="0"/>
              <a:ea typeface="+mn-ea"/>
              <a:cs typeface="+mn-cs"/>
            </a:endParaRPr>
          </a:p>
          <a:p>
            <a:endParaRPr lang="zh-CN" altLang="en-US" dirty="0">
              <a:ea typeface="宋体" panose="02010600030101010101" pitchFamily="2" charset="-122"/>
            </a:endParaRPr>
          </a:p>
        </p:txBody>
      </p:sp>
    </p:spTree>
  </p:cSld>
  <p:clrMapOvr>
    <a:overrideClrMapping bg1="dk2" tx1="lt1" bg2="dk1" tx2="lt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最新四大权威大学世界排名中，泰晤士高等教育世界大学排名我校位列全国</a:t>
            </a:r>
            <a:r>
              <a:rPr lang="zh-CN" altLang="en-US" sz="1200" kern="1200" dirty="0" smtClean="0">
                <a:solidFill>
                  <a:schemeClr val="tx1"/>
                </a:solidFill>
                <a:effectLst/>
                <a:latin typeface="Arial" panose="020B0604020202020204" pitchFamily="34" charset="0"/>
                <a:ea typeface="+mn-ea"/>
                <a:cs typeface="+mn-cs"/>
              </a:rPr>
              <a:t>第</a:t>
            </a:r>
            <a:r>
              <a:rPr lang="en-US" altLang="zh-CN" sz="1200" kern="1200" dirty="0" smtClean="0">
                <a:solidFill>
                  <a:schemeClr val="tx1"/>
                </a:solidFill>
                <a:effectLst/>
                <a:latin typeface="Arial" panose="020B0604020202020204" pitchFamily="34" charset="0"/>
                <a:ea typeface="+mn-ea"/>
                <a:cs typeface="+mn-cs"/>
              </a:rPr>
              <a:t>34-50</a:t>
            </a:r>
            <a:r>
              <a:rPr lang="zh-CN" altLang="en-US" sz="1200" kern="1200" dirty="0" smtClean="0">
                <a:solidFill>
                  <a:schemeClr val="tx1"/>
                </a:solidFill>
                <a:effectLst/>
                <a:latin typeface="Arial" panose="020B0604020202020204" pitchFamily="34" charset="0"/>
                <a:ea typeface="+mn-ea"/>
                <a:cs typeface="+mn-cs"/>
              </a:rPr>
              <a:t>名</a:t>
            </a:r>
            <a:r>
              <a:rPr lang="zh-CN" altLang="en-US" sz="1200" kern="1200" dirty="0">
                <a:solidFill>
                  <a:schemeClr val="tx1"/>
                </a:solidFill>
                <a:effectLst/>
                <a:latin typeface="Arial" panose="020B0604020202020204" pitchFamily="34" charset="0"/>
                <a:ea typeface="+mn-ea"/>
                <a:cs typeface="+mn-cs"/>
              </a:rPr>
              <a:t>，这个排名主要考察的大学教学、科研、论文影响、产业收入和国际化五个指标。</a:t>
            </a:r>
            <a:r>
              <a:rPr lang="en-US" altLang="zh-CN" sz="1200" kern="1200" dirty="0">
                <a:solidFill>
                  <a:schemeClr val="tx1"/>
                </a:solidFill>
                <a:effectLst/>
                <a:latin typeface="Arial" panose="020B0604020202020204" pitchFamily="34" charset="0"/>
                <a:ea typeface="+mn-ea"/>
                <a:cs typeface="+mn-cs"/>
              </a:rPr>
              <a:t>QS</a:t>
            </a:r>
            <a:r>
              <a:rPr lang="zh-CN" altLang="en-US" sz="1200" kern="1200" dirty="0">
                <a:solidFill>
                  <a:schemeClr val="tx1"/>
                </a:solidFill>
                <a:effectLst/>
                <a:latin typeface="Arial" panose="020B0604020202020204" pitchFamily="34" charset="0"/>
                <a:ea typeface="+mn-ea"/>
                <a:cs typeface="+mn-cs"/>
              </a:rPr>
              <a:t>世界大学排名我校位列</a:t>
            </a:r>
            <a:r>
              <a:rPr lang="zh-CN" altLang="en-US" sz="1200" kern="1200" dirty="0" smtClean="0">
                <a:solidFill>
                  <a:schemeClr val="tx1"/>
                </a:solidFill>
                <a:effectLst/>
                <a:latin typeface="Arial" panose="020B0604020202020204" pitchFamily="34" charset="0"/>
                <a:ea typeface="+mn-ea"/>
                <a:cs typeface="+mn-cs"/>
              </a:rPr>
              <a:t>第</a:t>
            </a:r>
            <a:r>
              <a:rPr lang="en-US" altLang="zh-CN" sz="1200" kern="1200" dirty="0" smtClean="0">
                <a:solidFill>
                  <a:schemeClr val="tx1"/>
                </a:solidFill>
                <a:effectLst/>
                <a:latin typeface="Arial" panose="020B0604020202020204" pitchFamily="34" charset="0"/>
                <a:ea typeface="+mn-ea"/>
                <a:cs typeface="+mn-cs"/>
              </a:rPr>
              <a:t>53</a:t>
            </a:r>
            <a:r>
              <a:rPr lang="zh-CN" altLang="en-US" sz="1200" kern="1200" dirty="0" smtClean="0">
                <a:solidFill>
                  <a:schemeClr val="tx1"/>
                </a:solidFill>
                <a:effectLst/>
                <a:latin typeface="Arial" panose="020B0604020202020204" pitchFamily="34" charset="0"/>
                <a:ea typeface="+mn-ea"/>
                <a:cs typeface="+mn-cs"/>
              </a:rPr>
              <a:t>名</a:t>
            </a:r>
            <a:r>
              <a:rPr lang="zh-CN" altLang="en-US" sz="1200" kern="1200" dirty="0">
                <a:solidFill>
                  <a:schemeClr val="tx1"/>
                </a:solidFill>
                <a:effectLst/>
                <a:latin typeface="Arial" panose="020B0604020202020204" pitchFamily="34" charset="0"/>
                <a:ea typeface="+mn-ea"/>
                <a:cs typeface="+mn-cs"/>
              </a:rPr>
              <a:t>，</a:t>
            </a:r>
            <a:r>
              <a:rPr lang="en-US" altLang="zh-CN" sz="1200" kern="1200" dirty="0">
                <a:solidFill>
                  <a:schemeClr val="tx1"/>
                </a:solidFill>
                <a:effectLst/>
                <a:latin typeface="Arial" panose="020B0604020202020204" pitchFamily="34" charset="0"/>
                <a:ea typeface="+mn-ea"/>
                <a:cs typeface="+mn-cs"/>
              </a:rPr>
              <a:t>USNEWS</a:t>
            </a:r>
            <a:r>
              <a:rPr lang="zh-CN" altLang="en-US" sz="1200" kern="1200" dirty="0">
                <a:solidFill>
                  <a:schemeClr val="tx1"/>
                </a:solidFill>
                <a:effectLst/>
                <a:latin typeface="Arial" panose="020B0604020202020204" pitchFamily="34" charset="0"/>
                <a:ea typeface="+mn-ea"/>
                <a:cs typeface="+mn-cs"/>
              </a:rPr>
              <a:t>世界大学排名我校位列全国</a:t>
            </a:r>
            <a:r>
              <a:rPr lang="zh-CN" altLang="en-US" sz="1200" kern="1200" dirty="0" smtClean="0">
                <a:solidFill>
                  <a:schemeClr val="tx1"/>
                </a:solidFill>
                <a:effectLst/>
                <a:latin typeface="Arial" panose="020B0604020202020204" pitchFamily="34" charset="0"/>
                <a:ea typeface="+mn-ea"/>
                <a:cs typeface="+mn-cs"/>
              </a:rPr>
              <a:t>第</a:t>
            </a:r>
            <a:r>
              <a:rPr lang="en-US" altLang="zh-CN" sz="1200" kern="1200" dirty="0" smtClean="0">
                <a:solidFill>
                  <a:schemeClr val="tx1"/>
                </a:solidFill>
                <a:effectLst/>
                <a:latin typeface="Arial" panose="020B0604020202020204" pitchFamily="34" charset="0"/>
                <a:ea typeface="+mn-ea"/>
                <a:cs typeface="+mn-cs"/>
              </a:rPr>
              <a:t>41</a:t>
            </a:r>
            <a:r>
              <a:rPr lang="zh-CN" altLang="en-US" sz="1200" kern="1200" dirty="0" smtClean="0">
                <a:solidFill>
                  <a:schemeClr val="tx1"/>
                </a:solidFill>
                <a:effectLst/>
                <a:latin typeface="Arial" panose="020B0604020202020204" pitchFamily="34" charset="0"/>
                <a:ea typeface="+mn-ea"/>
                <a:cs typeface="+mn-cs"/>
              </a:rPr>
              <a:t>名</a:t>
            </a:r>
            <a:r>
              <a:rPr lang="zh-CN" altLang="en-US" sz="1200" kern="1200" dirty="0">
                <a:solidFill>
                  <a:schemeClr val="tx1"/>
                </a:solidFill>
                <a:effectLst/>
                <a:latin typeface="Arial" panose="020B0604020202020204" pitchFamily="34" charset="0"/>
                <a:ea typeface="+mn-ea"/>
                <a:cs typeface="+mn-cs"/>
              </a:rPr>
              <a:t>，上海软科世界大学学术排名我校位列全国第</a:t>
            </a:r>
            <a:r>
              <a:rPr lang="en-US" altLang="zh-CN" sz="1200" kern="1200" dirty="0">
                <a:solidFill>
                  <a:schemeClr val="tx1"/>
                </a:solidFill>
                <a:effectLst/>
                <a:latin typeface="Arial" panose="020B0604020202020204" pitchFamily="34" charset="0"/>
                <a:ea typeface="+mn-ea"/>
                <a:cs typeface="+mn-cs"/>
              </a:rPr>
              <a:t>52</a:t>
            </a:r>
            <a:r>
              <a:rPr lang="zh-CN" altLang="en-US" sz="1200" kern="1200" dirty="0" smtClean="0">
                <a:solidFill>
                  <a:schemeClr val="tx1"/>
                </a:solidFill>
                <a:effectLst/>
                <a:latin typeface="Arial" panose="020B0604020202020204" pitchFamily="34" charset="0"/>
                <a:ea typeface="+mn-ea"/>
                <a:cs typeface="+mn-cs"/>
              </a:rPr>
              <a:t>名。</a:t>
            </a:r>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学院现有气象类学院、水文海洋类学院、环境类学院、信息类学院、文管类学院、艺术类学院、师范类学院等</a:t>
            </a:r>
            <a:r>
              <a:rPr lang="en-US" altLang="zh-CN" sz="1200" kern="1200" dirty="0">
                <a:solidFill>
                  <a:schemeClr val="tx1"/>
                </a:solidFill>
                <a:effectLst/>
                <a:latin typeface="Arial" panose="020B0604020202020204" pitchFamily="34" charset="0"/>
                <a:ea typeface="+mn-ea"/>
                <a:cs typeface="+mn-cs"/>
              </a:rPr>
              <a:t>22</a:t>
            </a:r>
            <a:r>
              <a:rPr lang="zh-CN" altLang="en-US" sz="1200" kern="1200" dirty="0">
                <a:solidFill>
                  <a:schemeClr val="tx1"/>
                </a:solidFill>
                <a:effectLst/>
                <a:latin typeface="Arial" panose="020B0604020202020204" pitchFamily="34" charset="0"/>
                <a:ea typeface="+mn-ea"/>
                <a:cs typeface="+mn-cs"/>
              </a:rPr>
              <a:t>个专业学院，并设有龙山书院（大类培养）、雷丁学院（中外合作）、长望学院（拔尖创新）、藕舫学院（创新创业）等多个高水平办学机构。</a:t>
            </a:r>
            <a:endParaRPr lang="zh-CN" altLang="en-US" sz="1200" kern="1200" dirty="0">
              <a:solidFill>
                <a:schemeClr val="tx1"/>
              </a:solidFill>
              <a:effectLst/>
              <a:latin typeface="Arial" panose="020B0604020202020204" pitchFamily="34" charset="0"/>
              <a:ea typeface="+mn-ea"/>
              <a:cs typeface="+mn-cs"/>
            </a:endParaRPr>
          </a:p>
          <a:p>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0242" name="幻灯片图像占位符 1"/>
          <p:cNvSpPr>
            <a:spLocks noGrp="1" noRot="1" noChangeAspect="1" noChangeArrowheads="1"/>
          </p:cNvSpPr>
          <p:nvPr>
            <p:ph type="sldImg" idx="4294967295"/>
          </p:nvPr>
        </p:nvSpPr>
        <p:spPr>
          <a:xfrm>
            <a:off x="-1293813" y="0"/>
            <a:ext cx="12914313" cy="7265988"/>
          </a:xfrm>
        </p:spPr>
      </p:sp>
      <p:sp>
        <p:nvSpPr>
          <p:cNvPr id="10243" name="备注占位符 2"/>
          <p:cNvSpPr>
            <a:spLocks noGrp="1" noRot="1" noChangeAspect="1" noChangeArrowheads="1"/>
          </p:cNvSpPr>
          <p:nvPr>
            <p:ph type="body" idx="1"/>
          </p:nvPr>
        </p:nvSpPr>
        <p:spPr bwMode="auto">
          <a:xfrm>
            <a:off x="1692276" y="2768601"/>
            <a:ext cx="13954125" cy="571500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smtClean="0">
                <a:solidFill>
                  <a:schemeClr val="tx1"/>
                </a:solidFill>
                <a:effectLst/>
                <a:latin typeface="Arial" panose="020B0604020202020204" pitchFamily="34" charset="0"/>
                <a:ea typeface="+mn-ea"/>
                <a:cs typeface="+mn-cs"/>
              </a:rPr>
              <a:t>第二个理由：最硬核，学科一流实力强。学校办学特色鲜明，大气科学入选国家“双一流”建设学科，在教育部一级学科评估中蝉联全国第一、获评</a:t>
            </a:r>
            <a:r>
              <a:rPr lang="en-US" altLang="zh-CN" sz="1200" kern="1200" dirty="0" smtClean="0">
                <a:solidFill>
                  <a:schemeClr val="tx1"/>
                </a:solidFill>
                <a:effectLst/>
                <a:latin typeface="Arial" panose="020B0604020202020204" pitchFamily="34" charset="0"/>
                <a:ea typeface="+mn-ea"/>
                <a:cs typeface="+mn-cs"/>
              </a:rPr>
              <a:t>A+</a:t>
            </a:r>
            <a:r>
              <a:rPr lang="zh-CN" altLang="en-US" sz="1200" kern="1200" dirty="0" smtClean="0">
                <a:solidFill>
                  <a:schemeClr val="tx1"/>
                </a:solidFill>
                <a:effectLst/>
                <a:latin typeface="Arial" panose="020B0604020202020204" pitchFamily="34" charset="0"/>
                <a:ea typeface="+mn-ea"/>
                <a:cs typeface="+mn-cs"/>
              </a:rPr>
              <a:t>等级，气象学为国家重点学科，地球科学、工程学、计算机科学、环境科学与生态学</a:t>
            </a:r>
            <a:r>
              <a:rPr lang="en-US" altLang="zh-CN" sz="1200" kern="1200" dirty="0" smtClean="0">
                <a:solidFill>
                  <a:schemeClr val="tx1"/>
                </a:solidFill>
                <a:effectLst/>
                <a:latin typeface="Arial" panose="020B0604020202020204" pitchFamily="34" charset="0"/>
                <a:ea typeface="+mn-ea"/>
                <a:cs typeface="+mn-cs"/>
              </a:rPr>
              <a:t>4</a:t>
            </a:r>
            <a:r>
              <a:rPr lang="zh-CN" altLang="en-US" sz="1200" kern="1200" dirty="0" smtClean="0">
                <a:solidFill>
                  <a:schemeClr val="tx1"/>
                </a:solidFill>
                <a:effectLst/>
                <a:latin typeface="Arial" panose="020B0604020202020204" pitchFamily="34" charset="0"/>
                <a:ea typeface="+mn-ea"/>
                <a:cs typeface="+mn-cs"/>
              </a:rPr>
              <a:t>个学科跻身</a:t>
            </a:r>
            <a:r>
              <a:rPr lang="en-US" altLang="zh-CN" sz="1200" kern="1200" dirty="0" smtClean="0">
                <a:solidFill>
                  <a:schemeClr val="tx1"/>
                </a:solidFill>
                <a:effectLst/>
                <a:latin typeface="Arial" panose="020B0604020202020204" pitchFamily="34" charset="0"/>
                <a:ea typeface="+mn-ea"/>
                <a:cs typeface="+mn-cs"/>
              </a:rPr>
              <a:t>ESI</a:t>
            </a:r>
            <a:r>
              <a:rPr lang="zh-CN" altLang="en-US" sz="1200" kern="1200" dirty="0" smtClean="0">
                <a:solidFill>
                  <a:schemeClr val="tx1"/>
                </a:solidFill>
                <a:effectLst/>
                <a:latin typeface="Arial" panose="020B0604020202020204" pitchFamily="34" charset="0"/>
                <a:ea typeface="+mn-ea"/>
                <a:cs typeface="+mn-cs"/>
              </a:rPr>
              <a:t>学科排名全球前</a:t>
            </a:r>
            <a:r>
              <a:rPr lang="en-US" altLang="zh-CN" sz="1200" b="0" kern="1200" dirty="0" smtClean="0">
                <a:solidFill>
                  <a:schemeClr val="tx1"/>
                </a:solidFill>
                <a:effectLst/>
                <a:latin typeface="Arial" panose="020B0604020202020204" pitchFamily="34" charset="0"/>
                <a:ea typeface="+mn-ea"/>
                <a:cs typeface="+mn-cs"/>
              </a:rPr>
              <a:t>1%</a:t>
            </a:r>
            <a:r>
              <a:rPr lang="zh-CN" altLang="en-US" sz="1200" b="0" kern="1200" dirty="0" smtClean="0">
                <a:solidFill>
                  <a:schemeClr val="tx1"/>
                </a:solidFill>
                <a:effectLst/>
                <a:latin typeface="Arial" panose="020B0604020202020204" pitchFamily="34" charset="0"/>
                <a:ea typeface="+mn-ea"/>
                <a:cs typeface="+mn-cs"/>
              </a:rPr>
              <a:t>。</a:t>
            </a:r>
            <a:r>
              <a:rPr lang="zh-CN" altLang="en-US" sz="1200" b="0" dirty="0" smtClean="0">
                <a:solidFill>
                  <a:srgbClr val="FFC000"/>
                </a:solidFill>
                <a:latin typeface="微软雅黑" panose="020B0503020204020204" charset="-122"/>
                <a:ea typeface="微软雅黑" panose="020B0503020204020204" charset="-122"/>
              </a:rPr>
              <a:t>计算机科学与技术、通信工程、</a:t>
            </a:r>
            <a:r>
              <a:rPr lang="zh-CN" altLang="zh-CN" sz="1200" b="0" dirty="0" smtClean="0">
                <a:solidFill>
                  <a:srgbClr val="FFC000"/>
                </a:solidFill>
                <a:latin typeface="微软雅黑" panose="020B0503020204020204" charset="-122"/>
                <a:ea typeface="微软雅黑" panose="020B0503020204020204" charset="-122"/>
              </a:rPr>
              <a:t>环境工程</a:t>
            </a:r>
            <a:r>
              <a:rPr lang="zh-CN" altLang="en-US" sz="1200" b="0" dirty="0" smtClean="0">
                <a:solidFill>
                  <a:srgbClr val="FFC000"/>
                </a:solidFill>
                <a:latin typeface="微软雅黑" panose="020B0503020204020204" charset="-122"/>
                <a:ea typeface="微软雅黑" panose="020B0503020204020204" charset="-122"/>
              </a:rPr>
              <a:t>、物联网等</a:t>
            </a:r>
            <a:r>
              <a:rPr lang="en-US" altLang="zh-CN" sz="1200" b="0" dirty="0" smtClean="0">
                <a:solidFill>
                  <a:srgbClr val="FFC000"/>
                </a:solidFill>
                <a:latin typeface="微软雅黑" panose="020B0503020204020204" charset="-122"/>
                <a:ea typeface="微软雅黑" panose="020B0503020204020204" charset="-122"/>
              </a:rPr>
              <a:t>8</a:t>
            </a:r>
            <a:r>
              <a:rPr lang="zh-CN" altLang="en-US" sz="1200" b="0" dirty="0" smtClean="0">
                <a:solidFill>
                  <a:srgbClr val="FFC000"/>
                </a:solidFill>
                <a:latin typeface="微软雅黑" panose="020B0503020204020204" charset="-122"/>
                <a:ea typeface="微软雅黑" panose="020B0503020204020204" charset="-122"/>
              </a:rPr>
              <a:t>个学科</a:t>
            </a:r>
            <a:r>
              <a:rPr lang="zh-CN" altLang="en-US" sz="1200" b="0" kern="1200" dirty="0" smtClean="0">
                <a:solidFill>
                  <a:schemeClr val="tx1"/>
                </a:solidFill>
                <a:effectLst/>
                <a:latin typeface="Arial" panose="020B0604020202020204" pitchFamily="34" charset="0"/>
                <a:ea typeface="+mn-ea"/>
                <a:cs typeface="+mn-cs"/>
              </a:rPr>
              <a:t>获江苏高校优势学科建设工程立项，</a:t>
            </a:r>
            <a:r>
              <a:rPr lang="zh-CN" altLang="en-US" sz="1200" kern="1200" dirty="0" smtClean="0">
                <a:solidFill>
                  <a:schemeClr val="tx1"/>
                </a:solidFill>
                <a:effectLst/>
                <a:latin typeface="Arial" panose="020B0604020202020204" pitchFamily="34" charset="0"/>
                <a:ea typeface="+mn-ea"/>
                <a:cs typeface="+mn-cs"/>
              </a:rPr>
              <a:t>学校的大气科学、电子信息工程、计算机科学与技术、环境科学、会计学、动画等等</a:t>
            </a:r>
            <a:r>
              <a:rPr lang="en-US" altLang="zh-CN" sz="1200" kern="1200" dirty="0" smtClean="0">
                <a:solidFill>
                  <a:schemeClr val="tx1"/>
                </a:solidFill>
                <a:effectLst/>
                <a:latin typeface="Arial" panose="020B0604020202020204" pitchFamily="34" charset="0"/>
                <a:ea typeface="+mn-ea"/>
                <a:cs typeface="+mn-cs"/>
              </a:rPr>
              <a:t>12</a:t>
            </a:r>
            <a:r>
              <a:rPr lang="zh-CN" altLang="en-US" sz="1200" kern="1200" dirty="0" smtClean="0">
                <a:solidFill>
                  <a:schemeClr val="tx1"/>
                </a:solidFill>
                <a:effectLst/>
                <a:latin typeface="Arial" panose="020B0604020202020204" pitchFamily="34" charset="0"/>
                <a:ea typeface="+mn-ea"/>
                <a:cs typeface="+mn-cs"/>
              </a:rPr>
              <a:t>个专业是国家“一流专业”，文科方面：我们的管理学、经济学、法学、文学等在同类高校中也有较强的优势。</a:t>
            </a:r>
            <a:endParaRPr lang="zh-CN" altLang="en-US" sz="1200" kern="1200" dirty="0" smtClean="0">
              <a:solidFill>
                <a:schemeClr val="tx1"/>
              </a:solidFill>
              <a:effectLst/>
              <a:latin typeface="Arial" panose="020B0604020202020204" pitchFamily="34" charset="0"/>
              <a:ea typeface="+mn-ea"/>
              <a:cs typeface="+mn-cs"/>
            </a:endParaRPr>
          </a:p>
          <a:p>
            <a:pPr marL="0" marR="0" lvl="0" indent="0" algn="l" defTabSz="0" rtl="0" eaLnBrk="0" fontAlgn="base" latinLnBrk="0" hangingPunct="0">
              <a:lnSpc>
                <a:spcPct val="100000"/>
              </a:lnSpc>
              <a:spcBef>
                <a:spcPct val="30000"/>
              </a:spcBef>
              <a:spcAft>
                <a:spcPct val="0"/>
              </a:spcAft>
              <a:buClrTx/>
              <a:buSzTx/>
              <a:buFontTx/>
              <a:buNone/>
              <a:defRPr/>
            </a:pPr>
            <a:endParaRPr lang="zh-CN" altLang="en-US" sz="1200" b="0" kern="1200" dirty="0" smtClean="0">
              <a:solidFill>
                <a:schemeClr val="tx1"/>
              </a:solidFill>
              <a:effectLst/>
              <a:latin typeface="Arial" panose="020B0604020202020204" pitchFamily="34" charset="0"/>
              <a:ea typeface="+mn-ea"/>
              <a:cs typeface="+mn-cs"/>
            </a:endParaRPr>
          </a:p>
          <a:p>
            <a:endParaRPr lang="zh-CN" altLang="en-US" dirty="0">
              <a:ea typeface="宋体" panose="02010600030101010101" pitchFamily="2" charset="-122"/>
            </a:endParaRPr>
          </a:p>
        </p:txBody>
      </p:sp>
    </p:spTree>
  </p:cSld>
  <p:clrMapOvr>
    <a:overrideClrMapping bg1="dk2" tx1="lt1" bg2="dk1" tx2="lt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pPr lvl="0"/>
            <a:r>
              <a:rPr lang="zh-CN" altLang="en-US" sz="1200" kern="1200" dirty="0" smtClean="0">
                <a:solidFill>
                  <a:schemeClr val="tx1"/>
                </a:solidFill>
                <a:effectLst/>
                <a:latin typeface="Arial" panose="020B0604020202020204" pitchFamily="34" charset="0"/>
                <a:ea typeface="+mn-ea"/>
                <a:cs typeface="+mn-cs"/>
              </a:rPr>
              <a:t>作为新中国第一所气象高等学府，学校为新中国气象事业培养了大批业务骨干和管理人才，素有“气象人才的摇篮”之美称。大气科学学科在教育部一级学科评估中两次蝉联全国第一、获评A+等级。“气象灾害预报预警与评估协同创新中心”入选教育部首批省部共建协同创新中心。60年来，南信大培养的气象人才遍布世界各地，其中有中国科学（工程）院院士、加拿大皇家科学院院士、美国地球物理学会会士、美国气象学会会士和一大批全球知名大学的终身教授，也有世界气象组织副秘书长、中国气象局局长等，南信大人的身影遍布世界的各个角落。</a:t>
            </a:r>
            <a:endParaRPr lang="zh-CN" altLang="en-US" sz="1200" kern="1200" dirty="0" smtClean="0">
              <a:solidFill>
                <a:schemeClr val="tx1"/>
              </a:solidFill>
              <a:effectLst/>
              <a:latin typeface="Arial" panose="020B0604020202020204" pitchFamily="34" charset="0"/>
              <a:ea typeface="+mn-ea"/>
              <a:cs typeface="+mn-cs"/>
            </a:endParaRPr>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sz="1200" kern="1200" dirty="0" err="1">
                <a:solidFill>
                  <a:schemeClr val="tx1"/>
                </a:solidFill>
                <a:effectLst/>
                <a:ea typeface="+mn-ea"/>
                <a:cs typeface="+mn-cs"/>
              </a:rPr>
              <a:t>除大气科学外，我校的信息类学科专业同样值得大家重点关注</a:t>
            </a:r>
            <a:r>
              <a:rPr sz="1200" kern="1200" dirty="0" err="1" smtClean="0">
                <a:solidFill>
                  <a:schemeClr val="tx1"/>
                </a:solidFill>
                <a:effectLst/>
                <a:ea typeface="+mn-ea"/>
                <a:cs typeface="+mn-cs"/>
              </a:rPr>
              <a:t>，学校很早就开办了计算机</a:t>
            </a:r>
            <a:r>
              <a:rPr sz="1200" kern="1200" dirty="0" err="1">
                <a:solidFill>
                  <a:schemeClr val="tx1"/>
                </a:solidFill>
                <a:effectLst/>
                <a:ea typeface="+mn-ea"/>
                <a:cs typeface="+mn-cs"/>
              </a:rPr>
              <a:t>、信息工程</a:t>
            </a:r>
            <a:r>
              <a:rPr lang="zh-CN" altLang="en-US" sz="1200" kern="1200" dirty="0">
                <a:solidFill>
                  <a:schemeClr val="tx1"/>
                </a:solidFill>
                <a:effectLst/>
                <a:ea typeface="+mn-ea"/>
                <a:cs typeface="+mn-cs"/>
              </a:rPr>
              <a:t>、通信工程</a:t>
            </a:r>
            <a:r>
              <a:rPr sz="1200" kern="1200" dirty="0" err="1">
                <a:solidFill>
                  <a:schemeClr val="tx1"/>
                </a:solidFill>
                <a:effectLst/>
                <a:ea typeface="+mn-ea"/>
                <a:cs typeface="+mn-cs"/>
              </a:rPr>
              <a:t>等信息类专业，而且实力雄厚。以计算机学科为例，从图中可看出，我校</a:t>
            </a:r>
            <a:r>
              <a:rPr lang="zh-CN" altLang="en-US" sz="1200" kern="1200" dirty="0">
                <a:solidFill>
                  <a:schemeClr val="tx1"/>
                </a:solidFill>
                <a:effectLst/>
                <a:ea typeface="+mn-ea"/>
                <a:cs typeface="+mn-cs"/>
              </a:rPr>
              <a:t>计</a:t>
            </a:r>
            <a:r>
              <a:rPr sz="1200" kern="1200" dirty="0">
                <a:solidFill>
                  <a:schemeClr val="tx1"/>
                </a:solidFill>
                <a:effectLst/>
                <a:ea typeface="+mn-ea"/>
                <a:cs typeface="+mn-cs"/>
              </a:rPr>
              <a:t>算机学科于2017年5月首次进入全球ESI 1%，之后继续飞速发展，2020年已经进入全球ESI的千分之1（也就是说属于全世界最顶级的学科了</a:t>
            </a:r>
            <a:r>
              <a:rPr sz="1200" kern="1200" dirty="0" smtClean="0">
                <a:solidFill>
                  <a:schemeClr val="tx1"/>
                </a:solidFill>
                <a:effectLst/>
                <a:ea typeface="+mn-ea"/>
                <a:cs typeface="+mn-cs"/>
              </a:rPr>
              <a:t>）</a:t>
            </a:r>
            <a:r>
              <a:rPr lang="zh-CN" altLang="en-US" sz="1200" kern="1200" dirty="0" smtClean="0">
                <a:solidFill>
                  <a:schemeClr val="tx1"/>
                </a:solidFill>
                <a:effectLst/>
                <a:ea typeface="+mn-ea"/>
                <a:cs typeface="+mn-cs"/>
              </a:rPr>
              <a:t>，</a:t>
            </a:r>
            <a:endParaRPr sz="1200" kern="1200" dirty="0">
              <a:solidFill>
                <a:schemeClr val="tx1"/>
              </a:solidFill>
              <a:effectLst/>
              <a:ea typeface="+mn-ea"/>
              <a:cs typeface="+mn-cs"/>
            </a:endParaRPr>
          </a:p>
        </p:txBody>
      </p:sp>
      <p:sp>
        <p:nvSpPr>
          <p:cNvPr id="4" name="灯片编号占位符 3"/>
          <p:cNvSpPr>
            <a:spLocks noGrp="1"/>
          </p:cNvSpPr>
          <p:nvPr>
            <p:ph type="sldNum" sz="quarter" idx="10"/>
          </p:nvPr>
        </p:nvSpPr>
        <p:spPr/>
        <p:txBody>
          <a:bodyPr/>
          <a:lstStyle/>
          <a:p>
            <a:fld id="{57E9F2C0-C10E-4BBA-9119-591FE28B8DFD}" type="slidenum">
              <a:rPr lang="zh-CN" altLang="en-US"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学校目前有</a:t>
            </a:r>
            <a:r>
              <a:rPr lang="en-US"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71</a:t>
            </a:r>
            <a:r>
              <a:rPr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个本科专业（另有5个师范类方向），覆盖了理、工、管、文、经、法、农、艺</a:t>
            </a:r>
            <a:r>
              <a:rPr lang="zh-CN"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、教育</a:t>
            </a:r>
            <a:r>
              <a:rPr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多个学科门类。</a:t>
            </a:r>
            <a:endParaRPr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pPr marL="0" marR="0" indent="0" algn="l" defTabSz="0" rtl="0" eaLnBrk="0" fontAlgn="base" latinLnBrk="0" hangingPunct="0">
              <a:lnSpc>
                <a:spcPct val="100000"/>
              </a:lnSpc>
              <a:spcBef>
                <a:spcPct val="30000"/>
              </a:spcBef>
              <a:spcAft>
                <a:spcPct val="0"/>
              </a:spcAft>
              <a:buClrTx/>
              <a:buSzTx/>
              <a:buFontTx/>
              <a:buNone/>
              <a:defRPr/>
            </a:pPr>
            <a:r>
              <a:rPr sz="1200" b="0" i="0" kern="1200" dirty="0" smtClean="0">
                <a:solidFill>
                  <a:schemeClr val="tx1"/>
                </a:solidFill>
                <a:effectLst/>
                <a:latin typeface="Arial" panose="020B0604020202020204" pitchFamily="34" charset="0"/>
                <a:ea typeface="+mn-ea"/>
                <a:cs typeface="+mn-cs"/>
              </a:rPr>
              <a:t>拥有大气科学、环境科学与工程、信息与通信工程、管理科学与工程、数学、科学技术史6个一级学科博士点，22个一级学科硕士点、14个专业学位硕士点。具有完整的学士、硕士、博士人才培养体系，硕士博士点涵盖所有本科专业。学校共有大气科学、数学、环境科学与工程、管理科学与工程4个博士后科研流动站，涵盖理学、工学、管理学多个学科门类，形成了“优势学科引领带动、交叉工科创新联动、特色理科融合推动、精品文科辅助互动”的学科建设布局。</a:t>
            </a:r>
            <a:endParaRPr sz="1200" b="0" i="0" kern="1200" dirty="0" smtClean="0">
              <a:solidFill>
                <a:schemeClr val="tx1"/>
              </a:solidFill>
              <a:effectLst/>
              <a:latin typeface="Arial" panose="020B0604020202020204" pitchFamily="34" charset="0"/>
              <a:ea typeface="+mn-ea"/>
              <a:cs typeface="+mn-cs"/>
            </a:endParaRPr>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F44BE6BE-92B6-4A05-99A6-B5515ADE9606}" type="datetime1">
              <a:rPr lang="zh-CN" altLang="en-US"/>
            </a:fld>
            <a:endParaRPr lang="zh-CN" altLang="en-US" sz="1200"/>
          </a:p>
        </p:txBody>
      </p:sp>
      <p:sp>
        <p:nvSpPr>
          <p:cNvPr id="4" name="灯片编号占位符 3"/>
          <p:cNvSpPr>
            <a:spLocks noGrp="1"/>
          </p:cNvSpPr>
          <p:nvPr>
            <p:ph type="sldNum" sz="quarter" idx="5"/>
          </p:nvPr>
        </p:nvSpPr>
        <p:spPr/>
        <p:txBody>
          <a:bodyPr/>
          <a:lstStyle/>
          <a:p>
            <a:fld id="{AD140FC8-FBDB-4686-BA00-840C4739A870}" type="slidenum">
              <a:rPr lang="zh-CN" altLang="en-US"/>
            </a:fld>
            <a:endParaRPr lang="zh-CN" altLang="en-US" sz="1200"/>
          </a:p>
        </p:txBody>
      </p:sp>
      <p:sp>
        <p:nvSpPr>
          <p:cNvPr id="5" name="文本占位符 4"/>
          <p:cNvSpPr>
            <a:spLocks noGrp="1"/>
          </p:cNvSpPr>
          <p:nvPr>
            <p:ph type="body" sz="quarter"/>
          </p:nvPr>
        </p:nvSpPr>
        <p:spPr>
          <a:xfrm>
            <a:off x="656193" y="4268681"/>
            <a:ext cx="5249545" cy="3492557"/>
          </a:xfrm>
          <a:prstGeom prst="rect">
            <a:avLst/>
          </a:prstGeom>
        </p:spPr>
        <p:txBody>
          <a:bodyPr/>
          <a:lstStyle/>
          <a:p>
            <a:r>
              <a:rPr lang="zh-CN" altLang="en-US" sz="1200" b="0" i="0" kern="1200" dirty="0" smtClean="0">
                <a:solidFill>
                  <a:schemeClr val="tx1"/>
                </a:solidFill>
                <a:effectLst/>
                <a:latin typeface="Arial" panose="020B0604020202020204" pitchFamily="34" charset="0"/>
                <a:ea typeface="+mn-ea"/>
                <a:cs typeface="+mn-cs"/>
              </a:rPr>
              <a:t>第三个理由，最优秀，名师云集薪火传。</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师者，所以传道授业解惑也。”</a:t>
            </a:r>
            <a:r>
              <a:rPr lang="zh-CN" altLang="en-US" sz="1200" kern="1200" dirty="0" smtClean="0">
                <a:solidFill>
                  <a:schemeClr val="tx1"/>
                </a:solidFill>
                <a:effectLst/>
                <a:latin typeface="Arial" panose="020B0604020202020204" pitchFamily="34" charset="0"/>
                <a:ea typeface="+mn-ea"/>
                <a:cs typeface="+mn-cs"/>
              </a:rPr>
              <a:t>大学之大，不在于大楼而在于大师也。南信大坚持以生为本的办学理念，切实服务于学生的成长。最大程度地汇聚全世界的优秀人才，你想要的好老师都在这里。</a:t>
            </a:r>
            <a:r>
              <a:rPr lang="zh-CN" altLang="en-US" dirty="0" smtClean="0"/>
              <a:t>学</a:t>
            </a:r>
            <a:r>
              <a:rPr lang="zh-CN" altLang="en-US" dirty="0"/>
              <a:t>校大力加强师资队伍建设，现有中科院院士</a:t>
            </a:r>
            <a:r>
              <a:rPr lang="en-US" altLang="zh-CN" dirty="0"/>
              <a:t>2</a:t>
            </a:r>
            <a:r>
              <a:rPr lang="zh-CN" altLang="en-US" dirty="0"/>
              <a:t>人，海外院士</a:t>
            </a:r>
            <a:r>
              <a:rPr lang="en-US" altLang="zh-CN" dirty="0"/>
              <a:t>14</a:t>
            </a:r>
            <a:r>
              <a:rPr lang="zh-CN" altLang="en-US" dirty="0"/>
              <a:t>人，双聘院士</a:t>
            </a:r>
            <a:r>
              <a:rPr lang="en-US" altLang="zh-CN" dirty="0"/>
              <a:t>6</a:t>
            </a:r>
            <a:r>
              <a:rPr lang="zh-CN" altLang="en-US" dirty="0"/>
              <a:t>人，国家杰出青年基金获得者8人，国家重大人才计划入选者17人，省部级人才600余人。目前，南信大专任教师博士化率</a:t>
            </a:r>
            <a:r>
              <a:rPr lang="zh-CN" altLang="en-US" dirty="0" smtClean="0"/>
              <a:t>达</a:t>
            </a:r>
            <a:r>
              <a:rPr lang="en-US" altLang="zh-CN" dirty="0" smtClean="0"/>
              <a:t>84.9</a:t>
            </a:r>
            <a:r>
              <a:rPr lang="zh-CN" altLang="en-US" dirty="0" smtClean="0"/>
              <a:t>%</a:t>
            </a:r>
            <a:r>
              <a:rPr lang="zh-CN" altLang="en-US" dirty="0"/>
              <a:t>。专任教师具有1年以上海外经历比例</a:t>
            </a:r>
            <a:r>
              <a:rPr lang="zh-CN" altLang="en-US" dirty="0" smtClean="0"/>
              <a:t>达</a:t>
            </a:r>
            <a:r>
              <a:rPr lang="en-US" altLang="zh-CN" dirty="0" smtClean="0"/>
              <a:t>65.62</a:t>
            </a:r>
            <a:r>
              <a:rPr lang="zh-CN" altLang="en-US" dirty="0" smtClean="0"/>
              <a:t>%</a:t>
            </a:r>
            <a:r>
              <a:rPr lang="zh-CN" altLang="en-US" dirty="0"/>
              <a:t>，这两项重要指标已经比肩清华北大等国内顶级高校。</a:t>
            </a: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fld id="{F44BE6BE-92B6-4A05-99A6-B5515ADE9606}" type="datetime1">
              <a:rPr lang="zh-CN" altLang="en-US"/>
            </a:fld>
            <a:endParaRPr lang="zh-CN" altLang="en-US" sz="1200"/>
          </a:p>
        </p:txBody>
      </p:sp>
      <p:sp>
        <p:nvSpPr>
          <p:cNvPr id="4" name="灯片编号占位符 3"/>
          <p:cNvSpPr>
            <a:spLocks noGrp="1"/>
          </p:cNvSpPr>
          <p:nvPr>
            <p:ph type="sldNum" sz="quarter" idx="5"/>
          </p:nvPr>
        </p:nvSpPr>
        <p:spPr/>
        <p:txBody>
          <a:bodyPr/>
          <a:lstStyle/>
          <a:p>
            <a:fld id="{AD140FC8-FBDB-4686-BA00-840C4739A870}" type="slidenum">
              <a:rPr lang="zh-CN" altLang="en-US"/>
            </a:fld>
            <a:endParaRPr lang="zh-CN" altLang="en-US" sz="1200"/>
          </a:p>
        </p:txBody>
      </p:sp>
      <p:sp>
        <p:nvSpPr>
          <p:cNvPr id="5" name="文本占位符 4"/>
          <p:cNvSpPr>
            <a:spLocks noGrp="1"/>
          </p:cNvSpPr>
          <p:nvPr>
            <p:ph type="body" sz="quarter"/>
          </p:nvPr>
        </p:nvSpPr>
        <p:spPr>
          <a:xfrm>
            <a:off x="656193" y="4268681"/>
            <a:ext cx="5249545" cy="3492557"/>
          </a:xfrm>
          <a:prstGeom prst="rect">
            <a:avLst/>
          </a:prstGeom>
        </p:spPr>
        <p:txBody>
          <a:bodyPr/>
          <a:lstStyle/>
          <a:p>
            <a:r>
              <a:rPr lang="zh-CN" altLang="en-US" sz="1200" b="0" i="0" kern="1200" dirty="0" smtClean="0">
                <a:solidFill>
                  <a:schemeClr val="tx1"/>
                </a:solidFill>
                <a:effectLst/>
                <a:latin typeface="Arial" panose="020B0604020202020204" pitchFamily="34" charset="0"/>
                <a:ea typeface="+mn-ea"/>
                <a:cs typeface="+mn-cs"/>
              </a:rPr>
              <a:t>第四个理由：最开放，面向全球视野宽。在学校培训楼前的旗阵广场，代表157个国家和地区的旗帜在猎猎飘扬，这是南信大携手全球“朋友圈”的见证。在国际化办学理念引领下，学校积极与国际顶尖名校展开紧密合作</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与美国哈佛大学、耶鲁大学、佛罗里达州立大学、夏威夷大学等多所世界名校共建的</a:t>
            </a:r>
            <a:r>
              <a:rPr lang="zh-CN" altLang="en-US" sz="1200" b="1" i="0" kern="1200" dirty="0" smtClean="0">
                <a:solidFill>
                  <a:schemeClr val="tx1"/>
                </a:solidFill>
                <a:effectLst/>
                <a:latin typeface="Arial" panose="020B0604020202020204" pitchFamily="34" charset="0"/>
                <a:ea typeface="+mn-ea"/>
                <a:cs typeface="+mn-cs"/>
              </a:rPr>
              <a:t>气候与环境变化国际联合实验室</a:t>
            </a:r>
            <a:r>
              <a:rPr lang="zh-CN" altLang="en-US" sz="1200" b="0" i="0" kern="1200" dirty="0" smtClean="0">
                <a:solidFill>
                  <a:schemeClr val="tx1"/>
                </a:solidFill>
                <a:effectLst/>
                <a:latin typeface="Arial" panose="020B0604020202020204" pitchFamily="34" charset="0"/>
                <a:ea typeface="+mn-ea"/>
                <a:cs typeface="+mn-cs"/>
              </a:rPr>
              <a:t>，成为全国首批获准立项建设的</a:t>
            </a:r>
            <a:r>
              <a:rPr lang="en-US" altLang="zh-CN" sz="1200" b="0" i="0" kern="1200" dirty="0" smtClean="0">
                <a:solidFill>
                  <a:schemeClr val="tx1"/>
                </a:solidFill>
                <a:effectLst/>
                <a:latin typeface="Arial" panose="020B0604020202020204" pitchFamily="34" charset="0"/>
                <a:ea typeface="+mn-ea"/>
                <a:cs typeface="+mn-cs"/>
              </a:rPr>
              <a:t>3</a:t>
            </a:r>
            <a:r>
              <a:rPr lang="zh-CN" altLang="en-US" sz="1200" b="0" i="0" kern="1200" dirty="0" smtClean="0">
                <a:solidFill>
                  <a:schemeClr val="tx1"/>
                </a:solidFill>
                <a:effectLst/>
                <a:latin typeface="Arial" panose="020B0604020202020204" pitchFamily="34" charset="0"/>
                <a:ea typeface="+mn-ea"/>
                <a:cs typeface="+mn-cs"/>
              </a:rPr>
              <a:t>个国际合作联合实验室之一。</a:t>
            </a:r>
            <a:r>
              <a:rPr lang="en-US" altLang="zh-CN" sz="1200" b="0" i="0" kern="1200" dirty="0" smtClean="0">
                <a:solidFill>
                  <a:schemeClr val="tx1"/>
                </a:solidFill>
                <a:effectLst/>
                <a:latin typeface="Arial" panose="020B0604020202020204" pitchFamily="34" charset="0"/>
                <a:ea typeface="+mn-ea"/>
                <a:cs typeface="+mn-cs"/>
              </a:rPr>
              <a:t>2017</a:t>
            </a:r>
            <a:r>
              <a:rPr lang="zh-CN" altLang="en-US" sz="1200" b="0" i="0" kern="1200" dirty="0" smtClean="0">
                <a:solidFill>
                  <a:schemeClr val="tx1"/>
                </a:solidFill>
                <a:effectLst/>
                <a:latin typeface="Arial" panose="020B0604020202020204" pitchFamily="34" charset="0"/>
                <a:ea typeface="+mn-ea"/>
                <a:cs typeface="+mn-cs"/>
              </a:rPr>
              <a:t>年学校</a:t>
            </a:r>
            <a:r>
              <a:rPr lang="zh-CN" altLang="en-US" sz="1200" b="1" i="0" kern="1200" dirty="0" smtClean="0">
                <a:solidFill>
                  <a:schemeClr val="tx1"/>
                </a:solidFill>
                <a:effectLst/>
                <a:latin typeface="Arial" panose="020B0604020202020204" pitchFamily="34" charset="0"/>
                <a:ea typeface="+mn-ea"/>
                <a:cs typeface="+mn-cs"/>
              </a:rPr>
              <a:t>和哈佛大学签约共建空气质量和气候联合实验室</a:t>
            </a:r>
            <a:r>
              <a:rPr lang="zh-CN" altLang="en-US" sz="1200" b="0" i="0" kern="1200" dirty="0" smtClean="0">
                <a:solidFill>
                  <a:schemeClr val="tx1"/>
                </a:solidFill>
                <a:effectLst/>
                <a:latin typeface="Arial" panose="020B0604020202020204" pitchFamily="34" charset="0"/>
                <a:ea typeface="+mn-ea"/>
                <a:cs typeface="+mn-cs"/>
              </a:rPr>
              <a:t>，学校与英国雷丁大学合作创办雷丁学院，是首批“江苏</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英国高水平大学</a:t>
            </a:r>
            <a:r>
              <a:rPr lang="en-US" altLang="zh-CN" sz="1200" b="0" i="0" kern="1200" dirty="0" smtClean="0">
                <a:solidFill>
                  <a:schemeClr val="tx1"/>
                </a:solidFill>
                <a:effectLst/>
                <a:latin typeface="Arial" panose="020B0604020202020204" pitchFamily="34" charset="0"/>
                <a:ea typeface="+mn-ea"/>
                <a:cs typeface="+mn-cs"/>
              </a:rPr>
              <a:t>20+20</a:t>
            </a:r>
            <a:r>
              <a:rPr lang="zh-CN" altLang="en-US" sz="1200" b="0" i="0" kern="1200" dirty="0" smtClean="0">
                <a:solidFill>
                  <a:schemeClr val="tx1"/>
                </a:solidFill>
                <a:effectLst/>
                <a:latin typeface="Arial" panose="020B0604020202020204" pitchFamily="34" charset="0"/>
                <a:ea typeface="+mn-ea"/>
                <a:cs typeface="+mn-cs"/>
              </a:rPr>
              <a:t>联盟”高校；设在我校的“联合国世界气象组织区域培训中心”及“亚太经合组织台风委员会培训中心”，已为</a:t>
            </a:r>
            <a:r>
              <a:rPr lang="en-US" altLang="zh-CN" sz="1200" b="0" i="0" kern="1200" dirty="0" smtClean="0">
                <a:solidFill>
                  <a:schemeClr val="tx1"/>
                </a:solidFill>
                <a:effectLst/>
                <a:latin typeface="Arial" panose="020B0604020202020204" pitchFamily="34" charset="0"/>
                <a:ea typeface="+mn-ea"/>
                <a:cs typeface="+mn-cs"/>
              </a:rPr>
              <a:t>157</a:t>
            </a:r>
            <a:r>
              <a:rPr lang="zh-CN" altLang="en-US" sz="1200" b="0" i="0" kern="1200" dirty="0" smtClean="0">
                <a:solidFill>
                  <a:schemeClr val="tx1"/>
                </a:solidFill>
                <a:effectLst/>
                <a:latin typeface="Arial" panose="020B0604020202020204" pitchFamily="34" charset="0"/>
                <a:ea typeface="+mn-ea"/>
                <a:cs typeface="+mn-cs"/>
              </a:rPr>
              <a:t>个国家和地区培养了</a:t>
            </a:r>
            <a:r>
              <a:rPr lang="en-US" altLang="zh-CN" sz="1200" b="0" i="0" kern="1200" dirty="0" smtClean="0">
                <a:solidFill>
                  <a:schemeClr val="tx1"/>
                </a:solidFill>
                <a:effectLst/>
                <a:latin typeface="Arial" panose="020B0604020202020204" pitchFamily="34" charset="0"/>
                <a:ea typeface="+mn-ea"/>
                <a:cs typeface="+mn-cs"/>
              </a:rPr>
              <a:t>4000</a:t>
            </a:r>
            <a:r>
              <a:rPr lang="zh-CN" altLang="en-US" sz="1200" b="0" i="0" kern="1200" dirty="0" smtClean="0">
                <a:solidFill>
                  <a:schemeClr val="tx1"/>
                </a:solidFill>
                <a:effectLst/>
                <a:latin typeface="Arial" panose="020B0604020202020204" pitchFamily="34" charset="0"/>
                <a:ea typeface="+mn-ea"/>
                <a:cs typeface="+mn-cs"/>
              </a:rPr>
              <a:t>余名高级气象科技人员和管理者，成为全球培训规模最大、质量名列前茅的培训中心，受到世界气象组织的高度评价和特别嘉奖。</a:t>
            </a:r>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20688" y="1239838"/>
            <a:ext cx="5956300" cy="3351212"/>
          </a:xfrm>
        </p:spPr>
      </p:sp>
      <p:sp>
        <p:nvSpPr>
          <p:cNvPr id="3" name="日期占位符 2"/>
          <p:cNvSpPr>
            <a:spLocks noGrp="1"/>
          </p:cNvSpPr>
          <p:nvPr>
            <p:ph type="dt" idx="1"/>
          </p:nvPr>
        </p:nvSpPr>
        <p:spPr/>
        <p:txBody>
          <a:bodyPr/>
          <a:lstStyle/>
          <a:p>
            <a:endParaRPr lang="zh-CN" altLang="en-US" sz="1200"/>
          </a:p>
        </p:txBody>
      </p:sp>
      <p:sp>
        <p:nvSpPr>
          <p:cNvPr id="4" name="灯片编号占位符 3"/>
          <p:cNvSpPr>
            <a:spLocks noGrp="1"/>
          </p:cNvSpPr>
          <p:nvPr>
            <p:ph type="sldNum" sz="quarter" idx="5"/>
          </p:nvPr>
        </p:nvSpPr>
        <p:spPr/>
        <p:txBody>
          <a:bodyPr/>
          <a:lstStyle/>
          <a:p>
            <a:fld id="{AD140FC8-FBDB-4686-BA00-840C4739A870}" type="slidenum">
              <a:rPr lang="zh-CN" altLang="en-US"/>
            </a:fld>
            <a:endParaRPr lang="zh-CN" altLang="en-US" sz="1200"/>
          </a:p>
        </p:txBody>
      </p:sp>
      <p:sp>
        <p:nvSpPr>
          <p:cNvPr id="5" name="文本占位符 4"/>
          <p:cNvSpPr>
            <a:spLocks noGrp="1"/>
          </p:cNvSpPr>
          <p:nvPr>
            <p:ph type="body" sz="quarter"/>
          </p:nvPr>
        </p:nvSpPr>
        <p:spPr>
          <a:xfrm>
            <a:off x="656194" y="4268682"/>
            <a:ext cx="5249545" cy="3492557"/>
          </a:xfrm>
          <a:prstGeom prst="rect">
            <a:avLst/>
          </a:prstGeom>
        </p:spPr>
        <p:txBody>
          <a:bodyPr/>
          <a:lstStyle/>
          <a:p>
            <a:r>
              <a:rPr lang="zh-CN" altLang="en-US" sz="1200" b="0" i="0" kern="1200" dirty="0" smtClean="0">
                <a:solidFill>
                  <a:schemeClr val="tx1"/>
                </a:solidFill>
                <a:effectLst/>
                <a:latin typeface="Arial" panose="020B0604020202020204" pitchFamily="34" charset="0"/>
                <a:ea typeface="+mn-ea"/>
                <a:cs typeface="+mn-cs"/>
              </a:rPr>
              <a:t>第五个理由：最卓越，因材施教育英才。在“双一流”建设高校</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南信大，我们坚持以生为本，人才培养上坚持因材施教，成立了培养拔尖精英人才的长望学院、培养创新创业人才的藕舫学院、</a:t>
            </a:r>
            <a:r>
              <a:rPr lang="en-US" altLang="zh-CN" sz="1200" b="0" i="0" kern="1200" dirty="0" smtClean="0">
                <a:solidFill>
                  <a:schemeClr val="tx1"/>
                </a:solidFill>
                <a:effectLst/>
                <a:latin typeface="Arial" panose="020B0604020202020204" pitchFamily="34" charset="0"/>
                <a:ea typeface="+mn-ea"/>
                <a:cs typeface="+mn-cs"/>
              </a:rPr>
              <a:t>2018</a:t>
            </a:r>
            <a:r>
              <a:rPr lang="zh-CN" altLang="en-US" sz="1200" b="0" i="0" kern="1200" dirty="0" smtClean="0">
                <a:solidFill>
                  <a:schemeClr val="tx1"/>
                </a:solidFill>
                <a:effectLst/>
                <a:latin typeface="Arial" panose="020B0604020202020204" pitchFamily="34" charset="0"/>
                <a:ea typeface="+mn-ea"/>
                <a:cs typeface="+mn-cs"/>
              </a:rPr>
              <a:t>年我校与国科大签署合作协议，</a:t>
            </a:r>
            <a:r>
              <a:rPr lang="zh-CN" altLang="en-US" sz="1200" b="1" i="0" kern="1200" dirty="0" smtClean="0">
                <a:solidFill>
                  <a:schemeClr val="tx1"/>
                </a:solidFill>
                <a:effectLst/>
                <a:latin typeface="Arial" panose="020B0604020202020204" pitchFamily="34" charset="0"/>
                <a:ea typeface="+mn-ea"/>
                <a:cs typeface="+mn-cs"/>
              </a:rPr>
              <a:t>成为国科大签约合作的第一所地方高校</a:t>
            </a:r>
            <a:r>
              <a:rPr lang="zh-CN" altLang="en-US" sz="1200" b="0" i="0" kern="1200" dirty="0" smtClean="0">
                <a:solidFill>
                  <a:schemeClr val="tx1"/>
                </a:solidFill>
                <a:effectLst/>
                <a:latin typeface="Arial" panose="020B0604020202020204" pitchFamily="34" charset="0"/>
                <a:ea typeface="+mn-ea"/>
                <a:cs typeface="+mn-cs"/>
              </a:rPr>
              <a:t>，同年实现了联合培养的首批招生。我校长望学院“南信大</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国科大”联培班共享国科大和南信大的优秀师资、科研平台和科研资源，开启了基于科教融合的拔尖创新人才本硕博一体化联合培养新模式的探索。</a:t>
            </a:r>
            <a:r>
              <a:rPr lang="en-US" altLang="zh-CN" sz="1200" b="0" i="0" kern="1200" dirty="0" smtClean="0">
                <a:solidFill>
                  <a:schemeClr val="tx1"/>
                </a:solidFill>
                <a:effectLst/>
                <a:latin typeface="Arial" panose="020B0604020202020204" pitchFamily="34" charset="0"/>
                <a:ea typeface="+mn-ea"/>
                <a:cs typeface="+mn-cs"/>
              </a:rPr>
              <a:t>2020</a:t>
            </a:r>
            <a:r>
              <a:rPr lang="zh-CN" altLang="en-US" sz="1200" b="0" i="0" kern="1200" dirty="0" smtClean="0">
                <a:solidFill>
                  <a:schemeClr val="tx1"/>
                </a:solidFill>
                <a:effectLst/>
                <a:latin typeface="Arial" panose="020B0604020202020204" pitchFamily="34" charset="0"/>
                <a:ea typeface="+mn-ea"/>
                <a:cs typeface="+mn-cs"/>
              </a:rPr>
              <a:t>年，我校成功入选</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基础学科拔尖学生培养计划</a:t>
            </a:r>
            <a:r>
              <a:rPr lang="en-US" altLang="zh-CN" sz="1200" b="0" i="0" kern="1200" dirty="0" smtClean="0">
                <a:solidFill>
                  <a:schemeClr val="tx1"/>
                </a:solidFill>
                <a:effectLst/>
                <a:latin typeface="Arial" panose="020B0604020202020204" pitchFamily="34" charset="0"/>
                <a:ea typeface="+mn-ea"/>
                <a:cs typeface="+mn-cs"/>
              </a:rPr>
              <a:t>2.0”</a:t>
            </a:r>
            <a:r>
              <a:rPr lang="zh-CN" altLang="en-US" sz="1200" b="0" i="0" kern="1200" dirty="0" smtClean="0">
                <a:solidFill>
                  <a:schemeClr val="tx1"/>
                </a:solidFill>
                <a:effectLst/>
                <a:latin typeface="Arial" panose="020B0604020202020204" pitchFamily="34" charset="0"/>
                <a:ea typeface="+mn-ea"/>
                <a:cs typeface="+mn-cs"/>
              </a:rPr>
              <a:t>基地，为全国唯一省属高校。教育部基地建设工作推进会上，我校校长李北群代表唯一入选的地方高校作大会主题报告。</a:t>
            </a:r>
            <a:endParaRPr lang="en-US" altLang="zh-CN" sz="1200" b="0" i="0" kern="1200" dirty="0" smtClean="0">
              <a:solidFill>
                <a:schemeClr val="tx1"/>
              </a:solidFill>
              <a:effectLst/>
              <a:latin typeface="Arial" panose="020B0604020202020204" pitchFamily="34" charset="0"/>
              <a:ea typeface="+mn-ea"/>
              <a:cs typeface="+mn-cs"/>
            </a:endParaRPr>
          </a:p>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b="0" i="0" kern="1200" dirty="0" smtClean="0">
                <a:solidFill>
                  <a:schemeClr val="tx1"/>
                </a:solidFill>
                <a:effectLst/>
                <a:latin typeface="Arial" panose="020B0604020202020204" pitchFamily="34" charset="0"/>
                <a:ea typeface="+mn-ea"/>
                <a:cs typeface="+mn-cs"/>
              </a:rPr>
              <a:t>此外学校邀请国科大名师，来校与校内教师共同组建课程教学团队，共同商定授课内容，共同开展课堂授课，深化科教融合协同育人内涵。目前，</a:t>
            </a:r>
            <a:r>
              <a:rPr lang="en-US" altLang="zh-CN" sz="1200" b="0" i="0" kern="1200" dirty="0" smtClean="0">
                <a:solidFill>
                  <a:schemeClr val="tx1"/>
                </a:solidFill>
                <a:effectLst/>
                <a:latin typeface="Arial" panose="020B0604020202020204" pitchFamily="34" charset="0"/>
                <a:ea typeface="+mn-ea"/>
                <a:cs typeface="+mn-cs"/>
              </a:rPr>
              <a:t>13</a:t>
            </a:r>
            <a:r>
              <a:rPr lang="zh-CN" altLang="en-US" sz="1200" b="0" i="0" kern="1200" dirty="0" smtClean="0">
                <a:solidFill>
                  <a:schemeClr val="tx1"/>
                </a:solidFill>
                <a:effectLst/>
                <a:latin typeface="Arial" panose="020B0604020202020204" pitchFamily="34" charset="0"/>
                <a:ea typeface="+mn-ea"/>
                <a:cs typeface="+mn-cs"/>
              </a:rPr>
              <a:t>名国科大教师与校内教师联合为联培班开出了</a:t>
            </a:r>
            <a:r>
              <a:rPr lang="en-US" altLang="zh-CN" sz="1200" b="0" i="0" kern="1200" dirty="0" smtClean="0">
                <a:solidFill>
                  <a:schemeClr val="tx1"/>
                </a:solidFill>
                <a:effectLst/>
                <a:latin typeface="Arial" panose="020B0604020202020204" pitchFamily="34" charset="0"/>
                <a:ea typeface="+mn-ea"/>
                <a:cs typeface="+mn-cs"/>
              </a:rPr>
              <a:t>12</a:t>
            </a:r>
            <a:r>
              <a:rPr lang="zh-CN" altLang="en-US" sz="1200" b="0" i="0" kern="1200" dirty="0" smtClean="0">
                <a:solidFill>
                  <a:schemeClr val="tx1"/>
                </a:solidFill>
                <a:effectLst/>
                <a:latin typeface="Arial" panose="020B0604020202020204" pitchFamily="34" charset="0"/>
                <a:ea typeface="+mn-ea"/>
                <a:cs typeface="+mn-cs"/>
              </a:rPr>
              <a:t>门专业基础课和专业课。</a:t>
            </a:r>
            <a:r>
              <a:rPr lang="zh-CN" altLang="en-US" sz="1200" b="1" i="0" kern="1200" dirty="0" smtClean="0">
                <a:solidFill>
                  <a:schemeClr val="tx1"/>
                </a:solidFill>
                <a:effectLst/>
                <a:latin typeface="Arial" panose="020B0604020202020204" pitchFamily="34" charset="0"/>
                <a:ea typeface="+mn-ea"/>
                <a:cs typeface="+mn-cs"/>
              </a:rPr>
              <a:t>秦大河院士领衔的中科院专家团队来校讲授中科院教学获奖课程</a:t>
            </a:r>
            <a:r>
              <a:rPr lang="en-US" altLang="zh-CN" sz="1200" b="1" i="0" kern="1200" dirty="0" smtClean="0">
                <a:solidFill>
                  <a:schemeClr val="tx1"/>
                </a:solidFill>
                <a:effectLst/>
                <a:latin typeface="Arial" panose="020B0604020202020204" pitchFamily="34" charset="0"/>
                <a:ea typeface="+mn-ea"/>
                <a:cs typeface="+mn-cs"/>
              </a:rPr>
              <a:t>《</a:t>
            </a:r>
            <a:r>
              <a:rPr lang="zh-CN" altLang="en-US" sz="1200" b="1" i="0" kern="1200" dirty="0" smtClean="0">
                <a:solidFill>
                  <a:schemeClr val="tx1"/>
                </a:solidFill>
                <a:effectLst/>
                <a:latin typeface="Arial" panose="020B0604020202020204" pitchFamily="34" charset="0"/>
                <a:ea typeface="+mn-ea"/>
                <a:cs typeface="+mn-cs"/>
              </a:rPr>
              <a:t>冰冻圈科学概论</a:t>
            </a:r>
            <a:r>
              <a:rPr lang="en-US" altLang="zh-CN" sz="1200" b="1"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。长望学院还联合专业学院，组织参与申报多门“全英文授课”课程、“信大优课”建设课程、国家一流课程，</a:t>
            </a:r>
            <a:r>
              <a:rPr lang="zh-CN" altLang="en-US" sz="1200" b="1" i="0" kern="1200" dirty="0" smtClean="0">
                <a:solidFill>
                  <a:schemeClr val="tx1"/>
                </a:solidFill>
                <a:effectLst/>
                <a:latin typeface="Arial" panose="020B0604020202020204" pitchFamily="34" charset="0"/>
                <a:ea typeface="+mn-ea"/>
                <a:cs typeface="+mn-cs"/>
              </a:rPr>
              <a:t>目前正在精心打造</a:t>
            </a:r>
            <a:r>
              <a:rPr lang="en-US" altLang="zh-CN" sz="1200" b="1" i="0" kern="1200" dirty="0" smtClean="0">
                <a:solidFill>
                  <a:schemeClr val="tx1"/>
                </a:solidFill>
                <a:effectLst/>
                <a:latin typeface="Arial" panose="020B0604020202020204" pitchFamily="34" charset="0"/>
                <a:ea typeface="+mn-ea"/>
                <a:cs typeface="+mn-cs"/>
              </a:rPr>
              <a:t>5</a:t>
            </a:r>
            <a:r>
              <a:rPr lang="zh-CN" altLang="en-US" sz="1200" b="1" i="0" kern="1200" dirty="0" smtClean="0">
                <a:solidFill>
                  <a:schemeClr val="tx1"/>
                </a:solidFill>
                <a:effectLst/>
                <a:latin typeface="Arial" panose="020B0604020202020204" pitchFamily="34" charset="0"/>
                <a:ea typeface="+mn-ea"/>
                <a:cs typeface="+mn-cs"/>
              </a:rPr>
              <a:t>门优质的课程资源，为联培班学生提供更多的“金课”</a:t>
            </a:r>
            <a:r>
              <a:rPr lang="zh-CN" altLang="en-US" sz="1200" b="0" i="0" kern="1200" dirty="0" smtClean="0">
                <a:solidFill>
                  <a:schemeClr val="tx1"/>
                </a:solidFill>
                <a:effectLst/>
                <a:latin typeface="Arial" panose="020B0604020202020204" pitchFamily="34" charset="0"/>
                <a:ea typeface="+mn-ea"/>
                <a:cs typeface="+mn-cs"/>
              </a:rPr>
              <a:t>。</a:t>
            </a:r>
            <a:endParaRPr lang="zh-CN" altLang="en-US" dirty="0" smtClean="0"/>
          </a:p>
          <a:p>
            <a:pPr marL="0" marR="0" indent="0" algn="l" defTabSz="0" rtl="0" eaLnBrk="0" fontAlgn="base" latinLnBrk="0" hangingPunct="0">
              <a:lnSpc>
                <a:spcPct val="100000"/>
              </a:lnSpc>
              <a:spcBef>
                <a:spcPct val="30000"/>
              </a:spcBef>
              <a:spcAft>
                <a:spcPct val="0"/>
              </a:spcAft>
              <a:buClrTx/>
              <a:buSzTx/>
              <a:buFontTx/>
              <a:buNone/>
              <a:defRPr/>
            </a:pPr>
            <a:r>
              <a:rPr lang="en-US" altLang="zh-CN" sz="1200" b="0" i="0" kern="1200" dirty="0" smtClean="0">
                <a:solidFill>
                  <a:schemeClr val="tx1"/>
                </a:solidFill>
                <a:effectLst/>
                <a:latin typeface="Arial" panose="020B0604020202020204" pitchFamily="34" charset="0"/>
                <a:ea typeface="+mn-ea"/>
                <a:cs typeface="+mn-cs"/>
              </a:rPr>
              <a:t>2019</a:t>
            </a:r>
            <a:r>
              <a:rPr lang="zh-CN" altLang="en-US" sz="1200" b="0" i="0" kern="1200" dirty="0" smtClean="0">
                <a:solidFill>
                  <a:schemeClr val="tx1"/>
                </a:solidFill>
                <a:effectLst/>
                <a:latin typeface="Arial" panose="020B0604020202020204" pitchFamily="34" charset="0"/>
                <a:ea typeface="+mn-ea"/>
                <a:cs typeface="+mn-cs"/>
              </a:rPr>
              <a:t>年</a:t>
            </a:r>
            <a:r>
              <a:rPr lang="en-US" altLang="zh-CN" sz="1200" b="0" i="0" kern="1200" dirty="0" smtClean="0">
                <a:solidFill>
                  <a:schemeClr val="tx1"/>
                </a:solidFill>
                <a:effectLst/>
                <a:latin typeface="Arial" panose="020B0604020202020204" pitchFamily="34" charset="0"/>
                <a:ea typeface="+mn-ea"/>
                <a:cs typeface="+mn-cs"/>
              </a:rPr>
              <a:t>8</a:t>
            </a:r>
            <a:r>
              <a:rPr lang="zh-CN" altLang="en-US" sz="1200" b="0" i="0" kern="1200" dirty="0" smtClean="0">
                <a:solidFill>
                  <a:schemeClr val="tx1"/>
                </a:solidFill>
                <a:effectLst/>
                <a:latin typeface="Arial" panose="020B0604020202020204" pitchFamily="34" charset="0"/>
                <a:ea typeface="+mn-ea"/>
                <a:cs typeface="+mn-cs"/>
              </a:rPr>
              <a:t>月，我校</a:t>
            </a:r>
            <a:r>
              <a:rPr lang="zh-CN" altLang="en-US" sz="1200" b="1" i="0" kern="1200" dirty="0" smtClean="0">
                <a:solidFill>
                  <a:schemeClr val="tx1"/>
                </a:solidFill>
                <a:effectLst/>
                <a:latin typeface="Arial" panose="020B0604020202020204" pitchFamily="34" charset="0"/>
                <a:ea typeface="+mn-ea"/>
                <a:cs typeface="+mn-cs"/>
              </a:rPr>
              <a:t>与华为正式签约共建“华为</a:t>
            </a:r>
            <a:r>
              <a:rPr lang="en-US" altLang="zh-CN" sz="1200" b="1" i="0" kern="1200" dirty="0" smtClean="0">
                <a:solidFill>
                  <a:schemeClr val="tx1"/>
                </a:solidFill>
                <a:effectLst/>
                <a:latin typeface="Arial" panose="020B0604020202020204" pitchFamily="34" charset="0"/>
                <a:ea typeface="+mn-ea"/>
                <a:cs typeface="+mn-cs"/>
              </a:rPr>
              <a:t>ICT</a:t>
            </a:r>
            <a:r>
              <a:rPr lang="zh-CN" altLang="en-US" sz="1200" b="1" i="0" kern="1200" dirty="0" smtClean="0">
                <a:solidFill>
                  <a:schemeClr val="tx1"/>
                </a:solidFill>
                <a:effectLst/>
                <a:latin typeface="Arial" panose="020B0604020202020204" pitchFamily="34" charset="0"/>
                <a:ea typeface="+mn-ea"/>
                <a:cs typeface="+mn-cs"/>
              </a:rPr>
              <a:t>学院”</a:t>
            </a:r>
            <a:r>
              <a:rPr lang="zh-CN" altLang="en-US" sz="1200" b="0" i="0" kern="1200" dirty="0" smtClean="0">
                <a:solidFill>
                  <a:schemeClr val="tx1"/>
                </a:solidFill>
                <a:effectLst/>
                <a:latin typeface="Arial" panose="020B0604020202020204" pitchFamily="34" charset="0"/>
                <a:ea typeface="+mn-ea"/>
                <a:cs typeface="+mn-cs"/>
              </a:rPr>
              <a:t>，在人工智能、大数据科学与大数据技术、信息安全、物联网工程、网络工程、软件工程、信息管理与信息系统等七个方向进行专业设置与课程建设合作试点。</a:t>
            </a:r>
            <a:endParaRPr lang="zh-CN" altLang="en-US" dirty="0" smtClean="0"/>
          </a:p>
          <a:p>
            <a:r>
              <a:rPr lang="zh-CN" altLang="en-US" sz="1200" b="0" i="0" kern="1200" dirty="0" smtClean="0">
                <a:solidFill>
                  <a:schemeClr val="tx1"/>
                </a:solidFill>
                <a:effectLst/>
                <a:latin typeface="Arial" panose="020B0604020202020204" pitchFamily="34" charset="0"/>
                <a:ea typeface="+mn-ea"/>
                <a:cs typeface="+mn-cs"/>
              </a:rPr>
              <a:t>学校在哈佛大学、耶鲁大学、夏威夷大学以及雷丁大学等建立</a:t>
            </a:r>
            <a:r>
              <a:rPr lang="zh-CN" altLang="en-US" sz="1200" b="1" i="0" kern="1200" dirty="0" smtClean="0">
                <a:solidFill>
                  <a:schemeClr val="tx1"/>
                </a:solidFill>
                <a:effectLst/>
                <a:latin typeface="Arial" panose="020B0604020202020204" pitchFamily="34" charset="0"/>
                <a:ea typeface="+mn-ea"/>
                <a:cs typeface="+mn-cs"/>
              </a:rPr>
              <a:t>海外培养基地</a:t>
            </a:r>
            <a:r>
              <a:rPr lang="zh-CN" altLang="en-US" sz="1200" b="0" i="0" kern="1200" dirty="0" smtClean="0">
                <a:solidFill>
                  <a:schemeClr val="tx1"/>
                </a:solidFill>
                <a:effectLst/>
                <a:latin typeface="Arial" panose="020B0604020202020204" pitchFamily="34" charset="0"/>
                <a:ea typeface="+mn-ea"/>
                <a:cs typeface="+mn-cs"/>
              </a:rPr>
              <a:t>，构建学分互认体系，核心课程共同选修，实施硕士、博士联合培养，提高国际化育人层次。</a:t>
            </a:r>
            <a:br>
              <a:rPr lang="zh-CN" altLang="en-US" sz="1200" b="0" i="0" kern="1200" dirty="0" smtClean="0">
                <a:solidFill>
                  <a:schemeClr val="tx1"/>
                </a:solidFill>
                <a:effectLst/>
                <a:latin typeface="Arial" panose="020B0604020202020204" pitchFamily="34" charset="0"/>
                <a:ea typeface="+mn-ea"/>
                <a:cs typeface="+mn-cs"/>
              </a:rPr>
            </a:br>
            <a:r>
              <a:rPr lang="zh-CN" altLang="en-US" sz="1200" b="0" i="0" kern="1200" dirty="0" smtClean="0">
                <a:solidFill>
                  <a:schemeClr val="tx1"/>
                </a:solidFill>
                <a:effectLst/>
                <a:latin typeface="Arial" panose="020B0604020202020204" pitchFamily="34" charset="0"/>
                <a:ea typeface="+mn-ea"/>
                <a:cs typeface="+mn-cs"/>
              </a:rPr>
              <a:t>学校从多渠道、多途径拓展中外合作项目。2006年，首次成功申报了与爱尔兰沃特福特理工学院的“4+0”合作办学项目。2015年，中外合作办学机构雷丁学院正式获得教育部批准而设立。目前，学校所有中外合作办学项目均通过教育部评估，2016年，雷丁学院获批江苏省首批中外合作办学高水平示范性建设工程培育点。雷丁学院借鉴世界一流大学办学理念，创新国际化人才培养模式，提高学生国际竞争能力，培养具有国际视野、通晓国际规则、能够参与国际事务和国际竞争的人才，85％以上的学生进入世界排名前100的高校攻读研究生。</a:t>
            </a:r>
            <a:endParaRPr lang="zh-CN" altLang="en-US" sz="1200" b="0" i="0" kern="1200" dirty="0" smtClean="0">
              <a:solidFill>
                <a:schemeClr val="tx1"/>
              </a:solidFill>
              <a:effectLst/>
              <a:latin typeface="Arial" panose="020B0604020202020204" pitchFamily="34" charset="0"/>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首先，给大家介绍一下我们与中国科学院大学联合培养的专业。</a:t>
            </a:r>
            <a:r>
              <a:rPr lang="en-US" altLang="zh-CN" sz="1200" kern="1200" dirty="0">
                <a:solidFill>
                  <a:schemeClr val="tx1"/>
                </a:solidFill>
                <a:effectLst/>
                <a:latin typeface="Arial" panose="020B0604020202020204" pitchFamily="34" charset="0"/>
                <a:ea typeface="+mn-ea"/>
                <a:cs typeface="+mn-cs"/>
              </a:rPr>
              <a:t>2018</a:t>
            </a:r>
            <a:r>
              <a:rPr lang="zh-CN" altLang="en-US" sz="1200" kern="1200" dirty="0">
                <a:solidFill>
                  <a:schemeClr val="tx1"/>
                </a:solidFill>
                <a:effectLst/>
                <a:latin typeface="Arial" panose="020B0604020202020204" pitchFamily="34" charset="0"/>
                <a:ea typeface="+mn-ea"/>
                <a:cs typeface="+mn-cs"/>
              </a:rPr>
              <a:t>年我校与中国科学院大学正式签署合作协议，作为国科大签约合作的第一所地方高校，我校与国科大开展全面深入的校际合作，进行本</a:t>
            </a:r>
            <a:r>
              <a:rPr lang="en-US" altLang="zh-CN" sz="1200" kern="1200" dirty="0">
                <a:solidFill>
                  <a:schemeClr val="tx1"/>
                </a:solidFill>
                <a:effectLst/>
                <a:latin typeface="Arial" panose="020B0604020202020204" pitchFamily="34" charset="0"/>
                <a:ea typeface="+mn-ea"/>
                <a:cs typeface="+mn-cs"/>
              </a:rPr>
              <a:t>-</a:t>
            </a:r>
            <a:r>
              <a:rPr lang="zh-CN" altLang="en-US" sz="1200" kern="1200" dirty="0">
                <a:solidFill>
                  <a:schemeClr val="tx1"/>
                </a:solidFill>
                <a:effectLst/>
                <a:latin typeface="Arial" panose="020B0604020202020204" pitchFamily="34" charset="0"/>
                <a:ea typeface="+mn-ea"/>
                <a:cs typeface="+mn-cs"/>
              </a:rPr>
              <a:t>硕</a:t>
            </a:r>
            <a:r>
              <a:rPr lang="en-US" altLang="zh-CN" sz="1200" kern="1200" dirty="0">
                <a:solidFill>
                  <a:schemeClr val="tx1"/>
                </a:solidFill>
                <a:effectLst/>
                <a:latin typeface="Arial" panose="020B0604020202020204" pitchFamily="34" charset="0"/>
                <a:ea typeface="+mn-ea"/>
                <a:cs typeface="+mn-cs"/>
              </a:rPr>
              <a:t>-</a:t>
            </a:r>
            <a:r>
              <a:rPr lang="zh-CN" altLang="en-US" sz="1200" kern="1200" dirty="0">
                <a:solidFill>
                  <a:schemeClr val="tx1"/>
                </a:solidFill>
                <a:effectLst/>
                <a:latin typeface="Arial" panose="020B0604020202020204" pitchFamily="34" charset="0"/>
                <a:ea typeface="+mn-ea"/>
                <a:cs typeface="+mn-cs"/>
              </a:rPr>
              <a:t>博一体化联合培养，实现协同育人。学生单独编班，由我校长望学院管理，教学计划、教学大纲由两校共同制订，安排双方教师共同授课。联合培养的学生中，择优选拔不少于三分之一（</a:t>
            </a:r>
            <a:r>
              <a:rPr lang="en-US" altLang="zh-CN" sz="1200" kern="1200" dirty="0">
                <a:solidFill>
                  <a:schemeClr val="tx1"/>
                </a:solidFill>
                <a:effectLst/>
                <a:latin typeface="Arial" panose="020B0604020202020204" pitchFamily="34" charset="0"/>
                <a:ea typeface="+mn-ea"/>
                <a:cs typeface="+mn-cs"/>
              </a:rPr>
              <a:t>100</a:t>
            </a:r>
            <a:r>
              <a:rPr lang="zh-CN" altLang="en-US" sz="1200" kern="1200" dirty="0">
                <a:solidFill>
                  <a:schemeClr val="tx1"/>
                </a:solidFill>
                <a:effectLst/>
                <a:latin typeface="Arial" panose="020B0604020202020204" pitchFamily="34" charset="0"/>
                <a:ea typeface="+mn-ea"/>
                <a:cs typeface="+mn-cs"/>
              </a:rPr>
              <a:t>人左右）的学生推荐免试攻读中国科学院大学硕士研究生；学生拟攻读博士学位的，由中国科学院大学择优采取硕博连读方式</a:t>
            </a:r>
            <a:r>
              <a:rPr lang="zh-CN" altLang="en-US" sz="1200" kern="1200" dirty="0" smtClean="0">
                <a:solidFill>
                  <a:schemeClr val="tx1"/>
                </a:solidFill>
                <a:effectLst/>
                <a:latin typeface="Arial" panose="020B0604020202020204" pitchFamily="34" charset="0"/>
                <a:ea typeface="+mn-ea"/>
                <a:cs typeface="+mn-cs"/>
              </a:rPr>
              <a:t>。</a:t>
            </a:r>
            <a:endParaRPr lang="en-US" altLang="zh-CN" sz="1200" kern="1200" dirty="0" smtClean="0">
              <a:solidFill>
                <a:schemeClr val="tx1"/>
              </a:solidFill>
              <a:effectLst/>
              <a:latin typeface="Arial" panose="020B0604020202020204" pitchFamily="34" charset="0"/>
              <a:ea typeface="+mn-ea"/>
              <a:cs typeface="+mn-cs"/>
            </a:endParaRPr>
          </a:p>
          <a:p>
            <a:pPr marL="0" marR="0" lvl="0" indent="0" algn="l" defTabSz="0" rtl="0" eaLnBrk="0" fontAlgn="base" latinLnBrk="0" hangingPunct="0">
              <a:lnSpc>
                <a:spcPct val="100000"/>
              </a:lnSpc>
              <a:spcBef>
                <a:spcPct val="30000"/>
              </a:spcBef>
              <a:spcAft>
                <a:spcPct val="0"/>
              </a:spcAft>
              <a:buClrTx/>
              <a:buSzTx/>
              <a:buFontTx/>
              <a:buNone/>
              <a:defRPr/>
            </a:pPr>
            <a:endParaRPr lang="en-US" altLang="zh-CN" sz="1200" b="0" i="0" kern="1200" dirty="0" smtClean="0">
              <a:solidFill>
                <a:schemeClr val="tx1"/>
              </a:solidFill>
              <a:effectLst/>
              <a:latin typeface="Arial" panose="020B0604020202020204" pitchFamily="34" charset="0"/>
              <a:ea typeface="+mn-ea"/>
              <a:cs typeface="+mn-cs"/>
            </a:endParaRPr>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r>
              <a:rPr lang="zh-CN" altLang="en-US" sz="1200" kern="1200" dirty="0">
                <a:solidFill>
                  <a:schemeClr val="tx1"/>
                </a:solidFill>
                <a:effectLst/>
                <a:latin typeface="Arial" panose="020B0604020202020204" pitchFamily="34" charset="0"/>
                <a:ea typeface="+mn-ea"/>
                <a:cs typeface="+mn-cs"/>
              </a:rPr>
              <a:t>我校教师教育学院于</a:t>
            </a:r>
            <a:r>
              <a:rPr lang="en-US" altLang="zh-CN" sz="1200" kern="1200" dirty="0">
                <a:solidFill>
                  <a:schemeClr val="tx1"/>
                </a:solidFill>
                <a:effectLst/>
                <a:latin typeface="Arial" panose="020B0604020202020204" pitchFamily="34" charset="0"/>
                <a:ea typeface="+mn-ea"/>
                <a:cs typeface="+mn-cs"/>
              </a:rPr>
              <a:t>2019</a:t>
            </a:r>
            <a:r>
              <a:rPr lang="zh-CN" altLang="en-US" sz="1200" kern="1200" dirty="0">
                <a:solidFill>
                  <a:schemeClr val="tx1"/>
                </a:solidFill>
                <a:effectLst/>
                <a:latin typeface="Arial" panose="020B0604020202020204" pitchFamily="34" charset="0"/>
                <a:ea typeface="+mn-ea"/>
                <a:cs typeface="+mn-cs"/>
              </a:rPr>
              <a:t>年秋季在汉语言文学（师范）、数学与应用数学（师范）、英语（师范）、计算机科学与技术（师范）、物理学（师范）</a:t>
            </a:r>
            <a:r>
              <a:rPr lang="en-US" altLang="zh-CN" sz="1200" kern="1200" dirty="0">
                <a:solidFill>
                  <a:schemeClr val="tx1"/>
                </a:solidFill>
                <a:effectLst/>
                <a:latin typeface="Arial" panose="020B0604020202020204" pitchFamily="34" charset="0"/>
                <a:ea typeface="+mn-ea"/>
                <a:cs typeface="+mn-cs"/>
              </a:rPr>
              <a:t>5</a:t>
            </a:r>
            <a:r>
              <a:rPr lang="zh-CN" altLang="en-US" sz="1200" kern="1200" dirty="0">
                <a:solidFill>
                  <a:schemeClr val="tx1"/>
                </a:solidFill>
                <a:effectLst/>
                <a:latin typeface="Arial" panose="020B0604020202020204" pitchFamily="34" charset="0"/>
                <a:ea typeface="+mn-ea"/>
                <a:cs typeface="+mn-cs"/>
              </a:rPr>
              <a:t>个教师教育类专业招收本科生，</a:t>
            </a:r>
            <a:r>
              <a:rPr lang="en-US" altLang="zh-CN" sz="1200" kern="1200" dirty="0">
                <a:solidFill>
                  <a:schemeClr val="tx1"/>
                </a:solidFill>
                <a:effectLst/>
                <a:latin typeface="Arial" panose="020B0604020202020204" pitchFamily="34" charset="0"/>
                <a:ea typeface="+mn-ea"/>
                <a:cs typeface="+mn-cs"/>
              </a:rPr>
              <a:t>2020</a:t>
            </a:r>
            <a:r>
              <a:rPr lang="zh-CN" altLang="en-US" sz="1200" kern="1200" dirty="0">
                <a:solidFill>
                  <a:schemeClr val="tx1"/>
                </a:solidFill>
                <a:effectLst/>
                <a:latin typeface="Arial" panose="020B0604020202020204" pitchFamily="34" charset="0"/>
                <a:ea typeface="+mn-ea"/>
                <a:cs typeface="+mn-cs"/>
              </a:rPr>
              <a:t>年新增地理科学（师范）专业。招收学生由教师教育学院统筹管理，教师教育学院和各相关专业学院共同培养，学科专业与教师专业协同培育。作为国家“双一流”建设高校和江苏省高水平大学建设高校，我校师资培养历史可追溯至建校早期。学校在</a:t>
            </a:r>
            <a:r>
              <a:rPr lang="en-US" altLang="zh-CN" sz="1200" kern="1200" dirty="0">
                <a:solidFill>
                  <a:schemeClr val="tx1"/>
                </a:solidFill>
                <a:effectLst/>
                <a:latin typeface="Arial" panose="020B0604020202020204" pitchFamily="34" charset="0"/>
                <a:ea typeface="+mn-ea"/>
                <a:cs typeface="+mn-cs"/>
              </a:rPr>
              <a:t>1977</a:t>
            </a:r>
            <a:r>
              <a:rPr lang="zh-CN" altLang="en-US" sz="1200" kern="1200" dirty="0">
                <a:solidFill>
                  <a:schemeClr val="tx1"/>
                </a:solidFill>
                <a:effectLst/>
                <a:latin typeface="Arial" panose="020B0604020202020204" pitchFamily="34" charset="0"/>
                <a:ea typeface="+mn-ea"/>
                <a:cs typeface="+mn-cs"/>
              </a:rPr>
              <a:t>年和</a:t>
            </a:r>
            <a:r>
              <a:rPr lang="en-US" altLang="zh-CN" sz="1200" kern="1200" dirty="0">
                <a:solidFill>
                  <a:schemeClr val="tx1"/>
                </a:solidFill>
                <a:effectLst/>
                <a:latin typeface="Arial" panose="020B0604020202020204" pitchFamily="34" charset="0"/>
                <a:ea typeface="+mn-ea"/>
                <a:cs typeface="+mn-cs"/>
              </a:rPr>
              <a:t>1978</a:t>
            </a:r>
            <a:r>
              <a:rPr lang="zh-CN" altLang="en-US" sz="1200" kern="1200" dirty="0">
                <a:solidFill>
                  <a:schemeClr val="tx1"/>
                </a:solidFill>
                <a:effectLst/>
                <a:latin typeface="Arial" panose="020B0604020202020204" pitchFamily="34" charset="0"/>
                <a:ea typeface="+mn-ea"/>
                <a:cs typeface="+mn-cs"/>
              </a:rPr>
              <a:t>年便开设了数学、物理和英语师资班，培养高校基础课教师。</a:t>
            </a:r>
            <a:r>
              <a:rPr lang="en-US" altLang="zh-CN" sz="1200" kern="1200" dirty="0">
                <a:solidFill>
                  <a:schemeClr val="tx1"/>
                </a:solidFill>
                <a:effectLst/>
                <a:latin typeface="Arial" panose="020B0604020202020204" pitchFamily="34" charset="0"/>
                <a:ea typeface="+mn-ea"/>
                <a:cs typeface="+mn-cs"/>
              </a:rPr>
              <a:t>1984</a:t>
            </a:r>
            <a:r>
              <a:rPr lang="zh-CN" altLang="en-US" sz="1200" kern="1200" dirty="0">
                <a:solidFill>
                  <a:schemeClr val="tx1"/>
                </a:solidFill>
                <a:effectLst/>
                <a:latin typeface="Arial" panose="020B0604020202020204" pitchFamily="34" charset="0"/>
                <a:ea typeface="+mn-ea"/>
                <a:cs typeface="+mn-cs"/>
              </a:rPr>
              <a:t>年到</a:t>
            </a:r>
            <a:r>
              <a:rPr lang="en-US" altLang="zh-CN" sz="1200" kern="1200" dirty="0">
                <a:solidFill>
                  <a:schemeClr val="tx1"/>
                </a:solidFill>
                <a:effectLst/>
                <a:latin typeface="Arial" panose="020B0604020202020204" pitchFamily="34" charset="0"/>
                <a:ea typeface="+mn-ea"/>
                <a:cs typeface="+mn-cs"/>
              </a:rPr>
              <a:t>2004</a:t>
            </a:r>
            <a:r>
              <a:rPr lang="zh-CN" altLang="en-US" sz="1200" kern="1200" dirty="0">
                <a:solidFill>
                  <a:schemeClr val="tx1"/>
                </a:solidFill>
                <a:effectLst/>
                <a:latin typeface="Arial" panose="020B0604020202020204" pitchFamily="34" charset="0"/>
                <a:ea typeface="+mn-ea"/>
                <a:cs typeface="+mn-cs"/>
              </a:rPr>
              <a:t>年间，在数学、物理、英语、政治等专业开展本专科的师范生培养，累计为地方培养了数千名教师，其中不乏享誉世界的知名学者。</a:t>
            </a:r>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为提高大学生实践能力与创新创业能力，提升人才培养质量，我校成立了藕舫学院，并分类组建“藕舫学院数学建模竞赛实验班”、“藕舫学院电子设计竞赛实验班”、“藕舫学院智能车竞赛实验班”等</a:t>
            </a:r>
            <a:r>
              <a:rPr lang="en-US" altLang="zh-CN" sz="1200" kern="1200" dirty="0">
                <a:solidFill>
                  <a:schemeClr val="tx1"/>
                </a:solidFill>
                <a:effectLst/>
                <a:latin typeface="Arial" panose="020B0604020202020204" pitchFamily="34" charset="0"/>
                <a:ea typeface="+mn-ea"/>
                <a:cs typeface="+mn-cs"/>
              </a:rPr>
              <a:t>24</a:t>
            </a:r>
            <a:r>
              <a:rPr lang="zh-CN" altLang="en-US" sz="1200" kern="1200" dirty="0">
                <a:solidFill>
                  <a:schemeClr val="tx1"/>
                </a:solidFill>
                <a:effectLst/>
                <a:latin typeface="Arial" panose="020B0604020202020204" pitchFamily="34" charset="0"/>
                <a:ea typeface="+mn-ea"/>
                <a:cs typeface="+mn-cs"/>
              </a:rPr>
              <a:t>个竞赛实验班，学生根据自己的兴趣爱好，二年级经选拔参加藕舫学院实验竞赛班，利用晚上和周末的时间，安排经验丰富的教师进行授课和指导，增强学生的知识运用能力和实践动手能力。 </a:t>
            </a:r>
            <a:endParaRPr lang="zh-CN" altLang="en-US" sz="1200" kern="1200" dirty="0">
              <a:solidFill>
                <a:schemeClr val="tx1"/>
              </a:solidFill>
              <a:effectLst/>
              <a:latin typeface="Arial" panose="020B0604020202020204" pitchFamily="34" charset="0"/>
              <a:ea typeface="+mn-ea"/>
              <a:cs typeface="+mn-cs"/>
            </a:endParaRPr>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450" y="4778375"/>
            <a:ext cx="5438775" cy="3908425"/>
          </a:xfrm>
          <a:prstGeom prst="rect">
            <a:avLst/>
          </a:prstGeom>
        </p:spPr>
        <p:txBody>
          <a:bodyPr/>
          <a:lstStyle/>
          <a:p>
            <a:r>
              <a:rPr lang="zh-CN" altLang="en-US" sz="1200" b="0" i="0" kern="1200" dirty="0" smtClean="0">
                <a:solidFill>
                  <a:schemeClr val="tx1"/>
                </a:solidFill>
                <a:effectLst/>
                <a:latin typeface="Arial" panose="020B0604020202020204" pitchFamily="34" charset="0"/>
                <a:ea typeface="+mn-ea"/>
                <a:cs typeface="+mn-cs"/>
              </a:rPr>
              <a:t>第六个理由：最激情，创新创业才华展。福布斯中国</a:t>
            </a:r>
            <a:r>
              <a:rPr lang="en-US" altLang="zh-CN" sz="1200" b="0" i="0" kern="1200" dirty="0" smtClean="0">
                <a:solidFill>
                  <a:schemeClr val="tx1"/>
                </a:solidFill>
                <a:effectLst/>
                <a:latin typeface="Arial" panose="020B0604020202020204" pitchFamily="34" charset="0"/>
                <a:ea typeface="+mn-ea"/>
                <a:cs typeface="+mn-cs"/>
              </a:rPr>
              <a:t>30</a:t>
            </a:r>
            <a:r>
              <a:rPr lang="zh-CN" altLang="en-US" sz="1200" b="0" i="0" kern="1200" dirty="0" smtClean="0">
                <a:solidFill>
                  <a:schemeClr val="tx1"/>
                </a:solidFill>
                <a:effectLst/>
                <a:latin typeface="Arial" panose="020B0604020202020204" pitchFamily="34" charset="0"/>
                <a:ea typeface="+mn-ea"/>
                <a:cs typeface="+mn-cs"/>
              </a:rPr>
              <a:t>岁以下精英”宁梓傲、徐康、江苏省“十大创业标兵”万俊波“中国式合伙创业人”潘琦</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一个个响当当的名字，都是从南信大走出的双创人才，</a:t>
            </a:r>
            <a:endParaRPr lang="en-US" altLang="zh-CN" sz="1200" b="0" i="0" kern="1200" dirty="0" smtClean="0">
              <a:solidFill>
                <a:schemeClr val="tx1"/>
              </a:solidFill>
              <a:effectLst/>
              <a:latin typeface="Arial" panose="020B0604020202020204" pitchFamily="34" charset="0"/>
              <a:ea typeface="+mn-ea"/>
              <a:cs typeface="+mn-cs"/>
            </a:endParaRPr>
          </a:p>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b="0" i="0" kern="1200" dirty="0" smtClean="0">
                <a:solidFill>
                  <a:schemeClr val="tx1"/>
                </a:solidFill>
                <a:effectLst/>
                <a:latin typeface="Arial" panose="020B0604020202020204" pitchFamily="34" charset="0"/>
                <a:ea typeface="+mn-ea"/>
                <a:cs typeface="+mn-cs"/>
              </a:rPr>
              <a:t>南信大一贯重视大学生创新创业教育工作，入选</a:t>
            </a:r>
            <a:r>
              <a:rPr lang="en-US" altLang="zh-CN" sz="1200" b="0" i="0" kern="1200" dirty="0" smtClean="0">
                <a:solidFill>
                  <a:schemeClr val="tx1"/>
                </a:solidFill>
                <a:effectLst/>
                <a:latin typeface="Arial" panose="020B0604020202020204" pitchFamily="34" charset="0"/>
                <a:ea typeface="+mn-ea"/>
                <a:cs typeface="+mn-cs"/>
              </a:rPr>
              <a:t>2019</a:t>
            </a:r>
            <a:r>
              <a:rPr lang="zh-CN" altLang="en-US" sz="1200" b="0" i="0" kern="1200" dirty="0" smtClean="0">
                <a:solidFill>
                  <a:schemeClr val="tx1"/>
                </a:solidFill>
                <a:effectLst/>
                <a:latin typeface="Arial" panose="020B0604020202020204" pitchFamily="34" charset="0"/>
                <a:ea typeface="+mn-ea"/>
                <a:cs typeface="+mn-cs"/>
              </a:rPr>
              <a:t>年度全国创新创业典型经验高校</a:t>
            </a:r>
            <a:r>
              <a:rPr lang="en-US" altLang="zh-CN" sz="1200" b="0" i="0" kern="1200" dirty="0" smtClean="0">
                <a:solidFill>
                  <a:schemeClr val="tx1"/>
                </a:solidFill>
                <a:effectLst/>
                <a:latin typeface="Arial" panose="020B0604020202020204" pitchFamily="34" charset="0"/>
                <a:ea typeface="+mn-ea"/>
                <a:cs typeface="+mn-cs"/>
              </a:rPr>
              <a:t>50</a:t>
            </a:r>
            <a:r>
              <a:rPr lang="zh-CN" altLang="en-US" sz="1200" b="0" i="0" kern="1200" dirty="0" smtClean="0">
                <a:solidFill>
                  <a:schemeClr val="tx1"/>
                </a:solidFill>
                <a:effectLst/>
                <a:latin typeface="Arial" panose="020B0604020202020204" pitchFamily="34" charset="0"/>
                <a:ea typeface="+mn-ea"/>
                <a:cs typeface="+mn-cs"/>
              </a:rPr>
              <a:t>强 。“互联网</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全国金奖、“挑战杯”全国特等奖、数模捧得“高教社杯”、获得多项美赛特等奖</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数不胜数</a:t>
            </a:r>
            <a:endParaRPr lang="zh-CN" altLang="en-US" sz="1200" b="0" i="0" kern="1200" dirty="0" smtClean="0">
              <a:solidFill>
                <a:schemeClr val="tx1"/>
              </a:solidFill>
              <a:effectLst/>
              <a:latin typeface="Arial" panose="020B0604020202020204" pitchFamily="34" charset="0"/>
              <a:ea typeface="+mn-ea"/>
              <a:cs typeface="+mn-cs"/>
            </a:endParaRPr>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450" y="4778375"/>
            <a:ext cx="5438775" cy="3908425"/>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b="0" i="0" kern="1200" dirty="0" smtClean="0">
                <a:solidFill>
                  <a:schemeClr val="tx1"/>
                </a:solidFill>
                <a:effectLst/>
                <a:latin typeface="Arial" panose="020B0604020202020204" pitchFamily="34" charset="0"/>
                <a:ea typeface="+mn-ea"/>
                <a:cs typeface="+mn-cs"/>
              </a:rPr>
              <a:t>学校还积极拓展双创实践平台。刚刚完工的</a:t>
            </a:r>
            <a:r>
              <a:rPr lang="zh-CN" altLang="en-US" sz="1200" b="1" i="0" kern="1200" dirty="0" smtClean="0">
                <a:solidFill>
                  <a:schemeClr val="tx1"/>
                </a:solidFill>
                <a:effectLst/>
                <a:latin typeface="Arial" panose="020B0604020202020204" pitchFamily="34" charset="0"/>
                <a:ea typeface="+mn-ea"/>
                <a:cs typeface="+mn-cs"/>
              </a:rPr>
              <a:t>“信大藕遇”文创街区将与藕舫学院合作共建双创基地</a:t>
            </a:r>
            <a:r>
              <a:rPr lang="zh-CN" altLang="en-US" sz="1200" b="0" i="0" kern="1200" dirty="0" smtClean="0">
                <a:solidFill>
                  <a:schemeClr val="tx1"/>
                </a:solidFill>
                <a:effectLst/>
                <a:latin typeface="Arial" panose="020B0604020202020204" pitchFamily="34" charset="0"/>
                <a:ea typeface="+mn-ea"/>
                <a:cs typeface="+mn-cs"/>
              </a:rPr>
              <a:t>，不仅如此，我校与南京江北新区已启动建设</a:t>
            </a:r>
            <a:r>
              <a:rPr lang="zh-CN" altLang="en-US" sz="1200" b="1" i="0" kern="1200" dirty="0" smtClean="0">
                <a:solidFill>
                  <a:schemeClr val="tx1"/>
                </a:solidFill>
                <a:effectLst/>
                <a:latin typeface="Arial" panose="020B0604020202020204" pitchFamily="34" charset="0"/>
                <a:ea typeface="+mn-ea"/>
                <a:cs typeface="+mn-cs"/>
              </a:rPr>
              <a:t>“中国气象谷”系列工程和</a:t>
            </a:r>
            <a:r>
              <a:rPr lang="en-US" altLang="zh-CN" sz="1200" b="1" i="0" kern="1200" dirty="0" smtClean="0">
                <a:solidFill>
                  <a:schemeClr val="tx1"/>
                </a:solidFill>
                <a:effectLst/>
                <a:latin typeface="Arial" panose="020B0604020202020204" pitchFamily="34" charset="0"/>
                <a:ea typeface="+mn-ea"/>
                <a:cs typeface="+mn-cs"/>
              </a:rPr>
              <a:t>1960</a:t>
            </a:r>
            <a:r>
              <a:rPr lang="zh-CN" altLang="en-US" sz="1200" b="1" i="0" kern="1200" dirty="0" smtClean="0">
                <a:solidFill>
                  <a:schemeClr val="tx1"/>
                </a:solidFill>
                <a:effectLst/>
                <a:latin typeface="Arial" panose="020B0604020202020204" pitchFamily="34" charset="0"/>
                <a:ea typeface="+mn-ea"/>
                <a:cs typeface="+mn-cs"/>
              </a:rPr>
              <a:t>创新创业街区</a:t>
            </a:r>
            <a:r>
              <a:rPr lang="zh-CN" altLang="en-US" sz="1200" b="0" i="0" kern="1200" dirty="0" smtClean="0">
                <a:solidFill>
                  <a:schemeClr val="tx1"/>
                </a:solidFill>
                <a:effectLst/>
                <a:latin typeface="Arial" panose="020B0604020202020204" pitchFamily="34" charset="0"/>
                <a:ea typeface="+mn-ea"/>
                <a:cs typeface="+mn-cs"/>
              </a:rPr>
              <a:t>，着力打造环南信大知识经济圈，实现四区（校区、园区、社区、景区）融合。</a:t>
            </a:r>
            <a:r>
              <a:rPr lang="zh-CN" altLang="en-US" sz="1200" kern="1200" baseline="0" dirty="0" smtClean="0">
                <a:solidFill>
                  <a:schemeClr val="tx1"/>
                </a:solidFill>
                <a:effectLst/>
                <a:latin typeface="Arial" panose="020B0604020202020204" pitchFamily="34" charset="0"/>
                <a:ea typeface="+mn-ea"/>
                <a:cs typeface="+mn-cs"/>
              </a:rPr>
              <a:t>南信大一直坚持“全面发展、个性成长”的人才培养理念，你若来到南信大，相信一定也能在某一领域大展宏图。</a:t>
            </a:r>
            <a:endParaRPr lang="zh-CN" altLang="en-US" sz="1200" kern="1200" baseline="0" dirty="0" smtClean="0">
              <a:solidFill>
                <a:schemeClr val="tx1"/>
              </a:solidFill>
              <a:effectLst/>
              <a:latin typeface="Arial" panose="020B0604020202020204" pitchFamily="34" charset="0"/>
              <a:ea typeface="+mn-ea"/>
              <a:cs typeface="+mn-cs"/>
            </a:endParaRPr>
          </a:p>
          <a:p>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0" i="0" kern="1200" dirty="0" smtClean="0">
                <a:solidFill>
                  <a:schemeClr val="tx1"/>
                </a:solidFill>
                <a:effectLst/>
                <a:latin typeface="Arial" panose="020B0604020202020204" pitchFamily="34" charset="0"/>
                <a:ea typeface="+mn-ea"/>
                <a:cs typeface="+mn-cs"/>
              </a:rPr>
              <a:t>学校积极推动校地校企合作，着力汇聚办学资源、拓展办学空间，与全国各省市区气象局，与中国科学院大学，中科院大气所、海洋所、遥感所、自动化所，中船重工</a:t>
            </a:r>
            <a:r>
              <a:rPr lang="en-US" altLang="zh-CN" sz="1200" b="0" i="0" kern="1200" dirty="0" smtClean="0">
                <a:solidFill>
                  <a:schemeClr val="tx1"/>
                </a:solidFill>
                <a:effectLst/>
                <a:latin typeface="Arial" panose="020B0604020202020204" pitchFamily="34" charset="0"/>
                <a:ea typeface="+mn-ea"/>
                <a:cs typeface="+mn-cs"/>
              </a:rPr>
              <a:t>724</a:t>
            </a:r>
            <a:r>
              <a:rPr lang="zh-CN" altLang="en-US" sz="1200" b="0" i="0" kern="1200" dirty="0" smtClean="0">
                <a:solidFill>
                  <a:schemeClr val="tx1"/>
                </a:solidFill>
                <a:effectLst/>
                <a:latin typeface="Arial" panose="020B0604020202020204" pitchFamily="34" charset="0"/>
                <a:ea typeface="+mn-ea"/>
                <a:cs typeface="+mn-cs"/>
              </a:rPr>
              <a:t>所，新华报业传媒集团、江苏省社科院等建立了全面合作关系，与华为技术有限公司全面深化合作，与航天宏图、墨迹天气、象辑知源、中科三清、华风、中国电科院、太极计算机、旗云中天、富景天策等多家国内知名企业联合成立校企研究院。建有无锡、苏州、南京和安徽天长等校地联合研究院和研究生院。与江北新区正式签署校地融合发展战略合作框架协议，与天长市签署响应国家长三角一体化发展战略合作办学框架协议，中国气象谷实体建设全面启动，开启“环南信大知识经济圈”建设新征程。</a:t>
            </a:r>
            <a:endParaRPr altLang="zh-CN" sz="1200" kern="1200" baseline="0" dirty="0" smtClean="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8674" name="幻灯片图像占位符 1"/>
          <p:cNvSpPr>
            <a:spLocks noGrp="1" noRot="1" noChangeAspect="1" noChangeArrowheads="1"/>
          </p:cNvSpPr>
          <p:nvPr>
            <p:ph type="sldImg" idx="4294967295"/>
          </p:nvPr>
        </p:nvSpPr>
        <p:spPr>
          <a:xfrm>
            <a:off x="-1295400" y="0"/>
            <a:ext cx="12912725" cy="7264400"/>
          </a:xfrm>
        </p:spPr>
      </p:sp>
      <p:sp>
        <p:nvSpPr>
          <p:cNvPr id="28675" name="备注占位符 2"/>
          <p:cNvSpPr>
            <a:spLocks noGrp="1" noRot="1" noChangeAspect="1" noChangeArrowheads="1"/>
          </p:cNvSpPr>
          <p:nvPr>
            <p:ph type="body" idx="1"/>
          </p:nvPr>
        </p:nvSpPr>
        <p:spPr bwMode="auto">
          <a:xfrm>
            <a:off x="1689101" y="2765425"/>
            <a:ext cx="13954125" cy="571500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a:solidFill>
                  <a:schemeClr val="tx1"/>
                </a:solidFill>
                <a:effectLst/>
                <a:latin typeface="Arial" panose="020B0604020202020204" pitchFamily="34" charset="0"/>
                <a:ea typeface="+mn-ea"/>
                <a:cs typeface="+mn-cs"/>
              </a:rPr>
              <a:t>近年来，我校普遍本科毕业生年终就业率稳定在</a:t>
            </a:r>
            <a:r>
              <a:rPr lang="en-US" altLang="zh-CN" sz="1200" kern="1200" dirty="0">
                <a:solidFill>
                  <a:schemeClr val="tx1"/>
                </a:solidFill>
                <a:effectLst/>
                <a:latin typeface="Arial" panose="020B0604020202020204" pitchFamily="34" charset="0"/>
                <a:ea typeface="+mn-ea"/>
                <a:cs typeface="+mn-cs"/>
              </a:rPr>
              <a:t>98%</a:t>
            </a:r>
            <a:r>
              <a:rPr lang="zh-CN" altLang="en-US" sz="1200" kern="1200" dirty="0">
                <a:solidFill>
                  <a:schemeClr val="tx1"/>
                </a:solidFill>
                <a:effectLst/>
                <a:latin typeface="Arial" panose="020B0604020202020204" pitchFamily="34" charset="0"/>
                <a:ea typeface="+mn-ea"/>
                <a:cs typeface="+mn-cs"/>
              </a:rPr>
              <a:t>以上，其中升学率逐年提高，</a:t>
            </a:r>
            <a:r>
              <a:rPr lang="en-US" altLang="zh-CN" sz="1200" kern="1200" dirty="0">
                <a:solidFill>
                  <a:schemeClr val="tx1"/>
                </a:solidFill>
                <a:effectLst/>
                <a:latin typeface="Arial" panose="020B0604020202020204" pitchFamily="34" charset="0"/>
                <a:ea typeface="+mn-ea"/>
                <a:cs typeface="+mn-cs"/>
              </a:rPr>
              <a:t>2019</a:t>
            </a:r>
            <a:r>
              <a:rPr lang="zh-CN" altLang="en-US" sz="1200" kern="1200" dirty="0">
                <a:solidFill>
                  <a:schemeClr val="tx1"/>
                </a:solidFill>
                <a:effectLst/>
                <a:latin typeface="Arial" panose="020B0604020202020204" pitchFamily="34" charset="0"/>
                <a:ea typeface="+mn-ea"/>
                <a:cs typeface="+mn-cs"/>
              </a:rPr>
              <a:t>届本科毕业生升学率达到</a:t>
            </a:r>
            <a:r>
              <a:rPr lang="en-US" altLang="zh-CN" sz="1200" kern="1200" dirty="0">
                <a:solidFill>
                  <a:schemeClr val="tx1"/>
                </a:solidFill>
                <a:effectLst/>
                <a:latin typeface="Arial" panose="020B0604020202020204" pitchFamily="34" charset="0"/>
                <a:ea typeface="+mn-ea"/>
                <a:cs typeface="+mn-cs"/>
              </a:rPr>
              <a:t>35</a:t>
            </a:r>
            <a:r>
              <a:rPr lang="en-US" altLang="zh-CN" sz="1200" kern="1200" dirty="0" smtClean="0">
                <a:solidFill>
                  <a:schemeClr val="tx1"/>
                </a:solidFill>
                <a:effectLst/>
                <a:latin typeface="Arial" panose="020B0604020202020204" pitchFamily="34" charset="0"/>
                <a:ea typeface="+mn-ea"/>
                <a:cs typeface="+mn-cs"/>
              </a:rPr>
              <a:t>%</a:t>
            </a:r>
            <a:r>
              <a:rPr lang="zh-CN" altLang="en-US" sz="1200" kern="1200" smtClean="0">
                <a:solidFill>
                  <a:schemeClr val="tx1"/>
                </a:solidFill>
                <a:effectLst/>
                <a:latin typeface="Arial" panose="020B0604020202020204" pitchFamily="34" charset="0"/>
                <a:ea typeface="+mn-ea"/>
                <a:cs typeface="+mn-cs"/>
              </a:rPr>
              <a:t>，，</a:t>
            </a:r>
            <a:r>
              <a:rPr lang="zh-CN" altLang="en-US" sz="1200" kern="1200" dirty="0">
                <a:solidFill>
                  <a:schemeClr val="tx1"/>
                </a:solidFill>
                <a:effectLst/>
                <a:latin typeface="Arial" panose="020B0604020202020204" pitchFamily="34" charset="0"/>
                <a:ea typeface="+mn-ea"/>
                <a:cs typeface="+mn-cs"/>
              </a:rPr>
              <a:t>位列江苏高校前列，毕业生就业率、升学率及毕业生就业满意度、专业相关度、职业期待吻合度等均位于省内高校前列；学校连续七次获评江苏省高校毕业生就业工作先进集体（先进单位），入选“全国毕业生就业典型经验高校”“全国首批深化创新创业教育改革示范高校”“江苏省大学生创新创业示范基地”，荣获“全国高等学校创业教育研究与实践先进单位”等多项荣誉。</a:t>
            </a:r>
            <a:endParaRPr lang="zh-CN" altLang="en-US" sz="1200" kern="1200" dirty="0">
              <a:solidFill>
                <a:schemeClr val="tx1"/>
              </a:solidFill>
              <a:effectLst/>
              <a:latin typeface="Arial" panose="020B0604020202020204" pitchFamily="34" charset="0"/>
              <a:ea typeface="+mn-ea"/>
              <a:cs typeface="+mn-cs"/>
            </a:endParaRPr>
          </a:p>
          <a:p>
            <a:endParaRPr lang="zh-CN" altLang="en-US" sz="1200" kern="1200" dirty="0">
              <a:solidFill>
                <a:schemeClr val="tx1"/>
              </a:solidFill>
              <a:effectLst/>
              <a:latin typeface="Arial" panose="020B0604020202020204" pitchFamily="34" charset="0"/>
              <a:ea typeface="+mn-ea"/>
              <a:cs typeface="+mn-cs"/>
            </a:endParaRPr>
          </a:p>
        </p:txBody>
      </p:sp>
    </p:spTree>
  </p:cSld>
  <p:clrMapOvr>
    <a:overrideClrMapping bg1="dk2" tx1="lt1" bg2="dk1" tx2="lt2" accent1="accent1" accent2="accent2" accent3="accent3" accent4="accent4" accent5="accent5" accent6="accent6" hlink="hlink" folHlink="folHlink"/>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panose="020B0604020202020204" pitchFamily="34" charset="0"/>
                <a:ea typeface="+mn-ea"/>
                <a:cs typeface="+mn-cs"/>
              </a:rPr>
              <a:t>第七个理由：最无优，精准资助助成才。学校建立了包括奖、贷、助、补、勤、减免及“绿色通道”等在内完整的学生奖助体系，奖励品学兼优的学生并帮助家庭经济困难的学生顺利完成学业，促进学生德智体美劳全面发展，让你实现真正的上学无忧。许多同学都会对自己的大学生活做一个规划，比如说：定个小目标，每年拿奖学金。在南信大有多种形式的奖助学金，只要努力就有机会得到。比如：本科创新人才培养基金、国家奖学金、国家励志奖学金、学校奖学金、章基嘉奖学金、移动通信奖学金、维艾思奖学金、玛丽英语奖学金、中普防雷奖学金、赵息保奖学金、最美天气奖学金、AlanS奖学金、华为奖学金等专项奖学金。对于专业成绩优秀、综合素质能力强的同学，奖学金是一种肯定和激励，会让你有动力变得更优秀。而对于家庭经济困难学生而言，助学金能够帮助同学解决后顾之忧，能够在舒适的校园里读书，用科学知识来丰富头脑、改变人生命运。比如： 国家助学金、“长望”助学基金、福彩爱心助学工程、尼普顿助学金、南信大欧美同学会/侨联会新气象励志助学金、艾瑞助学金”“邦舜助学金、雏鹰春雨助学金、学费减免、勤工助学等。愿每一个学子都能勇击风浪，追逐梦想。“最无忧”的南信大会一直在你身后，为你护航！</a:t>
            </a:r>
            <a:endParaRPr lang="zh-CN" altLang="en-US" sz="1200" b="0" i="0" kern="1200" dirty="0" smtClean="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10"/>
          </p:nvPr>
        </p:nvSpPr>
        <p:spPr/>
        <p:txBody>
          <a:bodyPr/>
          <a:lstStyle/>
          <a:p>
            <a:fld id="{DC788F8D-94BC-43CD-A0DF-0660451385C5}"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450" y="4778375"/>
            <a:ext cx="5438775" cy="3908425"/>
          </a:xfrm>
          <a:prstGeom prst="rect">
            <a:avLst/>
          </a:prstGeom>
        </p:spPr>
        <p:txBody>
          <a:bodyPr/>
          <a:lstStyle/>
          <a:p>
            <a:r>
              <a:rPr lang="zh-CN" altLang="en-US" sz="1200" b="0" i="0" kern="1200" dirty="0" smtClean="0">
                <a:solidFill>
                  <a:schemeClr val="tx1"/>
                </a:solidFill>
                <a:effectLst/>
                <a:latin typeface="Arial" panose="020B0604020202020204" pitchFamily="34" charset="0"/>
                <a:ea typeface="+mn-ea"/>
                <a:cs typeface="+mn-cs"/>
              </a:rPr>
              <a:t>第八个理由：最活力，多彩校园魅力扬。学校非常重视第二课堂的建设，在这里可以与名家大咖面对面，在这里有丰富多彩的艺术活动</a:t>
            </a:r>
            <a:endParaRPr lang="zh-CN" altLang="en-US"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在这里有活力激扬的体育赛事，在这里可以共同参与校园治理，你梦想的校园生活是这样的吗？南信大可以满足你的全部想象</a:t>
            </a:r>
            <a:endParaRPr lang="zh-CN" altLang="en-US" sz="1200" b="0" i="0" kern="1200" dirty="0" smtClean="0">
              <a:solidFill>
                <a:schemeClr val="tx1"/>
              </a:solidFill>
              <a:effectLst/>
              <a:latin typeface="Arial" panose="020B0604020202020204" pitchFamily="34" charset="0"/>
              <a:ea typeface="+mn-ea"/>
              <a:cs typeface="+mn-cs"/>
            </a:endParaRPr>
          </a:p>
          <a:p>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450" y="4778375"/>
            <a:ext cx="5438775" cy="3908425"/>
          </a:xfrm>
          <a:prstGeom prst="rect">
            <a:avLst/>
          </a:prstGeom>
        </p:spPr>
        <p:txBody>
          <a:bodyPr/>
          <a:lstStyle/>
          <a:p>
            <a:r>
              <a:rPr lang="zh-CN" altLang="en-US" sz="1200" b="0" i="0" kern="1200" dirty="0" smtClean="0">
                <a:solidFill>
                  <a:schemeClr val="tx1"/>
                </a:solidFill>
                <a:effectLst/>
                <a:latin typeface="Arial" panose="020B0604020202020204" pitchFamily="34" charset="0"/>
                <a:ea typeface="+mn-ea"/>
                <a:cs typeface="+mn-cs"/>
              </a:rPr>
              <a:t>每年的</a:t>
            </a:r>
            <a:r>
              <a:rPr lang="zh-CN" altLang="en-US" sz="1200" b="1" i="0" kern="1200" dirty="0" smtClean="0">
                <a:solidFill>
                  <a:schemeClr val="tx1"/>
                </a:solidFill>
                <a:effectLst/>
                <a:latin typeface="Arial" panose="020B0604020202020204" pitchFamily="34" charset="0"/>
                <a:ea typeface="+mn-ea"/>
                <a:cs typeface="+mn-cs"/>
              </a:rPr>
              <a:t>校庆科技活动月</a:t>
            </a:r>
            <a:r>
              <a:rPr lang="zh-CN" altLang="en-US" sz="1200" b="0" i="0" kern="1200" dirty="0" smtClean="0">
                <a:solidFill>
                  <a:schemeClr val="tx1"/>
                </a:solidFill>
                <a:effectLst/>
                <a:latin typeface="Arial" panose="020B0604020202020204" pitchFamily="34" charset="0"/>
                <a:ea typeface="+mn-ea"/>
                <a:cs typeface="+mn-cs"/>
              </a:rPr>
              <a:t>，是</a:t>
            </a:r>
            <a:r>
              <a:rPr lang="en-US" altLang="zh-CN" sz="1200" b="0" i="0" kern="1200" dirty="0" err="1" smtClean="0">
                <a:solidFill>
                  <a:schemeClr val="tx1"/>
                </a:solidFill>
                <a:effectLst/>
                <a:latin typeface="Arial" panose="020B0604020202020204" pitchFamily="34" charset="0"/>
                <a:ea typeface="+mn-ea"/>
                <a:cs typeface="+mn-cs"/>
              </a:rPr>
              <a:t>NUISTers</a:t>
            </a:r>
            <a:r>
              <a:rPr lang="zh-CN" altLang="en-US" sz="1200" b="0" i="0" kern="1200" dirty="0" smtClean="0">
                <a:solidFill>
                  <a:schemeClr val="tx1"/>
                </a:solidFill>
                <a:effectLst/>
                <a:latin typeface="Arial" panose="020B0604020202020204" pitchFamily="34" charset="0"/>
                <a:ea typeface="+mn-ea"/>
                <a:cs typeface="+mn-cs"/>
              </a:rPr>
              <a:t>学术交流、拓宽眼界的好时机。今年的科技活动月虽然受疫情影响，但精彩与往年相比丝毫不减。一场场云上研讨，打破了时空界限，开启了科研合作交流新模式。疫情防控期间，一系列科技活动也为广大师生打造了</a:t>
            </a:r>
            <a:r>
              <a:rPr lang="zh-CN" altLang="en-US" sz="1200" b="1" i="0" kern="1200" dirty="0" smtClean="0">
                <a:solidFill>
                  <a:schemeClr val="tx1"/>
                </a:solidFill>
                <a:effectLst/>
                <a:latin typeface="Arial" panose="020B0604020202020204" pitchFamily="34" charset="0"/>
                <a:ea typeface="+mn-ea"/>
                <a:cs typeface="+mn-cs"/>
              </a:rPr>
              <a:t>“线上</a:t>
            </a:r>
            <a:r>
              <a:rPr lang="en-US" altLang="zh-CN" sz="1200" b="1" i="0" kern="1200" dirty="0" smtClean="0">
                <a:solidFill>
                  <a:schemeClr val="tx1"/>
                </a:solidFill>
                <a:effectLst/>
                <a:latin typeface="Arial" panose="020B0604020202020204" pitchFamily="34" charset="0"/>
                <a:ea typeface="+mn-ea"/>
                <a:cs typeface="+mn-cs"/>
              </a:rPr>
              <a:t>+</a:t>
            </a:r>
            <a:r>
              <a:rPr lang="zh-CN" altLang="en-US" sz="1200" b="1" i="0" kern="1200" dirty="0" smtClean="0">
                <a:solidFill>
                  <a:schemeClr val="tx1"/>
                </a:solidFill>
                <a:effectLst/>
                <a:latin typeface="Arial" panose="020B0604020202020204" pitchFamily="34" charset="0"/>
                <a:ea typeface="+mn-ea"/>
                <a:cs typeface="+mn-cs"/>
              </a:rPr>
              <a:t>线下”</a:t>
            </a:r>
            <a:r>
              <a:rPr lang="zh-CN" altLang="en-US" sz="1200" b="0" i="0" kern="1200" dirty="0" smtClean="0">
                <a:solidFill>
                  <a:schemeClr val="tx1"/>
                </a:solidFill>
                <a:effectLst/>
                <a:latin typeface="Arial" panose="020B0604020202020204" pitchFamily="34" charset="0"/>
                <a:ea typeface="+mn-ea"/>
                <a:cs typeface="+mn-cs"/>
              </a:rPr>
              <a:t>的全方位科研交流阵地。一个多月里，先后开展了</a:t>
            </a:r>
            <a:r>
              <a:rPr lang="en-US" altLang="zh-CN" sz="1200" b="1" i="0" kern="1200" dirty="0" smtClean="0">
                <a:solidFill>
                  <a:schemeClr val="tx1"/>
                </a:solidFill>
                <a:effectLst/>
                <a:latin typeface="Arial" panose="020B0604020202020204" pitchFamily="34" charset="0"/>
                <a:ea typeface="+mn-ea"/>
                <a:cs typeface="+mn-cs"/>
              </a:rPr>
              <a:t>52</a:t>
            </a:r>
            <a:r>
              <a:rPr lang="zh-CN" altLang="en-US" sz="1200" b="0" i="0" kern="1200" dirty="0" smtClean="0">
                <a:solidFill>
                  <a:schemeClr val="tx1"/>
                </a:solidFill>
                <a:effectLst/>
                <a:latin typeface="Arial" panose="020B0604020202020204" pitchFamily="34" charset="0"/>
                <a:ea typeface="+mn-ea"/>
                <a:cs typeface="+mn-cs"/>
              </a:rPr>
              <a:t>场名家讲坛，</a:t>
            </a:r>
            <a:r>
              <a:rPr lang="en-US" altLang="zh-CN" sz="1200" b="1" i="0" kern="1200" dirty="0" smtClean="0">
                <a:solidFill>
                  <a:schemeClr val="tx1"/>
                </a:solidFill>
                <a:effectLst/>
                <a:latin typeface="Arial" panose="020B0604020202020204" pitchFamily="34" charset="0"/>
                <a:ea typeface="+mn-ea"/>
                <a:cs typeface="+mn-cs"/>
              </a:rPr>
              <a:t>4</a:t>
            </a:r>
            <a:r>
              <a:rPr lang="zh-CN" altLang="en-US" sz="1200" b="0" i="0" kern="1200" dirty="0" smtClean="0">
                <a:solidFill>
                  <a:schemeClr val="tx1"/>
                </a:solidFill>
                <a:effectLst/>
                <a:latin typeface="Arial" panose="020B0604020202020204" pitchFamily="34" charset="0"/>
                <a:ea typeface="+mn-ea"/>
                <a:cs typeface="+mn-cs"/>
              </a:rPr>
              <a:t>场高端论坛，</a:t>
            </a:r>
            <a:r>
              <a:rPr lang="en-US" altLang="zh-CN" sz="1200" b="1" i="0" kern="1200" dirty="0" smtClean="0">
                <a:solidFill>
                  <a:schemeClr val="tx1"/>
                </a:solidFill>
                <a:effectLst/>
                <a:latin typeface="Arial" panose="020B0604020202020204" pitchFamily="34" charset="0"/>
                <a:ea typeface="+mn-ea"/>
                <a:cs typeface="+mn-cs"/>
              </a:rPr>
              <a:t>14</a:t>
            </a:r>
            <a:r>
              <a:rPr lang="zh-CN" altLang="en-US" sz="1200" b="0" i="0" kern="1200" dirty="0" smtClean="0">
                <a:solidFill>
                  <a:schemeClr val="tx1"/>
                </a:solidFill>
                <a:effectLst/>
                <a:latin typeface="Arial" panose="020B0604020202020204" pitchFamily="34" charset="0"/>
                <a:ea typeface="+mn-ea"/>
                <a:cs typeface="+mn-cs"/>
              </a:rPr>
              <a:t>场学术研讨会，汇集了丁一汇院士等一批大气科学名家以及数学、信息等多学科领域著名专家</a:t>
            </a:r>
            <a:r>
              <a:rPr lang="en-US" altLang="zh-CN" sz="1200" b="1" i="0" kern="1200" dirty="0" smtClean="0">
                <a:solidFill>
                  <a:schemeClr val="tx1"/>
                </a:solidFill>
                <a:effectLst/>
                <a:latin typeface="Arial" panose="020B0604020202020204" pitchFamily="34" charset="0"/>
                <a:ea typeface="+mn-ea"/>
                <a:cs typeface="+mn-cs"/>
              </a:rPr>
              <a:t>90</a:t>
            </a:r>
            <a:r>
              <a:rPr lang="zh-CN" altLang="en-US" sz="1200" b="0" i="0" kern="1200" dirty="0" smtClean="0">
                <a:solidFill>
                  <a:schemeClr val="tx1"/>
                </a:solidFill>
                <a:effectLst/>
                <a:latin typeface="Arial" panose="020B0604020202020204" pitchFamily="34" charset="0"/>
                <a:ea typeface="+mn-ea"/>
                <a:cs typeface="+mn-cs"/>
              </a:rPr>
              <a:t>多人。</a:t>
            </a:r>
            <a:br>
              <a:rPr lang="zh-CN" altLang="en-US" sz="1200" b="0" i="0" kern="1200" dirty="0" smtClean="0">
                <a:solidFill>
                  <a:schemeClr val="tx1"/>
                </a:solidFill>
                <a:effectLst/>
                <a:latin typeface="Arial" panose="020B0604020202020204" pitchFamily="34" charset="0"/>
                <a:ea typeface="+mn-ea"/>
                <a:cs typeface="+mn-cs"/>
              </a:rPr>
            </a:br>
            <a:r>
              <a:rPr lang="zh-CN" altLang="en-US" sz="1200" b="0" i="0" kern="1200" dirty="0" smtClean="0">
                <a:solidFill>
                  <a:schemeClr val="tx1"/>
                </a:solidFill>
                <a:effectLst/>
                <a:latin typeface="Arial" panose="020B0604020202020204" pitchFamily="34" charset="0"/>
                <a:ea typeface="+mn-ea"/>
                <a:cs typeface="+mn-cs"/>
              </a:rPr>
              <a:t>各类学术活动紧密联系社会需求，学校组织了涉及数学统计、大气科学、环境生态等学科的三场防疫专题学术研讨活动， 吸引了加拿大、美国、印度等海外学者以及国内有关单位学者共同参与。 “科技强国，科普惠民”，在</a:t>
            </a:r>
            <a:r>
              <a:rPr lang="zh-CN" altLang="en-US" sz="1200" b="1" i="0" kern="1200" dirty="0" smtClean="0">
                <a:solidFill>
                  <a:schemeClr val="tx1"/>
                </a:solidFill>
                <a:effectLst/>
                <a:latin typeface="Arial" panose="020B0604020202020204" pitchFamily="34" charset="0"/>
                <a:ea typeface="+mn-ea"/>
                <a:cs typeface="+mn-cs"/>
              </a:rPr>
              <a:t>“气象科普开放日”</a:t>
            </a:r>
            <a:r>
              <a:rPr lang="zh-CN" altLang="en-US" sz="1200" b="0" i="0" kern="1200" dirty="0" smtClean="0">
                <a:solidFill>
                  <a:schemeClr val="tx1"/>
                </a:solidFill>
                <a:effectLst/>
                <a:latin typeface="Arial" panose="020B0604020202020204" pitchFamily="34" charset="0"/>
                <a:ea typeface="+mn-ea"/>
                <a:cs typeface="+mn-cs"/>
              </a:rPr>
              <a:t>中，不管是聆听气象科普讲解、参观综合气象观测基地，还是体验虚拟仿真实验室的</a:t>
            </a:r>
            <a:r>
              <a:rPr lang="en-US" altLang="zh-CN" sz="1200" b="0" i="0" kern="1200" dirty="0" smtClean="0">
                <a:solidFill>
                  <a:schemeClr val="tx1"/>
                </a:solidFill>
                <a:effectLst/>
                <a:latin typeface="Arial" panose="020B0604020202020204" pitchFamily="34" charset="0"/>
                <a:ea typeface="+mn-ea"/>
                <a:cs typeface="+mn-cs"/>
              </a:rPr>
              <a:t>VR</a:t>
            </a:r>
            <a:r>
              <a:rPr lang="zh-CN" altLang="en-US" sz="1200" b="0" i="0" kern="1200" dirty="0" smtClean="0">
                <a:solidFill>
                  <a:schemeClr val="tx1"/>
                </a:solidFill>
                <a:effectLst/>
                <a:latin typeface="Arial" panose="020B0604020202020204" pitchFamily="34" charset="0"/>
                <a:ea typeface="+mn-ea"/>
                <a:cs typeface="+mn-cs"/>
              </a:rPr>
              <a:t>云中漫步，同学们都收获满满。</a:t>
            </a:r>
            <a:endParaRPr lang="en-US" altLang="zh-CN" sz="1200" b="0" i="0" kern="1200" dirty="0" smtClean="0">
              <a:solidFill>
                <a:schemeClr val="tx1"/>
              </a:solidFill>
              <a:effectLst/>
              <a:latin typeface="Arial" panose="020B0604020202020204" pitchFamily="34" charset="0"/>
              <a:ea typeface="+mn-ea"/>
              <a:cs typeface="+mn-cs"/>
            </a:endParaRPr>
          </a:p>
          <a:p>
            <a:endParaRPr lang="en-US" altLang="zh-CN"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“笃行以生为本，厚植大学精神”，同学们不仅享受着学校的丰富资源，更主动担当，参与学校治理，</a:t>
            </a:r>
            <a:r>
              <a:rPr lang="zh-CN" altLang="en-US" sz="1200" b="1" i="0" kern="1200" dirty="0" smtClean="0">
                <a:solidFill>
                  <a:schemeClr val="tx1"/>
                </a:solidFill>
                <a:effectLst/>
                <a:latin typeface="Arial" panose="020B0604020202020204" pitchFamily="34" charset="0"/>
                <a:ea typeface="+mn-ea"/>
                <a:cs typeface="+mn-cs"/>
              </a:rPr>
              <a:t>用心书写责任与担当，学生校长助理团</a:t>
            </a:r>
            <a:r>
              <a:rPr lang="zh-CN" altLang="en-US" sz="1200" b="0" i="0" kern="1200" dirty="0" smtClean="0">
                <a:solidFill>
                  <a:schemeClr val="tx1"/>
                </a:solidFill>
                <a:effectLst/>
                <a:latin typeface="Arial" panose="020B0604020202020204" pitchFamily="34" charset="0"/>
                <a:ea typeface="+mn-ea"/>
                <a:cs typeface="+mn-cs"/>
              </a:rPr>
              <a:t>，是南信大学生组织的一大特色，它是连接学校和学生之间的一条重要纽带。他们以主人翁精神担当起学校决策的“扩音器”、学子心声的“感应器”、列席校长办公会，梳理学生关心热点问题，收集、反馈学生对学校管理、教育和服务工作的意见和建议；宣讲学校的政策、制度，监督学校有关政策制度的实施</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为创新校园民主管理模式做出了有益的探索。</a:t>
            </a:r>
            <a:endParaRPr lang="zh-CN" altLang="en-US"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除了学生校长助理团，校园内其他学生组织在校园生活中也发挥着重要作用。追踪校园热点，记录美好时光，</a:t>
            </a:r>
            <a:r>
              <a:rPr lang="zh-CN" altLang="en-US" sz="1200" b="1" i="0" kern="1200" dirty="0" smtClean="0">
                <a:solidFill>
                  <a:schemeClr val="tx1"/>
                </a:solidFill>
                <a:effectLst/>
                <a:latin typeface="Arial" panose="020B0604020202020204" pitchFamily="34" charset="0"/>
                <a:ea typeface="+mn-ea"/>
                <a:cs typeface="+mn-cs"/>
              </a:rPr>
              <a:t>微信大助理团、记者团</a:t>
            </a:r>
            <a:r>
              <a:rPr lang="zh-CN" altLang="en-US" sz="1200" b="0" i="0" kern="1200" dirty="0" smtClean="0">
                <a:solidFill>
                  <a:schemeClr val="tx1"/>
                </a:solidFill>
                <a:effectLst/>
                <a:latin typeface="Arial" panose="020B0604020202020204" pitchFamily="34" charset="0"/>
                <a:ea typeface="+mn-ea"/>
                <a:cs typeface="+mn-cs"/>
              </a:rPr>
              <a:t>始终走在最前面，</a:t>
            </a:r>
            <a:r>
              <a:rPr lang="zh-CN" altLang="en-US" sz="1200" b="1" i="0" kern="1200" dirty="0" smtClean="0">
                <a:solidFill>
                  <a:schemeClr val="tx1"/>
                </a:solidFill>
                <a:effectLst/>
                <a:latin typeface="Arial" panose="020B0604020202020204" pitchFamily="34" charset="0"/>
                <a:ea typeface="+mn-ea"/>
                <a:cs typeface="+mn-cs"/>
              </a:rPr>
              <a:t>校广播台</a:t>
            </a:r>
            <a:r>
              <a:rPr lang="zh-CN" altLang="en-US" sz="1200" b="0" i="0" kern="1200" dirty="0" smtClean="0">
                <a:solidFill>
                  <a:schemeClr val="tx1"/>
                </a:solidFill>
                <a:effectLst/>
                <a:latin typeface="Arial" panose="020B0604020202020204" pitchFamily="34" charset="0"/>
                <a:ea typeface="+mn-ea"/>
                <a:cs typeface="+mn-cs"/>
              </a:rPr>
              <a:t>声入人心，传递南信大好声音；</a:t>
            </a:r>
            <a:r>
              <a:rPr lang="zh-CN" altLang="en-US" sz="1200" b="1" i="0" kern="1200" dirty="0" smtClean="0">
                <a:solidFill>
                  <a:schemeClr val="tx1"/>
                </a:solidFill>
                <a:effectLst/>
                <a:latin typeface="Arial" panose="020B0604020202020204" pitchFamily="34" charset="0"/>
                <a:ea typeface="+mn-ea"/>
                <a:cs typeface="+mn-cs"/>
              </a:rPr>
              <a:t>学生会</a:t>
            </a:r>
            <a:r>
              <a:rPr lang="zh-CN" altLang="en-US" sz="1200" b="0" i="0" kern="1200" dirty="0" smtClean="0">
                <a:solidFill>
                  <a:schemeClr val="tx1"/>
                </a:solidFill>
                <a:effectLst/>
                <a:latin typeface="Arial" panose="020B0604020202020204" pitchFamily="34" charset="0"/>
                <a:ea typeface="+mn-ea"/>
                <a:cs typeface="+mn-cs"/>
              </a:rPr>
              <a:t>组织形式多样，从学习生活到文体活动，都有他们的身影；</a:t>
            </a:r>
            <a:r>
              <a:rPr lang="zh-CN" altLang="en-US" sz="1200" b="1" i="0" kern="1200" dirty="0" smtClean="0">
                <a:solidFill>
                  <a:schemeClr val="tx1"/>
                </a:solidFill>
                <a:effectLst/>
                <a:latin typeface="Arial" panose="020B0604020202020204" pitchFamily="34" charset="0"/>
                <a:ea typeface="+mn-ea"/>
                <a:cs typeface="+mn-cs"/>
              </a:rPr>
              <a:t>大学生艺术团</a:t>
            </a:r>
            <a:r>
              <a:rPr lang="zh-CN" altLang="en-US" sz="1200" b="0" i="0" kern="1200" dirty="0" smtClean="0">
                <a:solidFill>
                  <a:schemeClr val="tx1"/>
                </a:solidFill>
                <a:effectLst/>
                <a:latin typeface="Arial" panose="020B0604020202020204" pitchFamily="34" charset="0"/>
                <a:ea typeface="+mn-ea"/>
                <a:cs typeface="+mn-cs"/>
              </a:rPr>
              <a:t>开放包容，不管是舞蹈、声乐，还是戏剧、影视，同学们总能找到“知己”；</a:t>
            </a:r>
            <a:r>
              <a:rPr lang="zh-CN" altLang="en-US" sz="1200" b="1" i="0" kern="1200" dirty="0" smtClean="0">
                <a:solidFill>
                  <a:schemeClr val="tx1"/>
                </a:solidFill>
                <a:effectLst/>
                <a:latin typeface="Arial" panose="020B0604020202020204" pitchFamily="34" charset="0"/>
                <a:ea typeface="+mn-ea"/>
                <a:cs typeface="+mn-cs"/>
              </a:rPr>
              <a:t>青年志愿者协会</a:t>
            </a:r>
            <a:r>
              <a:rPr lang="zh-CN" altLang="en-US" sz="1200" b="0" i="0" kern="1200" dirty="0" smtClean="0">
                <a:solidFill>
                  <a:schemeClr val="tx1"/>
                </a:solidFill>
                <a:effectLst/>
                <a:latin typeface="Arial" panose="020B0604020202020204" pitchFamily="34" charset="0"/>
                <a:ea typeface="+mn-ea"/>
                <a:cs typeface="+mn-cs"/>
              </a:rPr>
              <a:t>积极组织各种志愿服务和公益实践活动，“奉献、友爱、互助、进步”，传播社会正能量；百余个</a:t>
            </a:r>
            <a:r>
              <a:rPr lang="zh-CN" altLang="en-US" sz="1200" b="1" i="0" kern="1200" dirty="0" smtClean="0">
                <a:solidFill>
                  <a:schemeClr val="tx1"/>
                </a:solidFill>
                <a:effectLst/>
                <a:latin typeface="Arial" panose="020B0604020202020204" pitchFamily="34" charset="0"/>
                <a:ea typeface="+mn-ea"/>
                <a:cs typeface="+mn-cs"/>
              </a:rPr>
              <a:t>社团</a:t>
            </a:r>
            <a:r>
              <a:rPr lang="zh-CN" altLang="en-US" sz="1200" b="0" i="0" kern="1200" dirty="0" smtClean="0">
                <a:solidFill>
                  <a:schemeClr val="tx1"/>
                </a:solidFill>
                <a:effectLst/>
                <a:latin typeface="Arial" panose="020B0604020202020204" pitchFamily="34" charset="0"/>
                <a:ea typeface="+mn-ea"/>
                <a:cs typeface="+mn-cs"/>
              </a:rPr>
              <a:t>形式多样，课余活动丰富多彩</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学校的发展，离不开每一位</a:t>
            </a:r>
            <a:r>
              <a:rPr lang="en-US" altLang="zh-CN" sz="1200" b="0" i="0" kern="1200" dirty="0" err="1" smtClean="0">
                <a:solidFill>
                  <a:schemeClr val="tx1"/>
                </a:solidFill>
                <a:effectLst/>
                <a:latin typeface="Arial" panose="020B0604020202020204" pitchFamily="34" charset="0"/>
                <a:ea typeface="+mn-ea"/>
                <a:cs typeface="+mn-cs"/>
              </a:rPr>
              <a:t>NUISTer</a:t>
            </a:r>
            <a:endParaRPr lang="en-US" altLang="zh-CN" sz="1200" b="0" i="0" kern="1200" dirty="0" smtClean="0">
              <a:solidFill>
                <a:schemeClr val="tx1"/>
              </a:solidFill>
              <a:effectLst/>
              <a:latin typeface="Arial" panose="020B0604020202020204" pitchFamily="34" charset="0"/>
              <a:ea typeface="+mn-ea"/>
              <a:cs typeface="+mn-cs"/>
            </a:endParaRPr>
          </a:p>
          <a:p>
            <a:endParaRPr lang="zh-CN" altLang="en-US" sz="1200" b="0" i="0" kern="1200" dirty="0" smtClean="0">
              <a:solidFill>
                <a:schemeClr val="tx1"/>
              </a:solidFill>
              <a:effectLst/>
              <a:latin typeface="Arial" panose="020B0604020202020204" pitchFamily="34" charset="0"/>
              <a:ea typeface="+mn-ea"/>
              <a:cs typeface="+mn-cs"/>
            </a:endParaRPr>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450" y="4778375"/>
            <a:ext cx="5438775" cy="3908425"/>
          </a:xfrm>
          <a:prstGeom prst="rect">
            <a:avLst/>
          </a:prstGeom>
        </p:spPr>
        <p:txBody>
          <a:bodyPr/>
          <a:lstStyle/>
          <a:p>
            <a:r>
              <a:rPr lang="zh-CN" altLang="en-US" sz="1200" b="0" i="0" kern="1200" dirty="0" smtClean="0">
                <a:solidFill>
                  <a:schemeClr val="tx1"/>
                </a:solidFill>
                <a:effectLst/>
                <a:latin typeface="Arial" panose="020B0604020202020204" pitchFamily="34" charset="0"/>
                <a:ea typeface="+mn-ea"/>
                <a:cs typeface="+mn-cs"/>
              </a:rPr>
              <a:t>在南信大校园里，不仅有浓厚的学术氛围，处处还弥漫着浓浓的艺术气息</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在大学生活动中心小剧场，国内顶级名家联袂打造的</a:t>
            </a:r>
            <a:r>
              <a:rPr lang="zh-CN" altLang="en-US" sz="1200" b="1" i="0" kern="1200" dirty="0" smtClean="0">
                <a:solidFill>
                  <a:schemeClr val="tx1"/>
                </a:solidFill>
                <a:effectLst/>
                <a:latin typeface="Arial" panose="020B0604020202020204" pitchFamily="34" charset="0"/>
                <a:ea typeface="+mn-ea"/>
                <a:cs typeface="+mn-cs"/>
              </a:rPr>
              <a:t>昆剧大戏</a:t>
            </a:r>
            <a:r>
              <a:rPr lang="en-US" altLang="zh-CN" sz="1200" b="1" i="0" kern="1200" dirty="0" smtClean="0">
                <a:solidFill>
                  <a:schemeClr val="tx1"/>
                </a:solidFill>
                <a:effectLst/>
                <a:latin typeface="Arial" panose="020B0604020202020204" pitchFamily="34" charset="0"/>
                <a:ea typeface="+mn-ea"/>
                <a:cs typeface="+mn-cs"/>
              </a:rPr>
              <a:t>《</a:t>
            </a:r>
            <a:r>
              <a:rPr lang="zh-CN" altLang="en-US" sz="1200" b="1" i="0" kern="1200" dirty="0" smtClean="0">
                <a:solidFill>
                  <a:schemeClr val="tx1"/>
                </a:solidFill>
                <a:effectLst/>
                <a:latin typeface="Arial" panose="020B0604020202020204" pitchFamily="34" charset="0"/>
                <a:ea typeface="+mn-ea"/>
                <a:cs typeface="+mn-cs"/>
              </a:rPr>
              <a:t>顾炎武</a:t>
            </a:r>
            <a:r>
              <a:rPr lang="en-US" altLang="zh-CN" sz="1200" b="1"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正在上演。婉转激昂的唱腔，抑扬顿挫的念白将一个个人物形象生动而立体地塑造在舞台上，台下的同学们聚精会神，被戏曲艺术这一中华传统文化的无穷魅力所深深吸引。</a:t>
            </a:r>
            <a:r>
              <a:rPr lang="zh-CN" altLang="en-US" sz="1200" b="1" i="0" kern="1200" dirty="0" smtClean="0">
                <a:solidFill>
                  <a:schemeClr val="tx1"/>
                </a:solidFill>
                <a:effectLst/>
                <a:latin typeface="Arial" panose="020B0604020202020204" pitchFamily="34" charset="0"/>
                <a:ea typeface="+mn-ea"/>
                <a:cs typeface="+mn-cs"/>
              </a:rPr>
              <a:t>音乐舞蹈史诗</a:t>
            </a:r>
            <a:r>
              <a:rPr lang="en-US" altLang="zh-CN" sz="1200" b="1" i="0" kern="1200" dirty="0" smtClean="0">
                <a:solidFill>
                  <a:schemeClr val="tx1"/>
                </a:solidFill>
                <a:effectLst/>
                <a:latin typeface="Arial" panose="020B0604020202020204" pitchFamily="34" charset="0"/>
                <a:ea typeface="+mn-ea"/>
                <a:cs typeface="+mn-cs"/>
              </a:rPr>
              <a:t>《</a:t>
            </a:r>
            <a:r>
              <a:rPr lang="zh-CN" altLang="en-US" sz="1200" b="1" i="0" kern="1200" dirty="0" smtClean="0">
                <a:solidFill>
                  <a:schemeClr val="tx1"/>
                </a:solidFill>
                <a:effectLst/>
                <a:latin typeface="Arial" panose="020B0604020202020204" pitchFamily="34" charset="0"/>
                <a:ea typeface="+mn-ea"/>
                <a:cs typeface="+mn-cs"/>
              </a:rPr>
              <a:t>井冈山</a:t>
            </a:r>
            <a:r>
              <a:rPr lang="en-US" altLang="zh-CN" sz="1200" b="1"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走进南信大，以艺术的形式再现井冈山斗争的历史。贯穿整场的红色歌曲，再现了井冈山斗争中可歌可泣的英雄人物。</a:t>
            </a:r>
            <a:endParaRPr lang="zh-CN" altLang="en-US"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除了“高大上”的艺术体验，平日里的校园艺术活动则相当“接地气”：激动人心的</a:t>
            </a:r>
            <a:r>
              <a:rPr lang="zh-CN" altLang="en-US" sz="1200" b="1" i="0" kern="1200" dirty="0" smtClean="0">
                <a:solidFill>
                  <a:schemeClr val="tx1"/>
                </a:solidFill>
                <a:effectLst/>
                <a:latin typeface="Arial" panose="020B0604020202020204" pitchFamily="34" charset="0"/>
                <a:ea typeface="+mn-ea"/>
                <a:cs typeface="+mn-cs"/>
              </a:rPr>
              <a:t>“十佳歌手”大赛</a:t>
            </a:r>
            <a:r>
              <a:rPr lang="zh-CN" altLang="en-US" sz="1200" b="0" i="0" kern="1200" dirty="0" smtClean="0">
                <a:solidFill>
                  <a:schemeClr val="tx1"/>
                </a:solidFill>
                <a:effectLst/>
                <a:latin typeface="Arial" panose="020B0604020202020204" pitchFamily="34" charset="0"/>
                <a:ea typeface="+mn-ea"/>
                <a:cs typeface="+mn-cs"/>
              </a:rPr>
              <a:t>，灯光璀璨，歌声嘹亮，唱响梦想与远方；一年一度的</a:t>
            </a:r>
            <a:r>
              <a:rPr lang="zh-CN" altLang="en-US" sz="1200" b="1" i="0" kern="1200" dirty="0" smtClean="0">
                <a:solidFill>
                  <a:schemeClr val="tx1"/>
                </a:solidFill>
                <a:effectLst/>
                <a:latin typeface="Arial" panose="020B0604020202020204" pitchFamily="34" charset="0"/>
                <a:ea typeface="+mn-ea"/>
                <a:cs typeface="+mn-cs"/>
              </a:rPr>
              <a:t>社团巡礼节</a:t>
            </a:r>
            <a:r>
              <a:rPr lang="zh-CN" altLang="en-US" sz="1200" b="0" i="0" kern="1200" dirty="0" smtClean="0">
                <a:solidFill>
                  <a:schemeClr val="tx1"/>
                </a:solidFill>
                <a:effectLst/>
                <a:latin typeface="Arial" panose="020B0604020202020204" pitchFamily="34" charset="0"/>
                <a:ea typeface="+mn-ea"/>
                <a:cs typeface="+mn-cs"/>
              </a:rPr>
              <a:t>，</a:t>
            </a:r>
            <a:r>
              <a:rPr lang="en-US" altLang="zh-CN" sz="1200" b="0" i="0" kern="1200" dirty="0" err="1" smtClean="0">
                <a:solidFill>
                  <a:schemeClr val="tx1"/>
                </a:solidFill>
                <a:effectLst/>
                <a:latin typeface="Arial" panose="020B0604020202020204" pitchFamily="34" charset="0"/>
                <a:ea typeface="+mn-ea"/>
                <a:cs typeface="+mn-cs"/>
              </a:rPr>
              <a:t>NUISTers</a:t>
            </a:r>
            <a:r>
              <a:rPr lang="zh-CN" altLang="en-US" sz="1200" b="0" i="0" kern="1200" dirty="0" smtClean="0">
                <a:solidFill>
                  <a:schemeClr val="tx1"/>
                </a:solidFill>
                <a:effectLst/>
                <a:latin typeface="Arial" panose="020B0604020202020204" pitchFamily="34" charset="0"/>
                <a:ea typeface="+mn-ea"/>
                <a:cs typeface="+mn-cs"/>
              </a:rPr>
              <a:t>各个身怀绝技，展现青春与活力；</a:t>
            </a:r>
            <a:endParaRPr lang="en-US" altLang="zh-CN" sz="1200" b="0" i="0" kern="1200" dirty="0" smtClean="0">
              <a:solidFill>
                <a:schemeClr val="tx1"/>
              </a:solidFill>
              <a:effectLst/>
              <a:latin typeface="Arial" panose="020B0604020202020204" pitchFamily="34" charset="0"/>
              <a:ea typeface="+mn-ea"/>
              <a:cs typeface="+mn-cs"/>
            </a:endParaRPr>
          </a:p>
          <a:p>
            <a:endParaRPr lang="en-US" altLang="zh-CN"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“亮剑”出鞘</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赛场上的</a:t>
            </a:r>
            <a:r>
              <a:rPr lang="en-US" altLang="zh-CN" sz="1200" b="0" i="0" kern="1200" dirty="0" err="1" smtClean="0">
                <a:solidFill>
                  <a:schemeClr val="tx1"/>
                </a:solidFill>
                <a:effectLst/>
                <a:latin typeface="Arial" panose="020B0604020202020204" pitchFamily="34" charset="0"/>
                <a:ea typeface="+mn-ea"/>
                <a:cs typeface="+mn-cs"/>
              </a:rPr>
              <a:t>NUISTers</a:t>
            </a:r>
            <a:r>
              <a:rPr lang="zh-CN" altLang="en-US" sz="1200" b="0" i="0" kern="1200" dirty="0" smtClean="0">
                <a:solidFill>
                  <a:schemeClr val="tx1"/>
                </a:solidFill>
                <a:effectLst/>
                <a:latin typeface="Arial" panose="020B0604020202020204" pitchFamily="34" charset="0"/>
                <a:ea typeface="+mn-ea"/>
                <a:cs typeface="+mn-cs"/>
              </a:rPr>
              <a:t>敢于拼搏、奋勇争先，诠释“更快、更高、更强”的体育精神。</a:t>
            </a:r>
            <a:endParaRPr lang="zh-CN" altLang="en-US"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组建于</a:t>
            </a:r>
            <a:r>
              <a:rPr lang="en-US" altLang="zh-CN" sz="1200" b="0" i="0" kern="1200" dirty="0" smtClean="0">
                <a:solidFill>
                  <a:schemeClr val="tx1"/>
                </a:solidFill>
                <a:effectLst/>
                <a:latin typeface="Arial" panose="020B0604020202020204" pitchFamily="34" charset="0"/>
                <a:ea typeface="+mn-ea"/>
                <a:cs typeface="+mn-cs"/>
              </a:rPr>
              <a:t>2005</a:t>
            </a:r>
            <a:r>
              <a:rPr lang="zh-CN" altLang="en-US" sz="1200" b="0" i="0" kern="1200" dirty="0" smtClean="0">
                <a:solidFill>
                  <a:schemeClr val="tx1"/>
                </a:solidFill>
                <a:effectLst/>
                <a:latin typeface="Arial" panose="020B0604020202020204" pitchFamily="34" charset="0"/>
                <a:ea typeface="+mn-ea"/>
                <a:cs typeface="+mn-cs"/>
              </a:rPr>
              <a:t>年的我校男子排球队，在</a:t>
            </a:r>
            <a:r>
              <a:rPr lang="en-US" altLang="zh-CN" sz="1200" b="0" i="0" kern="1200" dirty="0" smtClean="0">
                <a:solidFill>
                  <a:schemeClr val="tx1"/>
                </a:solidFill>
                <a:effectLst/>
                <a:latin typeface="Arial" panose="020B0604020202020204" pitchFamily="34" charset="0"/>
                <a:ea typeface="+mn-ea"/>
                <a:cs typeface="+mn-cs"/>
              </a:rPr>
              <a:t>2015—2016</a:t>
            </a:r>
            <a:r>
              <a:rPr lang="zh-CN" altLang="en-US" sz="1200" b="0" i="0" kern="1200" dirty="0" smtClean="0">
                <a:solidFill>
                  <a:schemeClr val="tx1"/>
                </a:solidFill>
                <a:effectLst/>
                <a:latin typeface="Arial" panose="020B0604020202020204" pitchFamily="34" charset="0"/>
                <a:ea typeface="+mn-ea"/>
                <a:cs typeface="+mn-cs"/>
              </a:rPr>
              <a:t>年中国大学生排球联赛上，</a:t>
            </a:r>
            <a:r>
              <a:rPr lang="zh-CN" altLang="en-US" sz="1200" b="1" i="0" kern="1200" dirty="0" smtClean="0">
                <a:solidFill>
                  <a:schemeClr val="tx1"/>
                </a:solidFill>
                <a:effectLst/>
                <a:latin typeface="Arial" panose="020B0604020202020204" pitchFamily="34" charset="0"/>
                <a:ea typeface="+mn-ea"/>
                <a:cs typeface="+mn-cs"/>
              </a:rPr>
              <a:t>首夺全国总冠军</a:t>
            </a:r>
            <a:r>
              <a:rPr lang="zh-CN" altLang="en-US" sz="1200" b="0" i="0" kern="1200" dirty="0" smtClean="0">
                <a:solidFill>
                  <a:schemeClr val="tx1"/>
                </a:solidFill>
                <a:effectLst/>
                <a:latin typeface="Arial" panose="020B0604020202020204" pitchFamily="34" charset="0"/>
                <a:ea typeface="+mn-ea"/>
                <a:cs typeface="+mn-cs"/>
              </a:rPr>
              <a:t>。锲而不舍，奋勇争先，是南信大男排的精神。</a:t>
            </a:r>
            <a:endParaRPr lang="zh-CN" altLang="en-US"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在各类体育赛事上，南信大健儿勇夺佳绩。第五届江苏省大学生击剑锦标赛中，摘得</a:t>
            </a:r>
            <a:r>
              <a:rPr lang="zh-CN" altLang="en-US" sz="1200" b="1" i="0" kern="1200" dirty="0" smtClean="0">
                <a:solidFill>
                  <a:schemeClr val="tx1"/>
                </a:solidFill>
                <a:effectLst/>
                <a:latin typeface="Arial" panose="020B0604020202020204" pitchFamily="34" charset="0"/>
                <a:ea typeface="+mn-ea"/>
                <a:cs typeface="+mn-cs"/>
              </a:rPr>
              <a:t>甲组金银铜牌</a:t>
            </a:r>
            <a:r>
              <a:rPr lang="zh-CN" altLang="en-US" sz="1200" b="0" i="0" kern="1200" dirty="0" smtClean="0">
                <a:solidFill>
                  <a:schemeClr val="tx1"/>
                </a:solidFill>
                <a:effectLst/>
                <a:latin typeface="Arial" panose="020B0604020202020204" pitchFamily="34" charset="0"/>
                <a:ea typeface="+mn-ea"/>
                <a:cs typeface="+mn-cs"/>
              </a:rPr>
              <a:t>；在江苏省第十九届运动会高校部甲组沙滩排球比赛中，运动员们不惧阳光和高温，奋勇拼搏，女排六战六胜，</a:t>
            </a:r>
            <a:r>
              <a:rPr lang="zh-CN" altLang="en-US" sz="1200" b="1" i="0" kern="1200" dirty="0" smtClean="0">
                <a:solidFill>
                  <a:schemeClr val="tx1"/>
                </a:solidFill>
                <a:effectLst/>
                <a:latin typeface="Arial" panose="020B0604020202020204" pitchFamily="34" charset="0"/>
                <a:ea typeface="+mn-ea"/>
                <a:cs typeface="+mn-cs"/>
              </a:rPr>
              <a:t>成功卫冕沙滩女排省运会高校部甲</a:t>
            </a:r>
            <a:r>
              <a:rPr lang="en-US" altLang="zh-CN" sz="1200" b="1" i="0" kern="1200" dirty="0" smtClean="0">
                <a:solidFill>
                  <a:schemeClr val="tx1"/>
                </a:solidFill>
                <a:effectLst/>
                <a:latin typeface="Arial" panose="020B0604020202020204" pitchFamily="34" charset="0"/>
                <a:ea typeface="+mn-ea"/>
                <a:cs typeface="+mn-cs"/>
              </a:rPr>
              <a:t>A</a:t>
            </a:r>
            <a:r>
              <a:rPr lang="zh-CN" altLang="en-US" sz="1200" b="1" i="0" kern="1200" dirty="0" smtClean="0">
                <a:solidFill>
                  <a:schemeClr val="tx1"/>
                </a:solidFill>
                <a:effectLst/>
                <a:latin typeface="Arial" panose="020B0604020202020204" pitchFamily="34" charset="0"/>
                <a:ea typeface="+mn-ea"/>
                <a:cs typeface="+mn-cs"/>
              </a:rPr>
              <a:t>组比赛冠军</a:t>
            </a:r>
            <a:r>
              <a:rPr lang="zh-CN" altLang="en-US" sz="1200" b="0" i="0" kern="1200" dirty="0" smtClean="0">
                <a:solidFill>
                  <a:schemeClr val="tx1"/>
                </a:solidFill>
                <a:effectLst/>
                <a:latin typeface="Arial" panose="020B0604020202020204" pitchFamily="34" charset="0"/>
                <a:ea typeface="+mn-ea"/>
                <a:cs typeface="+mn-cs"/>
              </a:rPr>
              <a:t>；第</a:t>
            </a:r>
            <a:r>
              <a:rPr lang="en-US" altLang="zh-CN" sz="1200" b="0" i="0" kern="1200" dirty="0" smtClean="0">
                <a:solidFill>
                  <a:schemeClr val="tx1"/>
                </a:solidFill>
                <a:effectLst/>
                <a:latin typeface="Arial" panose="020B0604020202020204" pitchFamily="34" charset="0"/>
                <a:ea typeface="+mn-ea"/>
                <a:cs typeface="+mn-cs"/>
              </a:rPr>
              <a:t>24</a:t>
            </a:r>
            <a:r>
              <a:rPr lang="zh-CN" altLang="en-US" sz="1200" b="0" i="0" kern="1200" dirty="0" smtClean="0">
                <a:solidFill>
                  <a:schemeClr val="tx1"/>
                </a:solidFill>
                <a:effectLst/>
                <a:latin typeface="Arial" panose="020B0604020202020204" pitchFamily="34" charset="0"/>
                <a:ea typeface="+mn-ea"/>
                <a:cs typeface="+mn-cs"/>
              </a:rPr>
              <a:t>届中国大学生乒乓球锦标赛中，运动健儿们敢于拼搏，齐心协力，</a:t>
            </a:r>
            <a:r>
              <a:rPr lang="zh-CN" altLang="en-US" sz="1200" b="1" i="0" kern="1200" dirty="0" smtClean="0">
                <a:solidFill>
                  <a:schemeClr val="tx1"/>
                </a:solidFill>
                <a:effectLst/>
                <a:latin typeface="Arial" panose="020B0604020202020204" pitchFamily="34" charset="0"/>
                <a:ea typeface="+mn-ea"/>
                <a:cs typeface="+mn-cs"/>
              </a:rPr>
              <a:t>获中国大学生乒乓球锦标赛高水平组女子团体亚军</a:t>
            </a:r>
            <a:r>
              <a:rPr lang="en-US" altLang="zh-CN" sz="1200" b="0" i="0" kern="1200" dirty="0" smtClean="0">
                <a:solidFill>
                  <a:schemeClr val="tx1"/>
                </a:solidFill>
                <a:effectLst/>
                <a:latin typeface="Arial" panose="020B0604020202020204" pitchFamily="34" charset="0"/>
                <a:ea typeface="+mn-ea"/>
                <a:cs typeface="+mn-cs"/>
              </a:rPr>
              <a:t>……</a:t>
            </a:r>
            <a:endParaRPr lang="en-US" altLang="zh-CN" sz="1200" b="0" i="0" kern="1200" dirty="0" smtClean="0">
              <a:solidFill>
                <a:schemeClr val="tx1"/>
              </a:solidFill>
              <a:effectLst/>
              <a:latin typeface="Arial" panose="020B0604020202020204" pitchFamily="34" charset="0"/>
              <a:ea typeface="+mn-ea"/>
              <a:cs typeface="+mn-cs"/>
            </a:endParaRPr>
          </a:p>
          <a:p>
            <a:endParaRPr lang="en-US" altLang="zh-CN"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赛场之外，丰富多彩的体育课程给同学们带来别样的动感体验</a:t>
            </a:r>
            <a:r>
              <a:rPr lang="en-US" altLang="zh-CN" sz="1200" b="0" i="0" kern="1200" dirty="0" smtClean="0">
                <a:solidFill>
                  <a:schemeClr val="tx1"/>
                </a:solidFill>
                <a:effectLst/>
                <a:latin typeface="Arial" panose="020B0604020202020204" pitchFamily="34" charset="0"/>
                <a:ea typeface="+mn-ea"/>
                <a:cs typeface="+mn-cs"/>
              </a:rPr>
              <a:t>——“</a:t>
            </a:r>
            <a:r>
              <a:rPr lang="zh-CN" altLang="en-US" sz="1200" b="0" i="0" kern="1200" dirty="0" smtClean="0">
                <a:solidFill>
                  <a:schemeClr val="tx1"/>
                </a:solidFill>
                <a:effectLst/>
                <a:latin typeface="Arial" panose="020B0604020202020204" pitchFamily="34" charset="0"/>
                <a:ea typeface="+mn-ea"/>
                <a:cs typeface="+mn-cs"/>
              </a:rPr>
              <a:t>非遗”走进体育课堂，</a:t>
            </a:r>
            <a:r>
              <a:rPr lang="zh-CN" altLang="en-US" sz="1200" b="1" i="0" kern="1200" dirty="0" smtClean="0">
                <a:solidFill>
                  <a:schemeClr val="tx1"/>
                </a:solidFill>
                <a:effectLst/>
                <a:latin typeface="Arial" panose="020B0604020202020204" pitchFamily="34" charset="0"/>
                <a:ea typeface="+mn-ea"/>
                <a:cs typeface="+mn-cs"/>
              </a:rPr>
              <a:t>安塞腰鼓课</a:t>
            </a:r>
            <a:r>
              <a:rPr lang="zh-CN" altLang="en-US" sz="1200" b="0" i="0" kern="1200" dirty="0" smtClean="0">
                <a:solidFill>
                  <a:schemeClr val="tx1"/>
                </a:solidFill>
                <a:effectLst/>
                <a:latin typeface="Arial" panose="020B0604020202020204" pitchFamily="34" charset="0"/>
                <a:ea typeface="+mn-ea"/>
                <a:cs typeface="+mn-cs"/>
              </a:rPr>
              <a:t>成为南信大新晋“网红”课，交谊舞、乒乓球、游泳、击剑等各种各样的体育课程一经推出，深受同学们欢迎；每年如期举行的</a:t>
            </a:r>
            <a:r>
              <a:rPr lang="zh-CN" altLang="en-US" sz="1200" b="1" i="0" kern="1200" dirty="0" smtClean="0">
                <a:solidFill>
                  <a:schemeClr val="tx1"/>
                </a:solidFill>
                <a:effectLst/>
                <a:latin typeface="Arial" panose="020B0604020202020204" pitchFamily="34" charset="0"/>
                <a:ea typeface="+mn-ea"/>
                <a:cs typeface="+mn-cs"/>
              </a:rPr>
              <a:t>体育文化节</a:t>
            </a:r>
            <a:r>
              <a:rPr lang="zh-CN" altLang="en-US" sz="1200" b="0" i="0" kern="1200" dirty="0" smtClean="0">
                <a:solidFill>
                  <a:schemeClr val="tx1"/>
                </a:solidFill>
                <a:effectLst/>
                <a:latin typeface="Arial" panose="020B0604020202020204" pitchFamily="34" charset="0"/>
                <a:ea typeface="+mn-ea"/>
                <a:cs typeface="+mn-cs"/>
              </a:rPr>
              <a:t>精彩纷呈，趣味竞赛、户外拓展运动，体育文化、体育艺术竞赛，同学们积极参与，热情高涨；</a:t>
            </a:r>
            <a:r>
              <a:rPr lang="zh-CN" altLang="en-US" sz="1200" b="1" i="0" kern="1200" dirty="0" smtClean="0">
                <a:solidFill>
                  <a:schemeClr val="tx1"/>
                </a:solidFill>
                <a:effectLst/>
                <a:latin typeface="Arial" panose="020B0604020202020204" pitchFamily="34" charset="0"/>
                <a:ea typeface="+mn-ea"/>
                <a:cs typeface="+mn-cs"/>
              </a:rPr>
              <a:t>“阳光长跑”</a:t>
            </a:r>
            <a:r>
              <a:rPr lang="zh-CN" altLang="en-US" sz="1200" b="0" i="0" kern="1200" dirty="0" smtClean="0">
                <a:solidFill>
                  <a:schemeClr val="tx1"/>
                </a:solidFill>
                <a:effectLst/>
                <a:latin typeface="Arial" panose="020B0604020202020204" pitchFamily="34" charset="0"/>
                <a:ea typeface="+mn-ea"/>
                <a:cs typeface="+mn-cs"/>
              </a:rPr>
              <a:t>活动让越来越多的同学养成了长跑的好习惯，每日清晨或黄昏时分，</a:t>
            </a:r>
            <a:r>
              <a:rPr lang="en-US" altLang="zh-CN" sz="1200" b="0" i="0" kern="1200" dirty="0" err="1" smtClean="0">
                <a:solidFill>
                  <a:schemeClr val="tx1"/>
                </a:solidFill>
                <a:effectLst/>
                <a:latin typeface="Arial" panose="020B0604020202020204" pitchFamily="34" charset="0"/>
                <a:ea typeface="+mn-ea"/>
                <a:cs typeface="+mn-cs"/>
              </a:rPr>
              <a:t>NUISTers</a:t>
            </a:r>
            <a:r>
              <a:rPr lang="zh-CN" altLang="en-US" sz="1200" b="0" i="0" kern="1200" dirty="0" smtClean="0">
                <a:solidFill>
                  <a:schemeClr val="tx1"/>
                </a:solidFill>
                <a:effectLst/>
                <a:latin typeface="Arial" panose="020B0604020202020204" pitchFamily="34" charset="0"/>
                <a:ea typeface="+mn-ea"/>
                <a:cs typeface="+mn-cs"/>
              </a:rPr>
              <a:t>奔跑的身影成了校园里一道独特的风景</a:t>
            </a:r>
            <a:r>
              <a:rPr lang="en-US" altLang="zh-CN" sz="1200" b="0" i="0" kern="1200" dirty="0" smtClean="0">
                <a:solidFill>
                  <a:schemeClr val="tx1"/>
                </a:solidFill>
                <a:effectLst/>
                <a:latin typeface="Arial" panose="020B0604020202020204" pitchFamily="34" charset="0"/>
                <a:ea typeface="+mn-ea"/>
                <a:cs typeface="+mn-cs"/>
              </a:rPr>
              <a:t>……</a:t>
            </a:r>
            <a:endParaRPr lang="en-US" altLang="zh-CN" sz="1200" b="0" i="0" kern="1200" dirty="0" smtClean="0">
              <a:solidFill>
                <a:schemeClr val="tx1"/>
              </a:solidFill>
              <a:effectLst/>
              <a:latin typeface="Arial" panose="020B0604020202020204" pitchFamily="34" charset="0"/>
              <a:ea typeface="+mn-ea"/>
              <a:cs typeface="+mn-cs"/>
            </a:endParaRPr>
          </a:p>
          <a:p>
            <a:endParaRPr lang="en-US" altLang="zh-CN" sz="1200" b="0" i="0" kern="1200" dirty="0" smtClean="0">
              <a:solidFill>
                <a:schemeClr val="tx1"/>
              </a:solidFill>
              <a:effectLst/>
              <a:latin typeface="Arial" panose="020B0604020202020204" pitchFamily="34" charset="0"/>
              <a:ea typeface="+mn-ea"/>
              <a:cs typeface="+mn-cs"/>
            </a:endParaRPr>
          </a:p>
          <a:p>
            <a:br>
              <a:rPr lang="zh-CN" altLang="en-US" dirty="0" smtClean="0"/>
            </a:br>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sz="1200" kern="1200" dirty="0" smtClean="0">
                <a:solidFill>
                  <a:schemeClr val="tx1"/>
                </a:solidFill>
                <a:effectLst/>
                <a:latin typeface="Arial" panose="020B0604020202020204" pitchFamily="34" charset="0"/>
                <a:ea typeface="+mn-ea"/>
                <a:cs typeface="+mn-cs"/>
              </a:rPr>
              <a:t>第九个理由：最暖心，温暖校园幸福长。南京的冬天很湿冷，有些难熬，作为江苏省非强制供暖区唯一供暖的高校，学校每一间学生宿舍，暖气全覆盖！冬日里的暖气异常舒服，温暖如春！</a:t>
            </a:r>
            <a:br>
              <a:rPr lang="zh-CN" altLang="en-US" sz="1200" kern="1200" dirty="0" smtClean="0">
                <a:solidFill>
                  <a:schemeClr val="tx1"/>
                </a:solidFill>
                <a:effectLst/>
                <a:latin typeface="Arial" panose="020B0604020202020204" pitchFamily="34" charset="0"/>
                <a:ea typeface="+mn-ea"/>
                <a:cs typeface="+mn-cs"/>
              </a:rPr>
            </a:br>
            <a:endParaRPr lang="zh-CN" altLang="en-US"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mn-lt"/>
                <a:ea typeface="+mn-ea"/>
                <a:cs typeface="+mn-cs"/>
              </a:rPr>
              <a:t>这是</a:t>
            </a:r>
            <a:r>
              <a:rPr lang="zh-CN" sz="1200" kern="1200" dirty="0" smtClean="0">
                <a:solidFill>
                  <a:schemeClr val="tx1"/>
                </a:solidFill>
                <a:effectLst/>
                <a:latin typeface="+mn-lt"/>
                <a:ea typeface="+mn-ea"/>
                <a:cs typeface="+mn-cs"/>
              </a:rPr>
              <a:t>学校的网红食堂</a:t>
            </a:r>
            <a:endParaRPr lang="zh-CN" sz="1200" kern="1200" dirty="0" smtClean="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zh-CN" sz="1200" kern="1200" dirty="0" smtClean="0">
                <a:solidFill>
                  <a:schemeClr val="tx1"/>
                </a:solidFill>
                <a:effectLst/>
                <a:latin typeface="Arial" panose="020B0604020202020204" pitchFamily="34" charset="0"/>
                <a:ea typeface="+mn-ea"/>
                <a:cs typeface="+mn-cs"/>
              </a:rPr>
              <a:t>“别人家”的神仙食堂就在南信大！肠粉、锅盖面、烤鱼……菜品多样化，充分满足你的味蕾，小龙都数不过来，等你亲自来品尝啦！</a:t>
            </a:r>
            <a:endParaRPr lang="zh-CN" altLang="zh-CN" sz="1200" kern="1200" dirty="0" smtClean="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Arial" panose="020B0604020202020204" pitchFamily="34" charset="0"/>
                <a:ea typeface="+mn-ea"/>
                <a:cs typeface="+mn-cs"/>
              </a:rPr>
              <a:t>不了解的人总说我们学校在郊区，其实学校交通贼方便。地铁S8号线直达校门口，每每听到“下一站，信息工程大学站”，就觉得特别亲切。听说，有毕业的学姐在离校踏上地铁的那一刻忍不住哭了……这就是我们对S8的情怀吧！校门外，从南信大地铁站出发，换乘3号线过江超快超方便，新街口、紫金山、夫子庙仿佛近在咫尺，搭地铁游金陵，走起！</a:t>
            </a:r>
            <a:endParaRPr lang="zh-CN" altLang="en-US" sz="1200" kern="1200" dirty="0" smtClean="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smtClean="0"/>
              <a:t>校内酷炫的“争先号”小蓝车可是圈了不少粉，小公交便捷舒适，闲暇时坐着它逛校园兜风，体验超赞！偌大的校园，横跨东西三公里，校内出行，小蓝车来帮忙！5-10分钟一班，安全便捷，最近，还换上了萌萌的“定制皮肤”！明年的九月，坐上“争先号”来报到吧！</a:t>
            </a:r>
            <a:endParaRPr lang="zh-CN" altLang="en-US" sz="1200" dirty="0" smtClean="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dirty="0" smtClean="0"/>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smtClean="0"/>
              <a:t>校园内的共享电动车，方便学生校园内出行。</a:t>
            </a:r>
            <a:endParaRPr lang="zh-CN" altLang="en-US" sz="1200" dirty="0" smtClean="0"/>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sz="1200" kern="1200" dirty="0" smtClean="0">
                <a:solidFill>
                  <a:schemeClr val="tx1"/>
                </a:solidFill>
                <a:effectLst/>
                <a:latin typeface="Arial" panose="020B0604020202020204" pitchFamily="34" charset="0"/>
                <a:ea typeface="+mn-ea"/>
                <a:cs typeface="+mn-cs"/>
              </a:rPr>
              <a:t>南信大游泳馆，游泳爱好者的天堂！</a:t>
            </a:r>
            <a:r>
              <a:rPr dirty="0" smtClean="0">
                <a:effectLst/>
                <a:sym typeface="+mn-ea"/>
              </a:rPr>
              <a:t>“水雲方”游泳馆设施先进</a:t>
            </a:r>
            <a:r>
              <a:rPr lang="zh-CN" dirty="0" smtClean="0">
                <a:effectLst/>
                <a:sym typeface="+mn-ea"/>
              </a:rPr>
              <a:t>，</a:t>
            </a:r>
            <a:r>
              <a:rPr dirty="0" smtClean="0">
                <a:effectLst/>
                <a:sym typeface="+mn-ea"/>
              </a:rPr>
              <a:t>占地达3700平米</a:t>
            </a:r>
            <a:r>
              <a:rPr lang="zh-CN" dirty="0" smtClean="0">
                <a:effectLst/>
                <a:sym typeface="+mn-ea"/>
              </a:rPr>
              <a:t>，</a:t>
            </a:r>
            <a:r>
              <a:rPr dirty="0" smtClean="0">
                <a:effectLst/>
                <a:sym typeface="+mn-ea"/>
              </a:rPr>
              <a:t>采用全玻璃幕墙设计，宽敞明亮</a:t>
            </a:r>
            <a:r>
              <a:rPr lang="zh-CN" dirty="0" smtClean="0">
                <a:effectLst/>
                <a:sym typeface="+mn-ea"/>
              </a:rPr>
              <a:t>，</a:t>
            </a:r>
            <a:r>
              <a:rPr dirty="0" smtClean="0">
                <a:effectLst/>
                <a:sym typeface="+mn-ea"/>
              </a:rPr>
              <a:t>入馆前在App上预约</a:t>
            </a:r>
            <a:r>
              <a:rPr lang="zh-CN" dirty="0" smtClean="0">
                <a:effectLst/>
                <a:sym typeface="+mn-ea"/>
              </a:rPr>
              <a:t>，</a:t>
            </a:r>
            <a:r>
              <a:rPr dirty="0" smtClean="0">
                <a:effectLst/>
                <a:sym typeface="+mn-ea"/>
              </a:rPr>
              <a:t>出入馆使用指静脉识别</a:t>
            </a:r>
            <a:r>
              <a:rPr lang="zh-CN" dirty="0" smtClean="0">
                <a:effectLst/>
                <a:sym typeface="+mn-ea"/>
              </a:rPr>
              <a:t>。</a:t>
            </a:r>
            <a:r>
              <a:rPr sz="1200" kern="1200" dirty="0" smtClean="0">
                <a:solidFill>
                  <a:schemeClr val="tx1"/>
                </a:solidFill>
                <a:effectLst/>
                <a:latin typeface="Arial" panose="020B0604020202020204" pitchFamily="34" charset="0"/>
                <a:ea typeface="+mn-ea"/>
                <a:cs typeface="+mn-cs"/>
              </a:rPr>
              <a:t>游过N多场馆之后，才知道水雲方是相当高大上的，什么叫“如鱼得水”？不如，亲自来体验吧！</a:t>
            </a:r>
            <a:endParaRPr lang="zh-CN" sz="1200" kern="1200" dirty="0" smtClean="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kern="1200" dirty="0" smtClean="0">
                <a:solidFill>
                  <a:schemeClr val="tx1"/>
                </a:solidFill>
                <a:effectLst/>
                <a:latin typeface="Arial" panose="020B0604020202020204" pitchFamily="34" charset="0"/>
                <a:ea typeface="+mn-ea"/>
                <a:cs typeface="+mn-cs"/>
              </a:rPr>
              <a:t>全校无线网络安全、高速、稳定，5G早已全覆盖，因为我们叫南京 </a:t>
            </a:r>
            <a:r>
              <a:rPr lang="zh-CN" altLang="en-US" sz="2000" b="1" kern="1200" dirty="0" smtClean="0">
                <a:solidFill>
                  <a:schemeClr val="tx1"/>
                </a:solidFill>
                <a:effectLst/>
                <a:latin typeface="Arial" panose="020B0604020202020204" pitchFamily="34" charset="0"/>
                <a:ea typeface="+mn-ea"/>
                <a:cs typeface="+mn-cs"/>
              </a:rPr>
              <a:t>信息 </a:t>
            </a:r>
            <a:r>
              <a:rPr lang="zh-CN" altLang="en-US" sz="1200" kern="1200" dirty="0" smtClean="0">
                <a:solidFill>
                  <a:schemeClr val="tx1"/>
                </a:solidFill>
                <a:effectLst/>
                <a:latin typeface="Arial" panose="020B0604020202020204" pitchFamily="34" charset="0"/>
                <a:ea typeface="+mn-ea"/>
                <a:cs typeface="+mn-cs"/>
              </a:rPr>
              <a:t>工程大学，你懂的！</a:t>
            </a:r>
            <a:endParaRPr lang="zh-CN" altLang="en-US" sz="1200" kern="1200" dirty="0" smtClean="0">
              <a:solidFill>
                <a:schemeClr val="tx1"/>
              </a:solidFill>
              <a:effectLst/>
              <a:latin typeface="Arial" panose="020B0604020202020204" pitchFamily="34" charset="0"/>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sz="1200" kern="1200" dirty="0" smtClean="0">
                <a:solidFill>
                  <a:schemeClr val="tx1"/>
                </a:solidFill>
                <a:effectLst/>
                <a:ea typeface="+mn-ea"/>
                <a:cs typeface="+mn-cs"/>
              </a:rPr>
              <a:t>校园“一键通”，</a:t>
            </a:r>
            <a:r>
              <a:rPr lang="zh-CN" altLang="en-US" sz="1200" kern="1200" dirty="0" smtClean="0">
                <a:solidFill>
                  <a:schemeClr val="tx1"/>
                </a:solidFill>
                <a:effectLst/>
                <a:ea typeface="+mn-ea"/>
                <a:cs typeface="+mn-cs"/>
              </a:rPr>
              <a:t>更是同学们</a:t>
            </a:r>
            <a:r>
              <a:rPr lang="zh-CN" sz="1200" kern="1200" dirty="0" smtClean="0">
                <a:solidFill>
                  <a:schemeClr val="tx1"/>
                </a:solidFill>
                <a:effectLst/>
                <a:ea typeface="+mn-ea"/>
                <a:cs typeface="+mn-cs"/>
              </a:rPr>
              <a:t>无所不能的校园管家，第一时间为学生解忧。大白鹅似乎不高兴，是不是饿了？想吃解暑的苦瓜炒蛋，食堂可以推出吗？如果你在学习生活中遇到了小问题，或是有些小建议，快快打开“一键通”</a:t>
            </a:r>
            <a:endParaRPr lang="zh-CN" sz="1200" kern="1200" dirty="0" smtClean="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sz="1200" kern="1200" dirty="0" smtClean="0">
                <a:solidFill>
                  <a:schemeClr val="tx1"/>
                </a:solidFill>
                <a:effectLst/>
                <a:ea typeface="+mn-ea"/>
                <a:cs typeface="+mn-cs"/>
              </a:rPr>
              <a:t>老师们很快就会回复的喔！</a:t>
            </a:r>
            <a:endParaRPr lang="zh-CN" sz="1200" kern="1200" dirty="0" smtClean="0">
              <a:solidFill>
                <a:schemeClr val="tx1"/>
              </a:solidFill>
              <a:effectLs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sz="1200" kern="1200" dirty="0" smtClean="0">
              <a:solidFill>
                <a:schemeClr val="tx1"/>
              </a:solidFill>
              <a:effectLst/>
              <a:ea typeface="+mn-ea"/>
              <a:cs typeface="+mn-cs"/>
            </a:endParaRPr>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79450" y="4778375"/>
            <a:ext cx="5438775" cy="3908425"/>
          </a:xfrm>
          <a:prstGeom prst="rect">
            <a:avLst/>
          </a:prstGeom>
        </p:spPr>
        <p:txBody>
          <a:bodyPr/>
          <a:lstStyle/>
          <a:p>
            <a:pPr marL="0" marR="0" lvl="0" indent="0" algn="l" defTabSz="0" rtl="0" eaLnBrk="0" fontAlgn="base" latinLnBrk="0" hangingPunct="0">
              <a:lnSpc>
                <a:spcPct val="100000"/>
              </a:lnSpc>
              <a:spcBef>
                <a:spcPct val="30000"/>
              </a:spcBef>
              <a:spcAft>
                <a:spcPct val="0"/>
              </a:spcAft>
              <a:buClrTx/>
              <a:buSzTx/>
              <a:buFontTx/>
              <a:buNone/>
              <a:defRPr/>
            </a:pPr>
            <a:r>
              <a:rPr lang="zh-CN" altLang="en-US" dirty="0" smtClean="0"/>
              <a:t>第十个理由：最杰出，人才辈出育栋梁。春华秋实结硕果。学校在</a:t>
            </a:r>
            <a:r>
              <a:rPr lang="en-US" altLang="zh-CN" dirty="0" smtClean="0"/>
              <a:t>60</a:t>
            </a:r>
            <a:r>
              <a:rPr lang="zh-CN" altLang="en-US" dirty="0" smtClean="0"/>
              <a:t>年的办学历程中，已培养各类毕业生</a:t>
            </a:r>
            <a:r>
              <a:rPr lang="en-US" altLang="zh-CN" dirty="0" smtClean="0"/>
              <a:t>17</a:t>
            </a:r>
            <a:r>
              <a:rPr lang="zh-CN" altLang="en-US" dirty="0" smtClean="0"/>
              <a:t>万余人。被誉为“气象人才的摇篮”，</a:t>
            </a:r>
            <a:r>
              <a:rPr lang="en-US" altLang="zh-CN" dirty="0" smtClean="0"/>
              <a:t>50%</a:t>
            </a:r>
            <a:r>
              <a:rPr lang="zh-CN" altLang="en-US" dirty="0" smtClean="0"/>
              <a:t>以上的中国各级气象局领导干部、</a:t>
            </a:r>
            <a:r>
              <a:rPr lang="en-US" altLang="zh-CN" dirty="0" smtClean="0"/>
              <a:t>70%</a:t>
            </a:r>
            <a:r>
              <a:rPr lang="zh-CN" altLang="en-US" dirty="0" smtClean="0"/>
              <a:t>以上的业务骨干均毕业于我校。杰出校友层出不穷，涌现出一批两院院士、著名科学家、高级技术专家、部委领导、管理骨干、商界精英与劳动模范，大批校友工作在国家各个领域，一批校友分布在世界各地。</a:t>
            </a:r>
            <a:endParaRPr lang="zh-CN" altLang="en-US" dirty="0" smtClean="0"/>
          </a:p>
          <a:p>
            <a:r>
              <a:rPr lang="zh-CN" altLang="en-US" sz="1200" b="0" i="0" kern="1200" dirty="0" smtClean="0">
                <a:solidFill>
                  <a:schemeClr val="tx1"/>
                </a:solidFill>
                <a:effectLst/>
                <a:latin typeface="Arial" panose="020B0604020202020204" pitchFamily="34" charset="0"/>
                <a:ea typeface="+mn-ea"/>
                <a:cs typeface="+mn-cs"/>
              </a:rPr>
              <a:t>想和他们成为校友吗？</a:t>
            </a:r>
            <a:endParaRPr lang="zh-CN" altLang="en-US" sz="1200" b="0" i="0" kern="1200" dirty="0" smtClean="0">
              <a:solidFill>
                <a:schemeClr val="tx1"/>
              </a:solidFill>
              <a:effectLst/>
              <a:latin typeface="Arial" panose="020B0604020202020204" pitchFamily="34" charset="0"/>
              <a:ea typeface="+mn-ea"/>
              <a:cs typeface="+mn-cs"/>
            </a:endParaRPr>
          </a:p>
          <a:p>
            <a:r>
              <a:rPr lang="zh-CN" altLang="en-US" sz="1200" b="0" i="0" kern="1200" dirty="0" smtClean="0">
                <a:solidFill>
                  <a:schemeClr val="tx1"/>
                </a:solidFill>
                <a:effectLst/>
                <a:latin typeface="Arial" panose="020B0604020202020204" pitchFamily="34" charset="0"/>
                <a:ea typeface="+mn-ea"/>
                <a:cs typeface="+mn-cs"/>
              </a:rPr>
              <a:t>欢迎报考南信大！</a:t>
            </a:r>
            <a:endParaRPr lang="zh-CN" altLang="en-US" sz="1200" b="0" i="0" kern="1200" dirty="0" smtClean="0">
              <a:solidFill>
                <a:schemeClr val="tx1"/>
              </a:solidFill>
              <a:effectLst/>
              <a:latin typeface="Arial" panose="020B0604020202020204" pitchFamily="34" charset="0"/>
              <a:ea typeface="+mn-ea"/>
              <a:cs typeface="+mn-cs"/>
            </a:endParaRPr>
          </a:p>
          <a:p>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r>
              <a:rPr lang="zh-CN" altLang="en-US" sz="1200" kern="1200" dirty="0" smtClean="0">
                <a:solidFill>
                  <a:schemeClr val="tx1"/>
                </a:solidFill>
                <a:effectLst/>
                <a:latin typeface="Arial" panose="020B0604020202020204" pitchFamily="34" charset="0"/>
                <a:ea typeface="+mn-ea"/>
                <a:cs typeface="+mn-cs"/>
              </a:rPr>
              <a:t>南京是一座美丽的城市，南京信息工程大学一所值得大家托付韶华的学校，如果关注南京信息工程大学，想报考南京信息工程大学，想了解相关信息，请关注屏幕上的电话网址、微信和</a:t>
            </a:r>
            <a:r>
              <a:rPr lang="en-US" altLang="zh-CN" sz="1200" kern="1200" dirty="0" smtClean="0">
                <a:solidFill>
                  <a:schemeClr val="tx1"/>
                </a:solidFill>
                <a:effectLst/>
                <a:latin typeface="Arial" panose="020B0604020202020204" pitchFamily="34" charset="0"/>
                <a:ea typeface="+mn-ea"/>
                <a:cs typeface="+mn-cs"/>
              </a:rPr>
              <a:t>QQ</a:t>
            </a:r>
            <a:r>
              <a:rPr lang="zh-CN" altLang="en-US" sz="1200" kern="1200" dirty="0" smtClean="0">
                <a:solidFill>
                  <a:schemeClr val="tx1"/>
                </a:solidFill>
                <a:effectLst/>
                <a:latin typeface="Arial" panose="020B0604020202020204" pitchFamily="34" charset="0"/>
                <a:ea typeface="+mn-ea"/>
                <a:cs typeface="+mn-cs"/>
              </a:rPr>
              <a:t>群号，通过多种渠道了解南信大，报考南信大。最后我想送给各位同学的是明年的秋天，我们在南信大等你。</a:t>
            </a:r>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这是</a:t>
            </a:r>
            <a:r>
              <a:rPr lang="en-US" altLang="zh-CN" dirty="0" smtClean="0"/>
              <a:t>2021</a:t>
            </a:r>
            <a:r>
              <a:rPr lang="zh-CN" altLang="en-US" dirty="0" smtClean="0"/>
              <a:t>年</a:t>
            </a:r>
            <a:r>
              <a:rPr lang="zh-CN" altLang="en-US" dirty="0"/>
              <a:t>学校官方高招群，建议感兴趣的同学们加入这个群。</a:t>
            </a:r>
            <a:endParaRPr lang="zh-CN" altLang="en-US" dirty="0"/>
          </a:p>
        </p:txBody>
      </p:sp>
      <p:sp>
        <p:nvSpPr>
          <p:cNvPr id="4" name="灯片编号占位符 3"/>
          <p:cNvSpPr>
            <a:spLocks noGrp="1"/>
          </p:cNvSpPr>
          <p:nvPr>
            <p:ph type="sldNum" sz="quarter" idx="5"/>
          </p:nvPr>
        </p:nvSpPr>
        <p:spPr/>
        <p:txBody>
          <a:bodyPr/>
          <a:lstStyle/>
          <a:p>
            <a:fld id="{A7F16D3E-E6C5-4906-8125-9DDBC04C6A67}" type="slidenum">
              <a:rPr lang="zh-CN" altLang="en-US" smtClean="0"/>
            </a:fld>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20688" y="1239838"/>
            <a:ext cx="5956300" cy="3351212"/>
          </a:xfrm>
        </p:spPr>
      </p:sp>
      <p:sp>
        <p:nvSpPr>
          <p:cNvPr id="3" name="备注占位符 2"/>
          <p:cNvSpPr>
            <a:spLocks noGrp="1"/>
          </p:cNvSpPr>
          <p:nvPr>
            <p:ph type="body" idx="1"/>
          </p:nvPr>
        </p:nvSpPr>
        <p:spPr>
          <a:xfrm>
            <a:off x="679451" y="4778377"/>
            <a:ext cx="5438775" cy="3908424"/>
          </a:xfrm>
          <a:prstGeom prst="rect">
            <a:avLst/>
          </a:prstGeom>
        </p:spPr>
        <p:txBody>
          <a:bodyPr/>
          <a:lstStyle/>
          <a:p>
            <a:r>
              <a:rPr lang="zh-CN" altLang="en-US" sz="1200" kern="1200" dirty="0" smtClean="0">
                <a:solidFill>
                  <a:schemeClr val="tx1"/>
                </a:solidFill>
                <a:effectLst/>
                <a:latin typeface="Arial" panose="020B0604020202020204" pitchFamily="34" charset="0"/>
                <a:ea typeface="+mn-ea"/>
                <a:cs typeface="+mn-cs"/>
              </a:rPr>
              <a:t>祝愿我们各位考生都能够考到理想的成绩，上到自己心仪的大学。</a:t>
            </a:r>
            <a:endParaRPr lang="zh-CN" altLang="en-US" sz="1200" kern="1200" dirty="0" smtClean="0">
              <a:solidFill>
                <a:schemeClr val="tx1"/>
              </a:solidFill>
              <a:effectLst/>
              <a:latin typeface="Arial" panose="020B0604020202020204" pitchFamily="34" charset="0"/>
              <a:ea typeface="+mn-ea"/>
              <a:cs typeface="+mn-cs"/>
            </a:endParaRPr>
          </a:p>
          <a:p>
            <a:r>
              <a:rPr lang="zh-CN" altLang="en-US" sz="1200" kern="1200" dirty="0" smtClean="0">
                <a:solidFill>
                  <a:schemeClr val="tx1"/>
                </a:solidFill>
                <a:effectLst/>
                <a:latin typeface="Arial" panose="020B0604020202020204" pitchFamily="34" charset="0"/>
                <a:ea typeface="+mn-ea"/>
                <a:cs typeface="+mn-cs"/>
              </a:rPr>
              <a:t>长江中下游地区第一所冬天集中供暖的学校</a:t>
            </a:r>
            <a:r>
              <a:rPr lang="en-US" altLang="zh-CN" sz="1200" kern="1200" dirty="0" smtClean="0">
                <a:solidFill>
                  <a:schemeClr val="tx1"/>
                </a:solidFill>
                <a:effectLst/>
                <a:latin typeface="Arial" panose="020B0604020202020204" pitchFamily="34" charset="0"/>
                <a:ea typeface="+mn-ea"/>
                <a:cs typeface="+mn-cs"/>
              </a:rPr>
              <a:t>——</a:t>
            </a:r>
            <a:r>
              <a:rPr lang="zh-CN" altLang="en-US" sz="1200" kern="1200" dirty="0" smtClean="0">
                <a:solidFill>
                  <a:schemeClr val="tx1"/>
                </a:solidFill>
                <a:effectLst/>
                <a:latin typeface="Arial" panose="020B0604020202020204" pitchFamily="34" charset="0"/>
                <a:ea typeface="+mn-ea"/>
                <a:cs typeface="+mn-cs"/>
              </a:rPr>
              <a:t>南京信息工程大学欢迎你们。</a:t>
            </a:r>
            <a:endParaRPr lang="zh-CN" altLang="en-US" sz="1200" kern="1200" dirty="0" smtClean="0">
              <a:solidFill>
                <a:schemeClr val="tx1"/>
              </a:solidFill>
              <a:effectLst/>
              <a:latin typeface="Arial" panose="020B0604020202020204" pitchFamily="34" charset="0"/>
              <a:ea typeface="+mn-ea"/>
              <a:cs typeface="+mn-cs"/>
            </a:endParaRPr>
          </a:p>
          <a:p>
            <a:endParaRPr lang="zh-CN" altLang="en-US" dirty="0"/>
          </a:p>
        </p:txBody>
      </p:sp>
      <p:sp>
        <p:nvSpPr>
          <p:cNvPr id="4" name="日期占位符 3"/>
          <p:cNvSpPr>
            <a:spLocks noGrp="1"/>
          </p:cNvSpPr>
          <p:nvPr>
            <p:ph type="dt" idx="10"/>
          </p:nvPr>
        </p:nvSpPr>
        <p:spPr/>
        <p:txBody>
          <a:bodyPr/>
          <a:lstStyle/>
          <a:p>
            <a:fld id="{F44BE6BE-92B6-4A05-99A6-B5515ADE9606}" type="datetime1">
              <a:rPr lang="zh-CN" altLang="en-US" smtClean="0"/>
            </a:fld>
            <a:endParaRPr lang="zh-CN" altLang="en-US" sz="1200"/>
          </a:p>
        </p:txBody>
      </p:sp>
      <p:sp>
        <p:nvSpPr>
          <p:cNvPr id="5" name="灯片编号占位符 4"/>
          <p:cNvSpPr>
            <a:spLocks noGrp="1"/>
          </p:cNvSpPr>
          <p:nvPr>
            <p:ph type="sldNum" sz="quarter" idx="11"/>
          </p:nvPr>
        </p:nvSpPr>
        <p:spPr/>
        <p:txBody>
          <a:bodyPr/>
          <a:lstStyle/>
          <a:p>
            <a:fld id="{AD140FC8-FBDB-4686-BA00-840C4739A870}" type="slidenum">
              <a:rPr lang="zh-CN" altLang="en-US" smtClean="0"/>
            </a:fld>
            <a:endParaRPr lang="zh-CN" altLang="en-US" sz="120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microsoft.com/office/2007/relationships/hdphoto" Target="../media/image5.wdp"/><Relationship Id="rId4" Type="http://schemas.openxmlformats.org/officeDocument/2006/relationships/image" Target="../media/image4.png"/><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36" y="0"/>
            <a:ext cx="12192000" cy="7416784"/>
          </a:xfrm>
          <a:prstGeom prst="rect">
            <a:avLst/>
          </a:prstGeom>
        </p:spPr>
      </p:pic>
      <p:sp>
        <p:nvSpPr>
          <p:cNvPr id="5" name="矩形 4"/>
          <p:cNvSpPr/>
          <p:nvPr userDrawn="1"/>
        </p:nvSpPr>
        <p:spPr bwMode="auto">
          <a:xfrm>
            <a:off x="7903" y="1898"/>
            <a:ext cx="12192000" cy="7414886"/>
          </a:xfrm>
          <a:prstGeom prst="rect">
            <a:avLst/>
          </a:prstGeom>
          <a:solidFill>
            <a:srgbClr val="002060">
              <a:alpha val="77000"/>
            </a:srgb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4200" b="0" i="0" u="none" strike="noStrike" cap="none" normalizeH="0" baseline="0" dirty="0">
              <a:ln>
                <a:noFill/>
              </a:ln>
              <a:solidFill>
                <a:srgbClr val="FFFFFF"/>
              </a:solidFill>
              <a:effectLst/>
              <a:latin typeface="黑体" panose="02010609060101010101" pitchFamily="49" charset="-122"/>
              <a:ea typeface="宋体" panose="02010600030101010101" pitchFamily="2" charset="-122"/>
              <a:sym typeface="微软雅黑" panose="020B0503020204020204" charset="-122"/>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EBB19516-E402-472D-9A54-AAB18EC0B0FB}" type="datetimeFigureOut">
              <a:rPr lang="zh-CN" altLang="en-US" smtClean="0"/>
            </a:fld>
            <a:endParaRPr lang="zh-CN" altLang="en-US" dirty="0"/>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dirty="0"/>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6DB11286-4FE3-40BB-A180-E9A6DC6690CC}" type="slidenum">
              <a:rPr lang="zh-CN" altLang="en-US" smtClean="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a:xfrm flipH="1">
            <a:off x="0" y="-11382"/>
            <a:ext cx="12212234" cy="6869382"/>
          </a:xfrm>
          <a:prstGeom prst="rect">
            <a:avLst/>
          </a:prstGeom>
        </p:spPr>
      </p:pic>
      <p:sp>
        <p:nvSpPr>
          <p:cNvPr id="22" name="矩形 21"/>
          <p:cNvSpPr/>
          <p:nvPr userDrawn="1"/>
        </p:nvSpPr>
        <p:spPr>
          <a:xfrm>
            <a:off x="0" y="-11382"/>
            <a:ext cx="12212234" cy="6869382"/>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pic>
        <p:nvPicPr>
          <p:cNvPr id="23" name="图片 22" descr="图片包含 游戏机&#10;&#10;描述已自动生成"/>
          <p:cNvPicPr>
            <a:picLocks noChangeAspect="1"/>
          </p:cNvPicPr>
          <p:nvPr userDrawn="1"/>
        </p:nvPicPr>
        <p:blipFill>
          <a:blip r:embed="rId4" cstate="print">
            <a:alphaModFix amt="12000"/>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5983357" y="-1074928"/>
            <a:ext cx="9363075" cy="9161715"/>
          </a:xfrm>
          <a:prstGeom prst="rect">
            <a:avLst/>
          </a:prstGeom>
        </p:spPr>
      </p:pic>
      <p:sp>
        <p:nvSpPr>
          <p:cNvPr id="8" name="任意多边形: 形状 7"/>
          <p:cNvSpPr/>
          <p:nvPr userDrawn="1"/>
        </p:nvSpPr>
        <p:spPr>
          <a:xfrm>
            <a:off x="0" y="-9501"/>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266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任意多边形: 形状 8"/>
          <p:cNvSpPr/>
          <p:nvPr userDrawn="1"/>
        </p:nvSpPr>
        <p:spPr>
          <a:xfrm flipH="1" flipV="1">
            <a:off x="11625942" y="6214360"/>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266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 name="矩形: 圆角 23"/>
          <p:cNvSpPr/>
          <p:nvPr userDrawn="1"/>
        </p:nvSpPr>
        <p:spPr>
          <a:xfrm>
            <a:off x="3666381" y="514806"/>
            <a:ext cx="5736564" cy="92098"/>
          </a:xfrm>
          <a:prstGeom prst="roundRect">
            <a:avLst>
              <a:gd name="adj" fmla="val 50000"/>
            </a:avLst>
          </a:prstGeom>
          <a:gradFill>
            <a:gsLst>
              <a:gs pos="0">
                <a:srgbClr val="2660AD"/>
              </a:gs>
              <a:gs pos="100000">
                <a:srgbClr val="2660AD">
                  <a:lumMod val="60000"/>
                  <a:lumOff val="4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p:cNvSpPr/>
          <p:nvPr userDrawn="1"/>
        </p:nvSpPr>
        <p:spPr>
          <a:xfrm flipH="1">
            <a:off x="9549298" y="514806"/>
            <a:ext cx="2515934" cy="92098"/>
          </a:xfrm>
          <a:prstGeom prst="roundRect">
            <a:avLst>
              <a:gd name="adj" fmla="val 50000"/>
            </a:avLst>
          </a:prstGeom>
          <a:gradFill flip="none" rotWithShape="1">
            <a:gsLst>
              <a:gs pos="0">
                <a:srgbClr val="EAC342">
                  <a:lumMod val="60000"/>
                  <a:lumOff val="40000"/>
                </a:srgbClr>
              </a:gs>
              <a:gs pos="100000">
                <a:srgbClr val="EAC342"/>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28"/>
          <p:cNvSpPr>
            <a:spLocks noGrp="1"/>
          </p:cNvSpPr>
          <p:nvPr>
            <p:ph type="body" sz="quarter" idx="10"/>
          </p:nvPr>
        </p:nvSpPr>
        <p:spPr>
          <a:xfrm>
            <a:off x="787785" y="330177"/>
            <a:ext cx="2516188" cy="457200"/>
          </a:xfrm>
          <a:prstGeom prst="rect">
            <a:avLst/>
          </a:prstGeom>
        </p:spPr>
        <p:txBody>
          <a:bodyPr/>
          <a:lstStyle>
            <a:lvl1pPr marL="0" indent="0">
              <a:buNone/>
              <a:defRPr/>
            </a:lvl1pPr>
          </a:lstStyle>
          <a:p>
            <a:pPr lvl="0"/>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21" name="图片 2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11382"/>
            <a:ext cx="12212234" cy="6869382"/>
          </a:xfrm>
          <a:prstGeom prst="rect">
            <a:avLst/>
          </a:prstGeom>
        </p:spPr>
      </p:pic>
      <p:sp>
        <p:nvSpPr>
          <p:cNvPr id="22" name="矩形 21"/>
          <p:cNvSpPr/>
          <p:nvPr userDrawn="1"/>
        </p:nvSpPr>
        <p:spPr>
          <a:xfrm>
            <a:off x="0" y="-11382"/>
            <a:ext cx="12212234" cy="6869382"/>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pic>
        <p:nvPicPr>
          <p:cNvPr id="23" name="图片 22" descr="图片包含 游戏机&#10;&#10;描述已自动生成"/>
          <p:cNvPicPr>
            <a:picLocks noChangeAspect="1"/>
          </p:cNvPicPr>
          <p:nvPr userDrawn="1"/>
        </p:nvPicPr>
        <p:blipFill>
          <a:blip r:embed="rId3" cstate="print">
            <a:alphaModFix amt="12000"/>
            <a:extLst>
              <a:ext uri="{28A0092B-C50C-407E-A947-70E740481C1C}">
                <a14:useLocalDpi xmlns:a14="http://schemas.microsoft.com/office/drawing/2010/main" val="0"/>
              </a:ext>
            </a:extLst>
          </a:blip>
          <a:stretch>
            <a:fillRect/>
          </a:stretch>
        </p:blipFill>
        <p:spPr>
          <a:xfrm>
            <a:off x="5983357" y="-1074928"/>
            <a:ext cx="9363075" cy="9161715"/>
          </a:xfrm>
          <a:prstGeom prst="rect">
            <a:avLst/>
          </a:prstGeom>
        </p:spPr>
      </p:pic>
      <p:sp>
        <p:nvSpPr>
          <p:cNvPr id="8" name="任意多边形: 形状 7"/>
          <p:cNvSpPr/>
          <p:nvPr userDrawn="1"/>
        </p:nvSpPr>
        <p:spPr>
          <a:xfrm>
            <a:off x="0" y="-9501"/>
            <a:ext cx="985019" cy="1136557"/>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266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任意多边形: 形状 8"/>
          <p:cNvSpPr/>
          <p:nvPr userDrawn="1"/>
        </p:nvSpPr>
        <p:spPr>
          <a:xfrm flipH="1" flipV="1">
            <a:off x="11625942" y="6214360"/>
            <a:ext cx="566057" cy="653141"/>
          </a:xfrm>
          <a:custGeom>
            <a:avLst/>
            <a:gdLst>
              <a:gd name="connsiteX0" fmla="*/ 392234 w 1013915"/>
              <a:gd name="connsiteY0" fmla="*/ 0 h 1169898"/>
              <a:gd name="connsiteX1" fmla="*/ 1013915 w 1013915"/>
              <a:gd name="connsiteY1" fmla="*/ 0 h 1169898"/>
              <a:gd name="connsiteX2" fmla="*/ 0 w 1013915"/>
              <a:gd name="connsiteY2" fmla="*/ 1169898 h 1169898"/>
              <a:gd name="connsiteX3" fmla="*/ 0 w 1013915"/>
              <a:gd name="connsiteY3" fmla="*/ 452576 h 1169898"/>
            </a:gdLst>
            <a:ahLst/>
            <a:cxnLst>
              <a:cxn ang="0">
                <a:pos x="connsiteX0" y="connsiteY0"/>
              </a:cxn>
              <a:cxn ang="0">
                <a:pos x="connsiteX1" y="connsiteY1"/>
              </a:cxn>
              <a:cxn ang="0">
                <a:pos x="connsiteX2" y="connsiteY2"/>
              </a:cxn>
              <a:cxn ang="0">
                <a:pos x="connsiteX3" y="connsiteY3"/>
              </a:cxn>
            </a:cxnLst>
            <a:rect l="l" t="t" r="r" b="b"/>
            <a:pathLst>
              <a:path w="1013915" h="1169898">
                <a:moveTo>
                  <a:pt x="392234" y="0"/>
                </a:moveTo>
                <a:lnTo>
                  <a:pt x="1013915" y="0"/>
                </a:lnTo>
                <a:lnTo>
                  <a:pt x="0" y="1169898"/>
                </a:lnTo>
                <a:lnTo>
                  <a:pt x="0" y="452576"/>
                </a:lnTo>
                <a:close/>
              </a:path>
            </a:pathLst>
          </a:custGeom>
          <a:solidFill>
            <a:srgbClr val="266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内容与标题">
    <p:bg>
      <p:bgPr>
        <a:gradFill>
          <a:gsLst>
            <a:gs pos="0">
              <a:srgbClr val="053951"/>
            </a:gs>
            <a:gs pos="90000">
              <a:srgbClr val="000F1E"/>
            </a:gs>
          </a:gsLst>
          <a:lin ang="5400000" scaled="1"/>
        </a:gra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advClick="0">
        <p:fade/>
      </p:transition>
    </mc:Choice>
    <mc:Fallback>
      <p:transition spd="med" advClick="0">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tags" Target="../tags/tag1.xml"/><Relationship Id="rId1" Type="http://schemas.openxmlformats.org/officeDocument/2006/relationships/image" Target="../media/image6.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12.jpeg"/><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3.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image" Target="../media/image15.jpeg"/><Relationship Id="rId7" Type="http://schemas.openxmlformats.org/officeDocument/2006/relationships/image" Target="../media/image14.png"/><Relationship Id="rId6" Type="http://schemas.openxmlformats.org/officeDocument/2006/relationships/image" Target="../media/image13.jpeg"/><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1" Type="http://schemas.openxmlformats.org/officeDocument/2006/relationships/notesSlide" Target="../notesSlides/notesSlide3.xml"/><Relationship Id="rId10" Type="http://schemas.openxmlformats.org/officeDocument/2006/relationships/slideLayout" Target="../slideLayouts/slide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9" Type="http://schemas.openxmlformats.org/officeDocument/2006/relationships/diagramColors" Target="../diagrams/colors3.xml"/><Relationship Id="rId8" Type="http://schemas.openxmlformats.org/officeDocument/2006/relationships/diagramQuickStyle" Target="../diagrams/quickStyle3.xml"/><Relationship Id="rId7" Type="http://schemas.openxmlformats.org/officeDocument/2006/relationships/diagramLayout" Target="../diagrams/layout3.xml"/><Relationship Id="rId6" Type="http://schemas.openxmlformats.org/officeDocument/2006/relationships/diagramData" Target="../diagrams/data3.xml"/><Relationship Id="rId5" Type="http://schemas.microsoft.com/office/2007/relationships/diagramDrawing" Target="../diagrams/drawing2.xml"/><Relationship Id="rId4" Type="http://schemas.openxmlformats.org/officeDocument/2006/relationships/diagramColors" Target="../diagrams/colors2.xml"/><Relationship Id="rId32" Type="http://schemas.openxmlformats.org/officeDocument/2006/relationships/notesSlide" Target="../notesSlides/notesSlide4.xml"/><Relationship Id="rId31" Type="http://schemas.openxmlformats.org/officeDocument/2006/relationships/slideLayout" Target="../slideLayouts/slideLayout1.xml"/><Relationship Id="rId30" Type="http://schemas.microsoft.com/office/2007/relationships/diagramDrawing" Target="../diagrams/drawing7.xml"/><Relationship Id="rId3" Type="http://schemas.openxmlformats.org/officeDocument/2006/relationships/diagramQuickStyle" Target="../diagrams/quickStyle2.xml"/><Relationship Id="rId29" Type="http://schemas.openxmlformats.org/officeDocument/2006/relationships/diagramColors" Target="../diagrams/colors7.xml"/><Relationship Id="rId28" Type="http://schemas.openxmlformats.org/officeDocument/2006/relationships/diagramQuickStyle" Target="../diagrams/quickStyle7.xml"/><Relationship Id="rId27" Type="http://schemas.openxmlformats.org/officeDocument/2006/relationships/diagramLayout" Target="../diagrams/layout7.xml"/><Relationship Id="rId26" Type="http://schemas.openxmlformats.org/officeDocument/2006/relationships/diagramData" Target="../diagrams/data7.xml"/><Relationship Id="rId25" Type="http://schemas.microsoft.com/office/2007/relationships/diagramDrawing" Target="../diagrams/drawing6.xml"/><Relationship Id="rId24" Type="http://schemas.openxmlformats.org/officeDocument/2006/relationships/diagramColors" Target="../diagrams/colors6.xml"/><Relationship Id="rId23" Type="http://schemas.openxmlformats.org/officeDocument/2006/relationships/diagramQuickStyle" Target="../diagrams/quickStyle6.xml"/><Relationship Id="rId22" Type="http://schemas.openxmlformats.org/officeDocument/2006/relationships/diagramLayout" Target="../diagrams/layout6.xml"/><Relationship Id="rId21" Type="http://schemas.openxmlformats.org/officeDocument/2006/relationships/diagramData" Target="../diagrams/data6.xml"/><Relationship Id="rId20" Type="http://schemas.microsoft.com/office/2007/relationships/diagramDrawing" Target="../diagrams/drawing5.xml"/><Relationship Id="rId2" Type="http://schemas.openxmlformats.org/officeDocument/2006/relationships/diagramLayout" Target="../diagrams/layout2.xml"/><Relationship Id="rId19" Type="http://schemas.openxmlformats.org/officeDocument/2006/relationships/diagramColors" Target="../diagrams/colors5.xml"/><Relationship Id="rId18" Type="http://schemas.openxmlformats.org/officeDocument/2006/relationships/diagramQuickStyle" Target="../diagrams/quickStyle5.xml"/><Relationship Id="rId17" Type="http://schemas.openxmlformats.org/officeDocument/2006/relationships/diagramLayout" Target="../diagrams/layout5.xml"/><Relationship Id="rId16" Type="http://schemas.openxmlformats.org/officeDocument/2006/relationships/diagramData" Target="../diagrams/data5.xml"/><Relationship Id="rId15" Type="http://schemas.microsoft.com/office/2007/relationships/diagramDrawing" Target="../diagrams/drawing4.xml"/><Relationship Id="rId14" Type="http://schemas.openxmlformats.org/officeDocument/2006/relationships/diagramColors" Target="../diagrams/colors4.xml"/><Relationship Id="rId13" Type="http://schemas.openxmlformats.org/officeDocument/2006/relationships/diagramQuickStyle" Target="../diagrams/quickStyle4.xml"/><Relationship Id="rId12" Type="http://schemas.openxmlformats.org/officeDocument/2006/relationships/diagramLayout" Target="../diagrams/layout4.xml"/><Relationship Id="rId11" Type="http://schemas.openxmlformats.org/officeDocument/2006/relationships/diagramData" Target="../diagrams/data4.xml"/><Relationship Id="rId10" Type="http://schemas.microsoft.com/office/2007/relationships/diagramDrawing" Target="../diagrams/drawing3.xml"/><Relationship Id="rId1"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xml"/><Relationship Id="rId5" Type="http://schemas.microsoft.com/office/2007/relationships/diagramDrawing" Target="../diagrams/drawing8.xml"/><Relationship Id="rId4" Type="http://schemas.openxmlformats.org/officeDocument/2006/relationships/diagramColors" Target="../diagrams/colors8.xml"/><Relationship Id="rId3" Type="http://schemas.openxmlformats.org/officeDocument/2006/relationships/diagramQuickStyle" Target="../diagrams/quickStyle8.xml"/><Relationship Id="rId2" Type="http://schemas.openxmlformats.org/officeDocument/2006/relationships/diagramLayout" Target="../diagrams/layout8.xml"/><Relationship Id="rId1" Type="http://schemas.openxmlformats.org/officeDocument/2006/relationships/diagramData" Target="../diagrams/data8.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microsoft.com/office/2007/relationships/hdphoto" Target="../media/image18.wdp"/><Relationship Id="rId1"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1.xml"/><Relationship Id="rId5" Type="http://schemas.microsoft.com/office/2007/relationships/diagramDrawing" Target="../diagrams/drawing9.xml"/><Relationship Id="rId4" Type="http://schemas.openxmlformats.org/officeDocument/2006/relationships/diagramColors" Target="../diagrams/colors9.xml"/><Relationship Id="rId3" Type="http://schemas.openxmlformats.org/officeDocument/2006/relationships/diagramQuickStyle" Target="../diagrams/quickStyle9.xml"/><Relationship Id="rId2" Type="http://schemas.openxmlformats.org/officeDocument/2006/relationships/diagramLayout" Target="../diagrams/layout9.xml"/><Relationship Id="rId1" Type="http://schemas.openxmlformats.org/officeDocument/2006/relationships/diagramData" Target="../diagrams/data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23.jpeg"/><Relationship Id="rId3" Type="http://schemas.openxmlformats.org/officeDocument/2006/relationships/image" Target="../media/image22.jpeg"/><Relationship Id="rId2" Type="http://schemas.microsoft.com/office/2007/relationships/hdphoto" Target="../media/image21.wdp"/><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9" Type="http://schemas.openxmlformats.org/officeDocument/2006/relationships/diagramColors" Target="../diagrams/colors11.xml"/><Relationship Id="rId8" Type="http://schemas.openxmlformats.org/officeDocument/2006/relationships/diagramQuickStyle" Target="../diagrams/quickStyle11.xml"/><Relationship Id="rId7" Type="http://schemas.openxmlformats.org/officeDocument/2006/relationships/diagramLayout" Target="../diagrams/layout11.xml"/><Relationship Id="rId6" Type="http://schemas.openxmlformats.org/officeDocument/2006/relationships/diagramData" Target="../diagrams/data11.xml"/><Relationship Id="rId5" Type="http://schemas.microsoft.com/office/2007/relationships/diagramDrawing" Target="../diagrams/drawing10.xml"/><Relationship Id="rId4" Type="http://schemas.openxmlformats.org/officeDocument/2006/relationships/diagramColors" Target="../diagrams/colors10.xml"/><Relationship Id="rId3" Type="http://schemas.openxmlformats.org/officeDocument/2006/relationships/diagramQuickStyle" Target="../diagrams/quickStyle10.xml"/><Relationship Id="rId2" Type="http://schemas.openxmlformats.org/officeDocument/2006/relationships/diagramLayout" Target="../diagrams/layout10.xml"/><Relationship Id="rId12" Type="http://schemas.openxmlformats.org/officeDocument/2006/relationships/notesSlide" Target="../notesSlides/notesSlide12.xml"/><Relationship Id="rId11" Type="http://schemas.openxmlformats.org/officeDocument/2006/relationships/slideLayout" Target="../slideLayouts/slideLayout1.xml"/><Relationship Id="rId10" Type="http://schemas.microsoft.com/office/2007/relationships/diagramDrawing" Target="../diagrams/drawing11.xml"/><Relationship Id="rId1" Type="http://schemas.openxmlformats.org/officeDocument/2006/relationships/diagramData" Target="../diagrams/data10.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image" Target="../media/image24.jpeg"/></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image" Target="../media/image25.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xml"/><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image" Target="../media/image26.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9" Type="http://schemas.microsoft.com/office/2007/relationships/hdphoto" Target="../media/image37.wdp"/><Relationship Id="rId8" Type="http://schemas.openxmlformats.org/officeDocument/2006/relationships/image" Target="../media/image36.png"/><Relationship Id="rId7" Type="http://schemas.openxmlformats.org/officeDocument/2006/relationships/image" Target="../media/image35.jpeg"/><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png"/><Relationship Id="rId3" Type="http://schemas.openxmlformats.org/officeDocument/2006/relationships/image" Target="../media/image31.png"/><Relationship Id="rId2" Type="http://schemas.microsoft.com/office/2007/relationships/hdphoto" Target="../media/image30.wdp"/><Relationship Id="rId12" Type="http://schemas.openxmlformats.org/officeDocument/2006/relationships/notesSlide" Target="../notesSlides/notesSlide20.xml"/><Relationship Id="rId11" Type="http://schemas.openxmlformats.org/officeDocument/2006/relationships/slideLayout" Target="../slideLayouts/slideLayout1.xml"/><Relationship Id="rId10" Type="http://schemas.openxmlformats.org/officeDocument/2006/relationships/image" Target="../media/image38.jpeg"/><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jpeg"/><Relationship Id="rId4" Type="http://schemas.openxmlformats.org/officeDocument/2006/relationships/image" Target="../media/image42.png"/><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image" Target="../media/image39.jpeg"/></Relationships>
</file>

<file path=ppt/slides/_rels/slide22.xml.rels><?xml version="1.0" encoding="UTF-8" standalone="yes"?>
<Relationships xmlns="http://schemas.openxmlformats.org/package/2006/relationships"><Relationship Id="rId9" Type="http://schemas.openxmlformats.org/officeDocument/2006/relationships/image" Target="../media/image53.jpeg"/><Relationship Id="rId8" Type="http://schemas.openxmlformats.org/officeDocument/2006/relationships/image" Target="../media/image52.jpeg"/><Relationship Id="rId7" Type="http://schemas.openxmlformats.org/officeDocument/2006/relationships/image" Target="../media/image51.png"/><Relationship Id="rId6" Type="http://schemas.openxmlformats.org/officeDocument/2006/relationships/image" Target="../media/image50.png"/><Relationship Id="rId5" Type="http://schemas.openxmlformats.org/officeDocument/2006/relationships/image" Target="../media/image49.png"/><Relationship Id="rId4" Type="http://schemas.microsoft.com/office/2007/relationships/hdphoto" Target="../media/image48.wdp"/><Relationship Id="rId3" Type="http://schemas.openxmlformats.org/officeDocument/2006/relationships/image" Target="../media/image47.png"/><Relationship Id="rId2" Type="http://schemas.microsoft.com/office/2007/relationships/hdphoto" Target="../media/image46.wdp"/><Relationship Id="rId11" Type="http://schemas.openxmlformats.org/officeDocument/2006/relationships/notesSlide" Target="../notesSlides/notesSlide22.xml"/><Relationship Id="rId10" Type="http://schemas.openxmlformats.org/officeDocument/2006/relationships/slideLayout" Target="../slideLayouts/slideLayout1.xml"/><Relationship Id="rId1" Type="http://schemas.openxmlformats.org/officeDocument/2006/relationships/image" Target="../media/image45.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61.jpeg"/><Relationship Id="rId7" Type="http://schemas.openxmlformats.org/officeDocument/2006/relationships/image" Target="../media/image60.jpeg"/><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jpeg"/><Relationship Id="rId2" Type="http://schemas.openxmlformats.org/officeDocument/2006/relationships/image" Target="../media/image55.png"/><Relationship Id="rId10" Type="http://schemas.openxmlformats.org/officeDocument/2006/relationships/notesSlide" Target="../notesSlides/notesSlide23.xml"/><Relationship Id="rId1" Type="http://schemas.openxmlformats.org/officeDocument/2006/relationships/image" Target="../media/image54.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xml"/><Relationship Id="rId4" Type="http://schemas.openxmlformats.org/officeDocument/2006/relationships/image" Target="../media/image64.jpeg"/><Relationship Id="rId3" Type="http://schemas.openxmlformats.org/officeDocument/2006/relationships/tags" Target="../tags/tag4.xml"/><Relationship Id="rId2" Type="http://schemas.openxmlformats.org/officeDocument/2006/relationships/image" Target="../media/image63.png"/><Relationship Id="rId1" Type="http://schemas.openxmlformats.org/officeDocument/2006/relationships/image" Target="../media/image62.jpeg"/></Relationships>
</file>

<file path=ppt/slides/_rels/slide25.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microsoft.com/office/2007/relationships/hdphoto" Target="../media/image67.wdp"/><Relationship Id="rId5" Type="http://schemas.openxmlformats.org/officeDocument/2006/relationships/image" Target="../media/image66.png"/><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1" Type="http://schemas.openxmlformats.org/officeDocument/2006/relationships/notesSlide" Target="../notesSlides/notesSlide25.xml"/><Relationship Id="rId10" Type="http://schemas.openxmlformats.org/officeDocument/2006/relationships/slideLayout" Target="../slideLayouts/slideLayout4.xml"/><Relationship Id="rId1" Type="http://schemas.openxmlformats.org/officeDocument/2006/relationships/image" Target="../media/image65.jpeg"/></Relationships>
</file>

<file path=ppt/slides/_rels/slide26.xml.rels><?xml version="1.0" encoding="UTF-8" standalone="yes"?>
<Relationships xmlns="http://schemas.openxmlformats.org/package/2006/relationships"><Relationship Id="rId9" Type="http://schemas.openxmlformats.org/officeDocument/2006/relationships/image" Target="../media/image76.jpeg"/><Relationship Id="rId8" Type="http://schemas.openxmlformats.org/officeDocument/2006/relationships/image" Target="../media/image75.jpeg"/><Relationship Id="rId7" Type="http://schemas.openxmlformats.org/officeDocument/2006/relationships/image" Target="../media/image74.jpeg"/><Relationship Id="rId6" Type="http://schemas.openxmlformats.org/officeDocument/2006/relationships/image" Target="../media/image73.png"/><Relationship Id="rId5" Type="http://schemas.openxmlformats.org/officeDocument/2006/relationships/image" Target="../media/image72.jpeg"/><Relationship Id="rId4" Type="http://schemas.openxmlformats.org/officeDocument/2006/relationships/image" Target="../media/image71.jpeg"/><Relationship Id="rId3" Type="http://schemas.openxmlformats.org/officeDocument/2006/relationships/image" Target="../media/image70.jpeg"/><Relationship Id="rId2" Type="http://schemas.openxmlformats.org/officeDocument/2006/relationships/image" Target="../media/image69.jpeg"/><Relationship Id="rId17" Type="http://schemas.openxmlformats.org/officeDocument/2006/relationships/notesSlide" Target="../notesSlides/notesSlide26.xml"/><Relationship Id="rId16" Type="http://schemas.openxmlformats.org/officeDocument/2006/relationships/slideLayout" Target="../slideLayouts/slideLayout1.xml"/><Relationship Id="rId15" Type="http://schemas.openxmlformats.org/officeDocument/2006/relationships/image" Target="../media/image82.jpeg"/><Relationship Id="rId14" Type="http://schemas.openxmlformats.org/officeDocument/2006/relationships/image" Target="../media/image81.jpeg"/><Relationship Id="rId13" Type="http://schemas.openxmlformats.org/officeDocument/2006/relationships/image" Target="../media/image80.jpeg"/><Relationship Id="rId12" Type="http://schemas.openxmlformats.org/officeDocument/2006/relationships/image" Target="../media/image79.jpeg"/><Relationship Id="rId11" Type="http://schemas.openxmlformats.org/officeDocument/2006/relationships/image" Target="../media/image78.jpeg"/><Relationship Id="rId10" Type="http://schemas.openxmlformats.org/officeDocument/2006/relationships/image" Target="../media/image77.jpeg"/><Relationship Id="rId1" Type="http://schemas.openxmlformats.org/officeDocument/2006/relationships/image" Target="../media/image68.jpeg"/></Relationships>
</file>

<file path=ppt/slides/_rels/slide27.xml.rels><?xml version="1.0" encoding="UTF-8" standalone="yes"?>
<Relationships xmlns="http://schemas.openxmlformats.org/package/2006/relationships"><Relationship Id="rId9" Type="http://schemas.openxmlformats.org/officeDocument/2006/relationships/tags" Target="../tags/tag15.xml"/><Relationship Id="rId8" Type="http://schemas.microsoft.com/office/2007/relationships/hdphoto" Target="../media/image67.wdp"/><Relationship Id="rId7" Type="http://schemas.openxmlformats.org/officeDocument/2006/relationships/image" Target="../media/image66.png"/><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microsoft.com/office/2007/relationships/hdphoto" Target="../media/image84.wdp"/><Relationship Id="rId12" Type="http://schemas.openxmlformats.org/officeDocument/2006/relationships/notesSlide" Target="../notesSlides/notesSlide27.xml"/><Relationship Id="rId11" Type="http://schemas.openxmlformats.org/officeDocument/2006/relationships/slideLayout" Target="../slideLayouts/slideLayout2.xml"/><Relationship Id="rId10" Type="http://schemas.openxmlformats.org/officeDocument/2006/relationships/tags" Target="../tags/tag16.xml"/><Relationship Id="rId1" Type="http://schemas.openxmlformats.org/officeDocument/2006/relationships/image" Target="../media/image83.jpeg"/></Relationships>
</file>

<file path=ppt/slides/_rels/slide28.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microsoft.com/office/2007/relationships/hdphoto" Target="../media/image67.wdp"/><Relationship Id="rId6" Type="http://schemas.openxmlformats.org/officeDocument/2006/relationships/image" Target="../media/image66.png"/><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1" Type="http://schemas.openxmlformats.org/officeDocument/2006/relationships/notesSlide" Target="../notesSlides/notesSlide28.xml"/><Relationship Id="rId10" Type="http://schemas.openxmlformats.org/officeDocument/2006/relationships/slideLayout" Target="../slideLayouts/slideLayout2.xml"/><Relationship Id="rId1" Type="http://schemas.openxmlformats.org/officeDocument/2006/relationships/image" Target="../media/image85.jpeg"/></Relationships>
</file>

<file path=ppt/slides/_rels/slide29.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microsoft.com/office/2007/relationships/hdphoto" Target="../media/image67.wdp"/><Relationship Id="rId6" Type="http://schemas.openxmlformats.org/officeDocument/2006/relationships/image" Target="../media/image66.png"/><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1" Type="http://schemas.openxmlformats.org/officeDocument/2006/relationships/notesSlide" Target="../notesSlides/notesSlide29.xml"/><Relationship Id="rId10" Type="http://schemas.openxmlformats.org/officeDocument/2006/relationships/slideLayout" Target="../slideLayouts/slideLayout2.xml"/><Relationship Id="rId1" Type="http://schemas.openxmlformats.org/officeDocument/2006/relationships/image" Target="../media/image86.jpeg"/></Relationships>
</file>

<file path=ppt/slides/_rels/slide30.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microsoft.com/office/2007/relationships/hdphoto" Target="../media/image67.wdp"/><Relationship Id="rId6" Type="http://schemas.openxmlformats.org/officeDocument/2006/relationships/image" Target="../media/image66.png"/><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1" Type="http://schemas.openxmlformats.org/officeDocument/2006/relationships/notesSlide" Target="../notesSlides/notesSlide30.xml"/><Relationship Id="rId10" Type="http://schemas.openxmlformats.org/officeDocument/2006/relationships/slideLayout" Target="../slideLayouts/slideLayout2.xml"/><Relationship Id="rId1" Type="http://schemas.openxmlformats.org/officeDocument/2006/relationships/image" Target="../media/image87.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37.xml"/><Relationship Id="rId7" Type="http://schemas.openxmlformats.org/officeDocument/2006/relationships/image" Target="../media/image90.png"/><Relationship Id="rId6" Type="http://schemas.openxmlformats.org/officeDocument/2006/relationships/image" Target="../media/image89.png"/><Relationship Id="rId5" Type="http://schemas.openxmlformats.org/officeDocument/2006/relationships/image" Target="../media/image1.svg"/><Relationship Id="rId4" Type="http://schemas.openxmlformats.org/officeDocument/2006/relationships/image" Target="../media/image88.png"/><Relationship Id="rId3" Type="http://schemas.openxmlformats.org/officeDocument/2006/relationships/tags" Target="../tags/tag36.xml"/><Relationship Id="rId2" Type="http://schemas.openxmlformats.org/officeDocument/2006/relationships/tags" Target="../tags/tag35.xml"/><Relationship Id="rId10" Type="http://schemas.openxmlformats.org/officeDocument/2006/relationships/notesSlide" Target="../notesSlides/notesSlide32.xml"/><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9" Type="http://schemas.openxmlformats.org/officeDocument/2006/relationships/image" Target="../media/image99.jpeg"/><Relationship Id="rId8" Type="http://schemas.openxmlformats.org/officeDocument/2006/relationships/image" Target="../media/image98.jpeg"/><Relationship Id="rId7" Type="http://schemas.openxmlformats.org/officeDocument/2006/relationships/image" Target="../media/image97.jpeg"/><Relationship Id="rId6" Type="http://schemas.openxmlformats.org/officeDocument/2006/relationships/image" Target="../media/image96.jpeg"/><Relationship Id="rId5" Type="http://schemas.openxmlformats.org/officeDocument/2006/relationships/image" Target="../media/image95.jpeg"/><Relationship Id="rId4" Type="http://schemas.openxmlformats.org/officeDocument/2006/relationships/image" Target="../media/image94.jpeg"/><Relationship Id="rId3" Type="http://schemas.openxmlformats.org/officeDocument/2006/relationships/image" Target="../media/image93.jpeg"/><Relationship Id="rId2" Type="http://schemas.openxmlformats.org/officeDocument/2006/relationships/image" Target="../media/image92.jpeg"/><Relationship Id="rId12" Type="http://schemas.openxmlformats.org/officeDocument/2006/relationships/notesSlide" Target="../notesSlides/notesSlide33.xml"/><Relationship Id="rId11" Type="http://schemas.openxmlformats.org/officeDocument/2006/relationships/slideLayout" Target="../slideLayouts/slideLayout1.xml"/><Relationship Id="rId10" Type="http://schemas.openxmlformats.org/officeDocument/2006/relationships/image" Target="../media/image100.jpeg"/><Relationship Id="rId1" Type="http://schemas.openxmlformats.org/officeDocument/2006/relationships/image" Target="../media/image91.jpeg"/></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slideLayout" Target="../slideLayouts/slideLayout1.xml"/><Relationship Id="rId5" Type="http://schemas.openxmlformats.org/officeDocument/2006/relationships/image" Target="../media/image105.jpeg"/><Relationship Id="rId4" Type="http://schemas.openxmlformats.org/officeDocument/2006/relationships/image" Target="../media/image104.jpeg"/><Relationship Id="rId3" Type="http://schemas.openxmlformats.org/officeDocument/2006/relationships/image" Target="../media/image103.jpeg"/><Relationship Id="rId2" Type="http://schemas.microsoft.com/office/2007/relationships/hdphoto" Target="../media/image102.wdp"/><Relationship Id="rId1" Type="http://schemas.openxmlformats.org/officeDocument/2006/relationships/image" Target="../media/image101.png"/></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5.xml"/><Relationship Id="rId6" Type="http://schemas.openxmlformats.org/officeDocument/2006/relationships/slideLayout" Target="../slideLayouts/slideLayout1.xml"/><Relationship Id="rId5" Type="http://schemas.openxmlformats.org/officeDocument/2006/relationships/image" Target="../media/image110.png"/><Relationship Id="rId4" Type="http://schemas.openxmlformats.org/officeDocument/2006/relationships/image" Target="../media/image109.png"/><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image" Target="../media/image106.png"/></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13.jpeg"/><Relationship Id="rId7" Type="http://schemas.openxmlformats.org/officeDocument/2006/relationships/image" Target="../media/image112.jpeg"/><Relationship Id="rId6" Type="http://schemas.openxmlformats.org/officeDocument/2006/relationships/image" Target="../media/image111.jpeg"/><Relationship Id="rId5" Type="http://schemas.microsoft.com/office/2007/relationships/diagramDrawing" Target="../diagrams/drawing14.xml"/><Relationship Id="rId4" Type="http://schemas.openxmlformats.org/officeDocument/2006/relationships/diagramColors" Target="../diagrams/colors14.xml"/><Relationship Id="rId3" Type="http://schemas.openxmlformats.org/officeDocument/2006/relationships/diagramQuickStyle" Target="../diagrams/quickStyle14.xml"/><Relationship Id="rId2" Type="http://schemas.openxmlformats.org/officeDocument/2006/relationships/diagramLayout" Target="../diagrams/layout14.xml"/><Relationship Id="rId10" Type="http://schemas.openxmlformats.org/officeDocument/2006/relationships/notesSlide" Target="../notesSlides/notesSlide36.xml"/><Relationship Id="rId1" Type="http://schemas.openxmlformats.org/officeDocument/2006/relationships/diagramData" Target="../diagrams/data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748" y="0"/>
            <a:ext cx="12192000" cy="6858000"/>
          </a:xfrm>
          <a:prstGeom prst="rect">
            <a:avLst/>
          </a:prstGeom>
        </p:spPr>
      </p:pic>
      <p:pic>
        <p:nvPicPr>
          <p:cNvPr id="8" name="图片 7"/>
          <p:cNvPicPr>
            <a:picLocks noChangeAspect="1"/>
          </p:cNvPicPr>
          <p:nvPr>
            <p:custDataLst>
              <p:tags r:id="rId2"/>
            </p:custDataLst>
          </p:nvPr>
        </p:nvPicPr>
        <p:blipFill>
          <a:blip r:embed="rId3" cstate="print">
            <a:extLst>
              <a:ext uri="{28A0092B-C50C-407E-A947-70E740481C1C}">
                <a14:useLocalDpi xmlns:a14="http://schemas.microsoft.com/office/drawing/2010/main" val="0"/>
              </a:ext>
            </a:extLst>
          </a:blip>
          <a:stretch>
            <a:fillRect/>
          </a:stretch>
        </p:blipFill>
        <p:spPr>
          <a:xfrm>
            <a:off x="9740515" y="188312"/>
            <a:ext cx="1626480" cy="159150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250" advClick="0">
        <p14:reveal/>
      </p:transition>
    </mc:Choice>
    <mc:Fallback>
      <p:transition spd="slow" advClick="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91699" y="350865"/>
            <a:ext cx="6987540" cy="768350"/>
            <a:chOff x="2687972" y="523973"/>
            <a:chExt cx="6987540" cy="768350"/>
          </a:xfrm>
        </p:grpSpPr>
        <p:sp>
          <p:nvSpPr>
            <p:cNvPr id="20" name="圆角矩形 19"/>
            <p:cNvSpPr/>
            <p:nvPr/>
          </p:nvSpPr>
          <p:spPr bwMode="auto">
            <a:xfrm>
              <a:off x="2687972" y="523973"/>
              <a:ext cx="6924675"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23" name="文本框 22"/>
            <p:cNvSpPr txBox="1"/>
            <p:nvPr/>
          </p:nvSpPr>
          <p:spPr>
            <a:xfrm>
              <a:off x="2687972" y="555014"/>
              <a:ext cx="6987540" cy="706755"/>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NO.1</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a:t>
              </a:r>
              <a:r>
                <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rPr>
                <a:t>最卓越：百</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强名校底蕴深</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grpSp>
      <p:sp>
        <p:nvSpPr>
          <p:cNvPr id="83" name="Freeform 5"/>
          <p:cNvSpPr/>
          <p:nvPr/>
        </p:nvSpPr>
        <p:spPr bwMode="auto">
          <a:xfrm rot="21214418">
            <a:off x="-330016" y="3248735"/>
            <a:ext cx="12958061" cy="1725923"/>
          </a:xfrm>
          <a:custGeom>
            <a:avLst/>
            <a:gdLst>
              <a:gd name="T0" fmla="*/ 0 w 2000"/>
              <a:gd name="T1" fmla="*/ 797 h 797"/>
              <a:gd name="T2" fmla="*/ 2000 w 2000"/>
              <a:gd name="T3" fmla="*/ 52 h 797"/>
              <a:gd name="T4" fmla="*/ 2000 w 2000"/>
              <a:gd name="T5" fmla="*/ 0 h 797"/>
              <a:gd name="T6" fmla="*/ 0 w 2000"/>
              <a:gd name="T7" fmla="*/ 427 h 797"/>
              <a:gd name="T8" fmla="*/ 0 w 2000"/>
              <a:gd name="T9" fmla="*/ 797 h 797"/>
            </a:gdLst>
            <a:ahLst/>
            <a:cxnLst>
              <a:cxn ang="0">
                <a:pos x="T0" y="T1"/>
              </a:cxn>
              <a:cxn ang="0">
                <a:pos x="T2" y="T3"/>
              </a:cxn>
              <a:cxn ang="0">
                <a:pos x="T4" y="T5"/>
              </a:cxn>
              <a:cxn ang="0">
                <a:pos x="T6" y="T7"/>
              </a:cxn>
              <a:cxn ang="0">
                <a:pos x="T8" y="T9"/>
              </a:cxn>
            </a:cxnLst>
            <a:rect l="0" t="0" r="r" b="b"/>
            <a:pathLst>
              <a:path w="2000" h="797">
                <a:moveTo>
                  <a:pt x="0" y="797"/>
                </a:moveTo>
                <a:cubicBezTo>
                  <a:pt x="626" y="406"/>
                  <a:pt x="1307" y="151"/>
                  <a:pt x="2000" y="52"/>
                </a:cubicBezTo>
                <a:cubicBezTo>
                  <a:pt x="2000" y="0"/>
                  <a:pt x="2000" y="0"/>
                  <a:pt x="2000" y="0"/>
                </a:cubicBezTo>
                <a:cubicBezTo>
                  <a:pt x="1312" y="52"/>
                  <a:pt x="634" y="197"/>
                  <a:pt x="0" y="427"/>
                </a:cubicBezTo>
                <a:lnTo>
                  <a:pt x="0" y="797"/>
                </a:lnTo>
                <a:close/>
              </a:path>
            </a:pathLst>
          </a:custGeom>
          <a:solidFill>
            <a:schemeClr val="bg1">
              <a:lumMod val="95000"/>
              <a:alpha val="45000"/>
            </a:schemeClr>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Century Gothic" panose="020B0502020202020204" pitchFamily="34" charset="0"/>
              <a:ea typeface="等线" panose="02010600030101010101" pitchFamily="2" charset="-122"/>
              <a:sym typeface="Century Gothic" panose="020B0502020202020204" pitchFamily="34" charset="0"/>
            </a:endParaRPr>
          </a:p>
        </p:txBody>
      </p:sp>
      <p:grpSp>
        <p:nvGrpSpPr>
          <p:cNvPr id="4" name="组合 3"/>
          <p:cNvGrpSpPr/>
          <p:nvPr/>
        </p:nvGrpSpPr>
        <p:grpSpPr>
          <a:xfrm>
            <a:off x="414952" y="3389782"/>
            <a:ext cx="2044149" cy="3396983"/>
            <a:chOff x="414952" y="3389782"/>
            <a:chExt cx="2044149" cy="3396983"/>
          </a:xfrm>
        </p:grpSpPr>
        <p:grpSp>
          <p:nvGrpSpPr>
            <p:cNvPr id="16" name="组合 15"/>
            <p:cNvGrpSpPr/>
            <p:nvPr/>
          </p:nvGrpSpPr>
          <p:grpSpPr>
            <a:xfrm>
              <a:off x="799760" y="5350431"/>
              <a:ext cx="1370817" cy="1436334"/>
              <a:chOff x="739733" y="5497441"/>
              <a:chExt cx="1370817" cy="1436334"/>
            </a:xfrm>
          </p:grpSpPr>
          <p:sp>
            <p:nvSpPr>
              <p:cNvPr id="30" name="矩形: 圆角 17"/>
              <p:cNvSpPr/>
              <p:nvPr/>
            </p:nvSpPr>
            <p:spPr>
              <a:xfrm>
                <a:off x="739733" y="5497441"/>
                <a:ext cx="1370817" cy="1436334"/>
              </a:xfrm>
              <a:prstGeom prst="round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pic>
            <p:nvPicPr>
              <p:cNvPr id="66" name="图片 6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795142" y="5546957"/>
                <a:ext cx="1260000" cy="1334265"/>
              </a:xfrm>
              <a:custGeom>
                <a:avLst/>
                <a:gdLst>
                  <a:gd name="connsiteX0" fmla="*/ 142536 w 1180686"/>
                  <a:gd name="connsiteY0" fmla="*/ 0 h 1223597"/>
                  <a:gd name="connsiteX1" fmla="*/ 1038150 w 1180686"/>
                  <a:gd name="connsiteY1" fmla="*/ 0 h 1223597"/>
                  <a:gd name="connsiteX2" fmla="*/ 1060499 w 1180686"/>
                  <a:gd name="connsiteY2" fmla="*/ 6938 h 1223597"/>
                  <a:gd name="connsiteX3" fmla="*/ 1180686 w 1180686"/>
                  <a:gd name="connsiteY3" fmla="*/ 188258 h 1223597"/>
                  <a:gd name="connsiteX4" fmla="*/ 1180686 w 1180686"/>
                  <a:gd name="connsiteY4" fmla="*/ 1026812 h 1223597"/>
                  <a:gd name="connsiteX5" fmla="*/ 983901 w 1180686"/>
                  <a:gd name="connsiteY5" fmla="*/ 1223597 h 1223597"/>
                  <a:gd name="connsiteX6" fmla="*/ 196785 w 1180686"/>
                  <a:gd name="connsiteY6" fmla="*/ 1223597 h 1223597"/>
                  <a:gd name="connsiteX7" fmla="*/ 0 w 1180686"/>
                  <a:gd name="connsiteY7" fmla="*/ 1026812 h 1223597"/>
                  <a:gd name="connsiteX8" fmla="*/ 0 w 1180686"/>
                  <a:gd name="connsiteY8" fmla="*/ 188258 h 1223597"/>
                  <a:gd name="connsiteX9" fmla="*/ 120188 w 1180686"/>
                  <a:gd name="connsiteY9" fmla="*/ 6938 h 1223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80686" h="1223597">
                    <a:moveTo>
                      <a:pt x="142536" y="0"/>
                    </a:moveTo>
                    <a:lnTo>
                      <a:pt x="1038150" y="0"/>
                    </a:lnTo>
                    <a:lnTo>
                      <a:pt x="1060499" y="6938"/>
                    </a:lnTo>
                    <a:cubicBezTo>
                      <a:pt x="1131128" y="36811"/>
                      <a:pt x="1180686" y="106748"/>
                      <a:pt x="1180686" y="188258"/>
                    </a:cubicBezTo>
                    <a:lnTo>
                      <a:pt x="1180686" y="1026812"/>
                    </a:lnTo>
                    <a:cubicBezTo>
                      <a:pt x="1180686" y="1135493"/>
                      <a:pt x="1092582" y="1223597"/>
                      <a:pt x="983901" y="1223597"/>
                    </a:cubicBezTo>
                    <a:lnTo>
                      <a:pt x="196785" y="1223597"/>
                    </a:lnTo>
                    <a:cubicBezTo>
                      <a:pt x="88104" y="1223597"/>
                      <a:pt x="0" y="1135493"/>
                      <a:pt x="0" y="1026812"/>
                    </a:cubicBezTo>
                    <a:lnTo>
                      <a:pt x="0" y="188258"/>
                    </a:lnTo>
                    <a:cubicBezTo>
                      <a:pt x="0" y="106748"/>
                      <a:pt x="49559" y="36811"/>
                      <a:pt x="120188" y="6938"/>
                    </a:cubicBezTo>
                    <a:close/>
                  </a:path>
                </a:pathLst>
              </a:custGeom>
            </p:spPr>
          </p:pic>
        </p:grpSp>
        <p:grpSp>
          <p:nvGrpSpPr>
            <p:cNvPr id="84" name="组合 83"/>
            <p:cNvGrpSpPr/>
            <p:nvPr/>
          </p:nvGrpSpPr>
          <p:grpSpPr>
            <a:xfrm>
              <a:off x="414952" y="3389782"/>
              <a:ext cx="2044149" cy="1721495"/>
              <a:chOff x="360806" y="2852222"/>
              <a:chExt cx="2044149" cy="1721495"/>
            </a:xfrm>
          </p:grpSpPr>
          <p:grpSp>
            <p:nvGrpSpPr>
              <p:cNvPr id="25" name="组合 24"/>
              <p:cNvGrpSpPr/>
              <p:nvPr/>
            </p:nvGrpSpPr>
            <p:grpSpPr>
              <a:xfrm>
                <a:off x="866267" y="3543627"/>
                <a:ext cx="1039015" cy="1030090"/>
                <a:chOff x="1548936" y="2082812"/>
                <a:chExt cx="2140111" cy="2121728"/>
              </a:xfrm>
            </p:grpSpPr>
            <p:sp>
              <p:nvSpPr>
                <p:cNvPr id="63" name="椭圆 62"/>
                <p:cNvSpPr/>
                <p:nvPr/>
              </p:nvSpPr>
              <p:spPr>
                <a:xfrm>
                  <a:off x="1548936" y="2082812"/>
                  <a:ext cx="2140111" cy="212172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sp>
              <p:nvSpPr>
                <p:cNvPr id="64" name="椭圆 63"/>
                <p:cNvSpPr/>
                <p:nvPr/>
              </p:nvSpPr>
              <p:spPr>
                <a:xfrm>
                  <a:off x="1750376" y="2256634"/>
                  <a:ext cx="1772045" cy="1725490"/>
                </a:xfrm>
                <a:prstGeom prst="ellips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sp>
            <p:nvSpPr>
              <p:cNvPr id="50" name="文本框 37"/>
              <p:cNvSpPr txBox="1"/>
              <p:nvPr/>
            </p:nvSpPr>
            <p:spPr>
              <a:xfrm>
                <a:off x="882947" y="3786015"/>
                <a:ext cx="1058702" cy="490327"/>
              </a:xfrm>
              <a:prstGeom prst="rect">
                <a:avLst/>
              </a:prstGeom>
              <a:noFill/>
            </p:spPr>
            <p:txBody>
              <a:bodyPr wrap="square" rtlCol="0">
                <a:spAutoFit/>
                <a:scene3d>
                  <a:camera prst="orthographicFront"/>
                  <a:lightRig rig="threePt" dir="t"/>
                </a:scene3d>
                <a:sp3d contourW="127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altLang="zh-CN" sz="2400" b="1" dirty="0" smtClean="0">
                    <a:solidFill>
                      <a:srgbClr val="002060"/>
                    </a:solidFill>
                    <a:latin typeface="等线" panose="02010600030101010101" pitchFamily="2" charset="-122"/>
                    <a:ea typeface="等线" panose="02010600030101010101" pitchFamily="2" charset="-122"/>
                  </a:rPr>
                  <a:t>1960</a:t>
                </a:r>
                <a:endParaRPr lang="en-US" altLang="zh-CN" sz="2400" b="1" dirty="0">
                  <a:solidFill>
                    <a:srgbClr val="002060"/>
                  </a:solidFill>
                  <a:latin typeface="等线" panose="02010600030101010101" pitchFamily="2" charset="-122"/>
                  <a:ea typeface="等线" panose="02010600030101010101" pitchFamily="2" charset="-122"/>
                </a:endParaRPr>
              </a:p>
            </p:txBody>
          </p:sp>
          <p:sp>
            <p:nvSpPr>
              <p:cNvPr id="14" name="矩形 13"/>
              <p:cNvSpPr/>
              <p:nvPr/>
            </p:nvSpPr>
            <p:spPr>
              <a:xfrm>
                <a:off x="360806" y="2852222"/>
                <a:ext cx="2044149" cy="369332"/>
              </a:xfrm>
              <a:prstGeom prst="rect">
                <a:avLst/>
              </a:prstGeom>
            </p:spPr>
            <p:txBody>
              <a:bodyPr wrap="none">
                <a:spAutoFit/>
              </a:bodyPr>
              <a:lstStyle/>
              <a:p>
                <a:pPr algn="ctr"/>
                <a:r>
                  <a:rPr lang="zh-CN" altLang="en-US" b="1" dirty="0">
                    <a:solidFill>
                      <a:schemeClr val="bg1"/>
                    </a:solidFill>
                    <a:ea typeface="方正清刻本悦宋简体" panose="02000000000000000000" pitchFamily="2" charset="-122"/>
                    <a:sym typeface="+mn-lt"/>
                  </a:rPr>
                  <a:t>南京大学气象学院</a:t>
                </a:r>
                <a:endParaRPr lang="zh-CN" altLang="en-US" b="1" dirty="0">
                  <a:solidFill>
                    <a:schemeClr val="bg1"/>
                  </a:solidFill>
                  <a:ea typeface="方正清刻本悦宋简体" panose="02000000000000000000" pitchFamily="2" charset="-122"/>
                  <a:sym typeface="+mn-lt"/>
                </a:endParaRPr>
              </a:p>
            </p:txBody>
          </p:sp>
        </p:grpSp>
      </p:grpSp>
      <p:grpSp>
        <p:nvGrpSpPr>
          <p:cNvPr id="8" name="组合 7"/>
          <p:cNvGrpSpPr/>
          <p:nvPr/>
        </p:nvGrpSpPr>
        <p:grpSpPr>
          <a:xfrm>
            <a:off x="4283208" y="1809640"/>
            <a:ext cx="6566743" cy="3996371"/>
            <a:chOff x="4283208" y="1809640"/>
            <a:chExt cx="6566743" cy="3996371"/>
          </a:xfrm>
        </p:grpSpPr>
        <p:sp>
          <p:nvSpPr>
            <p:cNvPr id="33" name="矩形: 圆角 20"/>
            <p:cNvSpPr/>
            <p:nvPr/>
          </p:nvSpPr>
          <p:spPr>
            <a:xfrm>
              <a:off x="6969801" y="4104604"/>
              <a:ext cx="1666378" cy="1701407"/>
            </a:xfrm>
            <a:prstGeom prst="round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nvGrpSpPr>
            <p:cNvPr id="28" name="组合 27"/>
            <p:cNvGrpSpPr/>
            <p:nvPr/>
          </p:nvGrpSpPr>
          <p:grpSpPr>
            <a:xfrm>
              <a:off x="7079577" y="2503796"/>
              <a:ext cx="1127935" cy="1127935"/>
              <a:chOff x="1582737" y="2027237"/>
              <a:chExt cx="2320926" cy="2320926"/>
            </a:xfrm>
          </p:grpSpPr>
          <p:sp>
            <p:nvSpPr>
              <p:cNvPr id="57" name="椭圆 56"/>
              <p:cNvSpPr/>
              <p:nvPr/>
            </p:nvSpPr>
            <p:spPr>
              <a:xfrm>
                <a:off x="1582737" y="2027237"/>
                <a:ext cx="2320926" cy="232092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sp>
            <p:nvSpPr>
              <p:cNvPr id="58" name="椭圆 57"/>
              <p:cNvSpPr/>
              <p:nvPr/>
            </p:nvSpPr>
            <p:spPr>
              <a:xfrm>
                <a:off x="1803401" y="2247901"/>
                <a:ext cx="1879601" cy="1879601"/>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sp>
          <p:nvSpPr>
            <p:cNvPr id="53" name="文本框 40"/>
            <p:cNvSpPr txBox="1"/>
            <p:nvPr/>
          </p:nvSpPr>
          <p:spPr>
            <a:xfrm>
              <a:off x="7163863" y="2824192"/>
              <a:ext cx="1058702" cy="461665"/>
            </a:xfrm>
            <a:prstGeom prst="rect">
              <a:avLst/>
            </a:prstGeom>
            <a:noFill/>
          </p:spPr>
          <p:txBody>
            <a:bodyPr wrap="square" rtlCol="0">
              <a:spAutoFit/>
              <a:scene3d>
                <a:camera prst="orthographicFront"/>
                <a:lightRig rig="threePt" dir="t"/>
              </a:scene3d>
              <a:sp3d contourW="127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chemeClr val="bg1"/>
                  </a:solidFill>
                  <a:ea typeface="华文楷体" panose="02010600040101010101" pitchFamily="2" charset="-122"/>
                  <a:cs typeface="华文楷体" panose="02010600040101010101" pitchFamily="2" charset="-122"/>
                  <a:sym typeface="+mn-lt"/>
                </a:rPr>
                <a:t>2012</a:t>
              </a:r>
              <a:endParaRPr lang="en-US" altLang="zh-CN" sz="2400" b="1" dirty="0">
                <a:solidFill>
                  <a:schemeClr val="bg1"/>
                </a:solidFill>
                <a:ea typeface="华文楷体" panose="02010600040101010101" pitchFamily="2" charset="-122"/>
                <a:cs typeface="华文楷体" panose="02010600040101010101" pitchFamily="2" charset="-122"/>
                <a:sym typeface="+mn-lt"/>
              </a:endParaRPr>
            </a:p>
          </p:txBody>
        </p:sp>
        <p:sp>
          <p:nvSpPr>
            <p:cNvPr id="70" name="矩形 69"/>
            <p:cNvSpPr/>
            <p:nvPr/>
          </p:nvSpPr>
          <p:spPr>
            <a:xfrm>
              <a:off x="4283208" y="1809640"/>
              <a:ext cx="6566743" cy="646331"/>
            </a:xfrm>
            <a:prstGeom prst="rect">
              <a:avLst/>
            </a:prstGeom>
          </p:spPr>
          <p:txBody>
            <a:bodyPr wrap="square">
              <a:spAutoFit/>
            </a:bodyPr>
            <a:lstStyle/>
            <a:p>
              <a:pPr algn="ctr"/>
              <a:r>
                <a:rPr lang="zh-CN" altLang="en-US" b="1" dirty="0">
                  <a:solidFill>
                    <a:schemeClr val="bg1"/>
                  </a:solidFill>
                  <a:ea typeface="方正清刻本悦宋简体" panose="02000000000000000000" pitchFamily="2" charset="-122"/>
                  <a:cs typeface="华文楷体" panose="02010600040101010101" pitchFamily="2" charset="-122"/>
                  <a:sym typeface="+mn-lt"/>
                </a:rPr>
                <a:t>局</a:t>
              </a:r>
              <a:r>
                <a:rPr lang="zh-CN" altLang="en-US" b="1" dirty="0">
                  <a:solidFill>
                    <a:schemeClr val="bg1"/>
                  </a:solidFill>
                  <a:ea typeface="方正清刻本悦宋简体" panose="02000000000000000000" pitchFamily="2" charset="-122"/>
                  <a:sym typeface="+mn-lt"/>
                </a:rPr>
                <a:t>、省、部</a:t>
              </a:r>
              <a:endParaRPr lang="en-US" altLang="zh-CN" b="1" dirty="0">
                <a:solidFill>
                  <a:schemeClr val="bg1"/>
                </a:solidFill>
                <a:ea typeface="方正清刻本悦宋简体" panose="02000000000000000000" pitchFamily="2" charset="-122"/>
                <a:sym typeface="+mn-lt"/>
              </a:endParaRPr>
            </a:p>
            <a:p>
              <a:pPr algn="ctr"/>
              <a:r>
                <a:rPr lang="zh-CN" altLang="en-US" b="1" dirty="0">
                  <a:solidFill>
                    <a:schemeClr val="bg1"/>
                  </a:solidFill>
                  <a:ea typeface="方正清刻本悦宋简体" panose="02000000000000000000" pitchFamily="2" charset="-122"/>
                  <a:sym typeface="+mn-lt"/>
                </a:rPr>
                <a:t>等多方共建</a:t>
              </a:r>
              <a:endParaRPr lang="zh-CN" altLang="en-US" b="1" dirty="0">
                <a:solidFill>
                  <a:schemeClr val="bg1"/>
                </a:solidFill>
                <a:ea typeface="方正清刻本悦宋简体" panose="02000000000000000000" pitchFamily="2" charset="-122"/>
                <a:sym typeface="+mn-lt"/>
              </a:endParaRPr>
            </a:p>
          </p:txBody>
        </p:sp>
        <p:pic>
          <p:nvPicPr>
            <p:cNvPr id="74" name="图片 73"/>
            <p:cNvPicPr>
              <a:picLocks noChangeAspect="1"/>
            </p:cNvPicPr>
            <p:nvPr/>
          </p:nvPicPr>
          <p:blipFill rotWithShape="1">
            <a:blip r:embed="rId2" cstate="print">
              <a:extLst>
                <a:ext uri="{28A0092B-C50C-407E-A947-70E740481C1C}">
                  <a14:useLocalDpi xmlns:a14="http://schemas.microsoft.com/office/drawing/2010/main" val="0"/>
                </a:ext>
              </a:extLst>
            </a:blip>
            <a:srcRect l="20793" t="7120" r="20645" b="5999"/>
            <a:stretch>
              <a:fillRect/>
            </a:stretch>
          </p:blipFill>
          <p:spPr>
            <a:xfrm>
              <a:off x="7028092" y="4159191"/>
              <a:ext cx="1560493" cy="1593728"/>
            </a:xfrm>
            <a:custGeom>
              <a:avLst/>
              <a:gdLst>
                <a:gd name="connsiteX0" fmla="*/ 235259 w 1411528"/>
                <a:gd name="connsiteY0" fmla="*/ 0 h 1525239"/>
                <a:gd name="connsiteX1" fmla="*/ 1176269 w 1411528"/>
                <a:gd name="connsiteY1" fmla="*/ 0 h 1525239"/>
                <a:gd name="connsiteX2" fmla="*/ 1411528 w 1411528"/>
                <a:gd name="connsiteY2" fmla="*/ 235259 h 1525239"/>
                <a:gd name="connsiteX3" fmla="*/ 1411528 w 1411528"/>
                <a:gd name="connsiteY3" fmla="*/ 1289980 h 1525239"/>
                <a:gd name="connsiteX4" fmla="*/ 1176269 w 1411528"/>
                <a:gd name="connsiteY4" fmla="*/ 1525239 h 1525239"/>
                <a:gd name="connsiteX5" fmla="*/ 235259 w 1411528"/>
                <a:gd name="connsiteY5" fmla="*/ 1525239 h 1525239"/>
                <a:gd name="connsiteX6" fmla="*/ 0 w 1411528"/>
                <a:gd name="connsiteY6" fmla="*/ 1289980 h 1525239"/>
                <a:gd name="connsiteX7" fmla="*/ 0 w 1411528"/>
                <a:gd name="connsiteY7" fmla="*/ 235259 h 1525239"/>
                <a:gd name="connsiteX8" fmla="*/ 235259 w 1411528"/>
                <a:gd name="connsiteY8" fmla="*/ 0 h 152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1528" h="1525239">
                  <a:moveTo>
                    <a:pt x="235259" y="0"/>
                  </a:moveTo>
                  <a:lnTo>
                    <a:pt x="1176269" y="0"/>
                  </a:lnTo>
                  <a:cubicBezTo>
                    <a:pt x="1306199" y="0"/>
                    <a:pt x="1411528" y="105329"/>
                    <a:pt x="1411528" y="235259"/>
                  </a:cubicBezTo>
                  <a:lnTo>
                    <a:pt x="1411528" y="1289980"/>
                  </a:lnTo>
                  <a:cubicBezTo>
                    <a:pt x="1411528" y="1419910"/>
                    <a:pt x="1306199" y="1525239"/>
                    <a:pt x="1176269" y="1525239"/>
                  </a:cubicBezTo>
                  <a:lnTo>
                    <a:pt x="235259" y="1525239"/>
                  </a:lnTo>
                  <a:cubicBezTo>
                    <a:pt x="105329" y="1525239"/>
                    <a:pt x="0" y="1419910"/>
                    <a:pt x="0" y="1289980"/>
                  </a:cubicBezTo>
                  <a:lnTo>
                    <a:pt x="0" y="235259"/>
                  </a:lnTo>
                  <a:cubicBezTo>
                    <a:pt x="0" y="105329"/>
                    <a:pt x="105329" y="0"/>
                    <a:pt x="235259" y="0"/>
                  </a:cubicBezTo>
                  <a:close/>
                </a:path>
              </a:pathLst>
            </a:custGeom>
          </p:spPr>
        </p:pic>
      </p:grpSp>
      <p:grpSp>
        <p:nvGrpSpPr>
          <p:cNvPr id="7" name="组合 6"/>
          <p:cNvGrpSpPr/>
          <p:nvPr/>
        </p:nvGrpSpPr>
        <p:grpSpPr>
          <a:xfrm>
            <a:off x="7163863" y="984320"/>
            <a:ext cx="6096000" cy="4501675"/>
            <a:chOff x="7163863" y="984320"/>
            <a:chExt cx="6096000" cy="4501675"/>
          </a:xfrm>
        </p:grpSpPr>
        <p:sp>
          <p:nvSpPr>
            <p:cNvPr id="34" name="矩形: 圆角 21"/>
            <p:cNvSpPr/>
            <p:nvPr/>
          </p:nvSpPr>
          <p:spPr>
            <a:xfrm>
              <a:off x="9211390" y="3784588"/>
              <a:ext cx="2400429" cy="1701407"/>
            </a:xfrm>
            <a:prstGeom prst="round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nvGrpSpPr>
            <p:cNvPr id="29" name="组合 28"/>
            <p:cNvGrpSpPr/>
            <p:nvPr/>
          </p:nvGrpSpPr>
          <p:grpSpPr>
            <a:xfrm>
              <a:off x="9675512" y="2270423"/>
              <a:ext cx="1127935" cy="1127935"/>
              <a:chOff x="1582737" y="2027237"/>
              <a:chExt cx="2320926" cy="2320926"/>
            </a:xfrm>
          </p:grpSpPr>
          <p:sp>
            <p:nvSpPr>
              <p:cNvPr id="55" name="椭圆 54"/>
              <p:cNvSpPr/>
              <p:nvPr/>
            </p:nvSpPr>
            <p:spPr>
              <a:xfrm>
                <a:off x="1582737" y="2027237"/>
                <a:ext cx="2320926" cy="232092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sp>
            <p:nvSpPr>
              <p:cNvPr id="56" name="椭圆 55"/>
              <p:cNvSpPr/>
              <p:nvPr/>
            </p:nvSpPr>
            <p:spPr>
              <a:xfrm>
                <a:off x="1803398" y="2241824"/>
                <a:ext cx="1879602" cy="1879602"/>
              </a:xfrm>
              <a:prstGeom prst="ellips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sp>
          <p:nvSpPr>
            <p:cNvPr id="54" name="文本框 41"/>
            <p:cNvSpPr txBox="1"/>
            <p:nvPr/>
          </p:nvSpPr>
          <p:spPr>
            <a:xfrm>
              <a:off x="9727391" y="2555807"/>
              <a:ext cx="1058702" cy="490327"/>
            </a:xfrm>
            <a:prstGeom prst="rect">
              <a:avLst/>
            </a:prstGeom>
            <a:noFill/>
          </p:spPr>
          <p:txBody>
            <a:bodyPr wrap="square" rtlCol="0">
              <a:spAutoFit/>
              <a:scene3d>
                <a:camera prst="orthographicFront"/>
                <a:lightRig rig="threePt" dir="t"/>
              </a:scene3d>
              <a:sp3d contourW="127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altLang="zh-CN" sz="2400" b="1" dirty="0" smtClean="0">
                  <a:solidFill>
                    <a:schemeClr val="bg1"/>
                  </a:solidFill>
                  <a:latin typeface="等线" panose="02010600030101010101" pitchFamily="2" charset="-122"/>
                  <a:ea typeface="等线" panose="02010600030101010101" pitchFamily="2" charset="-122"/>
                </a:rPr>
                <a:t>2017</a:t>
              </a:r>
              <a:endParaRPr lang="en-US" altLang="zh-CN" sz="2400" b="1" dirty="0" smtClean="0">
                <a:solidFill>
                  <a:schemeClr val="bg1"/>
                </a:solidFill>
                <a:latin typeface="等线" panose="02010600030101010101" pitchFamily="2" charset="-122"/>
                <a:ea typeface="等线" panose="02010600030101010101" pitchFamily="2" charset="-122"/>
              </a:endParaRPr>
            </a:p>
          </p:txBody>
        </p:sp>
        <p:sp>
          <p:nvSpPr>
            <p:cNvPr id="71" name="矩形 70"/>
            <p:cNvSpPr/>
            <p:nvPr/>
          </p:nvSpPr>
          <p:spPr>
            <a:xfrm>
              <a:off x="7163863" y="984320"/>
              <a:ext cx="6096000" cy="1338828"/>
            </a:xfrm>
            <a:prstGeom prst="rect">
              <a:avLst/>
            </a:prstGeom>
          </p:spPr>
          <p:txBody>
            <a:bodyPr>
              <a:spAutoFit/>
            </a:bodyPr>
            <a:lstStyle/>
            <a:p>
              <a:pPr algn="ctr">
                <a:lnSpc>
                  <a:spcPct val="150000"/>
                </a:lnSpc>
              </a:pPr>
              <a:r>
                <a:rPr lang="zh-CN" altLang="en-US" b="1" dirty="0">
                  <a:solidFill>
                    <a:schemeClr val="bg1"/>
                  </a:solidFill>
                  <a:ea typeface="方正清刻本悦宋简体" panose="02000000000000000000" pitchFamily="2" charset="-122"/>
                  <a:sym typeface="+mn-lt"/>
                </a:rPr>
                <a:t>“双一流”建设高校</a:t>
              </a:r>
              <a:endParaRPr lang="zh-CN" altLang="en-US" b="1" dirty="0">
                <a:solidFill>
                  <a:schemeClr val="bg1"/>
                </a:solidFill>
                <a:ea typeface="方正清刻本悦宋简体" panose="02000000000000000000" pitchFamily="2" charset="-122"/>
                <a:sym typeface="+mn-lt"/>
              </a:endParaRPr>
            </a:p>
            <a:p>
              <a:pPr algn="ctr">
                <a:lnSpc>
                  <a:spcPct val="150000"/>
                </a:lnSpc>
              </a:pPr>
              <a:r>
                <a:rPr lang="zh-CN" altLang="en-US" b="1" dirty="0">
                  <a:solidFill>
                    <a:schemeClr val="bg1"/>
                  </a:solidFill>
                  <a:ea typeface="方正清刻本悦宋简体" panose="02000000000000000000" pitchFamily="2" charset="-122"/>
                  <a:sym typeface="+mn-lt"/>
                </a:rPr>
                <a:t>江苏高水平大学建设高校</a:t>
              </a:r>
              <a:endParaRPr lang="en-US" altLang="zh-CN" b="1" dirty="0">
                <a:solidFill>
                  <a:schemeClr val="bg1"/>
                </a:solidFill>
                <a:ea typeface="方正清刻本悦宋简体" panose="02000000000000000000" pitchFamily="2" charset="-122"/>
                <a:sym typeface="+mn-lt"/>
              </a:endParaRPr>
            </a:p>
            <a:p>
              <a:pPr algn="ctr">
                <a:lnSpc>
                  <a:spcPct val="150000"/>
                </a:lnSpc>
              </a:pPr>
              <a:r>
                <a:rPr lang="zh-CN" altLang="en-US" b="1" dirty="0">
                  <a:solidFill>
                    <a:schemeClr val="bg1"/>
                  </a:solidFill>
                  <a:ea typeface="方正清刻本悦宋简体" panose="02000000000000000000" pitchFamily="2" charset="-122"/>
                  <a:sym typeface="+mn-lt"/>
                </a:rPr>
                <a:t>大气科学学科蝉联全国排名</a:t>
              </a:r>
              <a:r>
                <a:rPr lang="zh-CN" altLang="en-US" b="1" dirty="0" smtClean="0">
                  <a:solidFill>
                    <a:schemeClr val="bg1"/>
                  </a:solidFill>
                  <a:ea typeface="方正清刻本悦宋简体" panose="02000000000000000000" pitchFamily="2" charset="-122"/>
                  <a:sym typeface="+mn-lt"/>
                </a:rPr>
                <a:t>第一</a:t>
              </a:r>
              <a:endParaRPr lang="zh-CN" altLang="en-US" dirty="0"/>
            </a:p>
          </p:txBody>
        </p:sp>
        <p:pic>
          <p:nvPicPr>
            <p:cNvPr id="77" name="图片 76"/>
            <p:cNvPicPr>
              <a:picLocks noChangeAspect="1"/>
            </p:cNvPicPr>
            <p:nvPr/>
          </p:nvPicPr>
          <p:blipFill rotWithShape="1">
            <a:blip r:embed="rId3">
              <a:extLst>
                <a:ext uri="{28A0092B-C50C-407E-A947-70E740481C1C}">
                  <a14:useLocalDpi xmlns:a14="http://schemas.microsoft.com/office/drawing/2010/main" val="0"/>
                </a:ext>
              </a:extLst>
            </a:blip>
            <a:srcRect l="3961" t="13075" r="5525" b="26459"/>
            <a:stretch>
              <a:fillRect/>
            </a:stretch>
          </p:blipFill>
          <p:spPr>
            <a:xfrm>
              <a:off x="9284640" y="3831402"/>
              <a:ext cx="2271922" cy="1604219"/>
            </a:xfrm>
            <a:custGeom>
              <a:avLst/>
              <a:gdLst>
                <a:gd name="connsiteX0" fmla="*/ 232814 w 2450546"/>
                <a:gd name="connsiteY0" fmla="*/ 0 h 1396854"/>
                <a:gd name="connsiteX1" fmla="*/ 2217732 w 2450546"/>
                <a:gd name="connsiteY1" fmla="*/ 0 h 1396854"/>
                <a:gd name="connsiteX2" fmla="*/ 2450546 w 2450546"/>
                <a:gd name="connsiteY2" fmla="*/ 232814 h 1396854"/>
                <a:gd name="connsiteX3" fmla="*/ 2450546 w 2450546"/>
                <a:gd name="connsiteY3" fmla="*/ 1164040 h 1396854"/>
                <a:gd name="connsiteX4" fmla="*/ 2217732 w 2450546"/>
                <a:gd name="connsiteY4" fmla="*/ 1396854 h 1396854"/>
                <a:gd name="connsiteX5" fmla="*/ 232814 w 2450546"/>
                <a:gd name="connsiteY5" fmla="*/ 1396854 h 1396854"/>
                <a:gd name="connsiteX6" fmla="*/ 0 w 2450546"/>
                <a:gd name="connsiteY6" fmla="*/ 1164040 h 1396854"/>
                <a:gd name="connsiteX7" fmla="*/ 0 w 2450546"/>
                <a:gd name="connsiteY7" fmla="*/ 232814 h 1396854"/>
                <a:gd name="connsiteX8" fmla="*/ 232814 w 2450546"/>
                <a:gd name="connsiteY8" fmla="*/ 0 h 139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50546" h="1396854">
                  <a:moveTo>
                    <a:pt x="232814" y="0"/>
                  </a:moveTo>
                  <a:lnTo>
                    <a:pt x="2217732" y="0"/>
                  </a:lnTo>
                  <a:cubicBezTo>
                    <a:pt x="2346312" y="0"/>
                    <a:pt x="2450546" y="104234"/>
                    <a:pt x="2450546" y="232814"/>
                  </a:cubicBezTo>
                  <a:lnTo>
                    <a:pt x="2450546" y="1164040"/>
                  </a:lnTo>
                  <a:cubicBezTo>
                    <a:pt x="2450546" y="1292620"/>
                    <a:pt x="2346312" y="1396854"/>
                    <a:pt x="2217732" y="1396854"/>
                  </a:cubicBezTo>
                  <a:lnTo>
                    <a:pt x="232814" y="1396854"/>
                  </a:lnTo>
                  <a:cubicBezTo>
                    <a:pt x="104234" y="1396854"/>
                    <a:pt x="0" y="1292620"/>
                    <a:pt x="0" y="1164040"/>
                  </a:cubicBezTo>
                  <a:lnTo>
                    <a:pt x="0" y="232814"/>
                  </a:lnTo>
                  <a:cubicBezTo>
                    <a:pt x="0" y="104234"/>
                    <a:pt x="104234" y="0"/>
                    <a:pt x="232814" y="0"/>
                  </a:cubicBezTo>
                  <a:close/>
                </a:path>
              </a:pathLst>
            </a:custGeom>
          </p:spPr>
        </p:pic>
      </p:grpSp>
      <p:grpSp>
        <p:nvGrpSpPr>
          <p:cNvPr id="6" name="组合 5"/>
          <p:cNvGrpSpPr/>
          <p:nvPr/>
        </p:nvGrpSpPr>
        <p:grpSpPr>
          <a:xfrm>
            <a:off x="2538406" y="1984306"/>
            <a:ext cx="6096000" cy="4063490"/>
            <a:chOff x="2538406" y="1984306"/>
            <a:chExt cx="6096000" cy="4063490"/>
          </a:xfrm>
        </p:grpSpPr>
        <p:grpSp>
          <p:nvGrpSpPr>
            <p:cNvPr id="27" name="组合 26"/>
            <p:cNvGrpSpPr/>
            <p:nvPr/>
          </p:nvGrpSpPr>
          <p:grpSpPr>
            <a:xfrm>
              <a:off x="5020998" y="2898651"/>
              <a:ext cx="1127935" cy="1127935"/>
              <a:chOff x="1582737" y="2027237"/>
              <a:chExt cx="2320926" cy="2320926"/>
            </a:xfrm>
          </p:grpSpPr>
          <p:sp>
            <p:nvSpPr>
              <p:cNvPr id="59" name="椭圆 58"/>
              <p:cNvSpPr/>
              <p:nvPr/>
            </p:nvSpPr>
            <p:spPr>
              <a:xfrm>
                <a:off x="1582737" y="2027237"/>
                <a:ext cx="2320926" cy="232092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sp>
            <p:nvSpPr>
              <p:cNvPr id="60" name="椭圆 59"/>
              <p:cNvSpPr/>
              <p:nvPr/>
            </p:nvSpPr>
            <p:spPr>
              <a:xfrm>
                <a:off x="1803401" y="2247901"/>
                <a:ext cx="1879601" cy="1879601"/>
              </a:xfrm>
              <a:prstGeom prst="ellips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sp>
          <p:nvSpPr>
            <p:cNvPr id="52" name="文本框 39"/>
            <p:cNvSpPr txBox="1"/>
            <p:nvPr/>
          </p:nvSpPr>
          <p:spPr>
            <a:xfrm>
              <a:off x="5060703" y="3228000"/>
              <a:ext cx="1058702" cy="490327"/>
            </a:xfrm>
            <a:prstGeom prst="rect">
              <a:avLst/>
            </a:prstGeom>
            <a:noFill/>
          </p:spPr>
          <p:txBody>
            <a:bodyPr wrap="square" rtlCol="0">
              <a:spAutoFit/>
              <a:scene3d>
                <a:camera prst="orthographicFront"/>
                <a:lightRig rig="threePt" dir="t"/>
              </a:scene3d>
              <a:sp3d contourW="127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altLang="zh-CN" sz="2400" b="1" dirty="0" smtClean="0">
                  <a:solidFill>
                    <a:srgbClr val="002060"/>
                  </a:solidFill>
                  <a:latin typeface="等线" panose="02010600030101010101" pitchFamily="2" charset="-122"/>
                  <a:ea typeface="等线" panose="02010600030101010101" pitchFamily="2" charset="-122"/>
                </a:rPr>
                <a:t>2004</a:t>
              </a:r>
              <a:endParaRPr lang="en-US" altLang="zh-CN" sz="2400" b="1" dirty="0">
                <a:solidFill>
                  <a:srgbClr val="002060"/>
                </a:solidFill>
                <a:latin typeface="等线" panose="02010600030101010101" pitchFamily="2" charset="-122"/>
                <a:ea typeface="等线" panose="02010600030101010101" pitchFamily="2" charset="-122"/>
              </a:endParaRPr>
            </a:p>
          </p:txBody>
        </p:sp>
        <p:sp>
          <p:nvSpPr>
            <p:cNvPr id="68" name="矩形 67"/>
            <p:cNvSpPr/>
            <p:nvPr/>
          </p:nvSpPr>
          <p:spPr>
            <a:xfrm>
              <a:off x="2538406" y="1984306"/>
              <a:ext cx="6096000" cy="646331"/>
            </a:xfrm>
            <a:prstGeom prst="rect">
              <a:avLst/>
            </a:prstGeom>
          </p:spPr>
          <p:txBody>
            <a:bodyPr>
              <a:spAutoFit/>
            </a:bodyPr>
            <a:lstStyle/>
            <a:p>
              <a:pPr algn="ctr"/>
              <a:r>
                <a:rPr lang="zh-CN" altLang="en-US" b="1" dirty="0">
                  <a:solidFill>
                    <a:schemeClr val="bg1"/>
                  </a:solidFill>
                  <a:ea typeface="方正清刻本悦宋简体" panose="02000000000000000000" pitchFamily="2" charset="-122"/>
                  <a:sym typeface="+mn-lt"/>
                </a:rPr>
                <a:t>更名为</a:t>
              </a:r>
              <a:endParaRPr lang="en-US" altLang="zh-CN" b="1" dirty="0">
                <a:solidFill>
                  <a:schemeClr val="bg1"/>
                </a:solidFill>
                <a:ea typeface="方正清刻本悦宋简体" panose="02000000000000000000" pitchFamily="2" charset="-122"/>
                <a:sym typeface="+mn-lt"/>
              </a:endParaRPr>
            </a:p>
            <a:p>
              <a:pPr algn="ctr"/>
              <a:r>
                <a:rPr lang="zh-CN" altLang="en-US" b="1" dirty="0">
                  <a:solidFill>
                    <a:schemeClr val="bg1"/>
                  </a:solidFill>
                  <a:ea typeface="方正清刻本悦宋简体" panose="02000000000000000000" pitchFamily="2" charset="-122"/>
                  <a:sym typeface="+mn-lt"/>
                </a:rPr>
                <a:t>南京信息工程大学</a:t>
              </a:r>
              <a:endParaRPr lang="zh-CN" altLang="en-US" b="1" dirty="0">
                <a:solidFill>
                  <a:schemeClr val="bg1"/>
                </a:solidFill>
                <a:ea typeface="方正清刻本悦宋简体" panose="02000000000000000000" pitchFamily="2" charset="-122"/>
                <a:sym typeface="+mn-lt"/>
              </a:endParaRPr>
            </a:p>
          </p:txBody>
        </p:sp>
        <p:grpSp>
          <p:nvGrpSpPr>
            <p:cNvPr id="85" name="组合 84"/>
            <p:cNvGrpSpPr/>
            <p:nvPr/>
          </p:nvGrpSpPr>
          <p:grpSpPr>
            <a:xfrm>
              <a:off x="4895607" y="4358058"/>
              <a:ext cx="1666378" cy="1689738"/>
              <a:chOff x="5031358" y="3866680"/>
              <a:chExt cx="1666378" cy="1689738"/>
            </a:xfrm>
          </p:grpSpPr>
          <p:sp>
            <p:nvSpPr>
              <p:cNvPr id="32" name="矩形: 圆角 19"/>
              <p:cNvSpPr/>
              <p:nvPr/>
            </p:nvSpPr>
            <p:spPr>
              <a:xfrm>
                <a:off x="5031358" y="3866680"/>
                <a:ext cx="1666378" cy="1689738"/>
              </a:xfrm>
              <a:prstGeom prst="roundRect">
                <a:avLst/>
              </a:prstGeom>
              <a:solidFill>
                <a:schemeClr val="bg1"/>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pic>
            <p:nvPicPr>
              <p:cNvPr id="82" name="图片 81"/>
              <p:cNvPicPr>
                <a:picLocks noChangeAspect="1"/>
              </p:cNvPicPr>
              <p:nvPr/>
            </p:nvPicPr>
            <p:blipFill rotWithShape="1">
              <a:blip r:embed="rId4" cstate="print">
                <a:extLst>
                  <a:ext uri="{28A0092B-C50C-407E-A947-70E740481C1C}">
                    <a14:useLocalDpi xmlns:a14="http://schemas.microsoft.com/office/drawing/2010/main" val="0"/>
                  </a:ext>
                </a:extLst>
              </a:blip>
              <a:srcRect l="4647" t="18920" r="7614" b="25436"/>
              <a:stretch>
                <a:fillRect/>
              </a:stretch>
            </p:blipFill>
            <p:spPr>
              <a:xfrm>
                <a:off x="5082138" y="3912532"/>
                <a:ext cx="1580379" cy="1581513"/>
              </a:xfrm>
              <a:custGeom>
                <a:avLst/>
                <a:gdLst>
                  <a:gd name="connsiteX0" fmla="*/ 218391 w 1817411"/>
                  <a:gd name="connsiteY0" fmla="*/ 0 h 1310320"/>
                  <a:gd name="connsiteX1" fmla="*/ 1599020 w 1817411"/>
                  <a:gd name="connsiteY1" fmla="*/ 0 h 1310320"/>
                  <a:gd name="connsiteX2" fmla="*/ 1817411 w 1817411"/>
                  <a:gd name="connsiteY2" fmla="*/ 218391 h 1310320"/>
                  <a:gd name="connsiteX3" fmla="*/ 1817411 w 1817411"/>
                  <a:gd name="connsiteY3" fmla="*/ 1091929 h 1310320"/>
                  <a:gd name="connsiteX4" fmla="*/ 1599020 w 1817411"/>
                  <a:gd name="connsiteY4" fmla="*/ 1310320 h 1310320"/>
                  <a:gd name="connsiteX5" fmla="*/ 218391 w 1817411"/>
                  <a:gd name="connsiteY5" fmla="*/ 1310320 h 1310320"/>
                  <a:gd name="connsiteX6" fmla="*/ 0 w 1817411"/>
                  <a:gd name="connsiteY6" fmla="*/ 1091929 h 1310320"/>
                  <a:gd name="connsiteX7" fmla="*/ 0 w 1817411"/>
                  <a:gd name="connsiteY7" fmla="*/ 218391 h 1310320"/>
                  <a:gd name="connsiteX8" fmla="*/ 218391 w 1817411"/>
                  <a:gd name="connsiteY8" fmla="*/ 0 h 131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17411" h="1310320">
                    <a:moveTo>
                      <a:pt x="218391" y="0"/>
                    </a:moveTo>
                    <a:lnTo>
                      <a:pt x="1599020" y="0"/>
                    </a:lnTo>
                    <a:cubicBezTo>
                      <a:pt x="1719634" y="0"/>
                      <a:pt x="1817411" y="97777"/>
                      <a:pt x="1817411" y="218391"/>
                    </a:cubicBezTo>
                    <a:lnTo>
                      <a:pt x="1817411" y="1091929"/>
                    </a:lnTo>
                    <a:cubicBezTo>
                      <a:pt x="1817411" y="1212543"/>
                      <a:pt x="1719634" y="1310320"/>
                      <a:pt x="1599020" y="1310320"/>
                    </a:cubicBezTo>
                    <a:lnTo>
                      <a:pt x="218391" y="1310320"/>
                    </a:lnTo>
                    <a:cubicBezTo>
                      <a:pt x="97777" y="1310320"/>
                      <a:pt x="0" y="1212543"/>
                      <a:pt x="0" y="1091929"/>
                    </a:cubicBezTo>
                    <a:lnTo>
                      <a:pt x="0" y="218391"/>
                    </a:lnTo>
                    <a:cubicBezTo>
                      <a:pt x="0" y="97777"/>
                      <a:pt x="97777" y="0"/>
                      <a:pt x="218391" y="0"/>
                    </a:cubicBezTo>
                    <a:close/>
                  </a:path>
                </a:pathLst>
              </a:custGeom>
            </p:spPr>
          </p:pic>
        </p:grpSp>
      </p:grpSp>
      <p:grpSp>
        <p:nvGrpSpPr>
          <p:cNvPr id="5" name="组合 4"/>
          <p:cNvGrpSpPr/>
          <p:nvPr/>
        </p:nvGrpSpPr>
        <p:grpSpPr>
          <a:xfrm>
            <a:off x="2511042" y="2817071"/>
            <a:ext cx="2044149" cy="3824959"/>
            <a:chOff x="2511042" y="2817071"/>
            <a:chExt cx="2044149" cy="3824959"/>
          </a:xfrm>
        </p:grpSpPr>
        <p:sp>
          <p:nvSpPr>
            <p:cNvPr id="31" name="矩形: 圆角 18"/>
            <p:cNvSpPr/>
            <p:nvPr/>
          </p:nvSpPr>
          <p:spPr>
            <a:xfrm>
              <a:off x="2766541" y="4902215"/>
              <a:ext cx="1666378" cy="1701407"/>
            </a:xfrm>
            <a:prstGeom prst="roundRect">
              <a:avLst/>
            </a:prstGeom>
            <a:solidFill>
              <a:schemeClr val="bg1"/>
            </a:solid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nvGrpSpPr>
            <p:cNvPr id="26" name="组合 25"/>
            <p:cNvGrpSpPr/>
            <p:nvPr/>
          </p:nvGrpSpPr>
          <p:grpSpPr>
            <a:xfrm>
              <a:off x="2969150" y="3380236"/>
              <a:ext cx="1127935" cy="1127935"/>
              <a:chOff x="1582737" y="2027237"/>
              <a:chExt cx="2320926" cy="2320926"/>
            </a:xfrm>
          </p:grpSpPr>
          <p:sp>
            <p:nvSpPr>
              <p:cNvPr id="61" name="椭圆 60"/>
              <p:cNvSpPr/>
              <p:nvPr/>
            </p:nvSpPr>
            <p:spPr>
              <a:xfrm>
                <a:off x="1582737" y="2027237"/>
                <a:ext cx="2320926" cy="2320926"/>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sp>
            <p:nvSpPr>
              <p:cNvPr id="62" name="椭圆 61"/>
              <p:cNvSpPr/>
              <p:nvPr/>
            </p:nvSpPr>
            <p:spPr>
              <a:xfrm>
                <a:off x="1803401" y="2247901"/>
                <a:ext cx="1879601" cy="1879601"/>
              </a:xfrm>
              <a:prstGeom prst="ellipse">
                <a:avLst/>
              </a:prstGeom>
              <a:solidFill>
                <a:schemeClr val="accent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等线" panose="02010600030101010101" pitchFamily="2" charset="-122"/>
                  <a:ea typeface="等线" panose="02010600030101010101" pitchFamily="2" charset="-122"/>
                </a:endParaRPr>
              </a:p>
            </p:txBody>
          </p:sp>
        </p:grpSp>
        <p:sp>
          <p:nvSpPr>
            <p:cNvPr id="51" name="文本框 38"/>
            <p:cNvSpPr txBox="1"/>
            <p:nvPr/>
          </p:nvSpPr>
          <p:spPr>
            <a:xfrm>
              <a:off x="3003766" y="3705465"/>
              <a:ext cx="1058702" cy="490327"/>
            </a:xfrm>
            <a:prstGeom prst="rect">
              <a:avLst/>
            </a:prstGeom>
            <a:noFill/>
          </p:spPr>
          <p:txBody>
            <a:bodyPr wrap="square" rtlCol="0">
              <a:spAutoFit/>
              <a:scene3d>
                <a:camera prst="orthographicFront"/>
                <a:lightRig rig="threePt" dir="t"/>
              </a:scene3d>
              <a:sp3d contourW="127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14000"/>
                </a:lnSpc>
              </a:pPr>
              <a:r>
                <a:rPr lang="en-US" altLang="zh-CN" sz="2400" b="1" dirty="0" smtClean="0">
                  <a:solidFill>
                    <a:schemeClr val="bg1"/>
                  </a:solidFill>
                  <a:latin typeface="等线" panose="02010600030101010101" pitchFamily="2" charset="-122"/>
                  <a:ea typeface="等线" panose="02010600030101010101" pitchFamily="2" charset="-122"/>
                </a:rPr>
                <a:t>1978</a:t>
              </a:r>
              <a:endParaRPr lang="en-US" altLang="zh-CN" sz="2400" b="1" dirty="0">
                <a:solidFill>
                  <a:schemeClr val="bg1"/>
                </a:solidFill>
                <a:latin typeface="等线" panose="02010600030101010101" pitchFamily="2" charset="-122"/>
                <a:ea typeface="等线" panose="02010600030101010101" pitchFamily="2" charset="-122"/>
              </a:endParaRPr>
            </a:p>
          </p:txBody>
        </p:sp>
        <p:sp>
          <p:nvSpPr>
            <p:cNvPr id="67" name="矩形 66"/>
            <p:cNvSpPr/>
            <p:nvPr/>
          </p:nvSpPr>
          <p:spPr>
            <a:xfrm>
              <a:off x="2511042" y="2817071"/>
              <a:ext cx="2044149" cy="369332"/>
            </a:xfrm>
            <a:prstGeom prst="rect">
              <a:avLst/>
            </a:prstGeom>
          </p:spPr>
          <p:txBody>
            <a:bodyPr wrap="none">
              <a:spAutoFit/>
            </a:bodyPr>
            <a:lstStyle/>
            <a:p>
              <a:pPr algn="ctr"/>
              <a:r>
                <a:rPr lang="zh-CN" altLang="en-US" b="1" dirty="0">
                  <a:solidFill>
                    <a:schemeClr val="bg1"/>
                  </a:solidFill>
                  <a:ea typeface="方正清刻本悦宋简体" panose="02000000000000000000" pitchFamily="2" charset="-122"/>
                  <a:sym typeface="+mn-lt"/>
                </a:rPr>
                <a:t>全国首批重点大学</a:t>
              </a:r>
              <a:endParaRPr lang="zh-CN" altLang="en-US" b="1" dirty="0">
                <a:solidFill>
                  <a:schemeClr val="bg1"/>
                </a:solidFill>
                <a:ea typeface="方正清刻本悦宋简体" panose="02000000000000000000" pitchFamily="2" charset="-122"/>
                <a:sym typeface="+mn-lt"/>
              </a:endParaRPr>
            </a:p>
          </p:txBody>
        </p:sp>
        <p:pic>
          <p:nvPicPr>
            <p:cNvPr id="89" name="图片 88"/>
            <p:cNvPicPr>
              <a:picLocks noChangeAspect="1"/>
            </p:cNvPicPr>
            <p:nvPr/>
          </p:nvPicPr>
          <p:blipFill rotWithShape="1">
            <a:blip r:embed="rId5">
              <a:extLst>
                <a:ext uri="{28A0092B-C50C-407E-A947-70E740481C1C}">
                  <a14:useLocalDpi xmlns:a14="http://schemas.microsoft.com/office/drawing/2010/main" val="0"/>
                </a:ext>
              </a:extLst>
            </a:blip>
            <a:srcRect l="4635" t="2454" r="4606" b="4775"/>
            <a:stretch>
              <a:fillRect/>
            </a:stretch>
          </p:blipFill>
          <p:spPr bwMode="auto">
            <a:xfrm>
              <a:off x="2861238" y="4940623"/>
              <a:ext cx="1435449" cy="1701407"/>
            </a:xfrm>
            <a:custGeom>
              <a:avLst/>
              <a:gdLst>
                <a:gd name="connsiteX0" fmla="*/ 251387 w 1508292"/>
                <a:gd name="connsiteY0" fmla="*/ 0 h 1702117"/>
                <a:gd name="connsiteX1" fmla="*/ 1256905 w 1508292"/>
                <a:gd name="connsiteY1" fmla="*/ 0 h 1702117"/>
                <a:gd name="connsiteX2" fmla="*/ 1508292 w 1508292"/>
                <a:gd name="connsiteY2" fmla="*/ 251387 h 1702117"/>
                <a:gd name="connsiteX3" fmla="*/ 1508292 w 1508292"/>
                <a:gd name="connsiteY3" fmla="*/ 1450730 h 1702117"/>
                <a:gd name="connsiteX4" fmla="*/ 1256905 w 1508292"/>
                <a:gd name="connsiteY4" fmla="*/ 1702117 h 1702117"/>
                <a:gd name="connsiteX5" fmla="*/ 251387 w 1508292"/>
                <a:gd name="connsiteY5" fmla="*/ 1702117 h 1702117"/>
                <a:gd name="connsiteX6" fmla="*/ 0 w 1508292"/>
                <a:gd name="connsiteY6" fmla="*/ 1450730 h 1702117"/>
                <a:gd name="connsiteX7" fmla="*/ 0 w 1508292"/>
                <a:gd name="connsiteY7" fmla="*/ 251387 h 1702117"/>
                <a:gd name="connsiteX8" fmla="*/ 251387 w 1508292"/>
                <a:gd name="connsiteY8" fmla="*/ 0 h 1702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08292" h="1702117">
                  <a:moveTo>
                    <a:pt x="251387" y="0"/>
                  </a:moveTo>
                  <a:lnTo>
                    <a:pt x="1256905" y="0"/>
                  </a:lnTo>
                  <a:cubicBezTo>
                    <a:pt x="1395742" y="0"/>
                    <a:pt x="1508292" y="112550"/>
                    <a:pt x="1508292" y="251387"/>
                  </a:cubicBezTo>
                  <a:lnTo>
                    <a:pt x="1508292" y="1450730"/>
                  </a:lnTo>
                  <a:cubicBezTo>
                    <a:pt x="1508292" y="1589567"/>
                    <a:pt x="1395742" y="1702117"/>
                    <a:pt x="1256905" y="1702117"/>
                  </a:cubicBezTo>
                  <a:lnTo>
                    <a:pt x="251387" y="1702117"/>
                  </a:lnTo>
                  <a:cubicBezTo>
                    <a:pt x="112550" y="1702117"/>
                    <a:pt x="0" y="1589567"/>
                    <a:pt x="0" y="1450730"/>
                  </a:cubicBezTo>
                  <a:lnTo>
                    <a:pt x="0" y="251387"/>
                  </a:lnTo>
                  <a:cubicBezTo>
                    <a:pt x="0" y="112550"/>
                    <a:pt x="112550" y="0"/>
                    <a:pt x="251387" y="0"/>
                  </a:cubicBez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down)">
                                      <p:cBhvr>
                                        <p:cTn id="7" dur="1000"/>
                                        <p:tgtEl>
                                          <p:spTgt spid="83"/>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1000"/>
                                        <p:tgtEl>
                                          <p:spTgt spid="4"/>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childTnLst>
                          </p:cTn>
                        </p:par>
                        <p:par>
                          <p:cTn id="16" fill="hold">
                            <p:stCondLst>
                              <p:cond delay="3000"/>
                            </p:stCondLst>
                            <p:childTnLst>
                              <p:par>
                                <p:cTn id="17" presetID="22" presetClass="entr" presetSubtype="1"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1000"/>
                                        <p:tgtEl>
                                          <p:spTgt spid="6"/>
                                        </p:tgtEl>
                                      </p:cBhvr>
                                    </p:animEffect>
                                  </p:childTnLst>
                                </p:cTn>
                              </p:par>
                            </p:childTnLst>
                          </p:cTn>
                        </p:par>
                        <p:par>
                          <p:cTn id="20" fill="hold">
                            <p:stCondLst>
                              <p:cond delay="4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1000"/>
                                        <p:tgtEl>
                                          <p:spTgt spid="8"/>
                                        </p:tgtEl>
                                      </p:cBhvr>
                                    </p:animEffect>
                                  </p:childTnLst>
                                </p:cTn>
                              </p:par>
                            </p:childTnLst>
                          </p:cTn>
                        </p:par>
                        <p:par>
                          <p:cTn id="24" fill="hold">
                            <p:stCondLst>
                              <p:cond delay="5000"/>
                            </p:stCondLst>
                            <p:childTnLst>
                              <p:par>
                                <p:cTn id="25" presetID="22" presetClass="entr" presetSubtype="1"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346336" y="1892344"/>
            <a:ext cx="9918416" cy="4190880"/>
            <a:chOff x="1555880" y="1962192"/>
            <a:chExt cx="9080240" cy="3911488"/>
          </a:xfrm>
        </p:grpSpPr>
        <p:graphicFrame>
          <p:nvGraphicFramePr>
            <p:cNvPr id="9" name="图示 8"/>
            <p:cNvGraphicFramePr/>
            <p:nvPr/>
          </p:nvGraphicFramePr>
          <p:xfrm>
            <a:off x="1555880" y="1962192"/>
            <a:ext cx="9080240" cy="39114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2" name="图片 1"/>
            <p:cNvPicPr>
              <a:picLocks noChangeAspect="1"/>
            </p:cNvPicPr>
            <p:nvPr/>
          </p:nvPicPr>
          <p:blipFill rotWithShape="1">
            <a:blip r:embed="rId6" cstate="print">
              <a:extLst>
                <a:ext uri="{28A0092B-C50C-407E-A947-70E740481C1C}">
                  <a14:useLocalDpi xmlns:a14="http://schemas.microsoft.com/office/drawing/2010/main" val="0"/>
                </a:ext>
              </a:extLst>
            </a:blip>
            <a:srcRect l="24199" t="23075" r="22161" b="18324"/>
            <a:stretch>
              <a:fillRect/>
            </a:stretch>
          </p:blipFill>
          <p:spPr>
            <a:xfrm>
              <a:off x="1674198" y="2067774"/>
              <a:ext cx="1788956" cy="1011986"/>
            </a:xfrm>
            <a:prstGeom prst="rect">
              <a:avLst/>
            </a:prstGeom>
          </p:spPr>
        </p:pic>
        <p:pic>
          <p:nvPicPr>
            <p:cNvPr id="3" name="图片 2"/>
            <p:cNvPicPr>
              <a:picLocks noChangeAspect="1"/>
            </p:cNvPicPr>
            <p:nvPr/>
          </p:nvPicPr>
          <p:blipFill rotWithShape="1">
            <a:blip r:embed="rId7">
              <a:extLst>
                <a:ext uri="{28A0092B-C50C-407E-A947-70E740481C1C}">
                  <a14:useLocalDpi xmlns:a14="http://schemas.microsoft.com/office/drawing/2010/main" val="0"/>
                </a:ext>
              </a:extLst>
            </a:blip>
            <a:srcRect l="3187" t="45635" r="4747" b="5472"/>
            <a:stretch>
              <a:fillRect/>
            </a:stretch>
          </p:blipFill>
          <p:spPr>
            <a:xfrm>
              <a:off x="4021938" y="2067773"/>
              <a:ext cx="1794670" cy="1011987"/>
            </a:xfrm>
            <a:prstGeom prst="rect">
              <a:avLst/>
            </a:prstGeom>
          </p:spPr>
        </p:pic>
        <p:pic>
          <p:nvPicPr>
            <p:cNvPr id="4" name="图片 3"/>
            <p:cNvPicPr>
              <a:picLocks noChangeAspect="1"/>
            </p:cNvPicPr>
            <p:nvPr/>
          </p:nvPicPr>
          <p:blipFill rotWithShape="1">
            <a:blip r:embed="rId8">
              <a:extLst>
                <a:ext uri="{28A0092B-C50C-407E-A947-70E740481C1C}">
                  <a14:useLocalDpi xmlns:a14="http://schemas.microsoft.com/office/drawing/2010/main" val="0"/>
                </a:ext>
              </a:extLst>
            </a:blip>
            <a:srcRect l="1876" t="2551" r="1876" b="2551"/>
            <a:stretch>
              <a:fillRect/>
            </a:stretch>
          </p:blipFill>
          <p:spPr>
            <a:xfrm>
              <a:off x="6375392" y="2067773"/>
              <a:ext cx="1800000" cy="1003044"/>
            </a:xfrm>
            <a:prstGeom prst="rect">
              <a:avLst/>
            </a:prstGeom>
          </p:spPr>
        </p:pic>
        <p:pic>
          <p:nvPicPr>
            <p:cNvPr id="5" name="图片 4"/>
            <p:cNvPicPr>
              <a:picLocks noChangeAspect="1"/>
            </p:cNvPicPr>
            <p:nvPr/>
          </p:nvPicPr>
          <p:blipFill rotWithShape="1">
            <a:blip r:embed="rId9">
              <a:extLst>
                <a:ext uri="{28A0092B-C50C-407E-A947-70E740481C1C}">
                  <a14:useLocalDpi xmlns:a14="http://schemas.microsoft.com/office/drawing/2010/main" val="0"/>
                </a:ext>
              </a:extLst>
            </a:blip>
            <a:srcRect t="30448" b="28004"/>
            <a:stretch>
              <a:fillRect/>
            </a:stretch>
          </p:blipFill>
          <p:spPr>
            <a:xfrm>
              <a:off x="8706633" y="2067772"/>
              <a:ext cx="1809139" cy="1011987"/>
            </a:xfrm>
            <a:prstGeom prst="rect">
              <a:avLst/>
            </a:prstGeom>
          </p:spPr>
        </p:pic>
      </p:grpSp>
      <p:sp>
        <p:nvSpPr>
          <p:cNvPr id="10" name="圆角矩形 9"/>
          <p:cNvSpPr/>
          <p:nvPr/>
        </p:nvSpPr>
        <p:spPr bwMode="auto">
          <a:xfrm>
            <a:off x="248784" y="683290"/>
            <a:ext cx="5821426" cy="768328"/>
          </a:xfrm>
          <a:prstGeom prst="roundRect">
            <a:avLst/>
          </a:prstGeom>
          <a:gradFill>
            <a:gsLst>
              <a:gs pos="0">
                <a:schemeClr val="accent1">
                  <a:lumMod val="5000"/>
                  <a:lumOff val="95000"/>
                  <a:alpha val="0"/>
                </a:schemeClr>
              </a:gs>
              <a:gs pos="33950">
                <a:srgbClr val="FBDE82"/>
              </a:gs>
              <a:gs pos="70000">
                <a:srgbClr val="FFC000"/>
              </a:gs>
              <a:gs pos="100000">
                <a:schemeClr val="accent4">
                  <a:alpha val="0"/>
                </a:schemeClr>
              </a:gs>
            </a:gsLst>
            <a:lin ang="1080000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11" name="文本框 10"/>
          <p:cNvSpPr txBox="1"/>
          <p:nvPr/>
        </p:nvSpPr>
        <p:spPr>
          <a:xfrm>
            <a:off x="482370" y="775671"/>
            <a:ext cx="5029056" cy="583565"/>
          </a:xfrm>
          <a:prstGeom prst="rect">
            <a:avLst/>
          </a:prstGeom>
          <a:gradFill>
            <a:gsLst>
              <a:gs pos="0">
                <a:schemeClr val="accent1">
                  <a:lumMod val="5000"/>
                  <a:lumOff val="95000"/>
                  <a:alpha val="0"/>
                </a:schemeClr>
              </a:gs>
              <a:gs pos="33950">
                <a:srgbClr val="FBDE82"/>
              </a:gs>
              <a:gs pos="70000">
                <a:srgbClr val="FFC000"/>
              </a:gs>
              <a:gs pos="100000">
                <a:schemeClr val="accent4">
                  <a:alpha val="0"/>
                </a:schemeClr>
              </a:gs>
            </a:gsLst>
            <a:lin ang="10800000" scaled="1"/>
          </a:gradFill>
        </p:spPr>
        <p:txBody>
          <a:bodyPr vert="horz" wrap="square" rtlCol="0">
            <a:spAutoFit/>
          </a:bodyPr>
          <a:lstStyle/>
          <a:p>
            <a:r>
              <a:rPr lang="en-US" altLang="zh-CN" sz="3200" b="1" dirty="0">
                <a:solidFill>
                  <a:srgbClr val="002060"/>
                </a:solidFill>
                <a:latin typeface="方正大标宋简体" panose="02000000000000000000" charset="-122"/>
                <a:ea typeface="方正大标宋简体" panose="02000000000000000000" charset="-122"/>
                <a:cs typeface="微软雅黑" panose="020B0503020204020204" charset="-122"/>
                <a:sym typeface="+mn-lt"/>
              </a:rPr>
              <a:t>    </a:t>
            </a:r>
            <a:r>
              <a:rPr lang="zh-CN" altLang="en-US" sz="3200" b="1" dirty="0">
                <a:solidFill>
                  <a:srgbClr val="002060"/>
                </a:solidFill>
                <a:latin typeface="方正大标宋简体" panose="02000000000000000000" charset="-122"/>
                <a:ea typeface="方正大标宋简体" panose="02000000000000000000" charset="-122"/>
                <a:cs typeface="微软雅黑" panose="020B0503020204020204" charset="-122"/>
                <a:sym typeface="+mn-lt"/>
              </a:rPr>
              <a:t>全球权威大学世界排名</a:t>
            </a:r>
            <a:endParaRPr lang="zh-CN" altLang="en-US" sz="3200" b="1" dirty="0">
              <a:solidFill>
                <a:srgbClr val="002060"/>
              </a:solidFill>
              <a:latin typeface="方正大标宋简体" panose="02000000000000000000" charset="-122"/>
              <a:ea typeface="方正大标宋简体" panose="02000000000000000000" charset="-122"/>
              <a:cs typeface="微软雅黑" panose="020B0503020204020204" charset="-122"/>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206640" y="1543104"/>
            <a:ext cx="9848568" cy="4749746"/>
            <a:chOff x="2332051" y="1687310"/>
            <a:chExt cx="7840503" cy="4323341"/>
          </a:xfrm>
        </p:grpSpPr>
        <p:graphicFrame>
          <p:nvGraphicFramePr>
            <p:cNvPr id="10" name="图示 9"/>
            <p:cNvGraphicFramePr/>
            <p:nvPr/>
          </p:nvGraphicFramePr>
          <p:xfrm>
            <a:off x="6613929" y="1692131"/>
            <a:ext cx="1518651" cy="187850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11" name="图示 10"/>
            <p:cNvGraphicFramePr/>
            <p:nvPr/>
          </p:nvGraphicFramePr>
          <p:xfrm>
            <a:off x="4472193" y="1687310"/>
            <a:ext cx="1571182" cy="200634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2" name="图示 11"/>
            <p:cNvGraphicFramePr/>
            <p:nvPr/>
          </p:nvGraphicFramePr>
          <p:xfrm>
            <a:off x="2332051" y="1804610"/>
            <a:ext cx="1669500" cy="196114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aphicFrame>
          <p:nvGraphicFramePr>
            <p:cNvPr id="13" name="图示 12"/>
            <p:cNvGraphicFramePr/>
            <p:nvPr/>
          </p:nvGraphicFramePr>
          <p:xfrm>
            <a:off x="8492366" y="1820162"/>
            <a:ext cx="1514897" cy="1961140"/>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graphicFrame>
          <p:nvGraphicFramePr>
            <p:cNvPr id="14" name="图示 13"/>
            <p:cNvGraphicFramePr/>
            <p:nvPr/>
          </p:nvGraphicFramePr>
          <p:xfrm>
            <a:off x="5261152" y="3776374"/>
            <a:ext cx="2641784" cy="502601"/>
          </p:xfrm>
          <a:graphic>
            <a:graphicData uri="http://schemas.openxmlformats.org/drawingml/2006/diagram">
              <dgm:relIds xmlns:dgm="http://schemas.openxmlformats.org/drawingml/2006/diagram" xmlns:r="http://schemas.openxmlformats.org/officeDocument/2006/relationships" r:dm="rId21" r:lo="rId22" r:qs="rId23" r:cs="rId24"/>
            </a:graphicData>
          </a:graphic>
        </p:graphicFrame>
        <p:cxnSp>
          <p:nvCxnSpPr>
            <p:cNvPr id="15" name="直接连接符 14"/>
            <p:cNvCxnSpPr/>
            <p:nvPr/>
          </p:nvCxnSpPr>
          <p:spPr>
            <a:xfrm>
              <a:off x="3912913" y="3761777"/>
              <a:ext cx="1644310" cy="372782"/>
            </a:xfrm>
            <a:prstGeom prst="line">
              <a:avLst/>
            </a:prstGeom>
            <a:ln w="12700">
              <a:solidFill>
                <a:srgbClr val="FFC000"/>
              </a:solidFill>
            </a:ln>
          </p:spPr>
          <p:style>
            <a:lnRef idx="1">
              <a:schemeClr val="accent5"/>
            </a:lnRef>
            <a:fillRef idx="0">
              <a:schemeClr val="accent5"/>
            </a:fillRef>
            <a:effectRef idx="0">
              <a:schemeClr val="accent5"/>
            </a:effectRef>
            <a:fontRef idx="minor">
              <a:schemeClr val="tx1"/>
            </a:fontRef>
          </p:style>
        </p:cxnSp>
        <p:cxnSp>
          <p:nvCxnSpPr>
            <p:cNvPr id="16" name="直接连接符 15"/>
            <p:cNvCxnSpPr/>
            <p:nvPr/>
          </p:nvCxnSpPr>
          <p:spPr>
            <a:xfrm>
              <a:off x="5007893" y="3616622"/>
              <a:ext cx="549330" cy="159752"/>
            </a:xfrm>
            <a:prstGeom prst="line">
              <a:avLst/>
            </a:prstGeom>
            <a:ln w="12700">
              <a:solidFill>
                <a:srgbClr val="FFC000"/>
              </a:solidFill>
            </a:ln>
          </p:spPr>
          <p:style>
            <a:lnRef idx="1">
              <a:schemeClr val="accent4"/>
            </a:lnRef>
            <a:fillRef idx="0">
              <a:schemeClr val="accent4"/>
            </a:fillRef>
            <a:effectRef idx="0">
              <a:schemeClr val="accent4"/>
            </a:effectRef>
            <a:fontRef idx="minor">
              <a:schemeClr val="tx1"/>
            </a:fontRef>
          </p:style>
        </p:cxnSp>
        <p:cxnSp>
          <p:nvCxnSpPr>
            <p:cNvPr id="17" name="直接连接符 16"/>
            <p:cNvCxnSpPr/>
            <p:nvPr/>
          </p:nvCxnSpPr>
          <p:spPr>
            <a:xfrm flipV="1">
              <a:off x="7049717" y="3577741"/>
              <a:ext cx="436306" cy="184036"/>
            </a:xfrm>
            <a:prstGeom prst="line">
              <a:avLst/>
            </a:prstGeom>
            <a:ln w="12700">
              <a:solidFill>
                <a:srgbClr val="FFC000"/>
              </a:solidFill>
            </a:ln>
          </p:spPr>
          <p:style>
            <a:lnRef idx="1">
              <a:schemeClr val="accent4"/>
            </a:lnRef>
            <a:fillRef idx="0">
              <a:schemeClr val="accent4"/>
            </a:fillRef>
            <a:effectRef idx="0">
              <a:schemeClr val="accent4"/>
            </a:effectRef>
            <a:fontRef idx="minor">
              <a:schemeClr val="tx1"/>
            </a:fontRef>
          </p:style>
        </p:cxnSp>
        <p:cxnSp>
          <p:nvCxnSpPr>
            <p:cNvPr id="18" name="直接连接符 17"/>
            <p:cNvCxnSpPr/>
            <p:nvPr/>
          </p:nvCxnSpPr>
          <p:spPr>
            <a:xfrm flipV="1">
              <a:off x="7049717" y="3836514"/>
              <a:ext cx="1494398" cy="298045"/>
            </a:xfrm>
            <a:prstGeom prst="line">
              <a:avLst/>
            </a:prstGeom>
            <a:ln w="12700">
              <a:solidFill>
                <a:srgbClr val="FFC000"/>
              </a:solidFill>
            </a:ln>
          </p:spPr>
          <p:style>
            <a:lnRef idx="1">
              <a:schemeClr val="accent5"/>
            </a:lnRef>
            <a:fillRef idx="0">
              <a:schemeClr val="accent5"/>
            </a:fillRef>
            <a:effectRef idx="0">
              <a:schemeClr val="accent5"/>
            </a:effectRef>
            <a:fontRef idx="minor">
              <a:schemeClr val="tx1"/>
            </a:fontRef>
          </p:style>
        </p:cxnSp>
        <p:graphicFrame>
          <p:nvGraphicFramePr>
            <p:cNvPr id="19" name="图示 18"/>
            <p:cNvGraphicFramePr/>
            <p:nvPr/>
          </p:nvGraphicFramePr>
          <p:xfrm>
            <a:off x="2463905" y="4719106"/>
            <a:ext cx="7708649" cy="1291545"/>
          </p:xfrm>
          <a:graphic>
            <a:graphicData uri="http://schemas.openxmlformats.org/drawingml/2006/diagram">
              <dgm:relIds xmlns:dgm="http://schemas.openxmlformats.org/drawingml/2006/diagram" xmlns:r="http://schemas.openxmlformats.org/officeDocument/2006/relationships" r:dm="rId26" r:lo="rId27" r:qs="rId28" r:cs="rId29"/>
            </a:graphicData>
          </a:graphic>
        </p:graphicFrame>
        <p:sp>
          <p:nvSpPr>
            <p:cNvPr id="20" name="加号 19"/>
            <p:cNvSpPr/>
            <p:nvPr/>
          </p:nvSpPr>
          <p:spPr>
            <a:xfrm>
              <a:off x="6104385" y="4331819"/>
              <a:ext cx="305878" cy="279807"/>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sym typeface="+mn-lt"/>
                </a:rPr>
                <a:t> </a:t>
              </a:r>
              <a:endParaRPr lang="zh-CN" altLang="en-US" dirty="0">
                <a:solidFill>
                  <a:schemeClr val="bg1"/>
                </a:solidFill>
                <a:sym typeface="+mn-lt"/>
              </a:endParaRPr>
            </a:p>
          </p:txBody>
        </p:sp>
      </p:grpSp>
      <p:sp>
        <p:nvSpPr>
          <p:cNvPr id="26" name="圆角矩形 25"/>
          <p:cNvSpPr/>
          <p:nvPr/>
        </p:nvSpPr>
        <p:spPr bwMode="auto">
          <a:xfrm>
            <a:off x="89072" y="624745"/>
            <a:ext cx="4587310" cy="608789"/>
          </a:xfrm>
          <a:prstGeom prst="roundRect">
            <a:avLst/>
          </a:prstGeom>
          <a:gradFill>
            <a:gsLst>
              <a:gs pos="0">
                <a:schemeClr val="accent1">
                  <a:lumMod val="5000"/>
                  <a:lumOff val="95000"/>
                  <a:alpha val="0"/>
                </a:schemeClr>
              </a:gs>
              <a:gs pos="33950">
                <a:srgbClr val="FBDE82"/>
              </a:gs>
              <a:gs pos="70000">
                <a:srgbClr val="FFC000"/>
              </a:gs>
              <a:gs pos="100000">
                <a:schemeClr val="accent4">
                  <a:alpha val="0"/>
                </a:schemeClr>
              </a:gs>
            </a:gsLst>
            <a:lin ang="1080000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r>
              <a:rPr lang="zh-CN" altLang="en-US" sz="3200" b="1" dirty="0" smtClean="0">
                <a:solidFill>
                  <a:srgbClr val="002060"/>
                </a:solidFill>
                <a:latin typeface="方正大标宋简体" panose="02000000000000000000" charset="-122"/>
                <a:ea typeface="方正大标宋简体" panose="02000000000000000000" charset="-122"/>
                <a:sym typeface="+mn-lt"/>
              </a:rPr>
              <a:t>         学 院 设 置</a:t>
            </a:r>
            <a:endParaRPr lang="zh-CN" altLang="en-US" sz="3200" b="1" dirty="0">
              <a:solidFill>
                <a:srgbClr val="002060"/>
              </a:solidFill>
              <a:latin typeface="方正大标宋简体" panose="02000000000000000000" charset="-122"/>
              <a:ea typeface="方正大标宋简体" panose="02000000000000000000" charset="-122"/>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bwMode="auto">
          <a:xfrm>
            <a:off x="2463904" y="565232"/>
            <a:ext cx="7268845"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23" name="文本框 22"/>
          <p:cNvSpPr txBox="1"/>
          <p:nvPr/>
        </p:nvSpPr>
        <p:spPr>
          <a:xfrm>
            <a:off x="2464435" y="565150"/>
            <a:ext cx="7268210" cy="706755"/>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NO.2 </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最硬核：学科一流实力强</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graphicFrame>
        <p:nvGraphicFramePr>
          <p:cNvPr id="44" name="图示 43"/>
          <p:cNvGraphicFramePr/>
          <p:nvPr/>
        </p:nvGraphicFramePr>
        <p:xfrm>
          <a:off x="881063" y="2171736"/>
          <a:ext cx="10579099" cy="34924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BEBA8EAE-BF5A-486C-A8C5-ECC9F3942E4B}">
                <a14:imgProps xmlns:a14="http://schemas.microsoft.com/office/drawing/2010/main">
                  <a14:imgLayer r:embed="rId2">
                    <a14:imgEffect>
                      <a14:sharpenSoften amount="1000"/>
                    </a14:imgEffect>
                  </a14:imgLayer>
                </a14:imgProps>
              </a:ext>
              <a:ext uri="{28A0092B-C50C-407E-A947-70E740481C1C}">
                <a14:useLocalDpi xmlns:a14="http://schemas.microsoft.com/office/drawing/2010/main" val="0"/>
              </a:ext>
            </a:extLst>
          </a:blip>
          <a:srcRect r="18642"/>
          <a:stretch>
            <a:fillRect/>
          </a:stretch>
        </p:blipFill>
        <p:spPr>
          <a:xfrm>
            <a:off x="-2064777" y="59691"/>
            <a:ext cx="8671170" cy="7433453"/>
          </a:xfrm>
          <a:prstGeom prst="rect">
            <a:avLst/>
          </a:prstGeom>
          <a:gradFill>
            <a:gsLst>
              <a:gs pos="0">
                <a:schemeClr val="accent1">
                  <a:lumMod val="5000"/>
                  <a:lumOff val="95000"/>
                  <a:alpha val="1000"/>
                </a:schemeClr>
              </a:gs>
              <a:gs pos="74000">
                <a:schemeClr val="accent1">
                  <a:lumMod val="45000"/>
                  <a:lumOff val="55000"/>
                </a:schemeClr>
              </a:gs>
              <a:gs pos="83000">
                <a:schemeClr val="accent1">
                  <a:lumMod val="45000"/>
                  <a:lumOff val="55000"/>
                </a:schemeClr>
              </a:gs>
              <a:gs pos="100000">
                <a:schemeClr val="accent1">
                  <a:lumMod val="30000"/>
                  <a:lumOff val="70000"/>
                  <a:alpha val="0"/>
                </a:schemeClr>
              </a:gs>
            </a:gsLst>
            <a:lin ang="5400000" scaled="1"/>
          </a:gradFill>
          <a:effectLst>
            <a:glow>
              <a:schemeClr val="accent1"/>
            </a:glow>
            <a:reflection endPos="1000" dist="50800" dir="5400000" sy="-100000" algn="bl" rotWithShape="0"/>
            <a:softEdge rad="12700"/>
          </a:effectLst>
        </p:spPr>
      </p:pic>
      <p:sp>
        <p:nvSpPr>
          <p:cNvPr id="13" name="矩形 12"/>
          <p:cNvSpPr/>
          <p:nvPr/>
        </p:nvSpPr>
        <p:spPr>
          <a:xfrm>
            <a:off x="5587336" y="0"/>
            <a:ext cx="4017815" cy="7410336"/>
          </a:xfrm>
          <a:prstGeom prst="rect">
            <a:avLst/>
          </a:prstGeom>
          <a:gradFill flip="none" rotWithShape="1">
            <a:gsLst>
              <a:gs pos="0">
                <a:schemeClr val="accent1">
                  <a:lumMod val="5000"/>
                  <a:lumOff val="95000"/>
                  <a:alpha val="0"/>
                </a:schemeClr>
              </a:gs>
              <a:gs pos="25000">
                <a:srgbClr val="243C71">
                  <a:alpha val="94000"/>
                </a:srgbClr>
              </a:gs>
              <a:gs pos="100000">
                <a:schemeClr val="accent1">
                  <a:lumMod val="30000"/>
                  <a:lumOff val="70000"/>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2206600" y="3932968"/>
            <a:ext cx="9778720" cy="2212375"/>
            <a:chOff x="3337818" y="3793253"/>
            <a:chExt cx="8222940" cy="1847506"/>
          </a:xfrm>
        </p:grpSpPr>
        <p:sp>
          <p:nvSpPr>
            <p:cNvPr id="29" name="ïṩḻïḑé"/>
            <p:cNvSpPr/>
            <p:nvPr/>
          </p:nvSpPr>
          <p:spPr>
            <a:xfrm>
              <a:off x="3337818" y="3965726"/>
              <a:ext cx="8222940" cy="1675033"/>
            </a:xfrm>
            <a:prstGeom prst="wedgeRoundRectCallout">
              <a:avLst>
                <a:gd name="adj1" fmla="val -52703"/>
                <a:gd name="adj2" fmla="val -38908"/>
                <a:gd name="adj3" fmla="val 16667"/>
              </a:avLst>
            </a:prstGeom>
            <a:gradFill>
              <a:gsLst>
                <a:gs pos="0">
                  <a:srgbClr val="FED700"/>
                </a:gs>
                <a:gs pos="28000">
                  <a:srgbClr val="FECF00"/>
                </a:gs>
                <a:gs pos="100000">
                  <a:srgbClr val="FEBD00"/>
                </a:gs>
              </a:gsLst>
              <a:lin ang="0" scaled="0"/>
            </a:gradFill>
            <a:ln>
              <a:noFill/>
            </a:ln>
            <a:effectLst>
              <a:outerShdw blurRad="762000" dist="2540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r" defTabSz="914400"/>
              <a:endParaRPr sz="1400" b="1" dirty="0">
                <a:cs typeface="+mn-ea"/>
                <a:sym typeface="+mn-lt"/>
              </a:endParaRPr>
            </a:p>
          </p:txBody>
        </p:sp>
        <p:sp>
          <p:nvSpPr>
            <p:cNvPr id="42" name="işľîdé"/>
            <p:cNvSpPr txBox="1"/>
            <p:nvPr/>
          </p:nvSpPr>
          <p:spPr>
            <a:xfrm>
              <a:off x="3864490" y="3793253"/>
              <a:ext cx="7632322" cy="717463"/>
            </a:xfrm>
            <a:prstGeom prst="rect">
              <a:avLst/>
            </a:prstGeom>
            <a:noFill/>
            <a:ln>
              <a:noFill/>
            </a:ln>
          </p:spPr>
          <p:txBody>
            <a:bodyPr wrap="square" lIns="91440" tIns="45720" rIns="91440" bIns="45720" anchor="t"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defTabSz="913765">
                <a:lnSpc>
                  <a:spcPct val="180000"/>
                </a:lnSpc>
                <a:spcBef>
                  <a:spcPct val="0"/>
                </a:spcBef>
                <a:spcAft>
                  <a:spcPct val="0"/>
                </a:spcAft>
                <a:defRPr/>
              </a:pPr>
              <a:r>
                <a:rPr lang="zh-CN" altLang="en-US" b="1" dirty="0">
                  <a:ea typeface="微软雅黑" panose="020B0503020204020204" charset="-122"/>
                  <a:cs typeface="+mn-ea"/>
                  <a:sym typeface="+mn-lt"/>
                </a:rPr>
                <a:t>一甲子时光，南信大为全球</a:t>
              </a:r>
              <a:r>
                <a:rPr lang="en-US" altLang="zh-CN" sz="3200" b="1" dirty="0">
                  <a:solidFill>
                    <a:srgbClr val="C00000"/>
                  </a:solidFill>
                  <a:ea typeface="微软雅黑" panose="020B0503020204020204" charset="-122"/>
                  <a:cs typeface="+mn-ea"/>
                  <a:sym typeface="+mn-lt"/>
                </a:rPr>
                <a:t>157</a:t>
              </a:r>
              <a:r>
                <a:rPr lang="zh-CN" altLang="en-US" sz="2800" b="1" dirty="0">
                  <a:solidFill>
                    <a:srgbClr val="C00000"/>
                  </a:solidFill>
                  <a:ea typeface="微软雅黑" panose="020B0503020204020204" charset="-122"/>
                  <a:cs typeface="+mn-ea"/>
                  <a:sym typeface="+mn-lt"/>
                </a:rPr>
                <a:t>个地区</a:t>
              </a:r>
              <a:r>
                <a:rPr lang="zh-CN" altLang="en-US" b="1" dirty="0">
                  <a:ea typeface="微软雅黑" panose="020B0503020204020204" charset="-122"/>
                  <a:cs typeface="+mn-ea"/>
                  <a:sym typeface="+mn-lt"/>
                </a:rPr>
                <a:t>培养了</a:t>
              </a:r>
              <a:r>
                <a:rPr lang="en-US" altLang="zh-CN" sz="2800" b="1" dirty="0">
                  <a:solidFill>
                    <a:srgbClr val="C00000"/>
                  </a:solidFill>
                  <a:ea typeface="微软雅黑" panose="020B0503020204020204" charset="-122"/>
                  <a:cs typeface="+mn-ea"/>
                  <a:sym typeface="+mn-lt"/>
                </a:rPr>
                <a:t>3500</a:t>
              </a:r>
              <a:r>
                <a:rPr lang="zh-CN" altLang="en-US" sz="2800" b="1" dirty="0">
                  <a:solidFill>
                    <a:srgbClr val="C00000"/>
                  </a:solidFill>
                  <a:ea typeface="微软雅黑" panose="020B0503020204020204" charset="-122"/>
                  <a:cs typeface="+mn-ea"/>
                  <a:sym typeface="+mn-lt"/>
                </a:rPr>
                <a:t>余名</a:t>
              </a:r>
              <a:r>
                <a:rPr lang="zh-CN" altLang="en-US" b="1" dirty="0">
                  <a:ea typeface="微软雅黑" panose="020B0503020204020204" charset="-122"/>
                  <a:cs typeface="+mn-ea"/>
                  <a:sym typeface="+mn-lt"/>
                </a:rPr>
                <a:t>气象工作者。南信大的校友中不乏中国科学院院士、中国工程学院院士。这里是中国气象教育事业的开端，也会永远引领中国气象教育事业不断前进</a:t>
              </a:r>
              <a:r>
                <a:rPr lang="zh-CN" altLang="en-US" dirty="0">
                  <a:ea typeface="微软雅黑" panose="020B0503020204020204" charset="-122"/>
                  <a:cs typeface="+mn-ea"/>
                  <a:sym typeface="+mn-lt"/>
                </a:rPr>
                <a:t>。</a:t>
              </a:r>
              <a:endParaRPr lang="en-US" altLang="zh-CN" dirty="0">
                <a:ea typeface="微软雅黑" panose="020B0503020204020204" charset="-122"/>
                <a:cs typeface="+mn-ea"/>
                <a:sym typeface="+mn-lt"/>
              </a:endParaRPr>
            </a:p>
          </p:txBody>
        </p:sp>
      </p:grpSp>
      <p:grpSp>
        <p:nvGrpSpPr>
          <p:cNvPr id="7" name="组合 6"/>
          <p:cNvGrpSpPr/>
          <p:nvPr/>
        </p:nvGrpSpPr>
        <p:grpSpPr>
          <a:xfrm>
            <a:off x="2900826" y="1822496"/>
            <a:ext cx="1867436" cy="2110472"/>
            <a:chOff x="1763415" y="1719933"/>
            <a:chExt cx="1767443" cy="1955744"/>
          </a:xfrm>
        </p:grpSpPr>
        <p:sp>
          <p:nvSpPr>
            <p:cNvPr id="5" name="圆角矩形 4"/>
            <p:cNvSpPr/>
            <p:nvPr/>
          </p:nvSpPr>
          <p:spPr>
            <a:xfrm>
              <a:off x="1763415" y="1719933"/>
              <a:ext cx="1767443" cy="1955744"/>
            </a:xfrm>
            <a:prstGeom prst="roundRect">
              <a:avLst/>
            </a:prstGeom>
            <a:solidFill>
              <a:schemeClr val="lt1">
                <a:alpha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4" name="组合 3"/>
            <p:cNvGrpSpPr/>
            <p:nvPr/>
          </p:nvGrpSpPr>
          <p:grpSpPr>
            <a:xfrm>
              <a:off x="1855558" y="1883565"/>
              <a:ext cx="1572184" cy="1647039"/>
              <a:chOff x="3649433" y="1848005"/>
              <a:chExt cx="1572184" cy="1647039"/>
            </a:xfrm>
          </p:grpSpPr>
          <p:sp>
            <p:nvSpPr>
              <p:cNvPr id="30" name="ïsḻîḋê"/>
              <p:cNvSpPr/>
              <p:nvPr/>
            </p:nvSpPr>
            <p:spPr bwMode="auto">
              <a:xfrm>
                <a:off x="3649433" y="2458369"/>
                <a:ext cx="1561211" cy="10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50000"/>
                  </a:lnSpc>
                </a:pPr>
                <a:r>
                  <a:rPr lang="zh-CN" altLang="en-US" sz="2000" b="1" dirty="0">
                    <a:ea typeface="微软雅黑" panose="020B0503020204020204" charset="-122"/>
                    <a:cs typeface="+mn-ea"/>
                    <a:sym typeface="+mn-lt"/>
                  </a:rPr>
                  <a:t>两次蝉联</a:t>
                </a:r>
                <a:endParaRPr lang="en-US" altLang="zh-CN" sz="2000" b="1" dirty="0">
                  <a:ea typeface="微软雅黑" panose="020B0503020204020204" charset="-122"/>
                  <a:cs typeface="+mn-ea"/>
                  <a:sym typeface="+mn-lt"/>
                </a:endParaRPr>
              </a:p>
              <a:p>
                <a:pPr algn="ctr">
                  <a:lnSpc>
                    <a:spcPct val="150000"/>
                  </a:lnSpc>
                </a:pPr>
                <a:r>
                  <a:rPr lang="zh-CN" altLang="en-US" sz="2400" b="1" dirty="0">
                    <a:solidFill>
                      <a:srgbClr val="C00000"/>
                    </a:solidFill>
                    <a:ea typeface="微软雅黑" panose="020B0503020204020204" charset="-122"/>
                    <a:cs typeface="+mn-ea"/>
                    <a:sym typeface="+mn-lt"/>
                  </a:rPr>
                  <a:t>全国第一</a:t>
                </a:r>
                <a:endParaRPr lang="en-US" altLang="zh-CN" sz="2400" b="1" dirty="0">
                  <a:solidFill>
                    <a:srgbClr val="C00000"/>
                  </a:solidFill>
                  <a:ea typeface="微软雅黑" panose="020B0503020204020204" charset="-122"/>
                  <a:cs typeface="+mn-ea"/>
                  <a:sym typeface="+mn-lt"/>
                </a:endParaRPr>
              </a:p>
            </p:txBody>
          </p:sp>
          <p:sp>
            <p:nvSpPr>
              <p:cNvPr id="31" name="íṡ1iḍe"/>
              <p:cNvSpPr txBox="1"/>
              <p:nvPr/>
            </p:nvSpPr>
            <p:spPr bwMode="auto">
              <a:xfrm>
                <a:off x="3660407" y="1848005"/>
                <a:ext cx="1561210" cy="439263"/>
              </a:xfrm>
              <a:prstGeom prst="roundRect">
                <a:avLst>
                  <a:gd name="adj" fmla="val 50000"/>
                </a:avLst>
              </a:prstGeom>
              <a:gradFill>
                <a:gsLst>
                  <a:gs pos="0">
                    <a:srgbClr val="407FD4"/>
                  </a:gs>
                  <a:gs pos="28000">
                    <a:srgbClr val="3277D2"/>
                  </a:gs>
                  <a:gs pos="100000">
                    <a:srgbClr val="2660AD"/>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dist"/>
                <a:endParaRPr lang="zh-CN" altLang="en-US" dirty="0">
                  <a:latin typeface="+mn-lt"/>
                  <a:ea typeface="+mn-ea"/>
                  <a:cs typeface="+mn-ea"/>
                  <a:sym typeface="+mn-lt"/>
                </a:endParaRPr>
              </a:p>
            </p:txBody>
          </p:sp>
          <p:sp>
            <p:nvSpPr>
              <p:cNvPr id="55" name="文本框 54"/>
              <p:cNvSpPr txBox="1"/>
              <p:nvPr/>
            </p:nvSpPr>
            <p:spPr>
              <a:xfrm>
                <a:off x="3760963" y="1862078"/>
                <a:ext cx="1308159" cy="400110"/>
              </a:xfrm>
              <a:prstGeom prst="rect">
                <a:avLst/>
              </a:prstGeom>
              <a:noFill/>
            </p:spPr>
            <p:txBody>
              <a:bodyPr wrap="square" rtlCol="0">
                <a:spAutoFit/>
              </a:bodyPr>
              <a:lstStyle/>
              <a:p>
                <a:pPr algn="ctr"/>
                <a:r>
                  <a:rPr lang="zh-CN" altLang="en-US" sz="2000" b="1" dirty="0">
                    <a:solidFill>
                      <a:schemeClr val="bg1"/>
                    </a:solidFill>
                    <a:latin typeface="微软雅黑" panose="020B0503020204020204" charset="-122"/>
                    <a:ea typeface="微软雅黑" panose="020B0503020204020204" charset="-122"/>
                  </a:rPr>
                  <a:t>学科评估</a:t>
                </a:r>
                <a:endParaRPr lang="zh-CN" altLang="en-US" sz="2000" b="1" dirty="0">
                  <a:solidFill>
                    <a:schemeClr val="bg1"/>
                  </a:solidFill>
                  <a:latin typeface="微软雅黑" panose="020B0503020204020204" charset="-122"/>
                  <a:ea typeface="微软雅黑" panose="020B0503020204020204" charset="-122"/>
                </a:endParaRPr>
              </a:p>
            </p:txBody>
          </p:sp>
        </p:grpSp>
      </p:grpSp>
      <p:grpSp>
        <p:nvGrpSpPr>
          <p:cNvPr id="8" name="组合 7"/>
          <p:cNvGrpSpPr/>
          <p:nvPr/>
        </p:nvGrpSpPr>
        <p:grpSpPr>
          <a:xfrm>
            <a:off x="4768888" y="1822496"/>
            <a:ext cx="2313457" cy="2110472"/>
            <a:chOff x="3773183" y="1719933"/>
            <a:chExt cx="2062091" cy="1955744"/>
          </a:xfrm>
        </p:grpSpPr>
        <p:sp>
          <p:nvSpPr>
            <p:cNvPr id="26" name="圆角矩形 25"/>
            <p:cNvSpPr/>
            <p:nvPr/>
          </p:nvSpPr>
          <p:spPr>
            <a:xfrm>
              <a:off x="3920508" y="1719933"/>
              <a:ext cx="1767443" cy="1955744"/>
            </a:xfrm>
            <a:prstGeom prst="roundRect">
              <a:avLst/>
            </a:prstGeom>
            <a:solidFill>
              <a:schemeClr val="lt1">
                <a:alpha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12" name="组合 11"/>
            <p:cNvGrpSpPr/>
            <p:nvPr/>
          </p:nvGrpSpPr>
          <p:grpSpPr>
            <a:xfrm>
              <a:off x="3773183" y="1896665"/>
              <a:ext cx="2062091" cy="1344447"/>
              <a:chOff x="5697900" y="1921674"/>
              <a:chExt cx="1859700" cy="1142922"/>
            </a:xfrm>
          </p:grpSpPr>
          <p:sp>
            <p:nvSpPr>
              <p:cNvPr id="33" name="î$ḷïdè"/>
              <p:cNvSpPr/>
              <p:nvPr/>
            </p:nvSpPr>
            <p:spPr bwMode="auto">
              <a:xfrm>
                <a:off x="5697900" y="2340573"/>
                <a:ext cx="1859700" cy="724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30000"/>
                  </a:lnSpc>
                </a:pPr>
                <a:r>
                  <a:rPr lang="zh-CN" altLang="en-US" b="1" dirty="0">
                    <a:ea typeface="微软雅黑" panose="020B0503020204020204" charset="-122"/>
                    <a:cs typeface="+mn-ea"/>
                    <a:sym typeface="+mn-lt"/>
                  </a:rPr>
                  <a:t>气象学科群</a:t>
                </a:r>
                <a:endParaRPr lang="en-US" altLang="zh-CN" b="1" dirty="0">
                  <a:ea typeface="微软雅黑" panose="020B0503020204020204" charset="-122"/>
                  <a:cs typeface="+mn-ea"/>
                  <a:sym typeface="+mn-lt"/>
                </a:endParaRPr>
              </a:p>
              <a:p>
                <a:pPr algn="ctr">
                  <a:lnSpc>
                    <a:spcPct val="130000"/>
                  </a:lnSpc>
                </a:pPr>
                <a:r>
                  <a:rPr lang="zh-CN" altLang="en-US" b="1" dirty="0">
                    <a:ea typeface="微软雅黑" panose="020B0503020204020204" charset="-122"/>
                    <a:cs typeface="+mn-ea"/>
                    <a:sym typeface="+mn-lt"/>
                  </a:rPr>
                  <a:t>国家重点实验室</a:t>
                </a:r>
                <a:endParaRPr lang="en-US" altLang="zh-CN" b="1" dirty="0">
                  <a:ea typeface="微软雅黑" panose="020B0503020204020204" charset="-122"/>
                  <a:cs typeface="+mn-ea"/>
                  <a:sym typeface="+mn-lt"/>
                </a:endParaRPr>
              </a:p>
              <a:p>
                <a:pPr algn="ctr">
                  <a:lnSpc>
                    <a:spcPct val="130000"/>
                  </a:lnSpc>
                </a:pPr>
                <a:r>
                  <a:rPr lang="zh-CN" altLang="en-US" sz="2400" b="1" dirty="0">
                    <a:solidFill>
                      <a:srgbClr val="C00000"/>
                    </a:solidFill>
                    <a:ea typeface="微软雅黑" panose="020B0503020204020204" charset="-122"/>
                    <a:cs typeface="+mn-ea"/>
                    <a:sym typeface="+mn-lt"/>
                  </a:rPr>
                  <a:t>全国最大</a:t>
                </a:r>
                <a:endParaRPr lang="en-US" altLang="zh-CN" sz="2400" b="1" dirty="0">
                  <a:solidFill>
                    <a:srgbClr val="C00000"/>
                  </a:solidFill>
                  <a:ea typeface="微软雅黑" panose="020B0503020204020204" charset="-122"/>
                  <a:cs typeface="+mn-ea"/>
                  <a:sym typeface="+mn-lt"/>
                </a:endParaRPr>
              </a:p>
            </p:txBody>
          </p:sp>
          <p:sp>
            <p:nvSpPr>
              <p:cNvPr id="34" name="îṣlídè"/>
              <p:cNvSpPr txBox="1"/>
              <p:nvPr/>
            </p:nvSpPr>
            <p:spPr bwMode="auto">
              <a:xfrm>
                <a:off x="5884126" y="1922501"/>
                <a:ext cx="1450124" cy="365410"/>
              </a:xfrm>
              <a:prstGeom prst="roundRect">
                <a:avLst>
                  <a:gd name="adj" fmla="val 50000"/>
                </a:avLst>
              </a:prstGeom>
              <a:gradFill>
                <a:gsLst>
                  <a:gs pos="0">
                    <a:srgbClr val="FED700"/>
                  </a:gs>
                  <a:gs pos="28000">
                    <a:srgbClr val="FECF00"/>
                  </a:gs>
                  <a:gs pos="100000">
                    <a:srgbClr val="FEBD00"/>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zh-CN" altLang="en-US" dirty="0">
                  <a:latin typeface="+mn-lt"/>
                  <a:ea typeface="+mn-ea"/>
                  <a:cs typeface="+mn-ea"/>
                  <a:sym typeface="+mn-lt"/>
                </a:endParaRPr>
              </a:p>
            </p:txBody>
          </p:sp>
          <p:sp>
            <p:nvSpPr>
              <p:cNvPr id="56" name="文本框 55"/>
              <p:cNvSpPr txBox="1"/>
              <p:nvPr/>
            </p:nvSpPr>
            <p:spPr>
              <a:xfrm>
                <a:off x="6026555" y="1921674"/>
                <a:ext cx="1276350" cy="340136"/>
              </a:xfrm>
              <a:prstGeom prst="rect">
                <a:avLst/>
              </a:prstGeom>
              <a:noFill/>
            </p:spPr>
            <p:txBody>
              <a:bodyPr wrap="square" rtlCol="0">
                <a:spAutoFit/>
              </a:bodyPr>
              <a:lstStyle/>
              <a:p>
                <a:pPr algn="ctr"/>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科研投入</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grpSp>
      <p:grpSp>
        <p:nvGrpSpPr>
          <p:cNvPr id="9" name="组合 8"/>
          <p:cNvGrpSpPr/>
          <p:nvPr/>
        </p:nvGrpSpPr>
        <p:grpSpPr>
          <a:xfrm>
            <a:off x="7095960" y="1831628"/>
            <a:ext cx="1913748" cy="2101339"/>
            <a:chOff x="6102191" y="1708270"/>
            <a:chExt cx="1767443" cy="1955744"/>
          </a:xfrm>
        </p:grpSpPr>
        <p:sp>
          <p:nvSpPr>
            <p:cNvPr id="27" name="圆角矩形 26"/>
            <p:cNvSpPr/>
            <p:nvPr/>
          </p:nvSpPr>
          <p:spPr>
            <a:xfrm>
              <a:off x="6102191" y="1708270"/>
              <a:ext cx="1767443" cy="1955744"/>
            </a:xfrm>
            <a:prstGeom prst="roundRect">
              <a:avLst/>
            </a:prstGeom>
            <a:solidFill>
              <a:schemeClr val="lt1">
                <a:alpha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16" name="组合 15"/>
            <p:cNvGrpSpPr/>
            <p:nvPr/>
          </p:nvGrpSpPr>
          <p:grpSpPr>
            <a:xfrm>
              <a:off x="6231011" y="1887672"/>
              <a:ext cx="1561211" cy="1776342"/>
              <a:chOff x="8091668" y="1860540"/>
              <a:chExt cx="1561211" cy="1776342"/>
            </a:xfrm>
            <a:effectLst/>
          </p:grpSpPr>
          <p:sp>
            <p:nvSpPr>
              <p:cNvPr id="36" name="íṧlîḓe"/>
              <p:cNvSpPr/>
              <p:nvPr/>
            </p:nvSpPr>
            <p:spPr bwMode="auto">
              <a:xfrm>
                <a:off x="8091668" y="2571379"/>
                <a:ext cx="1561211" cy="1065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700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70000"/>
                  </a:lnSpc>
                </a:pPr>
                <a:r>
                  <a:rPr lang="zh-CN" altLang="en-US" sz="2600" b="1" dirty="0">
                    <a:latin typeface="微软雅黑" panose="020B0503020204020204" charset="-122"/>
                    <a:ea typeface="微软雅黑" panose="020B0503020204020204" charset="-122"/>
                    <a:cs typeface="+mn-ea"/>
                    <a:sym typeface="+mn-lt"/>
                  </a:rPr>
                  <a:t>气象实践基地</a:t>
                </a:r>
                <a:endParaRPr lang="en-US" altLang="zh-CN" sz="2600" b="1" dirty="0">
                  <a:latin typeface="微软雅黑" panose="020B0503020204020204" charset="-122"/>
                  <a:ea typeface="微软雅黑" panose="020B0503020204020204" charset="-122"/>
                  <a:cs typeface="+mn-ea"/>
                  <a:sym typeface="+mn-lt"/>
                </a:endParaRPr>
              </a:p>
              <a:p>
                <a:pPr algn="ctr">
                  <a:lnSpc>
                    <a:spcPct val="170000"/>
                  </a:lnSpc>
                </a:pPr>
                <a:r>
                  <a:rPr lang="zh-CN" altLang="en-US" sz="3400" b="1" dirty="0">
                    <a:solidFill>
                      <a:srgbClr val="C00000"/>
                    </a:solidFill>
                    <a:ea typeface="微软雅黑" panose="020B0503020204020204" charset="-122"/>
                    <a:cs typeface="+mn-ea"/>
                    <a:sym typeface="+mn-lt"/>
                  </a:rPr>
                  <a:t>亚洲最大</a:t>
                </a:r>
                <a:endParaRPr lang="en-US" altLang="zh-CN" sz="3400" dirty="0">
                  <a:ea typeface="微软雅黑" panose="020B0503020204020204" charset="-122"/>
                  <a:cs typeface="+mn-ea"/>
                  <a:sym typeface="+mn-lt"/>
                </a:endParaRPr>
              </a:p>
            </p:txBody>
          </p:sp>
          <p:sp>
            <p:nvSpPr>
              <p:cNvPr id="54" name="íṡ1iḍe"/>
              <p:cNvSpPr txBox="1"/>
              <p:nvPr/>
            </p:nvSpPr>
            <p:spPr bwMode="auto">
              <a:xfrm>
                <a:off x="8091668" y="1860540"/>
                <a:ext cx="1509802" cy="446326"/>
              </a:xfrm>
              <a:prstGeom prst="roundRect">
                <a:avLst>
                  <a:gd name="adj" fmla="val 50000"/>
                </a:avLst>
              </a:prstGeom>
              <a:gradFill>
                <a:gsLst>
                  <a:gs pos="0">
                    <a:srgbClr val="407FD4"/>
                  </a:gs>
                  <a:gs pos="28000">
                    <a:srgbClr val="3277D2"/>
                  </a:gs>
                  <a:gs pos="100000">
                    <a:srgbClr val="2660AD"/>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dist"/>
                <a:endParaRPr lang="zh-CN" altLang="en-US" dirty="0">
                  <a:latin typeface="+mn-lt"/>
                  <a:ea typeface="+mn-ea"/>
                  <a:cs typeface="+mn-ea"/>
                  <a:sym typeface="+mn-lt"/>
                </a:endParaRPr>
              </a:p>
            </p:txBody>
          </p:sp>
          <p:sp>
            <p:nvSpPr>
              <p:cNvPr id="57" name="文本框 56"/>
              <p:cNvSpPr txBox="1"/>
              <p:nvPr/>
            </p:nvSpPr>
            <p:spPr>
              <a:xfrm>
                <a:off x="8249490" y="1876009"/>
                <a:ext cx="1257132" cy="400110"/>
              </a:xfrm>
              <a:prstGeom prst="rect">
                <a:avLst/>
              </a:prstGeom>
              <a:noFill/>
            </p:spPr>
            <p:txBody>
              <a:bodyPr wrap="square" rtlCol="0">
                <a:spAutoFit/>
              </a:bodyPr>
              <a:lstStyle/>
              <a:p>
                <a:pPr algn="ctr"/>
                <a:r>
                  <a:rPr lang="zh-CN" altLang="en-US" sz="2000" b="1" dirty="0">
                    <a:solidFill>
                      <a:schemeClr val="bg1"/>
                    </a:solidFill>
                    <a:latin typeface="微软雅黑" panose="020B0503020204020204" charset="-122"/>
                    <a:ea typeface="微软雅黑" panose="020B0503020204020204" charset="-122"/>
                  </a:rPr>
                  <a:t>实践教学</a:t>
                </a:r>
                <a:endParaRPr lang="zh-CN" altLang="en-US" b="1" dirty="0">
                  <a:solidFill>
                    <a:schemeClr val="bg1"/>
                  </a:solidFill>
                  <a:latin typeface="微软雅黑" panose="020B0503020204020204" charset="-122"/>
                  <a:ea typeface="微软雅黑" panose="020B0503020204020204" charset="-122"/>
                </a:endParaRPr>
              </a:p>
            </p:txBody>
          </p:sp>
        </p:grpSp>
      </p:grpSp>
      <p:grpSp>
        <p:nvGrpSpPr>
          <p:cNvPr id="10" name="组合 9"/>
          <p:cNvGrpSpPr/>
          <p:nvPr/>
        </p:nvGrpSpPr>
        <p:grpSpPr>
          <a:xfrm>
            <a:off x="9154271" y="1863060"/>
            <a:ext cx="2761811" cy="2162278"/>
            <a:chOff x="8014003" y="1729066"/>
            <a:chExt cx="2761811" cy="2162278"/>
          </a:xfrm>
        </p:grpSpPr>
        <p:sp>
          <p:nvSpPr>
            <p:cNvPr id="28" name="圆角矩形 27"/>
            <p:cNvSpPr/>
            <p:nvPr/>
          </p:nvSpPr>
          <p:spPr>
            <a:xfrm>
              <a:off x="8025520" y="1729066"/>
              <a:ext cx="2680448" cy="2101338"/>
            </a:xfrm>
            <a:prstGeom prst="roundRect">
              <a:avLst/>
            </a:prstGeom>
            <a:solidFill>
              <a:schemeClr val="lt1">
                <a:alpha val="80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nvGrpSpPr>
            <p:cNvPr id="17" name="组合 16"/>
            <p:cNvGrpSpPr/>
            <p:nvPr/>
          </p:nvGrpSpPr>
          <p:grpSpPr>
            <a:xfrm>
              <a:off x="8014003" y="1911142"/>
              <a:ext cx="2761811" cy="1980202"/>
              <a:chOff x="9735740" y="1863234"/>
              <a:chExt cx="2761811" cy="1980202"/>
            </a:xfrm>
          </p:grpSpPr>
          <p:sp>
            <p:nvSpPr>
              <p:cNvPr id="39" name="ïs1îďé"/>
              <p:cNvSpPr/>
              <p:nvPr/>
            </p:nvSpPr>
            <p:spPr bwMode="auto">
              <a:xfrm>
                <a:off x="9735740" y="2571399"/>
                <a:ext cx="2761811" cy="127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lnSpc>
                    <a:spcPct val="150000"/>
                  </a:lnSpc>
                </a:pPr>
                <a:r>
                  <a:rPr lang="zh-CN" altLang="en-US" b="1" dirty="0">
                    <a:latin typeface="微软雅黑" panose="020B0503020204020204" charset="-122"/>
                    <a:ea typeface="微软雅黑" panose="020B0503020204020204" charset="-122"/>
                    <a:cs typeface="+mn-ea"/>
                    <a:sym typeface="+mn-lt"/>
                  </a:rPr>
                  <a:t>第一批国家重点建设学科</a:t>
                </a:r>
                <a:endParaRPr lang="en-US" altLang="zh-CN" b="1" dirty="0">
                  <a:latin typeface="微软雅黑" panose="020B0503020204020204" charset="-122"/>
                  <a:ea typeface="微软雅黑" panose="020B0503020204020204" charset="-122"/>
                  <a:cs typeface="+mn-ea"/>
                  <a:sym typeface="+mn-lt"/>
                </a:endParaRPr>
              </a:p>
              <a:p>
                <a:pPr algn="ctr">
                  <a:lnSpc>
                    <a:spcPct val="150000"/>
                  </a:lnSpc>
                </a:pPr>
                <a:r>
                  <a:rPr lang="zh-CN" altLang="en-US" sz="2400" b="1" dirty="0">
                    <a:solidFill>
                      <a:srgbClr val="C00000"/>
                    </a:solidFill>
                    <a:ea typeface="微软雅黑" panose="020B0503020204020204" charset="-122"/>
                    <a:cs typeface="+mn-ea"/>
                    <a:sym typeface="+mn-lt"/>
                  </a:rPr>
                  <a:t>  国家“双一流”</a:t>
                </a:r>
                <a:endParaRPr lang="en-US" altLang="zh-CN" sz="2400" b="1" dirty="0">
                  <a:solidFill>
                    <a:srgbClr val="C00000"/>
                  </a:solidFill>
                  <a:ea typeface="微软雅黑" panose="020B0503020204020204" charset="-122"/>
                  <a:cs typeface="+mn-ea"/>
                  <a:sym typeface="+mn-lt"/>
                </a:endParaRPr>
              </a:p>
              <a:p>
                <a:pPr algn="ctr">
                  <a:lnSpc>
                    <a:spcPct val="130000"/>
                  </a:lnSpc>
                </a:pPr>
                <a:endParaRPr lang="en-US" altLang="zh-CN" sz="1600" b="1" dirty="0">
                  <a:cs typeface="+mn-ea"/>
                  <a:sym typeface="+mn-lt"/>
                </a:endParaRPr>
              </a:p>
            </p:txBody>
          </p:sp>
          <p:sp>
            <p:nvSpPr>
              <p:cNvPr id="40" name="îšlîďê"/>
              <p:cNvSpPr txBox="1"/>
              <p:nvPr/>
            </p:nvSpPr>
            <p:spPr bwMode="auto">
              <a:xfrm>
                <a:off x="10108029" y="1863234"/>
                <a:ext cx="1958904" cy="439263"/>
              </a:xfrm>
              <a:prstGeom prst="roundRect">
                <a:avLst>
                  <a:gd name="adj" fmla="val 50000"/>
                </a:avLst>
              </a:prstGeom>
              <a:gradFill>
                <a:gsLst>
                  <a:gs pos="0">
                    <a:srgbClr val="FED700"/>
                  </a:gs>
                  <a:gs pos="28000">
                    <a:srgbClr val="FECF00"/>
                  </a:gs>
                  <a:gs pos="100000">
                    <a:srgbClr val="FEBD00"/>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Ins="36000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endParaRPr lang="zh-CN" altLang="en-US" dirty="0">
                  <a:latin typeface="+mn-lt"/>
                  <a:ea typeface="+mn-ea"/>
                  <a:cs typeface="+mn-ea"/>
                  <a:sym typeface="+mn-lt"/>
                </a:endParaRPr>
              </a:p>
            </p:txBody>
          </p:sp>
          <p:sp>
            <p:nvSpPr>
              <p:cNvPr id="58" name="文本框 57"/>
              <p:cNvSpPr txBox="1"/>
              <p:nvPr/>
            </p:nvSpPr>
            <p:spPr>
              <a:xfrm>
                <a:off x="10499779" y="1864146"/>
                <a:ext cx="1417355" cy="400110"/>
              </a:xfrm>
              <a:prstGeom prst="rect">
                <a:avLst/>
              </a:prstGeom>
              <a:noFill/>
            </p:spPr>
            <p:txBody>
              <a:bodyPr wrap="square" rtlCol="0">
                <a:spAutoFit/>
              </a:bodyPr>
              <a:lstStyle/>
              <a:p>
                <a:r>
                  <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国家认证</a:t>
                </a:r>
                <a:endParaRPr lang="zh-CN" altLang="en-US" sz="20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grpSp>
      <p:sp>
        <p:nvSpPr>
          <p:cNvPr id="32" name="îŝḷîďê"/>
          <p:cNvSpPr txBox="1"/>
          <p:nvPr/>
        </p:nvSpPr>
        <p:spPr bwMode="auto">
          <a:xfrm>
            <a:off x="7790185" y="5487307"/>
            <a:ext cx="3981334" cy="42665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92500" lnSpcReduction="1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eaLnBrk="1" hangingPunct="1">
              <a:lnSpc>
                <a:spcPct val="100000"/>
              </a:lnSpc>
              <a:spcBef>
                <a:spcPct val="0"/>
              </a:spcBef>
            </a:pPr>
            <a:r>
              <a:rPr lang="en-US" altLang="zh-CN" sz="2400" b="1" dirty="0">
                <a:solidFill>
                  <a:srgbClr val="1775DF"/>
                </a:solidFill>
                <a:ea typeface="方正大标宋简体" panose="02000000000000000000" charset="-122"/>
                <a:cs typeface="+mn-ea"/>
                <a:sym typeface="+mn-lt"/>
              </a:rPr>
              <a:t>——  </a:t>
            </a:r>
            <a:r>
              <a:rPr lang="zh-CN" altLang="en-US" sz="2400" b="1" dirty="0">
                <a:solidFill>
                  <a:srgbClr val="1775DF"/>
                </a:solidFill>
                <a:ea typeface="方正大标宋简体" panose="02000000000000000000" charset="-122"/>
                <a:cs typeface="+mn-ea"/>
                <a:sym typeface="+mn-lt"/>
              </a:rPr>
              <a:t>南京信息工程大学</a:t>
            </a:r>
            <a:endParaRPr lang="en-US" altLang="zh-CN" sz="2400" b="1" dirty="0">
              <a:solidFill>
                <a:srgbClr val="1775DF"/>
              </a:solidFill>
              <a:ea typeface="方正大标宋简体" panose="02000000000000000000" charset="-122"/>
              <a:cs typeface="+mn-ea"/>
              <a:sym typeface="+mn-lt"/>
            </a:endParaRPr>
          </a:p>
        </p:txBody>
      </p:sp>
      <p:sp>
        <p:nvSpPr>
          <p:cNvPr id="23" name="圆角矩形 22"/>
          <p:cNvSpPr/>
          <p:nvPr/>
        </p:nvSpPr>
        <p:spPr bwMode="auto">
          <a:xfrm>
            <a:off x="5146566" y="477170"/>
            <a:ext cx="6532991" cy="672738"/>
          </a:xfrm>
          <a:prstGeom prst="roundRect">
            <a:avLst/>
          </a:prstGeom>
          <a:gradFill flip="none" rotWithShape="1">
            <a:gsLst>
              <a:gs pos="0">
                <a:schemeClr val="accent1">
                  <a:lumMod val="5000"/>
                  <a:lumOff val="95000"/>
                  <a:alpha val="0"/>
                </a:schemeClr>
              </a:gs>
              <a:gs pos="43000">
                <a:srgbClr val="FFC000"/>
              </a:gs>
              <a:gs pos="100000">
                <a:schemeClr val="accent4">
                  <a:alpha val="0"/>
                </a:schemeClr>
              </a:gs>
            </a:gsLst>
            <a:lin ang="108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2" name="文本占位符 1"/>
          <p:cNvSpPr>
            <a:spLocks noGrp="1"/>
          </p:cNvSpPr>
          <p:nvPr>
            <p:ph type="body" sz="quarter" idx="10"/>
          </p:nvPr>
        </p:nvSpPr>
        <p:spPr>
          <a:xfrm>
            <a:off x="7258624" y="565535"/>
            <a:ext cx="3245938" cy="457200"/>
          </a:xfrm>
          <a:gradFill>
            <a:gsLst>
              <a:gs pos="0">
                <a:schemeClr val="accent1">
                  <a:lumMod val="5000"/>
                  <a:lumOff val="95000"/>
                  <a:alpha val="0"/>
                </a:schemeClr>
              </a:gs>
              <a:gs pos="46000">
                <a:srgbClr val="FFC000">
                  <a:alpha val="10000"/>
                </a:srgbClr>
              </a:gs>
              <a:gs pos="100000">
                <a:schemeClr val="accent4">
                  <a:alpha val="0"/>
                </a:schemeClr>
              </a:gs>
            </a:gsLst>
            <a:lin ang="10800000" scaled="1"/>
          </a:gradFill>
        </p:spPr>
        <p:txBody>
          <a:bodyPr>
            <a:noAutofit/>
          </a:bodyPr>
          <a:lstStyle/>
          <a:p>
            <a:pPr marL="0" indent="0" algn="dist">
              <a:buNone/>
            </a:pPr>
            <a:r>
              <a:rPr lang="zh-CN" altLang="en-US" sz="3200" b="1" kern="0" spc="-500" dirty="0">
                <a:solidFill>
                  <a:srgbClr val="002060"/>
                </a:solidFill>
                <a:latin typeface="方正大标宋简体" panose="02000000000000000000" charset="-122"/>
                <a:ea typeface="方正大标宋简体" panose="02000000000000000000" charset="-122"/>
              </a:rPr>
              <a:t>大气科学学科群</a:t>
            </a:r>
            <a:endParaRPr lang="zh-CN" altLang="en-US" sz="3200" b="1" kern="0" spc="-500" dirty="0">
              <a:solidFill>
                <a:srgbClr val="002060"/>
              </a:solidFill>
              <a:latin typeface="方正大标宋简体" panose="02000000000000000000" charset="-122"/>
              <a:ea typeface="方正大标宋简体"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29024" y="-63400"/>
            <a:ext cx="12192000" cy="6941275"/>
          </a:xfrm>
          <a:prstGeom prst="rect">
            <a:avLst/>
          </a:prstGeom>
        </p:spPr>
      </p:pic>
      <p:sp>
        <p:nvSpPr>
          <p:cNvPr id="9" name="矩形 8"/>
          <p:cNvSpPr/>
          <p:nvPr/>
        </p:nvSpPr>
        <p:spPr>
          <a:xfrm>
            <a:off x="392586" y="166255"/>
            <a:ext cx="5271944" cy="1055727"/>
          </a:xfrm>
          <a:prstGeom prst="rect">
            <a:avLst/>
          </a:prstGeom>
          <a:gradFill flip="none" rotWithShape="1">
            <a:gsLst>
              <a:gs pos="0">
                <a:srgbClr val="1775DF">
                  <a:alpha val="0"/>
                </a:srgbClr>
              </a:gs>
              <a:gs pos="55000">
                <a:srgbClr val="1775DF">
                  <a:alpha val="72000"/>
                </a:srgbClr>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10800000">
            <a:off x="-29029" y="899409"/>
            <a:ext cx="12250052" cy="5972630"/>
          </a:xfrm>
          <a:prstGeom prst="rect">
            <a:avLst/>
          </a:prstGeom>
          <a:gradFill>
            <a:gsLst>
              <a:gs pos="0">
                <a:schemeClr val="bg1">
                  <a:alpha val="58000"/>
                </a:schemeClr>
              </a:gs>
              <a:gs pos="100000">
                <a:schemeClr val="bg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92586" y="383858"/>
            <a:ext cx="5502347" cy="707886"/>
          </a:xfrm>
          <a:prstGeom prst="rect">
            <a:avLst/>
          </a:prstGeom>
          <a:noFill/>
        </p:spPr>
        <p:txBody>
          <a:bodyPr wrap="square" rtlCol="0">
            <a:spAutoFit/>
          </a:bodyPr>
          <a:lstStyle/>
          <a:p>
            <a:r>
              <a:rPr lang="zh-CN" altLang="en-US" sz="4000" b="1" dirty="0">
                <a:solidFill>
                  <a:srgbClr val="FED600"/>
                </a:solidFill>
                <a:effectLst>
                  <a:outerShdw blurRad="38100" dist="38100" dir="2700000" algn="tl">
                    <a:srgbClr val="000000">
                      <a:alpha val="43137"/>
                    </a:srgbClr>
                  </a:outerShdw>
                </a:effectLst>
                <a:latin typeface="方正大标宋简体" panose="02000000000000000000" charset="-122"/>
                <a:ea typeface="方正大标宋简体" panose="02000000000000000000" charset="-122"/>
              </a:rPr>
              <a:t>一个高发展潜力的学科</a:t>
            </a:r>
            <a:endParaRPr lang="zh-CN" altLang="en-US" sz="4000" b="1" dirty="0">
              <a:solidFill>
                <a:srgbClr val="FED600"/>
              </a:solidFill>
              <a:effectLst>
                <a:outerShdw blurRad="38100" dist="38100" dir="2700000" algn="tl">
                  <a:srgbClr val="000000">
                    <a:alpha val="43137"/>
                  </a:srgbClr>
                </a:outerShdw>
              </a:effectLst>
              <a:latin typeface="方正大标宋简体" panose="02000000000000000000" charset="-122"/>
              <a:ea typeface="方正大标宋简体" panose="02000000000000000000" charset="-122"/>
            </a:endParaRPr>
          </a:p>
        </p:txBody>
      </p:sp>
      <p:sp>
        <p:nvSpPr>
          <p:cNvPr id="8" name="任意多边形: 形状 7"/>
          <p:cNvSpPr/>
          <p:nvPr/>
        </p:nvSpPr>
        <p:spPr>
          <a:xfrm>
            <a:off x="-29029" y="1799771"/>
            <a:ext cx="7924800" cy="3614058"/>
          </a:xfrm>
          <a:custGeom>
            <a:avLst/>
            <a:gdLst>
              <a:gd name="connsiteX0" fmla="*/ 0 w 7924800"/>
              <a:gd name="connsiteY0" fmla="*/ 3614058 h 3614058"/>
              <a:gd name="connsiteX1" fmla="*/ 1175658 w 7924800"/>
              <a:gd name="connsiteY1" fmla="*/ 3280229 h 3614058"/>
              <a:gd name="connsiteX2" fmla="*/ 1930400 w 7924800"/>
              <a:gd name="connsiteY2" fmla="*/ 3236686 h 3614058"/>
              <a:gd name="connsiteX3" fmla="*/ 2627086 w 7924800"/>
              <a:gd name="connsiteY3" fmla="*/ 2714172 h 3614058"/>
              <a:gd name="connsiteX4" fmla="*/ 3193143 w 7924800"/>
              <a:gd name="connsiteY4" fmla="*/ 2641600 h 3614058"/>
              <a:gd name="connsiteX5" fmla="*/ 4426858 w 7924800"/>
              <a:gd name="connsiteY5" fmla="*/ 1596572 h 3614058"/>
              <a:gd name="connsiteX6" fmla="*/ 5268686 w 7924800"/>
              <a:gd name="connsiteY6" fmla="*/ 1654629 h 3614058"/>
              <a:gd name="connsiteX7" fmla="*/ 6023429 w 7924800"/>
              <a:gd name="connsiteY7" fmla="*/ 972458 h 3614058"/>
              <a:gd name="connsiteX8" fmla="*/ 7228115 w 7924800"/>
              <a:gd name="connsiteY8" fmla="*/ 783772 h 3614058"/>
              <a:gd name="connsiteX9" fmla="*/ 7924800 w 7924800"/>
              <a:gd name="connsiteY9" fmla="*/ 0 h 3614058"/>
              <a:gd name="connsiteX10" fmla="*/ 7924800 w 7924800"/>
              <a:gd name="connsiteY10" fmla="*/ 0 h 3614058"/>
              <a:gd name="connsiteX0-1" fmla="*/ 0 w 7924800"/>
              <a:gd name="connsiteY0-2" fmla="*/ 3614058 h 3614058"/>
              <a:gd name="connsiteX1-3" fmla="*/ 1175658 w 7924800"/>
              <a:gd name="connsiteY1-4" fmla="*/ 3280229 h 3614058"/>
              <a:gd name="connsiteX2-5" fmla="*/ 1930400 w 7924800"/>
              <a:gd name="connsiteY2-6" fmla="*/ 3236686 h 3614058"/>
              <a:gd name="connsiteX3-7" fmla="*/ 2627086 w 7924800"/>
              <a:gd name="connsiteY3-8" fmla="*/ 2714172 h 3614058"/>
              <a:gd name="connsiteX4-9" fmla="*/ 3193143 w 7924800"/>
              <a:gd name="connsiteY4-10" fmla="*/ 2641600 h 3614058"/>
              <a:gd name="connsiteX5-11" fmla="*/ 4426858 w 7924800"/>
              <a:gd name="connsiteY5-12" fmla="*/ 1596572 h 3614058"/>
              <a:gd name="connsiteX6-13" fmla="*/ 5268686 w 7924800"/>
              <a:gd name="connsiteY6-14" fmla="*/ 1654629 h 3614058"/>
              <a:gd name="connsiteX7-15" fmla="*/ 5947229 w 7924800"/>
              <a:gd name="connsiteY7-16" fmla="*/ 1020083 h 3614058"/>
              <a:gd name="connsiteX8-17" fmla="*/ 7228115 w 7924800"/>
              <a:gd name="connsiteY8-18" fmla="*/ 783772 h 3614058"/>
              <a:gd name="connsiteX9-19" fmla="*/ 7924800 w 7924800"/>
              <a:gd name="connsiteY9-20" fmla="*/ 0 h 3614058"/>
              <a:gd name="connsiteX10-21" fmla="*/ 7924800 w 7924800"/>
              <a:gd name="connsiteY10-22" fmla="*/ 0 h 3614058"/>
              <a:gd name="connsiteX0-23" fmla="*/ 0 w 7924800"/>
              <a:gd name="connsiteY0-24" fmla="*/ 3614058 h 3614058"/>
              <a:gd name="connsiteX1-25" fmla="*/ 1175658 w 7924800"/>
              <a:gd name="connsiteY1-26" fmla="*/ 3280229 h 3614058"/>
              <a:gd name="connsiteX2-27" fmla="*/ 1930400 w 7924800"/>
              <a:gd name="connsiteY2-28" fmla="*/ 3236686 h 3614058"/>
              <a:gd name="connsiteX3-29" fmla="*/ 2579461 w 7924800"/>
              <a:gd name="connsiteY3-30" fmla="*/ 2714172 h 3614058"/>
              <a:gd name="connsiteX4-31" fmla="*/ 3193143 w 7924800"/>
              <a:gd name="connsiteY4-32" fmla="*/ 2641600 h 3614058"/>
              <a:gd name="connsiteX5-33" fmla="*/ 4426858 w 7924800"/>
              <a:gd name="connsiteY5-34" fmla="*/ 1596572 h 3614058"/>
              <a:gd name="connsiteX6-35" fmla="*/ 5268686 w 7924800"/>
              <a:gd name="connsiteY6-36" fmla="*/ 1654629 h 3614058"/>
              <a:gd name="connsiteX7-37" fmla="*/ 5947229 w 7924800"/>
              <a:gd name="connsiteY7-38" fmla="*/ 1020083 h 3614058"/>
              <a:gd name="connsiteX8-39" fmla="*/ 7228115 w 7924800"/>
              <a:gd name="connsiteY8-40" fmla="*/ 783772 h 3614058"/>
              <a:gd name="connsiteX9-41" fmla="*/ 7924800 w 7924800"/>
              <a:gd name="connsiteY9-42" fmla="*/ 0 h 3614058"/>
              <a:gd name="connsiteX10-43" fmla="*/ 7924800 w 7924800"/>
              <a:gd name="connsiteY10-44" fmla="*/ 0 h 3614058"/>
              <a:gd name="connsiteX0-45" fmla="*/ 0 w 7924800"/>
              <a:gd name="connsiteY0-46" fmla="*/ 3614058 h 3614058"/>
              <a:gd name="connsiteX1-47" fmla="*/ 1108983 w 7924800"/>
              <a:gd name="connsiteY1-48" fmla="*/ 3261179 h 3614058"/>
              <a:gd name="connsiteX2-49" fmla="*/ 1930400 w 7924800"/>
              <a:gd name="connsiteY2-50" fmla="*/ 3236686 h 3614058"/>
              <a:gd name="connsiteX3-51" fmla="*/ 2579461 w 7924800"/>
              <a:gd name="connsiteY3-52" fmla="*/ 2714172 h 3614058"/>
              <a:gd name="connsiteX4-53" fmla="*/ 3193143 w 7924800"/>
              <a:gd name="connsiteY4-54" fmla="*/ 2641600 h 3614058"/>
              <a:gd name="connsiteX5-55" fmla="*/ 4426858 w 7924800"/>
              <a:gd name="connsiteY5-56" fmla="*/ 1596572 h 3614058"/>
              <a:gd name="connsiteX6-57" fmla="*/ 5268686 w 7924800"/>
              <a:gd name="connsiteY6-58" fmla="*/ 1654629 h 3614058"/>
              <a:gd name="connsiteX7-59" fmla="*/ 5947229 w 7924800"/>
              <a:gd name="connsiteY7-60" fmla="*/ 1020083 h 3614058"/>
              <a:gd name="connsiteX8-61" fmla="*/ 7228115 w 7924800"/>
              <a:gd name="connsiteY8-62" fmla="*/ 783772 h 3614058"/>
              <a:gd name="connsiteX9-63" fmla="*/ 7924800 w 7924800"/>
              <a:gd name="connsiteY9-64" fmla="*/ 0 h 3614058"/>
              <a:gd name="connsiteX10-65" fmla="*/ 7924800 w 7924800"/>
              <a:gd name="connsiteY10-66" fmla="*/ 0 h 3614058"/>
              <a:gd name="connsiteX0-67" fmla="*/ 0 w 7924800"/>
              <a:gd name="connsiteY0-68" fmla="*/ 3614058 h 3614058"/>
              <a:gd name="connsiteX1-69" fmla="*/ 1128033 w 7924800"/>
              <a:gd name="connsiteY1-70" fmla="*/ 3261179 h 3614058"/>
              <a:gd name="connsiteX2-71" fmla="*/ 1930400 w 7924800"/>
              <a:gd name="connsiteY2-72" fmla="*/ 3236686 h 3614058"/>
              <a:gd name="connsiteX3-73" fmla="*/ 2579461 w 7924800"/>
              <a:gd name="connsiteY3-74" fmla="*/ 2714172 h 3614058"/>
              <a:gd name="connsiteX4-75" fmla="*/ 3193143 w 7924800"/>
              <a:gd name="connsiteY4-76" fmla="*/ 2641600 h 3614058"/>
              <a:gd name="connsiteX5-77" fmla="*/ 4426858 w 7924800"/>
              <a:gd name="connsiteY5-78" fmla="*/ 1596572 h 3614058"/>
              <a:gd name="connsiteX6-79" fmla="*/ 5268686 w 7924800"/>
              <a:gd name="connsiteY6-80" fmla="*/ 1654629 h 3614058"/>
              <a:gd name="connsiteX7-81" fmla="*/ 5947229 w 7924800"/>
              <a:gd name="connsiteY7-82" fmla="*/ 1020083 h 3614058"/>
              <a:gd name="connsiteX8-83" fmla="*/ 7228115 w 7924800"/>
              <a:gd name="connsiteY8-84" fmla="*/ 783772 h 3614058"/>
              <a:gd name="connsiteX9-85" fmla="*/ 7924800 w 7924800"/>
              <a:gd name="connsiteY9-86" fmla="*/ 0 h 3614058"/>
              <a:gd name="connsiteX10-87" fmla="*/ 7924800 w 7924800"/>
              <a:gd name="connsiteY10-88" fmla="*/ 0 h 3614058"/>
              <a:gd name="connsiteX0-89" fmla="*/ 0 w 7924800"/>
              <a:gd name="connsiteY0-90" fmla="*/ 3614058 h 3614058"/>
              <a:gd name="connsiteX1-91" fmla="*/ 1128033 w 7924800"/>
              <a:gd name="connsiteY1-92" fmla="*/ 3261179 h 3614058"/>
              <a:gd name="connsiteX2-93" fmla="*/ 1930400 w 7924800"/>
              <a:gd name="connsiteY2-94" fmla="*/ 3236686 h 3614058"/>
              <a:gd name="connsiteX3-95" fmla="*/ 2598511 w 7924800"/>
              <a:gd name="connsiteY3-96" fmla="*/ 2695122 h 3614058"/>
              <a:gd name="connsiteX4-97" fmla="*/ 3193143 w 7924800"/>
              <a:gd name="connsiteY4-98" fmla="*/ 2641600 h 3614058"/>
              <a:gd name="connsiteX5-99" fmla="*/ 4426858 w 7924800"/>
              <a:gd name="connsiteY5-100" fmla="*/ 1596572 h 3614058"/>
              <a:gd name="connsiteX6-101" fmla="*/ 5268686 w 7924800"/>
              <a:gd name="connsiteY6-102" fmla="*/ 1654629 h 3614058"/>
              <a:gd name="connsiteX7-103" fmla="*/ 5947229 w 7924800"/>
              <a:gd name="connsiteY7-104" fmla="*/ 1020083 h 3614058"/>
              <a:gd name="connsiteX8-105" fmla="*/ 7228115 w 7924800"/>
              <a:gd name="connsiteY8-106" fmla="*/ 783772 h 3614058"/>
              <a:gd name="connsiteX9-107" fmla="*/ 7924800 w 7924800"/>
              <a:gd name="connsiteY9-108" fmla="*/ 0 h 3614058"/>
              <a:gd name="connsiteX10-109" fmla="*/ 7924800 w 7924800"/>
              <a:gd name="connsiteY10-110" fmla="*/ 0 h 361405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7924800" h="3614058">
                <a:moveTo>
                  <a:pt x="0" y="3614058"/>
                </a:moveTo>
                <a:lnTo>
                  <a:pt x="1128033" y="3261179"/>
                </a:lnTo>
                <a:lnTo>
                  <a:pt x="1930400" y="3236686"/>
                </a:lnTo>
                <a:lnTo>
                  <a:pt x="2598511" y="2695122"/>
                </a:lnTo>
                <a:lnTo>
                  <a:pt x="3193143" y="2641600"/>
                </a:lnTo>
                <a:lnTo>
                  <a:pt x="4426858" y="1596572"/>
                </a:lnTo>
                <a:lnTo>
                  <a:pt x="5268686" y="1654629"/>
                </a:lnTo>
                <a:lnTo>
                  <a:pt x="5947229" y="1020083"/>
                </a:lnTo>
                <a:lnTo>
                  <a:pt x="7228115" y="783772"/>
                </a:lnTo>
                <a:lnTo>
                  <a:pt x="7924800" y="0"/>
                </a:lnTo>
                <a:lnTo>
                  <a:pt x="7924800" y="0"/>
                </a:lnTo>
              </a:path>
            </a:pathLst>
          </a:custGeom>
          <a:noFill/>
          <a:ln w="19050">
            <a:solidFill>
              <a:srgbClr val="0034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006021" y="4953162"/>
            <a:ext cx="209388" cy="209388"/>
          </a:xfrm>
          <a:prstGeom prst="ellipse">
            <a:avLst/>
          </a:prstGeom>
          <a:solidFill>
            <a:schemeClr val="bg1"/>
          </a:solidFill>
          <a:ln w="38100">
            <a:solidFill>
              <a:srgbClr val="0034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481059" y="4410237"/>
            <a:ext cx="209388" cy="209388"/>
          </a:xfrm>
          <a:prstGeom prst="ellipse">
            <a:avLst/>
          </a:prstGeom>
          <a:solidFill>
            <a:schemeClr val="bg1"/>
          </a:solidFill>
          <a:ln w="38100">
            <a:solidFill>
              <a:srgbClr val="0034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296121" y="3282591"/>
            <a:ext cx="209388" cy="209388"/>
          </a:xfrm>
          <a:prstGeom prst="ellipse">
            <a:avLst/>
          </a:prstGeom>
          <a:solidFill>
            <a:schemeClr val="bg1"/>
          </a:solidFill>
          <a:ln w="38100">
            <a:solidFill>
              <a:srgbClr val="0034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5815598" y="2720813"/>
            <a:ext cx="209388" cy="209388"/>
          </a:xfrm>
          <a:prstGeom prst="ellipse">
            <a:avLst/>
          </a:prstGeom>
          <a:solidFill>
            <a:schemeClr val="bg1"/>
          </a:solidFill>
          <a:ln w="38100">
            <a:solidFill>
              <a:srgbClr val="0034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7820106" y="1663164"/>
            <a:ext cx="209388" cy="209388"/>
          </a:xfrm>
          <a:prstGeom prst="ellipse">
            <a:avLst/>
          </a:prstGeom>
          <a:solidFill>
            <a:schemeClr val="bg1"/>
          </a:solidFill>
          <a:ln w="38100">
            <a:solidFill>
              <a:srgbClr val="00349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90311" y="4452572"/>
            <a:ext cx="1957521" cy="374486"/>
            <a:chOff x="788263" y="5305134"/>
            <a:chExt cx="1957521" cy="374486"/>
          </a:xfrm>
        </p:grpSpPr>
        <p:sp>
          <p:nvSpPr>
            <p:cNvPr id="18" name="矩形: 圆角 17"/>
            <p:cNvSpPr/>
            <p:nvPr/>
          </p:nvSpPr>
          <p:spPr>
            <a:xfrm>
              <a:off x="788263" y="5305134"/>
              <a:ext cx="1957521" cy="374486"/>
            </a:xfrm>
            <a:prstGeom prst="roundRect">
              <a:avLst>
                <a:gd name="adj" fmla="val 50000"/>
              </a:avLst>
            </a:prstGeom>
            <a:solidFill>
              <a:srgbClr val="FE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endParaRPr>
            </a:p>
          </p:txBody>
        </p:sp>
        <p:sp>
          <p:nvSpPr>
            <p:cNvPr id="19" name="矩形 18"/>
            <p:cNvSpPr/>
            <p:nvPr/>
          </p:nvSpPr>
          <p:spPr>
            <a:xfrm>
              <a:off x="788263" y="5323100"/>
              <a:ext cx="1957521" cy="338554"/>
            </a:xfrm>
            <a:prstGeom prst="rect">
              <a:avLst/>
            </a:prstGeom>
            <a:noFill/>
          </p:spPr>
          <p:txBody>
            <a:bodyPr wrap="square">
              <a:spAutoFit/>
            </a:bodyPr>
            <a:lstStyle/>
            <a:p>
              <a:pPr algn="ctr"/>
              <a:r>
                <a:rPr lang="en-US" altLang="zh-CN" sz="1600" b="1" dirty="0">
                  <a:solidFill>
                    <a:schemeClr val="tx1">
                      <a:lumMod val="85000"/>
                      <a:lumOff val="15000"/>
                    </a:schemeClr>
                  </a:solidFill>
                  <a:latin typeface="微软雅黑" panose="020B0503020204020204" charset="-122"/>
                  <a:ea typeface="微软雅黑" panose="020B0503020204020204" charset="-122"/>
                </a:rPr>
                <a:t>2017</a:t>
              </a:r>
              <a:r>
                <a:rPr lang="zh-CN" altLang="en-US" sz="1600" b="1" dirty="0">
                  <a:solidFill>
                    <a:schemeClr val="tx1">
                      <a:lumMod val="85000"/>
                      <a:lumOff val="15000"/>
                    </a:schemeClr>
                  </a:solidFill>
                  <a:latin typeface="微软雅黑" panose="020B0503020204020204" charset="-122"/>
                  <a:ea typeface="微软雅黑" panose="020B0503020204020204" charset="-122"/>
                </a:rPr>
                <a:t>年</a:t>
              </a:r>
              <a:r>
                <a:rPr lang="en-US" altLang="zh-CN" sz="1600" b="1" dirty="0">
                  <a:solidFill>
                    <a:schemeClr val="tx1">
                      <a:lumMod val="85000"/>
                      <a:lumOff val="15000"/>
                    </a:schemeClr>
                  </a:solidFill>
                  <a:latin typeface="微软雅黑" panose="020B0503020204020204" charset="-122"/>
                  <a:ea typeface="微软雅黑" panose="020B0503020204020204" charset="-122"/>
                </a:rPr>
                <a:t>5</a:t>
              </a:r>
              <a:r>
                <a:rPr lang="zh-CN" altLang="en-US" sz="1600" b="1" dirty="0">
                  <a:solidFill>
                    <a:schemeClr val="tx1">
                      <a:lumMod val="85000"/>
                      <a:lumOff val="15000"/>
                    </a:schemeClr>
                  </a:solidFill>
                  <a:latin typeface="微软雅黑" panose="020B0503020204020204" charset="-122"/>
                  <a:ea typeface="微软雅黑" panose="020B0503020204020204" charset="-122"/>
                </a:rPr>
                <a:t>月 </a:t>
              </a:r>
              <a:r>
                <a:rPr lang="en-US" altLang="zh-CN" sz="1600" b="1" dirty="0">
                  <a:solidFill>
                    <a:schemeClr val="tx1">
                      <a:lumMod val="85000"/>
                      <a:lumOff val="15000"/>
                    </a:schemeClr>
                  </a:solidFill>
                  <a:latin typeface="微软雅黑" panose="020B0503020204020204" charset="-122"/>
                  <a:ea typeface="微软雅黑" panose="020B0503020204020204" charset="-122"/>
                </a:rPr>
                <a:t>370</a:t>
              </a:r>
              <a:r>
                <a:rPr lang="zh-CN" altLang="en-US" sz="1600" b="1" dirty="0">
                  <a:solidFill>
                    <a:schemeClr val="tx1">
                      <a:lumMod val="85000"/>
                      <a:lumOff val="15000"/>
                    </a:schemeClr>
                  </a:solidFill>
                  <a:latin typeface="微软雅黑" panose="020B0503020204020204" charset="-122"/>
                  <a:ea typeface="微软雅黑" panose="020B0503020204020204" charset="-122"/>
                </a:rPr>
                <a:t>位</a:t>
              </a:r>
              <a:endParaRPr lang="zh-CN" altLang="en-US" sz="1600" b="1" dirty="0">
                <a:solidFill>
                  <a:schemeClr val="tx1">
                    <a:lumMod val="85000"/>
                    <a:lumOff val="15000"/>
                  </a:schemeClr>
                </a:solidFill>
                <a:latin typeface="微软雅黑" panose="020B0503020204020204" charset="-122"/>
                <a:ea typeface="微软雅黑" panose="020B0503020204020204" charset="-122"/>
              </a:endParaRPr>
            </a:p>
          </p:txBody>
        </p:sp>
      </p:grpSp>
      <p:grpSp>
        <p:nvGrpSpPr>
          <p:cNvPr id="5" name="组合 4"/>
          <p:cNvGrpSpPr/>
          <p:nvPr/>
        </p:nvGrpSpPr>
        <p:grpSpPr>
          <a:xfrm>
            <a:off x="1550487" y="3848671"/>
            <a:ext cx="2070531" cy="374486"/>
            <a:chOff x="1460573" y="3949662"/>
            <a:chExt cx="2070531" cy="374486"/>
          </a:xfrm>
        </p:grpSpPr>
        <p:sp>
          <p:nvSpPr>
            <p:cNvPr id="22" name="矩形: 圆角 21"/>
            <p:cNvSpPr/>
            <p:nvPr/>
          </p:nvSpPr>
          <p:spPr>
            <a:xfrm>
              <a:off x="1460573" y="3949662"/>
              <a:ext cx="2040971" cy="374486"/>
            </a:xfrm>
            <a:prstGeom prst="roundRect">
              <a:avLst>
                <a:gd name="adj" fmla="val 50000"/>
              </a:avLst>
            </a:prstGeom>
            <a:solidFill>
              <a:srgbClr val="FED6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charset="-122"/>
                <a:ea typeface="微软雅黑" panose="020B0503020204020204" charset="-122"/>
              </a:endParaRPr>
            </a:p>
          </p:txBody>
        </p:sp>
        <p:sp>
          <p:nvSpPr>
            <p:cNvPr id="23" name="矩形 22"/>
            <p:cNvSpPr/>
            <p:nvPr/>
          </p:nvSpPr>
          <p:spPr>
            <a:xfrm>
              <a:off x="1490133" y="3985414"/>
              <a:ext cx="2040971" cy="338554"/>
            </a:xfrm>
            <a:prstGeom prst="rect">
              <a:avLst/>
            </a:prstGeom>
            <a:noFill/>
          </p:spPr>
          <p:txBody>
            <a:bodyPr wrap="square">
              <a:spAutoFit/>
            </a:bodyPr>
            <a:lstStyle/>
            <a:p>
              <a:pPr algn="ctr"/>
              <a:r>
                <a:rPr lang="en-US" altLang="zh-CN" sz="1600" b="1" dirty="0">
                  <a:solidFill>
                    <a:schemeClr val="tx1">
                      <a:lumMod val="85000"/>
                      <a:lumOff val="15000"/>
                    </a:schemeClr>
                  </a:solidFill>
                  <a:latin typeface="微软雅黑" panose="020B0503020204020204" charset="-122"/>
                  <a:ea typeface="微软雅黑" panose="020B0503020204020204" charset="-122"/>
                </a:rPr>
                <a:t>2017</a:t>
              </a:r>
              <a:r>
                <a:rPr lang="zh-CN" altLang="en-US" sz="1600" b="1" dirty="0">
                  <a:solidFill>
                    <a:schemeClr val="tx1">
                      <a:lumMod val="85000"/>
                      <a:lumOff val="15000"/>
                    </a:schemeClr>
                  </a:solidFill>
                  <a:latin typeface="微软雅黑" panose="020B0503020204020204" charset="-122"/>
                  <a:ea typeface="微软雅黑" panose="020B0503020204020204" charset="-122"/>
                </a:rPr>
                <a:t>年</a:t>
              </a:r>
              <a:r>
                <a:rPr lang="en-US" altLang="zh-CN" sz="1600" b="1" dirty="0">
                  <a:solidFill>
                    <a:schemeClr val="tx1">
                      <a:lumMod val="85000"/>
                      <a:lumOff val="15000"/>
                    </a:schemeClr>
                  </a:solidFill>
                  <a:latin typeface="微软雅黑" panose="020B0503020204020204" charset="-122"/>
                  <a:ea typeface="微软雅黑" panose="020B0503020204020204" charset="-122"/>
                </a:rPr>
                <a:t>11</a:t>
              </a:r>
              <a:r>
                <a:rPr lang="zh-CN" altLang="en-US" sz="1600" b="1" dirty="0">
                  <a:solidFill>
                    <a:schemeClr val="tx1">
                      <a:lumMod val="85000"/>
                      <a:lumOff val="15000"/>
                    </a:schemeClr>
                  </a:solidFill>
                  <a:latin typeface="微软雅黑" panose="020B0503020204020204" charset="-122"/>
                  <a:ea typeface="微软雅黑" panose="020B0503020204020204" charset="-122"/>
                </a:rPr>
                <a:t>月</a:t>
              </a:r>
              <a:r>
                <a:rPr lang="en-US" altLang="zh-CN" sz="1600" b="1" dirty="0">
                  <a:solidFill>
                    <a:schemeClr val="tx1">
                      <a:lumMod val="85000"/>
                      <a:lumOff val="15000"/>
                    </a:schemeClr>
                  </a:solidFill>
                  <a:latin typeface="微软雅黑" panose="020B0503020204020204" charset="-122"/>
                  <a:ea typeface="微软雅黑" panose="020B0503020204020204" charset="-122"/>
                </a:rPr>
                <a:t> 183</a:t>
              </a:r>
              <a:r>
                <a:rPr lang="zh-CN" altLang="en-US" sz="1600" b="1" dirty="0">
                  <a:solidFill>
                    <a:schemeClr val="tx1">
                      <a:lumMod val="85000"/>
                      <a:lumOff val="15000"/>
                    </a:schemeClr>
                  </a:solidFill>
                  <a:latin typeface="微软雅黑" panose="020B0503020204020204" charset="-122"/>
                  <a:ea typeface="微软雅黑" panose="020B0503020204020204" charset="-122"/>
                </a:rPr>
                <a:t>位</a:t>
              </a:r>
              <a:endParaRPr lang="zh-CN" altLang="en-US" sz="1600" b="1" dirty="0">
                <a:solidFill>
                  <a:schemeClr val="tx1">
                    <a:lumMod val="85000"/>
                    <a:lumOff val="15000"/>
                  </a:schemeClr>
                </a:solidFill>
                <a:latin typeface="微软雅黑" panose="020B0503020204020204" charset="-122"/>
                <a:ea typeface="微软雅黑" panose="020B0503020204020204" charset="-122"/>
              </a:endParaRPr>
            </a:p>
          </p:txBody>
        </p:sp>
      </p:grpSp>
      <p:grpSp>
        <p:nvGrpSpPr>
          <p:cNvPr id="24" name="组合 23"/>
          <p:cNvGrpSpPr/>
          <p:nvPr/>
        </p:nvGrpSpPr>
        <p:grpSpPr>
          <a:xfrm>
            <a:off x="2844800" y="2838369"/>
            <a:ext cx="2203509" cy="610506"/>
            <a:chOff x="1006021" y="5305134"/>
            <a:chExt cx="1605291" cy="610506"/>
          </a:xfrm>
        </p:grpSpPr>
        <p:sp>
          <p:nvSpPr>
            <p:cNvPr id="25" name="矩形: 圆角 24"/>
            <p:cNvSpPr/>
            <p:nvPr/>
          </p:nvSpPr>
          <p:spPr>
            <a:xfrm>
              <a:off x="1006021" y="5305134"/>
              <a:ext cx="1605291" cy="374486"/>
            </a:xfrm>
            <a:prstGeom prst="roundRect">
              <a:avLst>
                <a:gd name="adj" fmla="val 50000"/>
              </a:avLst>
            </a:prstGeom>
            <a:solidFill>
              <a:srgbClr val="FED6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charset="-122"/>
                <a:ea typeface="微软雅黑" panose="020B0503020204020204" charset="-122"/>
              </a:endParaRPr>
            </a:p>
          </p:txBody>
        </p:sp>
        <p:sp>
          <p:nvSpPr>
            <p:cNvPr id="26" name="矩形 25"/>
            <p:cNvSpPr/>
            <p:nvPr/>
          </p:nvSpPr>
          <p:spPr>
            <a:xfrm>
              <a:off x="1042330" y="5330865"/>
              <a:ext cx="1530135" cy="584775"/>
            </a:xfrm>
            <a:prstGeom prst="rect">
              <a:avLst/>
            </a:prstGeom>
          </p:spPr>
          <p:txBody>
            <a:bodyPr wrap="square">
              <a:spAutoFit/>
            </a:bodyPr>
            <a:lstStyle/>
            <a:p>
              <a:pPr algn="ctr"/>
              <a:r>
                <a:rPr lang="en-US" altLang="zh-CN" sz="1600" b="1" dirty="0">
                  <a:solidFill>
                    <a:schemeClr val="tx1">
                      <a:lumMod val="85000"/>
                      <a:lumOff val="15000"/>
                    </a:schemeClr>
                  </a:solidFill>
                  <a:latin typeface="微软雅黑" panose="020B0503020204020204" charset="-122"/>
                  <a:ea typeface="微软雅黑" panose="020B0503020204020204" charset="-122"/>
                </a:rPr>
                <a:t>2018</a:t>
              </a:r>
              <a:r>
                <a:rPr lang="zh-CN" altLang="en-US" sz="1600" b="1" dirty="0">
                  <a:solidFill>
                    <a:schemeClr val="tx1">
                      <a:lumMod val="85000"/>
                      <a:lumOff val="15000"/>
                    </a:schemeClr>
                  </a:solidFill>
                  <a:latin typeface="微软雅黑" panose="020B0503020204020204" charset="-122"/>
                  <a:ea typeface="微软雅黑" panose="020B0503020204020204" charset="-122"/>
                </a:rPr>
                <a:t>年</a:t>
              </a:r>
              <a:r>
                <a:rPr lang="en-US" altLang="zh-CN" sz="1600" b="1" dirty="0">
                  <a:solidFill>
                    <a:schemeClr val="tx1">
                      <a:lumMod val="85000"/>
                      <a:lumOff val="15000"/>
                    </a:schemeClr>
                  </a:solidFill>
                  <a:latin typeface="微软雅黑" panose="020B0503020204020204" charset="-122"/>
                  <a:ea typeface="微软雅黑" panose="020B0503020204020204" charset="-122"/>
                </a:rPr>
                <a:t>7</a:t>
              </a:r>
              <a:r>
                <a:rPr lang="zh-CN" altLang="en-US" sz="1600" b="1" dirty="0">
                  <a:solidFill>
                    <a:schemeClr val="tx1">
                      <a:lumMod val="85000"/>
                      <a:lumOff val="15000"/>
                    </a:schemeClr>
                  </a:solidFill>
                  <a:latin typeface="微软雅黑" panose="020B0503020204020204" charset="-122"/>
                  <a:ea typeface="微软雅黑" panose="020B0503020204020204" charset="-122"/>
                </a:rPr>
                <a:t>月 </a:t>
              </a:r>
              <a:r>
                <a:rPr lang="en-US" altLang="zh-CN" sz="1600" b="1" dirty="0">
                  <a:solidFill>
                    <a:schemeClr val="tx1">
                      <a:lumMod val="85000"/>
                      <a:lumOff val="15000"/>
                    </a:schemeClr>
                  </a:solidFill>
                  <a:latin typeface="微软雅黑" panose="020B0503020204020204" charset="-122"/>
                  <a:ea typeface="微软雅黑" panose="020B0503020204020204" charset="-122"/>
                </a:rPr>
                <a:t>105</a:t>
              </a:r>
              <a:r>
                <a:rPr lang="zh-CN" altLang="en-US" sz="1600" b="1" dirty="0">
                  <a:solidFill>
                    <a:schemeClr val="tx1">
                      <a:lumMod val="85000"/>
                      <a:lumOff val="15000"/>
                    </a:schemeClr>
                  </a:solidFill>
                  <a:latin typeface="微软雅黑" panose="020B0503020204020204" charset="-122"/>
                  <a:ea typeface="微软雅黑" panose="020B0503020204020204" charset="-122"/>
                </a:rPr>
                <a:t>位</a:t>
              </a:r>
              <a:endParaRPr lang="zh-CN" altLang="en-US" sz="1600" b="1" dirty="0">
                <a:solidFill>
                  <a:schemeClr val="tx1">
                    <a:lumMod val="85000"/>
                    <a:lumOff val="15000"/>
                  </a:schemeClr>
                </a:solidFill>
                <a:latin typeface="微软雅黑" panose="020B0503020204020204" charset="-122"/>
                <a:ea typeface="微软雅黑" panose="020B0503020204020204" charset="-122"/>
              </a:endParaRPr>
            </a:p>
          </p:txBody>
        </p:sp>
      </p:grpSp>
      <p:grpSp>
        <p:nvGrpSpPr>
          <p:cNvPr id="27" name="组合 26"/>
          <p:cNvGrpSpPr/>
          <p:nvPr/>
        </p:nvGrpSpPr>
        <p:grpSpPr>
          <a:xfrm>
            <a:off x="4726947" y="2103600"/>
            <a:ext cx="2386689" cy="374486"/>
            <a:chOff x="1006021" y="5305134"/>
            <a:chExt cx="1605291" cy="374486"/>
          </a:xfrm>
        </p:grpSpPr>
        <p:sp>
          <p:nvSpPr>
            <p:cNvPr id="28" name="矩形: 圆角 27"/>
            <p:cNvSpPr/>
            <p:nvPr/>
          </p:nvSpPr>
          <p:spPr>
            <a:xfrm>
              <a:off x="1006021" y="5305134"/>
              <a:ext cx="1605291" cy="374486"/>
            </a:xfrm>
            <a:prstGeom prst="roundRect">
              <a:avLst>
                <a:gd name="adj" fmla="val 50000"/>
              </a:avLst>
            </a:prstGeom>
            <a:solidFill>
              <a:srgbClr val="FED6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latin typeface="微软雅黑" panose="020B0503020204020204" charset="-122"/>
                <a:ea typeface="微软雅黑" panose="020B0503020204020204" charset="-122"/>
              </a:endParaRPr>
            </a:p>
          </p:txBody>
        </p:sp>
        <p:sp>
          <p:nvSpPr>
            <p:cNvPr id="29" name="矩形 28"/>
            <p:cNvSpPr/>
            <p:nvPr/>
          </p:nvSpPr>
          <p:spPr>
            <a:xfrm>
              <a:off x="1093475" y="5311953"/>
              <a:ext cx="1430383" cy="338554"/>
            </a:xfrm>
            <a:prstGeom prst="rect">
              <a:avLst/>
            </a:prstGeom>
          </p:spPr>
          <p:txBody>
            <a:bodyPr wrap="square">
              <a:spAutoFit/>
            </a:bodyPr>
            <a:lstStyle/>
            <a:p>
              <a:pPr algn="ctr"/>
              <a:r>
                <a:rPr lang="en-US" altLang="zh-CN" sz="1600" b="1" dirty="0">
                  <a:solidFill>
                    <a:schemeClr val="tx1">
                      <a:lumMod val="85000"/>
                      <a:lumOff val="15000"/>
                    </a:schemeClr>
                  </a:solidFill>
                  <a:latin typeface="微软雅黑" panose="020B0503020204020204" charset="-122"/>
                  <a:ea typeface="微软雅黑" panose="020B0503020204020204" charset="-122"/>
                </a:rPr>
                <a:t>2019</a:t>
              </a:r>
              <a:r>
                <a:rPr lang="zh-CN" altLang="en-US" sz="1600" b="1" dirty="0">
                  <a:solidFill>
                    <a:schemeClr val="tx1">
                      <a:lumMod val="85000"/>
                      <a:lumOff val="15000"/>
                    </a:schemeClr>
                  </a:solidFill>
                  <a:latin typeface="微软雅黑" panose="020B0503020204020204" charset="-122"/>
                  <a:ea typeface="微软雅黑" panose="020B0503020204020204" charset="-122"/>
                </a:rPr>
                <a:t>年</a:t>
              </a:r>
              <a:r>
                <a:rPr lang="en-US" altLang="zh-CN" sz="1600" b="1" dirty="0">
                  <a:solidFill>
                    <a:schemeClr val="tx1">
                      <a:lumMod val="85000"/>
                      <a:lumOff val="15000"/>
                    </a:schemeClr>
                  </a:solidFill>
                  <a:latin typeface="微软雅黑" panose="020B0503020204020204" charset="-122"/>
                  <a:ea typeface="微软雅黑" panose="020B0503020204020204" charset="-122"/>
                </a:rPr>
                <a:t>3</a:t>
              </a:r>
              <a:r>
                <a:rPr lang="zh-CN" altLang="en-US" sz="1600" b="1" dirty="0">
                  <a:solidFill>
                    <a:schemeClr val="tx1">
                      <a:lumMod val="85000"/>
                      <a:lumOff val="15000"/>
                    </a:schemeClr>
                  </a:solidFill>
                  <a:latin typeface="微软雅黑" panose="020B0503020204020204" charset="-122"/>
                  <a:ea typeface="微软雅黑" panose="020B0503020204020204" charset="-122"/>
                </a:rPr>
                <a:t>月</a:t>
              </a:r>
              <a:r>
                <a:rPr lang="en-US" altLang="zh-CN" sz="1600" b="1" dirty="0">
                  <a:solidFill>
                    <a:schemeClr val="tx1">
                      <a:lumMod val="85000"/>
                      <a:lumOff val="15000"/>
                    </a:schemeClr>
                  </a:solidFill>
                  <a:latin typeface="微软雅黑" panose="020B0503020204020204" charset="-122"/>
                  <a:ea typeface="微软雅黑" panose="020B0503020204020204" charset="-122"/>
                </a:rPr>
                <a:t> 83</a:t>
              </a:r>
              <a:r>
                <a:rPr lang="zh-CN" altLang="en-US" sz="1600" b="1" dirty="0">
                  <a:solidFill>
                    <a:schemeClr val="tx1">
                      <a:lumMod val="85000"/>
                      <a:lumOff val="15000"/>
                    </a:schemeClr>
                  </a:solidFill>
                  <a:latin typeface="微软雅黑" panose="020B0503020204020204" charset="-122"/>
                  <a:ea typeface="微软雅黑" panose="020B0503020204020204" charset="-122"/>
                </a:rPr>
                <a:t>位</a:t>
              </a:r>
              <a:endParaRPr lang="zh-CN" altLang="en-US" sz="1600" b="1" dirty="0">
                <a:solidFill>
                  <a:schemeClr val="tx1">
                    <a:lumMod val="85000"/>
                    <a:lumOff val="15000"/>
                  </a:schemeClr>
                </a:solidFill>
                <a:latin typeface="微软雅黑" panose="020B0503020204020204" charset="-122"/>
                <a:ea typeface="微软雅黑" panose="020B0503020204020204" charset="-122"/>
              </a:endParaRPr>
            </a:p>
          </p:txBody>
        </p:sp>
      </p:grpSp>
      <p:grpSp>
        <p:nvGrpSpPr>
          <p:cNvPr id="30" name="组合 29"/>
          <p:cNvGrpSpPr/>
          <p:nvPr/>
        </p:nvGrpSpPr>
        <p:grpSpPr>
          <a:xfrm>
            <a:off x="6717156" y="1173077"/>
            <a:ext cx="2094925" cy="374486"/>
            <a:chOff x="616612" y="5305134"/>
            <a:chExt cx="1994700" cy="374486"/>
          </a:xfrm>
        </p:grpSpPr>
        <p:sp>
          <p:nvSpPr>
            <p:cNvPr id="31" name="矩形: 圆角 30"/>
            <p:cNvSpPr/>
            <p:nvPr/>
          </p:nvSpPr>
          <p:spPr>
            <a:xfrm>
              <a:off x="616612" y="5305134"/>
              <a:ext cx="1994700" cy="374486"/>
            </a:xfrm>
            <a:prstGeom prst="roundRect">
              <a:avLst>
                <a:gd name="adj" fmla="val 50000"/>
              </a:avLst>
            </a:prstGeom>
            <a:gradFill>
              <a:gsLst>
                <a:gs pos="0">
                  <a:srgbClr val="1B7FCB"/>
                </a:gs>
                <a:gs pos="100000">
                  <a:srgbClr val="003FEE"/>
                </a:gs>
              </a:gsLst>
              <a:lin ang="0" scaled="0"/>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黑体" panose="02010609060101010101" pitchFamily="49" charset="-122"/>
                <a:ea typeface="黑体" panose="02010609060101010101" pitchFamily="49" charset="-122"/>
              </a:endParaRPr>
            </a:p>
          </p:txBody>
        </p:sp>
        <p:sp>
          <p:nvSpPr>
            <p:cNvPr id="32" name="矩形 31"/>
            <p:cNvSpPr/>
            <p:nvPr/>
          </p:nvSpPr>
          <p:spPr>
            <a:xfrm>
              <a:off x="667273" y="5311953"/>
              <a:ext cx="1893377" cy="337185"/>
            </a:xfrm>
            <a:prstGeom prst="rect">
              <a:avLst/>
            </a:prstGeom>
          </p:spPr>
          <p:txBody>
            <a:bodyPr wrap="square">
              <a:spAutoFit/>
            </a:bodyPr>
            <a:lstStyle/>
            <a:p>
              <a:pPr algn="ctr"/>
              <a:r>
                <a:rPr lang="en-US" altLang="zh-CN" sz="1600" b="1" dirty="0">
                  <a:solidFill>
                    <a:schemeClr val="bg1"/>
                  </a:solidFill>
                  <a:latin typeface="微软雅黑" panose="020B0503020204020204" charset="-122"/>
                  <a:ea typeface="微软雅黑" panose="020B0503020204020204" charset="-122"/>
                </a:rPr>
                <a:t>2020</a:t>
              </a:r>
              <a:r>
                <a:rPr lang="zh-CN" altLang="en-US" sz="1600" b="1" dirty="0">
                  <a:solidFill>
                    <a:schemeClr val="bg1"/>
                  </a:solidFill>
                  <a:latin typeface="微软雅黑" panose="020B0503020204020204" charset="-122"/>
                  <a:ea typeface="微软雅黑" panose="020B0503020204020204" charset="-122"/>
                </a:rPr>
                <a:t>年</a:t>
              </a:r>
              <a:r>
                <a:rPr lang="en-US" altLang="zh-CN" sz="1600" b="1" dirty="0">
                  <a:solidFill>
                    <a:schemeClr val="bg1"/>
                  </a:solidFill>
                  <a:latin typeface="微软雅黑" panose="020B0503020204020204" charset="-122"/>
                  <a:ea typeface="微软雅黑" panose="020B0503020204020204" charset="-122"/>
                </a:rPr>
                <a:t>5</a:t>
              </a:r>
              <a:r>
                <a:rPr lang="zh-CN" altLang="en-US" sz="1600" b="1" dirty="0">
                  <a:solidFill>
                    <a:schemeClr val="bg1"/>
                  </a:solidFill>
                  <a:latin typeface="微软雅黑" panose="020B0503020204020204" charset="-122"/>
                  <a:ea typeface="微软雅黑" panose="020B0503020204020204" charset="-122"/>
                </a:rPr>
                <a:t>月</a:t>
              </a:r>
              <a:r>
                <a:rPr lang="en-US" altLang="zh-CN" sz="1600" b="1" dirty="0">
                  <a:solidFill>
                    <a:schemeClr val="bg1"/>
                  </a:solidFill>
                  <a:latin typeface="微软雅黑" panose="020B0503020204020204" charset="-122"/>
                  <a:ea typeface="微软雅黑" panose="020B0503020204020204" charset="-122"/>
                </a:rPr>
                <a:t> 48</a:t>
              </a:r>
              <a:r>
                <a:rPr lang="zh-CN" altLang="en-US" sz="1600" b="1" dirty="0">
                  <a:solidFill>
                    <a:schemeClr val="bg1"/>
                  </a:solidFill>
                  <a:latin typeface="微软雅黑" panose="020B0503020204020204" charset="-122"/>
                  <a:ea typeface="微软雅黑" panose="020B0503020204020204" charset="-122"/>
                </a:rPr>
                <a:t>位</a:t>
              </a:r>
              <a:endParaRPr lang="zh-CN" altLang="en-US" sz="1600" b="1" dirty="0">
                <a:solidFill>
                  <a:schemeClr val="bg1"/>
                </a:solidFill>
                <a:latin typeface="微软雅黑" panose="020B0503020204020204" charset="-122"/>
                <a:ea typeface="微软雅黑" panose="020B0503020204020204" charset="-122"/>
              </a:endParaRPr>
            </a:p>
          </p:txBody>
        </p:sp>
      </p:grpSp>
      <p:sp>
        <p:nvSpPr>
          <p:cNvPr id="45" name="矩形 44"/>
          <p:cNvSpPr/>
          <p:nvPr/>
        </p:nvSpPr>
        <p:spPr>
          <a:xfrm>
            <a:off x="436630" y="1282896"/>
            <a:ext cx="5498391" cy="1384995"/>
          </a:xfrm>
          <a:prstGeom prst="rect">
            <a:avLst/>
          </a:prstGeom>
        </p:spPr>
        <p:txBody>
          <a:bodyPr wrap="square">
            <a:spAutoFit/>
          </a:bodyPr>
          <a:lstStyle/>
          <a:p>
            <a:pPr>
              <a:lnSpc>
                <a:spcPct val="150000"/>
              </a:lnSpc>
            </a:pPr>
            <a:r>
              <a:rPr lang="zh-CN" altLang="en-US" sz="3200" b="1" dirty="0">
                <a:latin typeface="方正大标宋简体" panose="02000000000000000000" charset="-122"/>
                <a:ea typeface="方正大标宋简体" panose="02000000000000000000" charset="-122"/>
              </a:rPr>
              <a:t>信息学科群</a:t>
            </a:r>
            <a:endParaRPr lang="en-US" altLang="zh-CN" sz="3200" b="1" dirty="0">
              <a:latin typeface="方正大标宋简体" panose="02000000000000000000" charset="-122"/>
              <a:ea typeface="方正大标宋简体" panose="02000000000000000000" charset="-122"/>
            </a:endParaRPr>
          </a:p>
          <a:p>
            <a:pPr>
              <a:lnSpc>
                <a:spcPct val="150000"/>
              </a:lnSpc>
            </a:pPr>
            <a:r>
              <a:rPr lang="zh-CN" altLang="en-US" sz="2400" b="1" dirty="0">
                <a:solidFill>
                  <a:srgbClr val="1775DF"/>
                </a:solidFill>
                <a:latin typeface="方正大标宋简体" panose="02000000000000000000" charset="-122"/>
                <a:ea typeface="方正大标宋简体" panose="02000000000000000000" charset="-122"/>
              </a:rPr>
              <a:t>计算机学科</a:t>
            </a:r>
            <a:r>
              <a:rPr lang="en-US" altLang="zh-CN" sz="2400" b="1" dirty="0">
                <a:solidFill>
                  <a:srgbClr val="1775DF"/>
                </a:solidFill>
                <a:latin typeface="方正大标宋简体" panose="02000000000000000000" charset="-122"/>
                <a:ea typeface="方正大标宋简体" panose="02000000000000000000" charset="-122"/>
              </a:rPr>
              <a:t>ESI</a:t>
            </a:r>
            <a:r>
              <a:rPr lang="zh-CN" altLang="en-US" sz="2400" b="1" dirty="0">
                <a:solidFill>
                  <a:srgbClr val="1775DF"/>
                </a:solidFill>
                <a:latin typeface="方正大标宋简体" panose="02000000000000000000" charset="-122"/>
                <a:ea typeface="方正大标宋简体" panose="02000000000000000000" charset="-122"/>
              </a:rPr>
              <a:t>全球学科排名</a:t>
            </a:r>
            <a:endParaRPr lang="en-US" altLang="zh-CN" sz="2400" b="1" dirty="0">
              <a:solidFill>
                <a:srgbClr val="1775DF"/>
              </a:solidFill>
              <a:latin typeface="方正大标宋简体" panose="02000000000000000000" charset="-122"/>
              <a:ea typeface="方正大标宋简体" panose="02000000000000000000" charset="-122"/>
            </a:endParaRPr>
          </a:p>
        </p:txBody>
      </p:sp>
      <p:grpSp>
        <p:nvGrpSpPr>
          <p:cNvPr id="2" name="组合 1"/>
          <p:cNvGrpSpPr/>
          <p:nvPr/>
        </p:nvGrpSpPr>
        <p:grpSpPr>
          <a:xfrm>
            <a:off x="389433" y="3508991"/>
            <a:ext cx="1386615" cy="753150"/>
            <a:chOff x="249323" y="2994854"/>
            <a:chExt cx="1386615" cy="765994"/>
          </a:xfrm>
        </p:grpSpPr>
        <p:cxnSp>
          <p:nvCxnSpPr>
            <p:cNvPr id="7" name="直接连接符 6"/>
            <p:cNvCxnSpPr/>
            <p:nvPr/>
          </p:nvCxnSpPr>
          <p:spPr>
            <a:xfrm>
              <a:off x="249323" y="2994854"/>
              <a:ext cx="0" cy="765994"/>
            </a:xfrm>
            <a:prstGeom prst="line">
              <a:avLst/>
            </a:prstGeom>
            <a:ln w="25400">
              <a:solidFill>
                <a:srgbClr val="1775DF"/>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278351" y="3047749"/>
              <a:ext cx="1357587" cy="487938"/>
            </a:xfrm>
            <a:prstGeom prst="rect">
              <a:avLst/>
            </a:prstGeom>
            <a:noFill/>
            <a:effectLst/>
          </p:spPr>
          <p:txBody>
            <a:bodyPr wrap="square" rtlCol="0">
              <a:spAutoFit/>
            </a:bodyPr>
            <a:lstStyle/>
            <a:p>
              <a:r>
                <a:rPr lang="zh-CN" altLang="en-US" b="1" dirty="0">
                  <a:solidFill>
                    <a:srgbClr val="1775DF"/>
                  </a:solidFill>
                  <a:latin typeface="微软雅黑" panose="020B0503020204020204" charset="-122"/>
                  <a:ea typeface="微软雅黑" panose="020B0503020204020204" charset="-122"/>
                </a:rPr>
                <a:t>首次进入</a:t>
              </a:r>
              <a:r>
                <a:rPr lang="en-US" altLang="zh-CN" b="1" dirty="0">
                  <a:solidFill>
                    <a:srgbClr val="1775DF"/>
                  </a:solidFill>
                  <a:latin typeface="微软雅黑" panose="020B0503020204020204" charset="-122"/>
                  <a:ea typeface="微软雅黑" panose="020B0503020204020204" charset="-122"/>
                </a:rPr>
                <a:t>ESI</a:t>
              </a:r>
              <a:r>
                <a:rPr lang="zh-CN" altLang="en-US" b="1" dirty="0">
                  <a:solidFill>
                    <a:srgbClr val="1775DF"/>
                  </a:solidFill>
                  <a:latin typeface="微软雅黑" panose="020B0503020204020204" charset="-122"/>
                  <a:ea typeface="微软雅黑" panose="020B0503020204020204" charset="-122"/>
                </a:rPr>
                <a:t>前</a:t>
              </a:r>
              <a:r>
                <a:rPr lang="en-US" altLang="zh-CN" b="1" dirty="0">
                  <a:solidFill>
                    <a:srgbClr val="1775DF"/>
                  </a:solidFill>
                  <a:latin typeface="微软雅黑" panose="020B0503020204020204" charset="-122"/>
                  <a:ea typeface="微软雅黑" panose="020B0503020204020204" charset="-122"/>
                </a:rPr>
                <a:t>1%</a:t>
              </a:r>
              <a:endParaRPr lang="zh-CN" altLang="en-US" b="1" dirty="0">
                <a:solidFill>
                  <a:srgbClr val="1775DF"/>
                </a:solidFill>
                <a:latin typeface="微软雅黑" panose="020B0503020204020204" charset="-122"/>
                <a:ea typeface="微软雅黑" panose="020B0503020204020204" charset="-122"/>
              </a:endParaRPr>
            </a:p>
          </p:txBody>
        </p:sp>
      </p:grpSp>
      <p:grpSp>
        <p:nvGrpSpPr>
          <p:cNvPr id="3" name="组合 2"/>
          <p:cNvGrpSpPr/>
          <p:nvPr/>
        </p:nvGrpSpPr>
        <p:grpSpPr>
          <a:xfrm>
            <a:off x="8758873" y="343599"/>
            <a:ext cx="3172987" cy="1138773"/>
            <a:chOff x="6751533" y="22943"/>
            <a:chExt cx="4370209" cy="1139558"/>
          </a:xfrm>
        </p:grpSpPr>
        <p:cxnSp>
          <p:nvCxnSpPr>
            <p:cNvPr id="41" name="直接连接符 40"/>
            <p:cNvCxnSpPr/>
            <p:nvPr/>
          </p:nvCxnSpPr>
          <p:spPr>
            <a:xfrm flipH="1">
              <a:off x="8363345" y="75193"/>
              <a:ext cx="1" cy="369332"/>
            </a:xfrm>
            <a:prstGeom prst="line">
              <a:avLst/>
            </a:prstGeom>
            <a:ln w="34925">
              <a:solidFill>
                <a:srgbClr val="FED600"/>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6751533" y="22943"/>
              <a:ext cx="4370209" cy="1139558"/>
            </a:xfrm>
            <a:prstGeom prst="rect">
              <a:avLst/>
            </a:prstGeom>
            <a:noFill/>
            <a:effectLst/>
          </p:spPr>
          <p:txBody>
            <a:bodyPr wrap="square" rtlCol="0">
              <a:spAutoFit/>
            </a:bodyPr>
            <a:lstStyle/>
            <a:p>
              <a:pPr algn="r"/>
              <a:r>
                <a:rPr lang="en-US" altLang="zh-CN" sz="2800" b="1" dirty="0" smtClean="0">
                  <a:solidFill>
                    <a:srgbClr val="FED600"/>
                  </a:solidFill>
                  <a:effectLst>
                    <a:outerShdw blurRad="38100" dist="38100" dir="2700000" algn="tl">
                      <a:srgbClr val="000000">
                        <a:alpha val="43137"/>
                      </a:srgbClr>
                    </a:outerShdw>
                  </a:effectLst>
                  <a:latin typeface="微软雅黑" panose="020B0503020204020204" charset="-122"/>
                  <a:ea typeface="微软雅黑" panose="020B0503020204020204" charset="-122"/>
                </a:rPr>
                <a:t>2020</a:t>
              </a:r>
              <a:r>
                <a:rPr lang="zh-CN" altLang="en-US" sz="2800" b="1" dirty="0" smtClean="0">
                  <a:solidFill>
                    <a:srgbClr val="FED600"/>
                  </a:solidFill>
                  <a:effectLst>
                    <a:outerShdw blurRad="38100" dist="38100" dir="2700000" algn="tl">
                      <a:srgbClr val="000000">
                        <a:alpha val="43137"/>
                      </a:srgbClr>
                    </a:outerShdw>
                  </a:effectLst>
                  <a:latin typeface="微软雅黑" panose="020B0503020204020204" charset="-122"/>
                  <a:ea typeface="微软雅黑" panose="020B0503020204020204" charset="-122"/>
                </a:rPr>
                <a:t>年</a:t>
              </a:r>
              <a:r>
                <a:rPr lang="en-US" altLang="zh-CN" sz="2800" b="1" dirty="0" smtClean="0">
                  <a:solidFill>
                    <a:srgbClr val="FED600"/>
                  </a:solidFill>
                  <a:effectLst>
                    <a:outerShdw blurRad="38100" dist="38100" dir="2700000" algn="tl">
                      <a:srgbClr val="000000">
                        <a:alpha val="43137"/>
                      </a:srgbClr>
                    </a:outerShdw>
                  </a:effectLst>
                  <a:latin typeface="微软雅黑" panose="020B0503020204020204" charset="-122"/>
                  <a:ea typeface="微软雅黑" panose="020B0503020204020204" charset="-122"/>
                </a:rPr>
                <a:t>7</a:t>
              </a:r>
              <a:r>
                <a:rPr lang="zh-CN" altLang="en-US" sz="2800" b="1" dirty="0" smtClean="0">
                  <a:solidFill>
                    <a:srgbClr val="FED600"/>
                  </a:solidFill>
                  <a:effectLst>
                    <a:outerShdw blurRad="38100" dist="38100" dir="2700000" algn="tl">
                      <a:srgbClr val="000000">
                        <a:alpha val="43137"/>
                      </a:srgbClr>
                    </a:outerShdw>
                  </a:effectLst>
                  <a:latin typeface="微软雅黑" panose="020B0503020204020204" charset="-122"/>
                  <a:ea typeface="微软雅黑" panose="020B0503020204020204" charset="-122"/>
                </a:rPr>
                <a:t>月</a:t>
              </a:r>
              <a:endParaRPr lang="en-US" altLang="zh-CN" sz="2800" b="1" dirty="0" smtClean="0">
                <a:solidFill>
                  <a:srgbClr val="FED600"/>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4000" b="1" dirty="0" smtClean="0">
                  <a:solidFill>
                    <a:srgbClr val="C00000"/>
                  </a:solidFill>
                  <a:latin typeface="微软雅黑" panose="020B0503020204020204" charset="-122"/>
                  <a:ea typeface="微软雅黑" panose="020B0503020204020204" charset="-122"/>
                </a:rPr>
                <a:t>进入</a:t>
              </a:r>
              <a:r>
                <a:rPr lang="en-US" altLang="zh-CN" sz="4000" b="1" dirty="0" smtClean="0">
                  <a:solidFill>
                    <a:srgbClr val="C00000"/>
                  </a:solidFill>
                  <a:latin typeface="微软雅黑" panose="020B0503020204020204" charset="-122"/>
                  <a:ea typeface="微软雅黑" panose="020B0503020204020204" charset="-122"/>
                </a:rPr>
                <a:t>ESI 1</a:t>
              </a:r>
              <a:r>
                <a:rPr lang="en-US" altLang="zh-CN" sz="4000" b="1" dirty="0">
                  <a:solidFill>
                    <a:srgbClr val="C00000"/>
                  </a:solidFill>
                  <a:latin typeface="微软雅黑" panose="020B0503020204020204" charset="-122"/>
                  <a:ea typeface="微软雅黑" panose="020B0503020204020204" charset="-122"/>
                </a:rPr>
                <a:t>‰</a:t>
              </a:r>
              <a:endParaRPr lang="zh-CN" altLang="en-US" sz="4000" b="1" dirty="0">
                <a:solidFill>
                  <a:srgbClr val="C00000"/>
                </a:solidFill>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图示 49"/>
          <p:cNvGraphicFramePr/>
          <p:nvPr/>
        </p:nvGraphicFramePr>
        <p:xfrm>
          <a:off x="0" y="1114436"/>
          <a:ext cx="12117572" cy="530564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1" name="任意多边形 50"/>
          <p:cNvSpPr/>
          <p:nvPr/>
        </p:nvSpPr>
        <p:spPr bwMode="auto">
          <a:xfrm>
            <a:off x="1997127" y="255182"/>
            <a:ext cx="8123318" cy="635970"/>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FEBE00"/>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en-US" altLang="zh-CN"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71</a:t>
            </a:r>
            <a:r>
              <a:rPr lang="zh-CN" altLang="en-US"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个本科专业分布</a:t>
            </a: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于理、工、文、管、经、法、农、艺、教育</a:t>
            </a:r>
            <a:r>
              <a:rPr lang="en-US" alt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9</a:t>
            </a: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个学科领域</a:t>
            </a:r>
            <a:endPar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bldLst>
      <p:bldGraphic spid="5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圆角矩形 20"/>
          <p:cNvSpPr/>
          <p:nvPr/>
        </p:nvSpPr>
        <p:spPr bwMode="auto">
          <a:xfrm>
            <a:off x="-330015" y="564119"/>
            <a:ext cx="7325116" cy="672738"/>
          </a:xfrm>
          <a:prstGeom prst="roundRect">
            <a:avLst/>
          </a:prstGeom>
          <a:gradFill>
            <a:gsLst>
              <a:gs pos="0">
                <a:schemeClr val="accent1">
                  <a:lumMod val="5000"/>
                  <a:lumOff val="95000"/>
                  <a:alpha val="0"/>
                </a:schemeClr>
              </a:gs>
              <a:gs pos="33950">
                <a:srgbClr val="FBDE82"/>
              </a:gs>
              <a:gs pos="70000">
                <a:srgbClr val="FFC000"/>
              </a:gs>
              <a:gs pos="100000">
                <a:schemeClr val="accent4">
                  <a:alpha val="0"/>
                </a:schemeClr>
              </a:gs>
            </a:gsLst>
            <a:lin ang="1080000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grpSp>
        <p:nvGrpSpPr>
          <p:cNvPr id="67" name="组合 66"/>
          <p:cNvGrpSpPr/>
          <p:nvPr/>
        </p:nvGrpSpPr>
        <p:grpSpPr>
          <a:xfrm>
            <a:off x="972231" y="1054168"/>
            <a:ext cx="10526641" cy="5541221"/>
            <a:chOff x="1801814" y="1079182"/>
            <a:chExt cx="8685894" cy="5184707"/>
          </a:xfrm>
        </p:grpSpPr>
        <p:sp>
          <p:nvSpPr>
            <p:cNvPr id="48" name="上箭头 47"/>
            <p:cNvSpPr/>
            <p:nvPr/>
          </p:nvSpPr>
          <p:spPr>
            <a:xfrm>
              <a:off x="5448988" y="1079182"/>
              <a:ext cx="1553890" cy="5184707"/>
            </a:xfrm>
            <a:prstGeom prst="upArrow">
              <a:avLst/>
            </a:prstGeom>
            <a:solidFill>
              <a:srgbClr val="C00000">
                <a:alpha val="83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任意多边形 48"/>
            <p:cNvSpPr/>
            <p:nvPr/>
          </p:nvSpPr>
          <p:spPr bwMode="auto">
            <a:xfrm>
              <a:off x="1801814" y="3023981"/>
              <a:ext cx="1040400" cy="660518"/>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rgbClr val="6C9DDF"/>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b="1" dirty="0">
                  <a:solidFill>
                    <a:schemeClr val="bg1"/>
                  </a:solidFill>
                  <a:latin typeface="微软雅黑" panose="020B0503020204020204" charset="-122"/>
                  <a:ea typeface="微软雅黑" panose="020B0503020204020204" charset="-122"/>
                </a:rPr>
                <a:t>一级学科博士点</a:t>
              </a:r>
              <a:endParaRPr lang="zh-CN" b="1" dirty="0">
                <a:solidFill>
                  <a:schemeClr val="bg1"/>
                </a:solidFill>
                <a:latin typeface="微软雅黑" panose="020B0503020204020204" charset="-122"/>
                <a:ea typeface="微软雅黑" panose="020B0503020204020204" charset="-122"/>
              </a:endParaRPr>
            </a:p>
          </p:txBody>
        </p:sp>
        <p:sp>
          <p:nvSpPr>
            <p:cNvPr id="50" name="任意多边形 49"/>
            <p:cNvSpPr/>
            <p:nvPr/>
          </p:nvSpPr>
          <p:spPr bwMode="auto">
            <a:xfrm>
              <a:off x="3296722" y="3011018"/>
              <a:ext cx="1033739" cy="660518"/>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chemeClr val="accent5">
                <a:lumMod val="20000"/>
                <a:lumOff val="80000"/>
              </a:schemeClr>
            </a:solidFill>
            <a:ln w="12700">
              <a:solidFill>
                <a:schemeClr val="accent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b="1" dirty="0">
                  <a:solidFill>
                    <a:srgbClr val="00679C"/>
                  </a:solidFill>
                  <a:latin typeface="微软雅黑" panose="020B0503020204020204" charset="-122"/>
                  <a:ea typeface="微软雅黑" panose="020B0503020204020204" charset="-122"/>
                </a:rPr>
                <a:t>大气科学</a:t>
              </a:r>
              <a:endParaRPr lang="zh-CN" b="1" dirty="0">
                <a:solidFill>
                  <a:srgbClr val="00679C"/>
                </a:solidFill>
                <a:latin typeface="微软雅黑" panose="020B0503020204020204" charset="-122"/>
                <a:ea typeface="微软雅黑" panose="020B0503020204020204" charset="-122"/>
              </a:endParaRPr>
            </a:p>
          </p:txBody>
        </p:sp>
        <p:sp>
          <p:nvSpPr>
            <p:cNvPr id="51" name="任意多边形 50"/>
            <p:cNvSpPr/>
            <p:nvPr/>
          </p:nvSpPr>
          <p:spPr bwMode="auto">
            <a:xfrm>
              <a:off x="4548733" y="3023981"/>
              <a:ext cx="1033740" cy="660518"/>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chemeClr val="accent5">
                <a:lumMod val="20000"/>
                <a:lumOff val="80000"/>
              </a:schemeClr>
            </a:solidFill>
            <a:ln w="12700">
              <a:solidFill>
                <a:schemeClr val="accent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b="1" dirty="0">
                  <a:solidFill>
                    <a:srgbClr val="00679C"/>
                  </a:solidFill>
                  <a:latin typeface="微软雅黑" panose="020B0503020204020204" charset="-122"/>
                  <a:ea typeface="微软雅黑" panose="020B0503020204020204" charset="-122"/>
                </a:rPr>
                <a:t>环境科学与工程</a:t>
              </a:r>
              <a:endParaRPr lang="zh-CN" b="1" dirty="0">
                <a:solidFill>
                  <a:srgbClr val="00679C"/>
                </a:solidFill>
                <a:latin typeface="微软雅黑" panose="020B0503020204020204" charset="-122"/>
                <a:ea typeface="微软雅黑" panose="020B0503020204020204" charset="-122"/>
              </a:endParaRPr>
            </a:p>
          </p:txBody>
        </p:sp>
        <p:sp>
          <p:nvSpPr>
            <p:cNvPr id="52" name="任意多边形 51"/>
            <p:cNvSpPr/>
            <p:nvPr/>
          </p:nvSpPr>
          <p:spPr bwMode="auto">
            <a:xfrm>
              <a:off x="5800745" y="3023981"/>
              <a:ext cx="1035189" cy="660518"/>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chemeClr val="accent5">
                <a:lumMod val="20000"/>
                <a:lumOff val="80000"/>
              </a:schemeClr>
            </a:solidFill>
            <a:ln w="12700">
              <a:solidFill>
                <a:schemeClr val="accent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b="1" dirty="0">
                  <a:solidFill>
                    <a:srgbClr val="00679C"/>
                  </a:solidFill>
                  <a:latin typeface="微软雅黑" panose="020B0503020204020204" charset="-122"/>
                  <a:ea typeface="微软雅黑" panose="020B0503020204020204" charset="-122"/>
                </a:rPr>
                <a:t>信息与通信工程</a:t>
              </a:r>
              <a:endParaRPr lang="zh-CN" b="1" dirty="0">
                <a:solidFill>
                  <a:srgbClr val="00679C"/>
                </a:solidFill>
                <a:latin typeface="微软雅黑" panose="020B0503020204020204" charset="-122"/>
                <a:ea typeface="微软雅黑" panose="020B0503020204020204" charset="-122"/>
              </a:endParaRPr>
            </a:p>
          </p:txBody>
        </p:sp>
        <p:sp>
          <p:nvSpPr>
            <p:cNvPr id="53" name="任意多边形 52"/>
            <p:cNvSpPr/>
            <p:nvPr/>
          </p:nvSpPr>
          <p:spPr bwMode="auto">
            <a:xfrm>
              <a:off x="7054206" y="3023981"/>
              <a:ext cx="1033739" cy="660518"/>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chemeClr val="accent5">
                <a:lumMod val="20000"/>
                <a:lumOff val="80000"/>
              </a:schemeClr>
            </a:solidFill>
            <a:ln w="12700">
              <a:solidFill>
                <a:schemeClr val="accent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b="1" dirty="0">
                  <a:solidFill>
                    <a:srgbClr val="00679C"/>
                  </a:solidFill>
                  <a:latin typeface="微软雅黑" panose="020B0503020204020204" charset="-122"/>
                  <a:ea typeface="微软雅黑" panose="020B0503020204020204" charset="-122"/>
                </a:rPr>
                <a:t>管理科学与工程</a:t>
              </a:r>
              <a:endParaRPr lang="zh-CN" b="1" dirty="0">
                <a:solidFill>
                  <a:srgbClr val="00679C"/>
                </a:solidFill>
                <a:latin typeface="微软雅黑" panose="020B0503020204020204" charset="-122"/>
                <a:ea typeface="微软雅黑" panose="020B0503020204020204" charset="-122"/>
              </a:endParaRPr>
            </a:p>
          </p:txBody>
        </p:sp>
        <p:sp>
          <p:nvSpPr>
            <p:cNvPr id="54" name="任意多边形 53"/>
            <p:cNvSpPr/>
            <p:nvPr/>
          </p:nvSpPr>
          <p:spPr bwMode="auto">
            <a:xfrm>
              <a:off x="8245051" y="3023981"/>
              <a:ext cx="1033740" cy="660518"/>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chemeClr val="accent5">
                <a:lumMod val="20000"/>
                <a:lumOff val="80000"/>
              </a:schemeClr>
            </a:solidFill>
            <a:ln w="12700">
              <a:solidFill>
                <a:schemeClr val="accent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b="1" dirty="0">
                  <a:solidFill>
                    <a:srgbClr val="00679C"/>
                  </a:solidFill>
                  <a:latin typeface="微软雅黑" panose="020B0503020204020204" charset="-122"/>
                  <a:ea typeface="微软雅黑" panose="020B0503020204020204" charset="-122"/>
                </a:rPr>
                <a:t>数</a:t>
              </a:r>
              <a:r>
                <a:rPr lang="en-US" altLang="zh-CN" b="1" dirty="0">
                  <a:solidFill>
                    <a:srgbClr val="00679C"/>
                  </a:solidFill>
                  <a:latin typeface="微软雅黑" panose="020B0503020204020204" charset="-122"/>
                  <a:ea typeface="微软雅黑" panose="020B0503020204020204" charset="-122"/>
                </a:rPr>
                <a:t> </a:t>
              </a:r>
              <a:r>
                <a:rPr lang="zh-CN" b="1" dirty="0">
                  <a:solidFill>
                    <a:srgbClr val="00679C"/>
                  </a:solidFill>
                  <a:latin typeface="微软雅黑" panose="020B0503020204020204" charset="-122"/>
                  <a:ea typeface="微软雅黑" panose="020B0503020204020204" charset="-122"/>
                </a:rPr>
                <a:t>学</a:t>
              </a:r>
              <a:endParaRPr lang="zh-CN" b="1" dirty="0">
                <a:solidFill>
                  <a:srgbClr val="00679C"/>
                </a:solidFill>
                <a:latin typeface="微软雅黑" panose="020B0503020204020204" charset="-122"/>
                <a:ea typeface="微软雅黑" panose="020B0503020204020204" charset="-122"/>
              </a:endParaRPr>
            </a:p>
          </p:txBody>
        </p:sp>
        <p:sp>
          <p:nvSpPr>
            <p:cNvPr id="55" name="任意多边形 54"/>
            <p:cNvSpPr/>
            <p:nvPr/>
          </p:nvSpPr>
          <p:spPr bwMode="auto">
            <a:xfrm>
              <a:off x="9453969" y="3023981"/>
              <a:ext cx="1033739" cy="660518"/>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chemeClr val="accent5">
                <a:lumMod val="20000"/>
                <a:lumOff val="80000"/>
              </a:schemeClr>
            </a:solidFill>
            <a:ln w="12700">
              <a:solidFill>
                <a:schemeClr val="accent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b="1" dirty="0">
                  <a:solidFill>
                    <a:srgbClr val="00679C"/>
                  </a:solidFill>
                  <a:latin typeface="微软雅黑" panose="020B0503020204020204" charset="-122"/>
                  <a:ea typeface="微软雅黑" panose="020B0503020204020204" charset="-122"/>
                </a:rPr>
                <a:t>科学技术史</a:t>
              </a:r>
              <a:endParaRPr lang="zh-CN" b="1" dirty="0">
                <a:solidFill>
                  <a:srgbClr val="00679C"/>
                </a:solidFill>
                <a:latin typeface="微软雅黑" panose="020B0503020204020204" charset="-122"/>
                <a:ea typeface="微软雅黑" panose="020B0503020204020204" charset="-122"/>
              </a:endParaRPr>
            </a:p>
          </p:txBody>
        </p:sp>
        <p:sp>
          <p:nvSpPr>
            <p:cNvPr id="56" name="任意多边形 55"/>
            <p:cNvSpPr/>
            <p:nvPr/>
          </p:nvSpPr>
          <p:spPr bwMode="auto">
            <a:xfrm>
              <a:off x="1801814" y="3957661"/>
              <a:ext cx="1040400" cy="706815"/>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1775DF"/>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硕士点</a:t>
              </a:r>
              <a:endParaRPr 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57" name="任意多边形 56"/>
            <p:cNvSpPr/>
            <p:nvPr/>
          </p:nvSpPr>
          <p:spPr bwMode="auto">
            <a:xfrm>
              <a:off x="3192463" y="3957661"/>
              <a:ext cx="7276675" cy="314826"/>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0A97F4">
                <a:alpha val="73000"/>
              </a:srgbClr>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en-US"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22</a:t>
              </a:r>
              <a:r>
                <a:rPr 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个一级学科硕士点</a:t>
              </a:r>
              <a:endParaRPr 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58" name="任意多边形 57"/>
            <p:cNvSpPr/>
            <p:nvPr/>
          </p:nvSpPr>
          <p:spPr bwMode="auto">
            <a:xfrm>
              <a:off x="3192463" y="4349650"/>
              <a:ext cx="7276674" cy="314826"/>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0A97F4">
                <a:alpha val="73000"/>
              </a:srgbClr>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en-US"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14</a:t>
              </a:r>
              <a:r>
                <a:rPr 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个专业学位硕士点</a:t>
              </a:r>
              <a:endParaRPr lang="zh-CN" sz="16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59" name="任意多边形 58"/>
            <p:cNvSpPr/>
            <p:nvPr/>
          </p:nvSpPr>
          <p:spPr bwMode="auto">
            <a:xfrm>
              <a:off x="1801814" y="4889544"/>
              <a:ext cx="1040400" cy="706815"/>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2660AD"/>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本科专业</a:t>
              </a:r>
              <a:endParaRPr 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60" name="任意多边形 59"/>
            <p:cNvSpPr/>
            <p:nvPr/>
          </p:nvSpPr>
          <p:spPr bwMode="auto">
            <a:xfrm>
              <a:off x="3192463" y="4889544"/>
              <a:ext cx="7273572" cy="314826"/>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2660AD"/>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en-US" sz="1600" b="1" dirty="0">
                  <a:solidFill>
                    <a:schemeClr val="bg1"/>
                  </a:solidFill>
                  <a:latin typeface="微软雅黑" panose="020B0503020204020204" charset="-122"/>
                  <a:ea typeface="微软雅黑" panose="020B0503020204020204" charset="-122"/>
                </a:rPr>
                <a:t>71</a:t>
              </a:r>
              <a:r>
                <a:rPr lang="zh-CN" altLang="en-US" sz="1600" b="1" dirty="0">
                  <a:solidFill>
                    <a:schemeClr val="bg1"/>
                  </a:solidFill>
                  <a:latin typeface="微软雅黑" panose="020B0503020204020204" charset="-122"/>
                  <a:ea typeface="微软雅黑" panose="020B0503020204020204" charset="-122"/>
                </a:rPr>
                <a:t>个本科专业</a:t>
              </a:r>
              <a:endParaRPr lang="zh-CN" sz="1600" b="1" dirty="0">
                <a:solidFill>
                  <a:schemeClr val="bg1"/>
                </a:solidFill>
                <a:latin typeface="微软雅黑" panose="020B0503020204020204" charset="-122"/>
                <a:ea typeface="微软雅黑" panose="020B0503020204020204" charset="-122"/>
              </a:endParaRPr>
            </a:p>
          </p:txBody>
        </p:sp>
        <p:sp>
          <p:nvSpPr>
            <p:cNvPr id="61" name="任意多边形 60"/>
            <p:cNvSpPr/>
            <p:nvPr/>
          </p:nvSpPr>
          <p:spPr bwMode="auto">
            <a:xfrm>
              <a:off x="3192463" y="5281532"/>
              <a:ext cx="7273768" cy="314826"/>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2660AD"/>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zh-CN" altLang="en-US" sz="1600" b="1" dirty="0">
                  <a:solidFill>
                    <a:schemeClr val="bg1"/>
                  </a:solidFill>
                  <a:latin typeface="微软雅黑" panose="020B0503020204020204" charset="-122"/>
                  <a:ea typeface="微软雅黑" panose="020B0503020204020204" charset="-122"/>
                </a:rPr>
                <a:t>分布于理、工、文、管、经、法、农、艺、教育</a:t>
              </a:r>
              <a:r>
                <a:rPr lang="en-US" altLang="zh-CN" sz="1600" b="1" dirty="0">
                  <a:solidFill>
                    <a:schemeClr val="bg1"/>
                  </a:solidFill>
                  <a:latin typeface="微软雅黑" panose="020B0503020204020204" charset="-122"/>
                  <a:ea typeface="微软雅黑" panose="020B0503020204020204" charset="-122"/>
                </a:rPr>
                <a:t>9</a:t>
              </a:r>
              <a:r>
                <a:rPr lang="zh-CN" altLang="en-US" sz="1600" b="1" dirty="0">
                  <a:solidFill>
                    <a:schemeClr val="bg1"/>
                  </a:solidFill>
                  <a:latin typeface="微软雅黑" panose="020B0503020204020204" charset="-122"/>
                  <a:ea typeface="微软雅黑" panose="020B0503020204020204" charset="-122"/>
                </a:rPr>
                <a:t>个学科领域</a:t>
              </a:r>
              <a:endParaRPr lang="zh-CN" altLang="en-US" sz="1600" b="1" dirty="0">
                <a:solidFill>
                  <a:schemeClr val="bg1"/>
                </a:solidFill>
                <a:latin typeface="微软雅黑" panose="020B0503020204020204" charset="-122"/>
                <a:ea typeface="微软雅黑" panose="020B0503020204020204" charset="-122"/>
              </a:endParaRPr>
            </a:p>
          </p:txBody>
        </p:sp>
        <p:sp>
          <p:nvSpPr>
            <p:cNvPr id="62" name="任意多边形 61"/>
            <p:cNvSpPr/>
            <p:nvPr/>
          </p:nvSpPr>
          <p:spPr>
            <a:xfrm>
              <a:off x="3192463" y="2512333"/>
              <a:ext cx="7295245" cy="316370"/>
            </a:xfrm>
            <a:custGeom>
              <a:avLst/>
              <a:gdLst>
                <a:gd name="connsiteX0" fmla="*/ 0 w 1211921"/>
                <a:gd name="connsiteY0" fmla="*/ 0 h 727152"/>
                <a:gd name="connsiteX1" fmla="*/ 1211921 w 1211921"/>
                <a:gd name="connsiteY1" fmla="*/ 0 h 727152"/>
                <a:gd name="connsiteX2" fmla="*/ 1211921 w 1211921"/>
                <a:gd name="connsiteY2" fmla="*/ 727152 h 727152"/>
                <a:gd name="connsiteX3" fmla="*/ 0 w 1211921"/>
                <a:gd name="connsiteY3" fmla="*/ 727152 h 727152"/>
                <a:gd name="connsiteX4" fmla="*/ 0 w 1211921"/>
                <a:gd name="connsiteY4" fmla="*/ 0 h 727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1921" h="727152">
                  <a:moveTo>
                    <a:pt x="0" y="0"/>
                  </a:moveTo>
                  <a:lnTo>
                    <a:pt x="1211921" y="0"/>
                  </a:lnTo>
                  <a:lnTo>
                    <a:pt x="1211921" y="727152"/>
                  </a:lnTo>
                  <a:lnTo>
                    <a:pt x="0" y="727152"/>
                  </a:lnTo>
                  <a:lnTo>
                    <a:pt x="0" y="0"/>
                  </a:lnTo>
                  <a:close/>
                </a:path>
              </a:pathLst>
            </a:custGeom>
            <a:solidFill>
              <a:srgbClr val="FEBE00"/>
            </a:solidFill>
            <a:ln>
              <a:no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92456" tIns="92456" rIns="92456" bIns="92456" spcCol="1270" anchor="ctr"/>
            <a:lstStyle/>
            <a:p>
              <a:pPr algn="ctr" defTabSz="577850" eaLnBrk="1" fontAlgn="auto" hangingPunct="1">
                <a:lnSpc>
                  <a:spcPct val="90000"/>
                </a:lnSpc>
                <a:spcAft>
                  <a:spcPct val="35000"/>
                </a:spcAft>
                <a:defRPr/>
              </a:pP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完整的本 </a:t>
              </a:r>
              <a:r>
                <a:rPr lang="en-US" alt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 </a:t>
              </a: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硕 </a:t>
              </a:r>
              <a:r>
                <a:rPr lang="en-US" alt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 </a:t>
              </a: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博培养体系</a:t>
              </a:r>
              <a:endPar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63" name="任意多边形 62"/>
            <p:cNvSpPr/>
            <p:nvPr/>
          </p:nvSpPr>
          <p:spPr>
            <a:xfrm>
              <a:off x="1801814" y="2512333"/>
              <a:ext cx="1040400" cy="316370"/>
            </a:xfrm>
            <a:custGeom>
              <a:avLst/>
              <a:gdLst>
                <a:gd name="connsiteX0" fmla="*/ 0 w 1132057"/>
                <a:gd name="connsiteY0" fmla="*/ 0 h 679234"/>
                <a:gd name="connsiteX1" fmla="*/ 1132057 w 1132057"/>
                <a:gd name="connsiteY1" fmla="*/ 0 h 679234"/>
                <a:gd name="connsiteX2" fmla="*/ 1132057 w 1132057"/>
                <a:gd name="connsiteY2" fmla="*/ 679234 h 679234"/>
                <a:gd name="connsiteX3" fmla="*/ 0 w 1132057"/>
                <a:gd name="connsiteY3" fmla="*/ 679234 h 679234"/>
                <a:gd name="connsiteX4" fmla="*/ 0 w 1132057"/>
                <a:gd name="connsiteY4" fmla="*/ 0 h 6792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2057" h="679234">
                  <a:moveTo>
                    <a:pt x="0" y="0"/>
                  </a:moveTo>
                  <a:lnTo>
                    <a:pt x="1132057" y="0"/>
                  </a:lnTo>
                  <a:lnTo>
                    <a:pt x="1132057" y="679234"/>
                  </a:lnTo>
                  <a:lnTo>
                    <a:pt x="0" y="679234"/>
                  </a:lnTo>
                  <a:lnTo>
                    <a:pt x="0" y="0"/>
                  </a:lnTo>
                  <a:close/>
                </a:path>
              </a:pathLst>
            </a:custGeom>
            <a:solidFill>
              <a:srgbClr val="FEBE00"/>
            </a:solidFill>
            <a:ln w="12700">
              <a:solidFill>
                <a:schemeClr val="bg1"/>
              </a:solidFill>
            </a:ln>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lIns="85344" tIns="85344" rIns="85344" bIns="85344" spcCol="1270" anchor="ctr"/>
            <a:lstStyle/>
            <a:p>
              <a:pPr algn="ctr" defTabSz="533400" eaLnBrk="1" fontAlgn="auto" hangingPunct="1">
                <a:lnSpc>
                  <a:spcPct val="90000"/>
                </a:lnSpc>
                <a:spcAft>
                  <a:spcPct val="35000"/>
                </a:spcAft>
                <a:defRPr/>
              </a:pPr>
              <a:r>
                <a:rPr lang="zh-CN" altLang="en-US"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学位体系</a:t>
              </a:r>
              <a:endParaRPr lang="zh-CN"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64" name="文本框 63"/>
            <p:cNvSpPr txBox="1"/>
            <p:nvPr/>
          </p:nvSpPr>
          <p:spPr>
            <a:xfrm>
              <a:off x="3950753" y="1797708"/>
              <a:ext cx="4735173" cy="489557"/>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scene3d>
                <a:camera prst="orthographicFront"/>
                <a:lightRig rig="threePt" dir="t"/>
              </a:scene3d>
            </a:bodyPr>
            <a:lstStyle/>
            <a:p>
              <a:pPr algn="ctr"/>
              <a:r>
                <a:rPr lang="zh-CN" altLang="en-US" sz="2800" b="1" dirty="0">
                  <a:ln w="10160">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rPr>
                <a:t>硕博点涵盖所有本科专业</a:t>
              </a:r>
              <a:endParaRPr lang="zh-CN" altLang="en-US" sz="2800" b="1" dirty="0">
                <a:ln w="10160">
                  <a:noFill/>
                  <a:prstDash val="solid"/>
                </a:ln>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sp>
        <p:nvSpPr>
          <p:cNvPr id="4" name="文本占位符 3"/>
          <p:cNvSpPr>
            <a:spLocks noGrp="1"/>
          </p:cNvSpPr>
          <p:nvPr>
            <p:ph type="body" sz="quarter" idx="10"/>
          </p:nvPr>
        </p:nvSpPr>
        <p:spPr>
          <a:xfrm>
            <a:off x="881063" y="638607"/>
            <a:ext cx="4594939" cy="641985"/>
          </a:xfrm>
        </p:spPr>
        <p:txBody>
          <a:bodyPr>
            <a:normAutofit/>
          </a:bodyPr>
          <a:lstStyle/>
          <a:p>
            <a:pPr marL="0" indent="0" algn="ctr">
              <a:buNone/>
            </a:pPr>
            <a:r>
              <a:rPr lang="zh-CN" altLang="en-US" sz="3600" b="1" spc="600" dirty="0" smtClean="0">
                <a:solidFill>
                  <a:srgbClr val="0D2860"/>
                </a:solidFill>
                <a:latin typeface="方正大标宋简体" panose="02000000000000000000" charset="-122"/>
                <a:ea typeface="方正大标宋简体" panose="02000000000000000000" charset="-122"/>
              </a:rPr>
              <a:t>学科布局科学完善</a:t>
            </a:r>
            <a:endParaRPr lang="zh-CN" altLang="en-US" sz="3600" b="1" spc="600" dirty="0">
              <a:solidFill>
                <a:srgbClr val="0D2860"/>
              </a:solidFill>
              <a:latin typeface="方正大标宋简体" panose="02000000000000000000" charset="-122"/>
              <a:ea typeface="方正大标宋简体"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4819474" y="1447308"/>
            <a:ext cx="6828688" cy="4717971"/>
            <a:chOff x="4940526" y="1026523"/>
            <a:chExt cx="6828688" cy="4717971"/>
          </a:xfrm>
        </p:grpSpPr>
        <p:sp>
          <p:nvSpPr>
            <p:cNvPr id="5" name="Line 5"/>
            <p:cNvSpPr>
              <a:spLocks noChangeShapeType="1"/>
            </p:cNvSpPr>
            <p:nvPr/>
          </p:nvSpPr>
          <p:spPr bwMode="auto">
            <a:xfrm flipV="1">
              <a:off x="4940526" y="5083457"/>
              <a:ext cx="6828688" cy="0"/>
            </a:xfrm>
            <a:prstGeom prst="line">
              <a:avLst/>
            </a:prstGeom>
            <a:noFill/>
            <a:ln w="38100">
              <a:solidFill>
                <a:schemeClr val="bg1">
                  <a:lumMod val="65000"/>
                </a:schemeClr>
              </a:solidFill>
              <a:prstDash val="dash"/>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900">
                <a:solidFill>
                  <a:schemeClr val="bg1">
                    <a:lumMod val="50000"/>
                  </a:schemeClr>
                </a:solidFill>
                <a:cs typeface="+mn-ea"/>
                <a:sym typeface="+mn-lt"/>
              </a:endParaRPr>
            </a:p>
          </p:txBody>
        </p:sp>
        <p:sp>
          <p:nvSpPr>
            <p:cNvPr id="6" name="AutoShape 6"/>
            <p:cNvSpPr/>
            <p:nvPr/>
          </p:nvSpPr>
          <p:spPr bwMode="auto">
            <a:xfrm>
              <a:off x="6377085" y="1651825"/>
              <a:ext cx="547609" cy="461179"/>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1400" b="1" dirty="0">
                  <a:solidFill>
                    <a:schemeClr val="bg1"/>
                  </a:solidFill>
                  <a:latin typeface="微软雅黑" panose="020B0503020204020204" charset="-122"/>
                  <a:ea typeface="微软雅黑" panose="020B0503020204020204" charset="-122"/>
                  <a:cs typeface="+mn-ea"/>
                  <a:sym typeface="+mn-lt"/>
                </a:rPr>
                <a:t>16</a:t>
              </a:r>
              <a:r>
                <a:rPr lang="zh-CN" altLang="en-US" sz="1400" b="1" dirty="0">
                  <a:solidFill>
                    <a:schemeClr val="bg1"/>
                  </a:solidFill>
                  <a:latin typeface="微软雅黑" panose="020B0503020204020204" charset="-122"/>
                  <a:ea typeface="微软雅黑" panose="020B0503020204020204" charset="-122"/>
                  <a:cs typeface="+mn-ea"/>
                  <a:sym typeface="+mn-lt"/>
                </a:rPr>
                <a:t>人</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7" name="AutoShape 7"/>
            <p:cNvSpPr/>
            <p:nvPr/>
          </p:nvSpPr>
          <p:spPr bwMode="auto">
            <a:xfrm>
              <a:off x="5470794" y="3763563"/>
              <a:ext cx="546698" cy="461179"/>
            </a:xfrm>
            <a:custGeom>
              <a:avLst/>
              <a:gdLst>
                <a:gd name="T0" fmla="*/ 475457 w 21600"/>
                <a:gd name="T1" fmla="*/ 344488 h 21600"/>
                <a:gd name="T2" fmla="*/ 475457 w 21600"/>
                <a:gd name="T3" fmla="*/ 344488 h 21600"/>
                <a:gd name="T4" fmla="*/ 475457 w 21600"/>
                <a:gd name="T5" fmla="*/ 344488 h 21600"/>
                <a:gd name="T6" fmla="*/ 475457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1600" b="1" dirty="0">
                  <a:solidFill>
                    <a:schemeClr val="bg1"/>
                  </a:solidFill>
                  <a:latin typeface="微软雅黑" panose="020B0503020204020204" charset="-122"/>
                  <a:ea typeface="微软雅黑" panose="020B0503020204020204" charset="-122"/>
                  <a:cs typeface="+mn-ea"/>
                  <a:sym typeface="+mn-lt"/>
                </a:rPr>
                <a:t>2</a:t>
              </a:r>
              <a:r>
                <a:rPr lang="zh-CN" altLang="en-US" sz="1600" b="1" dirty="0">
                  <a:solidFill>
                    <a:schemeClr val="bg1"/>
                  </a:solidFill>
                  <a:latin typeface="微软雅黑" panose="020B0503020204020204" charset="-122"/>
                  <a:ea typeface="微软雅黑" panose="020B0503020204020204" charset="-122"/>
                  <a:cs typeface="+mn-ea"/>
                  <a:sym typeface="+mn-lt"/>
                </a:rPr>
                <a:t>人</a:t>
              </a:r>
              <a:endParaRPr lang="zh-CN" altLang="en-US" sz="1600" b="1" dirty="0">
                <a:solidFill>
                  <a:schemeClr val="bg1"/>
                </a:solidFill>
                <a:latin typeface="微软雅黑" panose="020B0503020204020204" charset="-122"/>
                <a:ea typeface="微软雅黑" panose="020B0503020204020204" charset="-122"/>
                <a:cs typeface="+mn-ea"/>
                <a:sym typeface="+mn-lt"/>
              </a:endParaRPr>
            </a:p>
          </p:txBody>
        </p:sp>
        <p:sp>
          <p:nvSpPr>
            <p:cNvPr id="8" name="AutoShape 8"/>
            <p:cNvSpPr/>
            <p:nvPr/>
          </p:nvSpPr>
          <p:spPr bwMode="auto">
            <a:xfrm>
              <a:off x="7284293" y="2310328"/>
              <a:ext cx="547609" cy="461179"/>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1400" b="1" dirty="0">
                  <a:solidFill>
                    <a:schemeClr val="bg1"/>
                  </a:solidFill>
                  <a:latin typeface="微软雅黑" panose="020B0503020204020204" charset="-122"/>
                  <a:ea typeface="微软雅黑" panose="020B0503020204020204" charset="-122"/>
                  <a:cs typeface="+mn-ea"/>
                  <a:sym typeface="+mn-lt"/>
                </a:rPr>
                <a:t>8</a:t>
              </a:r>
              <a:r>
                <a:rPr lang="zh-CN" altLang="en-US" sz="1400" b="1" dirty="0">
                  <a:solidFill>
                    <a:schemeClr val="bg1"/>
                  </a:solidFill>
                  <a:latin typeface="微软雅黑" panose="020B0503020204020204" charset="-122"/>
                  <a:ea typeface="微软雅黑" panose="020B0503020204020204" charset="-122"/>
                  <a:cs typeface="+mn-ea"/>
                  <a:sym typeface="+mn-lt"/>
                </a:rPr>
                <a:t>人</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9" name="AutoShape 9"/>
            <p:cNvSpPr/>
            <p:nvPr/>
          </p:nvSpPr>
          <p:spPr bwMode="auto">
            <a:xfrm>
              <a:off x="8193583" y="1248401"/>
              <a:ext cx="654538" cy="462241"/>
            </a:xfrm>
            <a:custGeom>
              <a:avLst/>
              <a:gdLst>
                <a:gd name="T0" fmla="*/ 476250 w 21600"/>
                <a:gd name="T1" fmla="*/ 345281 h 21600"/>
                <a:gd name="T2" fmla="*/ 476250 w 21600"/>
                <a:gd name="T3" fmla="*/ 345281 h 21600"/>
                <a:gd name="T4" fmla="*/ 476250 w 21600"/>
                <a:gd name="T5" fmla="*/ 345281 h 21600"/>
                <a:gd name="T6" fmla="*/ 476250 w 21600"/>
                <a:gd name="T7" fmla="*/ 345281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1400" b="1" dirty="0">
                  <a:solidFill>
                    <a:schemeClr val="bg1"/>
                  </a:solidFill>
                  <a:latin typeface="微软雅黑" panose="020B0503020204020204" charset="-122"/>
                  <a:ea typeface="微软雅黑" panose="020B0503020204020204" charset="-122"/>
                  <a:cs typeface="+mn-ea"/>
                  <a:sym typeface="+mn-lt"/>
                </a:rPr>
                <a:t>60</a:t>
              </a:r>
              <a:r>
                <a:rPr lang="zh-CN" altLang="en-US" sz="1400" b="1" dirty="0">
                  <a:solidFill>
                    <a:schemeClr val="bg1"/>
                  </a:solidFill>
                  <a:latin typeface="微软雅黑" panose="020B0503020204020204" charset="-122"/>
                  <a:ea typeface="微软雅黑" panose="020B0503020204020204" charset="-122"/>
                  <a:cs typeface="+mn-ea"/>
                  <a:sym typeface="+mn-lt"/>
                </a:rPr>
                <a:t>余人</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0" name="AutoShape 10"/>
            <p:cNvSpPr/>
            <p:nvPr/>
          </p:nvSpPr>
          <p:spPr bwMode="auto">
            <a:xfrm>
              <a:off x="9083266" y="1026523"/>
              <a:ext cx="913765" cy="461010"/>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1400" b="1" dirty="0">
                  <a:solidFill>
                    <a:schemeClr val="bg1"/>
                  </a:solidFill>
                  <a:latin typeface="微软雅黑" panose="020B0503020204020204" charset="-122"/>
                  <a:ea typeface="微软雅黑" panose="020B0503020204020204" charset="-122"/>
                  <a:cs typeface="+mn-ea"/>
                  <a:sym typeface="+mn-lt"/>
                </a:rPr>
                <a:t>600</a:t>
              </a:r>
              <a:r>
                <a:rPr lang="zh-CN" altLang="en-US" sz="1400" b="1" dirty="0">
                  <a:solidFill>
                    <a:schemeClr val="bg1"/>
                  </a:solidFill>
                  <a:latin typeface="微软雅黑" panose="020B0503020204020204" charset="-122"/>
                  <a:ea typeface="微软雅黑" panose="020B0503020204020204" charset="-122"/>
                  <a:cs typeface="+mn-ea"/>
                  <a:sym typeface="+mn-lt"/>
                </a:rPr>
                <a:t>多人次</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1" name="AutoShape 11"/>
            <p:cNvSpPr/>
            <p:nvPr/>
          </p:nvSpPr>
          <p:spPr bwMode="auto">
            <a:xfrm>
              <a:off x="6129380" y="5488238"/>
              <a:ext cx="1026598" cy="256256"/>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海外院士</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2" name="AutoShape 12"/>
            <p:cNvSpPr/>
            <p:nvPr/>
          </p:nvSpPr>
          <p:spPr bwMode="auto">
            <a:xfrm>
              <a:off x="5231059" y="5482523"/>
              <a:ext cx="1026598" cy="256256"/>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中国科学院院士</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3" name="AutoShape 13"/>
            <p:cNvSpPr/>
            <p:nvPr/>
          </p:nvSpPr>
          <p:spPr bwMode="auto">
            <a:xfrm>
              <a:off x="7035672" y="5488238"/>
              <a:ext cx="1026598" cy="256256"/>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国家杰青</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4" name="AutoShape 14"/>
            <p:cNvSpPr/>
            <p:nvPr/>
          </p:nvSpPr>
          <p:spPr bwMode="auto">
            <a:xfrm>
              <a:off x="7938314" y="5488238"/>
              <a:ext cx="1026598" cy="256256"/>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国家级</a:t>
              </a:r>
              <a:endParaRPr lang="en-US" altLang="zh-CN" sz="1400" b="1" dirty="0">
                <a:solidFill>
                  <a:schemeClr val="bg1"/>
                </a:solidFill>
                <a:latin typeface="微软雅黑" panose="020B0503020204020204" charset="-122"/>
                <a:ea typeface="微软雅黑" panose="020B0503020204020204" charset="-122"/>
                <a:cs typeface="+mn-ea"/>
                <a:sym typeface="+mn-lt"/>
              </a:endParaRPr>
            </a:p>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人才</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5" name="AutoShape 15"/>
            <p:cNvSpPr/>
            <p:nvPr/>
          </p:nvSpPr>
          <p:spPr bwMode="auto">
            <a:xfrm>
              <a:off x="8850084" y="5488238"/>
              <a:ext cx="1026598" cy="256256"/>
            </a:xfrm>
            <a:custGeom>
              <a:avLst/>
              <a:gdLst>
                <a:gd name="T0" fmla="*/ 669925 w 21600"/>
                <a:gd name="T1" fmla="*/ 245269 h 21600"/>
                <a:gd name="T2" fmla="*/ 669925 w 21600"/>
                <a:gd name="T3" fmla="*/ 245269 h 21600"/>
                <a:gd name="T4" fmla="*/ 669925 w 21600"/>
                <a:gd name="T5" fmla="*/ 245269 h 21600"/>
                <a:gd name="T6" fmla="*/ 669925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省部级</a:t>
              </a:r>
              <a:endParaRPr lang="en-US" altLang="zh-CN" sz="1400" b="1" dirty="0">
                <a:solidFill>
                  <a:schemeClr val="bg1"/>
                </a:solidFill>
                <a:latin typeface="微软雅黑" panose="020B0503020204020204" charset="-122"/>
                <a:ea typeface="微软雅黑" panose="020B0503020204020204" charset="-122"/>
                <a:cs typeface="+mn-ea"/>
                <a:sym typeface="+mn-lt"/>
              </a:endParaRPr>
            </a:p>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人才</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6" name="AutoShape 16"/>
            <p:cNvSpPr/>
            <p:nvPr/>
          </p:nvSpPr>
          <p:spPr bwMode="auto">
            <a:xfrm>
              <a:off x="9957539" y="1273656"/>
              <a:ext cx="547609" cy="461179"/>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1400" b="1" dirty="0">
                  <a:solidFill>
                    <a:schemeClr val="bg1"/>
                  </a:solidFill>
                  <a:latin typeface="微软雅黑" panose="020B0503020204020204" charset="-122"/>
                  <a:ea typeface="微软雅黑" panose="020B0503020204020204" charset="-122"/>
                  <a:cs typeface="+mn-ea"/>
                  <a:sym typeface="+mn-lt"/>
                </a:rPr>
                <a:t>84.9%</a:t>
              </a:r>
              <a:endParaRPr lang="en-US" altLang="zh-CN" sz="1400" b="1" dirty="0">
                <a:solidFill>
                  <a:schemeClr val="bg1"/>
                </a:solidFill>
                <a:latin typeface="微软雅黑" panose="020B0503020204020204" charset="-122"/>
                <a:ea typeface="微软雅黑" panose="020B0503020204020204" charset="-122"/>
                <a:cs typeface="+mn-ea"/>
                <a:sym typeface="+mn-lt"/>
              </a:endParaRPr>
            </a:p>
          </p:txBody>
        </p:sp>
        <p:sp>
          <p:nvSpPr>
            <p:cNvPr id="17" name="AutoShape 17"/>
            <p:cNvSpPr/>
            <p:nvPr/>
          </p:nvSpPr>
          <p:spPr bwMode="auto">
            <a:xfrm>
              <a:off x="9737365" y="5482925"/>
              <a:ext cx="1025381" cy="256256"/>
            </a:xfrm>
            <a:custGeom>
              <a:avLst/>
              <a:gdLst>
                <a:gd name="T0" fmla="*/ 669131 w 21600"/>
                <a:gd name="T1" fmla="*/ 245269 h 21600"/>
                <a:gd name="T2" fmla="*/ 669131 w 21600"/>
                <a:gd name="T3" fmla="*/ 245269 h 21600"/>
                <a:gd name="T4" fmla="*/ 669131 w 21600"/>
                <a:gd name="T5" fmla="*/ 245269 h 21600"/>
                <a:gd name="T6" fmla="*/ 669131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教师</a:t>
              </a:r>
              <a:endParaRPr lang="en-US" altLang="zh-CN" sz="1400" b="1" dirty="0">
                <a:solidFill>
                  <a:schemeClr val="bg1"/>
                </a:solidFill>
                <a:latin typeface="微软雅黑" panose="020B0503020204020204" charset="-122"/>
                <a:ea typeface="微软雅黑" panose="020B0503020204020204" charset="-122"/>
                <a:cs typeface="+mn-ea"/>
                <a:sym typeface="+mn-lt"/>
              </a:endParaRPr>
            </a:p>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博士化率</a:t>
              </a:r>
              <a:endParaRPr lang="zh-CN" altLang="en-US" sz="1400" b="1" dirty="0">
                <a:solidFill>
                  <a:schemeClr val="bg1"/>
                </a:solidFill>
                <a:latin typeface="微软雅黑" panose="020B0503020204020204" charset="-122"/>
                <a:ea typeface="微软雅黑" panose="020B0503020204020204" charset="-122"/>
                <a:cs typeface="+mn-ea"/>
                <a:sym typeface="+mn-lt"/>
              </a:endParaRPr>
            </a:p>
          </p:txBody>
        </p:sp>
        <p:sp>
          <p:nvSpPr>
            <p:cNvPr id="18" name="AutoShape 18"/>
            <p:cNvSpPr/>
            <p:nvPr/>
          </p:nvSpPr>
          <p:spPr bwMode="auto">
            <a:xfrm>
              <a:off x="5504842" y="4310505"/>
              <a:ext cx="473683" cy="956851"/>
            </a:xfrm>
            <a:prstGeom prst="roundRect">
              <a:avLst>
                <a:gd name="adj" fmla="val 50000"/>
              </a:avLst>
            </a:prstGeom>
            <a:solidFill>
              <a:srgbClr val="00B0F0"/>
            </a:solidFill>
            <a:ln w="25400" cap="flat" cmpd="sng">
              <a:noFill/>
              <a:prstDash val="solid"/>
              <a:miter lim="0"/>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74320">
                <a:lnSpc>
                  <a:spcPct val="120000"/>
                </a:lnSpc>
                <a:defRPr/>
              </a:pPr>
              <a:endParaRPr lang="es-ES" sz="800">
                <a:solidFill>
                  <a:schemeClr val="bg1">
                    <a:lumMod val="50000"/>
                  </a:schemeClr>
                </a:solidFill>
                <a:effectLst>
                  <a:outerShdw blurRad="38100" dist="38100" dir="2700000" algn="tl">
                    <a:srgbClr val="000000"/>
                  </a:outerShdw>
                </a:effectLst>
                <a:cs typeface="+mn-ea"/>
                <a:sym typeface="+mn-lt"/>
              </a:endParaRPr>
            </a:p>
          </p:txBody>
        </p:sp>
        <p:sp>
          <p:nvSpPr>
            <p:cNvPr id="19" name="AutoShape 19"/>
            <p:cNvSpPr/>
            <p:nvPr/>
          </p:nvSpPr>
          <p:spPr bwMode="auto">
            <a:xfrm>
              <a:off x="6412682" y="2113005"/>
              <a:ext cx="473683" cy="3170226"/>
            </a:xfrm>
            <a:prstGeom prst="roundRect">
              <a:avLst>
                <a:gd name="adj" fmla="val 50000"/>
              </a:avLst>
            </a:prstGeom>
            <a:solidFill>
              <a:srgbClr val="FED600"/>
            </a:solidFill>
            <a:ln w="25400" cap="flat" cmpd="sng">
              <a:solidFill>
                <a:srgbClr val="000000">
                  <a:alpha val="0"/>
                </a:srgbClr>
              </a:solidFill>
              <a:prstDash val="solid"/>
              <a:miter lim="0"/>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74320">
                <a:lnSpc>
                  <a:spcPct val="120000"/>
                </a:lnSpc>
                <a:defRPr/>
              </a:pPr>
              <a:endParaRPr lang="es-ES" sz="800">
                <a:solidFill>
                  <a:schemeClr val="bg1">
                    <a:lumMod val="50000"/>
                  </a:schemeClr>
                </a:solidFill>
                <a:effectLst>
                  <a:outerShdw blurRad="38100" dist="38100" dir="2700000" algn="tl">
                    <a:srgbClr val="000000"/>
                  </a:outerShdw>
                </a:effectLst>
                <a:cs typeface="+mn-ea"/>
                <a:sym typeface="+mn-lt"/>
              </a:endParaRPr>
            </a:p>
          </p:txBody>
        </p:sp>
        <p:sp>
          <p:nvSpPr>
            <p:cNvPr id="20" name="AutoShape 20"/>
            <p:cNvSpPr/>
            <p:nvPr/>
          </p:nvSpPr>
          <p:spPr bwMode="auto">
            <a:xfrm>
              <a:off x="7321157" y="2771232"/>
              <a:ext cx="473683" cy="2502476"/>
            </a:xfrm>
            <a:prstGeom prst="roundRect">
              <a:avLst>
                <a:gd name="adj" fmla="val 48443"/>
              </a:avLst>
            </a:prstGeom>
            <a:solidFill>
              <a:srgbClr val="00B0F0"/>
            </a:solidFill>
            <a:ln w="25400" cap="flat" cmpd="sng">
              <a:solidFill>
                <a:srgbClr val="000000">
                  <a:alpha val="0"/>
                </a:srgbClr>
              </a:solidFill>
              <a:prstDash val="solid"/>
              <a:miter lim="0"/>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74320">
                <a:lnSpc>
                  <a:spcPct val="120000"/>
                </a:lnSpc>
                <a:defRPr/>
              </a:pPr>
              <a:endParaRPr lang="es-ES" sz="800">
                <a:solidFill>
                  <a:schemeClr val="bg1">
                    <a:lumMod val="50000"/>
                  </a:schemeClr>
                </a:solidFill>
                <a:effectLst>
                  <a:outerShdw blurRad="38100" dist="38100" dir="2700000" algn="tl">
                    <a:srgbClr val="000000"/>
                  </a:outerShdw>
                </a:effectLst>
                <a:cs typeface="+mn-ea"/>
                <a:sym typeface="+mn-lt"/>
              </a:endParaRPr>
            </a:p>
          </p:txBody>
        </p:sp>
        <p:sp>
          <p:nvSpPr>
            <p:cNvPr id="21" name="AutoShape 21"/>
            <p:cNvSpPr/>
            <p:nvPr/>
          </p:nvSpPr>
          <p:spPr bwMode="auto">
            <a:xfrm>
              <a:off x="8227092" y="1651825"/>
              <a:ext cx="473683" cy="3631408"/>
            </a:xfrm>
            <a:prstGeom prst="roundRect">
              <a:avLst>
                <a:gd name="adj" fmla="val 50000"/>
              </a:avLst>
            </a:prstGeom>
            <a:solidFill>
              <a:srgbClr val="FED600"/>
            </a:solidFill>
            <a:ln w="25400" cap="flat" cmpd="sng">
              <a:solidFill>
                <a:srgbClr val="000000">
                  <a:alpha val="0"/>
                </a:srgbClr>
              </a:solidFill>
              <a:prstDash val="solid"/>
              <a:miter lim="0"/>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74320">
                <a:lnSpc>
                  <a:spcPct val="120000"/>
                </a:lnSpc>
                <a:defRPr/>
              </a:pPr>
              <a:endParaRPr lang="es-ES" sz="800">
                <a:solidFill>
                  <a:schemeClr val="bg1">
                    <a:lumMod val="50000"/>
                  </a:schemeClr>
                </a:solidFill>
                <a:effectLst>
                  <a:outerShdw blurRad="38100" dist="38100" dir="2700000" algn="tl">
                    <a:srgbClr val="000000"/>
                  </a:outerShdw>
                </a:effectLst>
                <a:cs typeface="+mn-ea"/>
                <a:sym typeface="+mn-lt"/>
              </a:endParaRPr>
            </a:p>
          </p:txBody>
        </p:sp>
        <p:sp>
          <p:nvSpPr>
            <p:cNvPr id="22" name="AutoShape 22"/>
            <p:cNvSpPr/>
            <p:nvPr/>
          </p:nvSpPr>
          <p:spPr bwMode="auto">
            <a:xfrm>
              <a:off x="9135213" y="1487702"/>
              <a:ext cx="472770" cy="3795529"/>
            </a:xfrm>
            <a:prstGeom prst="roundRect">
              <a:avLst>
                <a:gd name="adj" fmla="val 50000"/>
              </a:avLst>
            </a:prstGeom>
            <a:solidFill>
              <a:srgbClr val="00B0F0"/>
            </a:solidFill>
            <a:ln w="25400" cap="flat" cmpd="sng">
              <a:solidFill>
                <a:srgbClr val="000000">
                  <a:alpha val="0"/>
                </a:srgbClr>
              </a:solidFill>
              <a:prstDash val="solid"/>
              <a:miter lim="0"/>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74320">
                <a:lnSpc>
                  <a:spcPct val="120000"/>
                </a:lnSpc>
                <a:defRPr/>
              </a:pPr>
              <a:endParaRPr lang="es-ES" sz="800">
                <a:solidFill>
                  <a:schemeClr val="bg1">
                    <a:lumMod val="50000"/>
                  </a:schemeClr>
                </a:solidFill>
                <a:effectLst>
                  <a:outerShdw blurRad="38100" dist="38100" dir="2700000" algn="tl">
                    <a:srgbClr val="000000"/>
                  </a:outerShdw>
                </a:effectLst>
                <a:cs typeface="+mn-ea"/>
                <a:sym typeface="+mn-lt"/>
              </a:endParaRPr>
            </a:p>
          </p:txBody>
        </p:sp>
        <p:sp>
          <p:nvSpPr>
            <p:cNvPr id="23" name="AutoShape 23"/>
            <p:cNvSpPr/>
            <p:nvPr/>
          </p:nvSpPr>
          <p:spPr bwMode="auto">
            <a:xfrm>
              <a:off x="9996784" y="1718988"/>
              <a:ext cx="472770" cy="3548306"/>
            </a:xfrm>
            <a:prstGeom prst="roundRect">
              <a:avLst>
                <a:gd name="adj" fmla="val 50000"/>
              </a:avLst>
            </a:prstGeom>
            <a:solidFill>
              <a:srgbClr val="FED600"/>
            </a:solidFill>
            <a:ln w="25400" cap="flat" cmpd="sng">
              <a:solidFill>
                <a:srgbClr val="000000">
                  <a:alpha val="0"/>
                </a:srgbClr>
              </a:solidFill>
              <a:prstDash val="solid"/>
              <a:miter lim="0"/>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74320">
                <a:lnSpc>
                  <a:spcPct val="120000"/>
                </a:lnSpc>
                <a:defRPr/>
              </a:pPr>
              <a:endParaRPr lang="es-ES" sz="800">
                <a:solidFill>
                  <a:schemeClr val="bg1">
                    <a:lumMod val="50000"/>
                  </a:schemeClr>
                </a:solidFill>
                <a:effectLst>
                  <a:outerShdw blurRad="38100" dist="38100" dir="2700000" algn="tl">
                    <a:srgbClr val="000000"/>
                  </a:outerShdw>
                </a:effectLst>
                <a:cs typeface="+mn-ea"/>
                <a:sym typeface="+mn-lt"/>
              </a:endParaRPr>
            </a:p>
          </p:txBody>
        </p:sp>
        <p:sp>
          <p:nvSpPr>
            <p:cNvPr id="24" name="AutoShape 24"/>
            <p:cNvSpPr/>
            <p:nvPr/>
          </p:nvSpPr>
          <p:spPr bwMode="auto">
            <a:xfrm>
              <a:off x="10990695" y="2394721"/>
              <a:ext cx="472770" cy="2888512"/>
            </a:xfrm>
            <a:prstGeom prst="roundRect">
              <a:avLst>
                <a:gd name="adj" fmla="val 50000"/>
              </a:avLst>
            </a:prstGeom>
            <a:solidFill>
              <a:srgbClr val="00B0F0"/>
            </a:solidFill>
            <a:ln w="25400" cap="flat" cmpd="sng">
              <a:solidFill>
                <a:srgbClr val="000000">
                  <a:alpha val="0"/>
                </a:srgbClr>
              </a:solidFill>
              <a:prstDash val="solid"/>
              <a:miter lim="0"/>
            </a:ln>
            <a:effec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74320">
                <a:lnSpc>
                  <a:spcPct val="120000"/>
                </a:lnSpc>
                <a:defRPr/>
              </a:pPr>
              <a:endParaRPr lang="es-ES" sz="800">
                <a:solidFill>
                  <a:schemeClr val="bg1">
                    <a:lumMod val="50000"/>
                  </a:schemeClr>
                </a:solidFill>
                <a:effectLst>
                  <a:outerShdw blurRad="38100" dist="38100" dir="2700000" algn="tl">
                    <a:srgbClr val="000000"/>
                  </a:outerShdw>
                </a:effectLst>
                <a:cs typeface="+mn-ea"/>
                <a:sym typeface="+mn-lt"/>
              </a:endParaRPr>
            </a:p>
          </p:txBody>
        </p:sp>
        <p:sp>
          <p:nvSpPr>
            <p:cNvPr id="25" name="AutoShape 25"/>
            <p:cNvSpPr/>
            <p:nvPr/>
          </p:nvSpPr>
          <p:spPr bwMode="auto">
            <a:xfrm>
              <a:off x="10952071" y="1933303"/>
              <a:ext cx="803275" cy="461010"/>
            </a:xfrm>
            <a:custGeom>
              <a:avLst/>
              <a:gdLst>
                <a:gd name="T0" fmla="*/ 476250 w 21600"/>
                <a:gd name="T1" fmla="*/ 344488 h 21600"/>
                <a:gd name="T2" fmla="*/ 476250 w 21600"/>
                <a:gd name="T3" fmla="*/ 344488 h 21600"/>
                <a:gd name="T4" fmla="*/ 476250 w 21600"/>
                <a:gd name="T5" fmla="*/ 344488 h 21600"/>
                <a:gd name="T6" fmla="*/ 476250 w 21600"/>
                <a:gd name="T7" fmla="*/ 344488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600" y="0"/>
                  </a:lnTo>
                  <a:lnTo>
                    <a:pt x="21600" y="21600"/>
                  </a:lnTo>
                  <a:lnTo>
                    <a:pt x="0" y="21600"/>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en-US" altLang="zh-CN" sz="1400" b="1" dirty="0">
                  <a:solidFill>
                    <a:schemeClr val="bg1"/>
                  </a:solidFill>
                  <a:latin typeface="微软雅黑" panose="020B0503020204020204" charset="-122"/>
                  <a:ea typeface="微软雅黑" panose="020B0503020204020204" charset="-122"/>
                  <a:cs typeface="+mn-ea"/>
                  <a:sym typeface="+mn-lt"/>
                </a:rPr>
                <a:t>65.62%</a:t>
              </a:r>
              <a:endParaRPr lang="en-US" altLang="zh-CN" sz="1400" b="1" dirty="0">
                <a:solidFill>
                  <a:schemeClr val="bg1"/>
                </a:solidFill>
                <a:latin typeface="微软雅黑" panose="020B0503020204020204" charset="-122"/>
                <a:ea typeface="微软雅黑" panose="020B0503020204020204" charset="-122"/>
                <a:cs typeface="+mn-ea"/>
                <a:sym typeface="+mn-lt"/>
              </a:endParaRPr>
            </a:p>
          </p:txBody>
        </p:sp>
        <p:sp>
          <p:nvSpPr>
            <p:cNvPr id="26" name="AutoShape 26"/>
            <p:cNvSpPr/>
            <p:nvPr/>
          </p:nvSpPr>
          <p:spPr bwMode="auto">
            <a:xfrm>
              <a:off x="10730363" y="5482925"/>
              <a:ext cx="1025381" cy="256256"/>
            </a:xfrm>
            <a:custGeom>
              <a:avLst/>
              <a:gdLst>
                <a:gd name="T0" fmla="*/ 669131 w 21600"/>
                <a:gd name="T1" fmla="*/ 245269 h 21600"/>
                <a:gd name="T2" fmla="*/ 669131 w 21600"/>
                <a:gd name="T3" fmla="*/ 245269 h 21600"/>
                <a:gd name="T4" fmla="*/ 669131 w 21600"/>
                <a:gd name="T5" fmla="*/ 245269 h 21600"/>
                <a:gd name="T6" fmla="*/ 669131 w 21600"/>
                <a:gd name="T7" fmla="*/ 245269 h 21600"/>
                <a:gd name="T8" fmla="*/ 0 60000 65536"/>
                <a:gd name="T9" fmla="*/ 0 60000 65536"/>
                <a:gd name="T10" fmla="*/ 0 60000 65536"/>
                <a:gd name="T11" fmla="*/ 0 60000 65536"/>
                <a:gd name="T12" fmla="*/ 0 w 21600"/>
                <a:gd name="T13" fmla="*/ 0 h 21600"/>
                <a:gd name="T14" fmla="*/ 21600 w 21600"/>
                <a:gd name="T15" fmla="*/ 21600 h 21600"/>
              </a:gdLst>
              <a:ahLst/>
              <a:cxnLst>
                <a:cxn ang="T8">
                  <a:pos x="T0" y="T1"/>
                </a:cxn>
                <a:cxn ang="T9">
                  <a:pos x="T2" y="T3"/>
                </a:cxn>
                <a:cxn ang="T10">
                  <a:pos x="T4" y="T5"/>
                </a:cxn>
                <a:cxn ang="T11">
                  <a:pos x="T6" y="T7"/>
                </a:cxn>
              </a:cxnLst>
              <a:rect l="T12" t="T13" r="T14" b="T15"/>
              <a:pathLst>
                <a:path w="21600" h="21600">
                  <a:moveTo>
                    <a:pt x="0" y="0"/>
                  </a:moveTo>
                  <a:lnTo>
                    <a:pt x="21599" y="0"/>
                  </a:lnTo>
                  <a:lnTo>
                    <a:pt x="21599" y="21599"/>
                  </a:lnTo>
                  <a:lnTo>
                    <a:pt x="0" y="21599"/>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教师</a:t>
              </a:r>
              <a:endParaRPr lang="en-US" altLang="zh-CN" sz="1400" b="1" dirty="0">
                <a:solidFill>
                  <a:schemeClr val="bg1"/>
                </a:solidFill>
                <a:latin typeface="微软雅黑" panose="020B0503020204020204" charset="-122"/>
                <a:ea typeface="微软雅黑" panose="020B0503020204020204" charset="-122"/>
                <a:cs typeface="+mn-ea"/>
                <a:sym typeface="+mn-lt"/>
              </a:endParaRPr>
            </a:p>
            <a:p>
              <a:pPr algn="ctr">
                <a:lnSpc>
                  <a:spcPct val="120000"/>
                </a:lnSpc>
              </a:pPr>
              <a:r>
                <a:rPr lang="zh-CN" altLang="en-US" sz="1400" b="1" dirty="0">
                  <a:solidFill>
                    <a:schemeClr val="bg1"/>
                  </a:solidFill>
                  <a:latin typeface="微软雅黑" panose="020B0503020204020204" charset="-122"/>
                  <a:ea typeface="微软雅黑" panose="020B0503020204020204" charset="-122"/>
                  <a:cs typeface="+mn-ea"/>
                  <a:sym typeface="+mn-lt"/>
                </a:rPr>
                <a:t>海外经历</a:t>
              </a:r>
              <a:r>
                <a:rPr lang="zh-CN" altLang="en-US" sz="1400" b="1" dirty="0">
                  <a:latin typeface="微软雅黑" panose="020B0503020204020204" charset="-122"/>
                  <a:ea typeface="微软雅黑" panose="020B0503020204020204" charset="-122"/>
                  <a:cs typeface="+mn-ea"/>
                  <a:sym typeface="+mn-lt"/>
                </a:rPr>
                <a:t>率</a:t>
              </a:r>
              <a:endParaRPr lang="es-ES" altLang="zh-CN" sz="1400" b="1" dirty="0">
                <a:latin typeface="微软雅黑" panose="020B0503020204020204" charset="-122"/>
                <a:ea typeface="微软雅黑" panose="020B0503020204020204" charset="-122"/>
                <a:cs typeface="+mn-ea"/>
                <a:sym typeface="+mn-lt"/>
              </a:endParaRPr>
            </a:p>
          </p:txBody>
        </p:sp>
      </p:grpSp>
      <p:grpSp>
        <p:nvGrpSpPr>
          <p:cNvPr id="2" name="组合 1"/>
          <p:cNvGrpSpPr/>
          <p:nvPr/>
        </p:nvGrpSpPr>
        <p:grpSpPr>
          <a:xfrm>
            <a:off x="543839" y="2630875"/>
            <a:ext cx="5313352" cy="830997"/>
            <a:chOff x="495286" y="2256733"/>
            <a:chExt cx="5313352" cy="830997"/>
          </a:xfrm>
        </p:grpSpPr>
        <p:sp>
          <p:nvSpPr>
            <p:cNvPr id="29" name="Oval 20"/>
            <p:cNvSpPr/>
            <p:nvPr/>
          </p:nvSpPr>
          <p:spPr>
            <a:xfrm>
              <a:off x="495286" y="2415478"/>
              <a:ext cx="507269" cy="5224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schemeClr val="bg1"/>
                  </a:solidFill>
                  <a:latin typeface="方正风雅宋简体" panose="02000000000000000000" charset="-122"/>
                  <a:ea typeface="方正风雅宋简体" panose="02000000000000000000" charset="-122"/>
                  <a:cs typeface="+mn-ea"/>
                  <a:sym typeface="+mn-lt"/>
                </a:rPr>
                <a:t>1</a:t>
              </a:r>
              <a:endParaRPr lang="en-US" sz="1600" b="1" dirty="0">
                <a:solidFill>
                  <a:schemeClr val="bg1"/>
                </a:solidFill>
                <a:latin typeface="方正风雅宋简体" panose="02000000000000000000" charset="-122"/>
                <a:ea typeface="方正风雅宋简体" panose="02000000000000000000" charset="-122"/>
                <a:cs typeface="+mn-ea"/>
                <a:sym typeface="+mn-lt"/>
              </a:endParaRPr>
            </a:p>
          </p:txBody>
        </p:sp>
        <p:sp>
          <p:nvSpPr>
            <p:cNvPr id="30" name="TextBox 22"/>
            <p:cNvSpPr txBox="1"/>
            <p:nvPr/>
          </p:nvSpPr>
          <p:spPr>
            <a:xfrm>
              <a:off x="1353363" y="2256733"/>
              <a:ext cx="4455275" cy="830997"/>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140">
                <a:lnSpc>
                  <a:spcPct val="120000"/>
                </a:lnSpc>
                <a:defRPr/>
              </a:pPr>
              <a:r>
                <a:rPr lang="zh-CN" altLang="en-US" sz="2000" b="1" dirty="0">
                  <a:solidFill>
                    <a:srgbClr val="FFC000"/>
                  </a:solidFill>
                  <a:latin typeface="微软雅黑" panose="020B0503020204020204" charset="-122"/>
                  <a:ea typeface="微软雅黑" panose="020B0503020204020204" charset="-122"/>
                  <a:cs typeface="+mn-ea"/>
                  <a:sym typeface="+mn-lt"/>
                </a:rPr>
                <a:t>王会军、石广玉</a:t>
              </a:r>
              <a:r>
                <a:rPr lang="zh-CN" altLang="en-US" sz="2000" b="1" dirty="0">
                  <a:solidFill>
                    <a:schemeClr val="bg1"/>
                  </a:solidFill>
                  <a:latin typeface="微软雅黑" panose="020B0503020204020204" charset="-122"/>
                  <a:ea typeface="微软雅黑" panose="020B0503020204020204" charset="-122"/>
                  <a:cs typeface="+mn-ea"/>
                  <a:sym typeface="+mn-lt"/>
                </a:rPr>
                <a:t>院士全职加盟南信大领衔学校师资队伍</a:t>
              </a:r>
              <a:endParaRPr lang="zh-CN" altLang="en-US" sz="2000" b="1" dirty="0">
                <a:solidFill>
                  <a:schemeClr val="bg1"/>
                </a:solidFill>
                <a:latin typeface="微软雅黑" panose="020B0503020204020204" charset="-122"/>
                <a:ea typeface="微软雅黑" panose="020B0503020204020204" charset="-122"/>
                <a:cs typeface="+mn-ea"/>
                <a:sym typeface="+mn-lt"/>
              </a:endParaRPr>
            </a:p>
          </p:txBody>
        </p:sp>
      </p:grpSp>
      <p:grpSp>
        <p:nvGrpSpPr>
          <p:cNvPr id="3" name="组合 2"/>
          <p:cNvGrpSpPr/>
          <p:nvPr/>
        </p:nvGrpSpPr>
        <p:grpSpPr>
          <a:xfrm>
            <a:off x="543839" y="4004126"/>
            <a:ext cx="4691268" cy="1568450"/>
            <a:chOff x="495286" y="3641581"/>
            <a:chExt cx="4691268" cy="1568450"/>
          </a:xfrm>
        </p:grpSpPr>
        <p:sp>
          <p:nvSpPr>
            <p:cNvPr id="31" name="Oval 23"/>
            <p:cNvSpPr/>
            <p:nvPr/>
          </p:nvSpPr>
          <p:spPr>
            <a:xfrm>
              <a:off x="495286" y="3688009"/>
              <a:ext cx="507269" cy="522424"/>
            </a:xfrm>
            <a:prstGeom prst="ellipse">
              <a:avLst/>
            </a:prstGeom>
            <a:solidFill>
              <a:srgbClr val="FED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600" b="1" dirty="0">
                  <a:solidFill>
                    <a:schemeClr val="bg1"/>
                  </a:solidFill>
                  <a:effectLst>
                    <a:outerShdw blurRad="38100" dist="38100" dir="2700000" algn="tl">
                      <a:srgbClr val="000000">
                        <a:alpha val="43137"/>
                      </a:srgbClr>
                    </a:outerShdw>
                  </a:effectLst>
                  <a:latin typeface="方正风雅宋简体" panose="02000000000000000000" charset="-122"/>
                  <a:ea typeface="方正风雅宋简体" panose="02000000000000000000" charset="-122"/>
                  <a:cs typeface="+mn-ea"/>
                  <a:sym typeface="+mn-lt"/>
                </a:rPr>
                <a:t>2</a:t>
              </a:r>
              <a:endParaRPr lang="en-US" sz="1600" b="1" dirty="0">
                <a:solidFill>
                  <a:schemeClr val="bg1"/>
                </a:solidFill>
                <a:effectLst>
                  <a:outerShdw blurRad="38100" dist="38100" dir="2700000" algn="tl">
                    <a:srgbClr val="000000">
                      <a:alpha val="43137"/>
                    </a:srgbClr>
                  </a:outerShdw>
                </a:effectLst>
                <a:latin typeface="方正风雅宋简体" panose="02000000000000000000" charset="-122"/>
                <a:ea typeface="方正风雅宋简体" panose="02000000000000000000" charset="-122"/>
                <a:cs typeface="+mn-ea"/>
                <a:sym typeface="+mn-lt"/>
              </a:endParaRPr>
            </a:p>
          </p:txBody>
        </p:sp>
        <p:sp>
          <p:nvSpPr>
            <p:cNvPr id="32" name="TextBox 24"/>
            <p:cNvSpPr txBox="1"/>
            <p:nvPr/>
          </p:nvSpPr>
          <p:spPr>
            <a:xfrm>
              <a:off x="1353363" y="3641581"/>
              <a:ext cx="3833191" cy="156845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140">
                <a:lnSpc>
                  <a:spcPct val="120000"/>
                </a:lnSpc>
                <a:defRPr/>
              </a:pPr>
              <a:r>
                <a:rPr lang="zh-CN" altLang="en-US" sz="2000" b="1" dirty="0" smtClean="0">
                  <a:solidFill>
                    <a:schemeClr val="bg1"/>
                  </a:solidFill>
                  <a:latin typeface="微软雅黑" panose="020B0503020204020204" charset="-122"/>
                  <a:ea typeface="微软雅黑" panose="020B0503020204020204" charset="-122"/>
                  <a:cs typeface="+mn-ea"/>
                  <a:sym typeface="+mn-lt"/>
                </a:rPr>
                <a:t>专任教师博</a:t>
              </a:r>
              <a:r>
                <a:rPr lang="zh-CN" altLang="en-US" sz="2000" b="1" dirty="0">
                  <a:solidFill>
                    <a:schemeClr val="bg1"/>
                  </a:solidFill>
                  <a:latin typeface="微软雅黑" panose="020B0503020204020204" charset="-122"/>
                  <a:ea typeface="微软雅黑" panose="020B0503020204020204" charset="-122"/>
                  <a:cs typeface="+mn-ea"/>
                  <a:sym typeface="+mn-lt"/>
                </a:rPr>
                <a:t>士化率</a:t>
              </a:r>
              <a:r>
                <a:rPr lang="zh-CN" altLang="en-US" sz="2000" b="1" dirty="0" smtClean="0">
                  <a:solidFill>
                    <a:schemeClr val="bg1"/>
                  </a:solidFill>
                  <a:latin typeface="微软雅黑" panose="020B0503020204020204" charset="-122"/>
                  <a:ea typeface="微软雅黑" panose="020B0503020204020204" charset="-122"/>
                  <a:cs typeface="+mn-ea"/>
                  <a:sym typeface="+mn-lt"/>
                </a:rPr>
                <a:t>达</a:t>
              </a:r>
              <a:r>
                <a:rPr lang="en-US" altLang="zh-CN" sz="2000" b="1" dirty="0" smtClean="0">
                  <a:solidFill>
                    <a:srgbClr val="FFC000"/>
                  </a:solidFill>
                  <a:latin typeface="微软雅黑" panose="020B0503020204020204" charset="-122"/>
                  <a:ea typeface="微软雅黑" panose="020B0503020204020204" charset="-122"/>
                  <a:cs typeface="+mn-ea"/>
                  <a:sym typeface="+mn-lt"/>
                </a:rPr>
                <a:t>84.9%</a:t>
              </a:r>
              <a:r>
                <a:rPr lang="zh-CN" altLang="en-US" sz="2000" b="1" dirty="0">
                  <a:solidFill>
                    <a:schemeClr val="bg1"/>
                  </a:solidFill>
                  <a:latin typeface="微软雅黑" panose="020B0503020204020204" charset="-122"/>
                  <a:ea typeface="微软雅黑" panose="020B0503020204020204" charset="-122"/>
                  <a:cs typeface="+mn-ea"/>
                  <a:sym typeface="+mn-lt"/>
                </a:rPr>
                <a:t>具有海外经历的占</a:t>
              </a:r>
              <a:r>
                <a:rPr lang="en-US" altLang="zh-CN" sz="2000" b="1" dirty="0" smtClean="0">
                  <a:solidFill>
                    <a:srgbClr val="FFC000"/>
                  </a:solidFill>
                  <a:latin typeface="微软雅黑" panose="020B0503020204020204" charset="-122"/>
                  <a:ea typeface="微软雅黑" panose="020B0503020204020204" charset="-122"/>
                  <a:cs typeface="+mn-ea"/>
                  <a:sym typeface="+mn-lt"/>
                </a:rPr>
                <a:t>65.62</a:t>
              </a:r>
              <a:r>
                <a:rPr lang="en-US" altLang="zh-CN" sz="2000" b="1" dirty="0">
                  <a:solidFill>
                    <a:srgbClr val="FFC000"/>
                  </a:solidFill>
                  <a:latin typeface="微软雅黑" panose="020B0503020204020204" charset="-122"/>
                  <a:ea typeface="微软雅黑" panose="020B0503020204020204" charset="-122"/>
                  <a:cs typeface="+mn-ea"/>
                  <a:sym typeface="+mn-lt"/>
                </a:rPr>
                <a:t>%</a:t>
              </a:r>
              <a:endParaRPr lang="en-US" altLang="zh-CN" sz="2000" b="1" dirty="0">
                <a:solidFill>
                  <a:srgbClr val="FFC000"/>
                </a:solidFill>
                <a:latin typeface="微软雅黑" panose="020B0503020204020204" charset="-122"/>
                <a:ea typeface="微软雅黑" panose="020B0503020204020204" charset="-122"/>
                <a:cs typeface="+mn-ea"/>
                <a:sym typeface="+mn-lt"/>
              </a:endParaRPr>
            </a:p>
            <a:p>
              <a:pPr defTabSz="866140">
                <a:lnSpc>
                  <a:spcPct val="120000"/>
                </a:lnSpc>
                <a:defRPr/>
              </a:pPr>
              <a:r>
                <a:rPr lang="zh-CN" altLang="en-US" sz="2000" b="1" dirty="0">
                  <a:solidFill>
                    <a:schemeClr val="bg1"/>
                  </a:solidFill>
                  <a:latin typeface="微软雅黑" panose="020B0503020204020204" charset="-122"/>
                  <a:ea typeface="微软雅黑" panose="020B0503020204020204" charset="-122"/>
                  <a:cs typeface="+mn-ea"/>
                  <a:sym typeface="+mn-lt"/>
                </a:rPr>
                <a:t>两项指标均达国内顶尖</a:t>
              </a:r>
              <a:endParaRPr lang="en-US" altLang="zh-CN" sz="2000" b="1" dirty="0">
                <a:solidFill>
                  <a:schemeClr val="bg1"/>
                </a:solidFill>
                <a:latin typeface="微软雅黑" panose="020B0503020204020204" charset="-122"/>
                <a:ea typeface="微软雅黑" panose="020B0503020204020204" charset="-122"/>
                <a:cs typeface="+mn-ea"/>
                <a:sym typeface="+mn-lt"/>
              </a:endParaRPr>
            </a:p>
            <a:p>
              <a:pPr defTabSz="866140">
                <a:lnSpc>
                  <a:spcPct val="120000"/>
                </a:lnSpc>
                <a:defRPr/>
              </a:pPr>
              <a:r>
                <a:rPr lang="zh-CN" altLang="en-US" sz="2000" b="1" dirty="0">
                  <a:solidFill>
                    <a:schemeClr val="bg1"/>
                  </a:solidFill>
                  <a:latin typeface="微软雅黑" panose="020B0503020204020204" charset="-122"/>
                  <a:ea typeface="微软雅黑" panose="020B0503020204020204" charset="-122"/>
                  <a:cs typeface="+mn-ea"/>
                  <a:sym typeface="+mn-lt"/>
                </a:rPr>
                <a:t>比肩清北复交</a:t>
              </a:r>
              <a:endParaRPr lang="zh-CN" altLang="en-US" sz="2000" b="1" dirty="0">
                <a:solidFill>
                  <a:schemeClr val="bg1"/>
                </a:solidFill>
                <a:latin typeface="微软雅黑" panose="020B0503020204020204" charset="-122"/>
                <a:ea typeface="微软雅黑" panose="020B0503020204020204" charset="-122"/>
                <a:cs typeface="+mn-ea"/>
                <a:sym typeface="+mn-lt"/>
              </a:endParaRPr>
            </a:p>
          </p:txBody>
        </p:sp>
      </p:grpSp>
      <p:grpSp>
        <p:nvGrpSpPr>
          <p:cNvPr id="4" name="组合 3"/>
          <p:cNvGrpSpPr/>
          <p:nvPr/>
        </p:nvGrpSpPr>
        <p:grpSpPr>
          <a:xfrm>
            <a:off x="2344656" y="631207"/>
            <a:ext cx="7410974" cy="768350"/>
            <a:chOff x="2596514" y="618490"/>
            <a:chExt cx="7410974" cy="768350"/>
          </a:xfrm>
        </p:grpSpPr>
        <p:sp>
          <p:nvSpPr>
            <p:cNvPr id="33" name="圆角矩形 32"/>
            <p:cNvSpPr/>
            <p:nvPr/>
          </p:nvSpPr>
          <p:spPr bwMode="auto">
            <a:xfrm>
              <a:off x="2596514" y="618490"/>
              <a:ext cx="7159115"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34" name="文本框 33"/>
            <p:cNvSpPr txBox="1"/>
            <p:nvPr/>
          </p:nvSpPr>
          <p:spPr>
            <a:xfrm>
              <a:off x="2748280" y="657860"/>
              <a:ext cx="7259208" cy="707886"/>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NO.3</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最优秀：名师云集薪火传</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70C0">
            <a:alpha val="56000"/>
          </a:srgbClr>
        </a:solidFill>
        <a:effectLst/>
      </p:bgPr>
    </p:bg>
    <p:spTree>
      <p:nvGrpSpPr>
        <p:cNvPr id="1" name=""/>
        <p:cNvGrpSpPr/>
        <p:nvPr/>
      </p:nvGrpSpPr>
      <p:grpSpPr>
        <a:xfrm>
          <a:off x="0" y="0"/>
          <a:ext cx="0" cy="0"/>
          <a:chOff x="0" y="0"/>
          <a:chExt cx="0" cy="0"/>
        </a:xfrm>
      </p:grpSpPr>
      <p:pic>
        <p:nvPicPr>
          <p:cNvPr id="27" name="图片 26"/>
          <p:cNvPicPr>
            <a:picLocks noChangeAspect="1"/>
          </p:cNvPicPr>
          <p:nvPr/>
        </p:nvPicPr>
        <p:blipFill>
          <a:blip r:embed="rId1" cstate="print">
            <a:extLst>
              <a:ext uri="{BEBA8EAE-BF5A-486C-A8C5-ECC9F3942E4B}">
                <a14:imgProps xmlns:a14="http://schemas.microsoft.com/office/drawing/2010/main">
                  <a14:imgLayer r:embed="rId2">
                    <a14:imgEffect>
                      <a14:sharpenSoften amount="5000"/>
                    </a14:imgEffect>
                  </a14:imgLayer>
                </a14:imgProps>
              </a:ext>
              <a:ext uri="{28A0092B-C50C-407E-A947-70E740481C1C}">
                <a14:useLocalDpi xmlns:a14="http://schemas.microsoft.com/office/drawing/2010/main" val="0"/>
              </a:ext>
            </a:extLst>
          </a:blip>
          <a:stretch>
            <a:fillRect/>
          </a:stretch>
        </p:blipFill>
        <p:spPr>
          <a:xfrm>
            <a:off x="693325" y="1752648"/>
            <a:ext cx="4131115" cy="2041902"/>
          </a:xfrm>
          <a:prstGeom prst="rect">
            <a:avLst/>
          </a:prstGeom>
          <a:gradFill>
            <a:gsLst>
              <a:gs pos="0">
                <a:schemeClr val="accent1">
                  <a:lumMod val="5000"/>
                  <a:lumOff val="95000"/>
                  <a:alpha val="0"/>
                </a:schemeClr>
              </a:gs>
              <a:gs pos="74000">
                <a:schemeClr val="accent1">
                  <a:lumMod val="45000"/>
                  <a:lumOff val="55000"/>
                  <a:alpha val="82000"/>
                </a:schemeClr>
              </a:gs>
              <a:gs pos="83000">
                <a:schemeClr val="accent1">
                  <a:lumMod val="45000"/>
                  <a:lumOff val="55000"/>
                </a:schemeClr>
              </a:gs>
              <a:gs pos="100000">
                <a:schemeClr val="accent1">
                  <a:alpha val="0"/>
                </a:schemeClr>
              </a:gs>
            </a:gsLst>
            <a:lin ang="10800000" scaled="1"/>
          </a:gradFill>
          <a:effectLst>
            <a:outerShdw blurRad="50800" dist="50800" dir="5400000" sx="1000" sy="1000" algn="ctr" rotWithShape="0">
              <a:srgbClr val="000000"/>
            </a:outerShdw>
          </a:effectLst>
        </p:spPr>
      </p:pic>
      <p:sp>
        <p:nvSpPr>
          <p:cNvPr id="33" name="圆角矩形 32"/>
          <p:cNvSpPr/>
          <p:nvPr/>
        </p:nvSpPr>
        <p:spPr bwMode="auto">
          <a:xfrm>
            <a:off x="2746082" y="592577"/>
            <a:ext cx="7012193"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34" name="文本框 33"/>
          <p:cNvSpPr txBox="1"/>
          <p:nvPr/>
        </p:nvSpPr>
        <p:spPr>
          <a:xfrm>
            <a:off x="2784194" y="613307"/>
            <a:ext cx="7095370" cy="707886"/>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NO.4</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a:t>
            </a:r>
            <a:r>
              <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rPr>
              <a:t>最开放：面</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向全球视野宽</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sp>
        <p:nvSpPr>
          <p:cNvPr id="35" name="矩形 34"/>
          <p:cNvSpPr/>
          <p:nvPr/>
        </p:nvSpPr>
        <p:spPr>
          <a:xfrm>
            <a:off x="5136072" y="1752648"/>
            <a:ext cx="3338461" cy="204190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endParaRPr lang="zh-CN" altLang="en-US" b="1" dirty="0">
              <a:solidFill>
                <a:schemeClr val="bg1"/>
              </a:solidFill>
              <a:latin typeface="微软雅黑" panose="020B0503020204020204" charset="-122"/>
              <a:ea typeface="微软雅黑" panose="020B0503020204020204" charset="-122"/>
            </a:endParaRPr>
          </a:p>
        </p:txBody>
      </p:sp>
      <p:sp>
        <p:nvSpPr>
          <p:cNvPr id="37" name="矩形 36"/>
          <p:cNvSpPr/>
          <p:nvPr/>
        </p:nvSpPr>
        <p:spPr>
          <a:xfrm>
            <a:off x="697855" y="3957147"/>
            <a:ext cx="4131115" cy="2154517"/>
          </a:xfrm>
          <a:prstGeom prst="rect">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5129" y="3958409"/>
            <a:ext cx="3329404" cy="2153391"/>
          </a:xfrm>
          <a:prstGeom prst="rect">
            <a:avLst/>
          </a:prstGeom>
        </p:spPr>
      </p:pic>
      <p:sp>
        <p:nvSpPr>
          <p:cNvPr id="40" name="文本框 39"/>
          <p:cNvSpPr txBox="1"/>
          <p:nvPr/>
        </p:nvSpPr>
        <p:spPr>
          <a:xfrm>
            <a:off x="834063" y="4192659"/>
            <a:ext cx="3849638" cy="1621982"/>
          </a:xfrm>
          <a:prstGeom prst="rect">
            <a:avLst/>
          </a:prstGeom>
          <a:noFill/>
        </p:spPr>
        <p:txBody>
          <a:bodyPr wrap="square" rtlCol="0">
            <a:spAutoFit/>
          </a:bodyPr>
          <a:lstStyle/>
          <a:p>
            <a:pPr algn="ctr">
              <a:spcBef>
                <a:spcPts val="600"/>
              </a:spcBef>
            </a:pPr>
            <a:r>
              <a:rPr lang="zh-CN" altLang="en-US" sz="1600" b="1" dirty="0">
                <a:solidFill>
                  <a:srgbClr val="FFC000"/>
                </a:solidFill>
                <a:latin typeface="微软雅黑" panose="020B0503020204020204" charset="-122"/>
                <a:ea typeface="微软雅黑" panose="020B0503020204020204" charset="-122"/>
              </a:rPr>
              <a:t>“联合国世界气象组织区域培训中心” </a:t>
            </a:r>
            <a:endParaRPr lang="en-US" altLang="zh-CN" sz="1600" b="1" dirty="0">
              <a:solidFill>
                <a:srgbClr val="FFC000"/>
              </a:solidFill>
              <a:latin typeface="微软雅黑" panose="020B0503020204020204" charset="-122"/>
              <a:ea typeface="微软雅黑" panose="020B0503020204020204" charset="-122"/>
            </a:endParaRPr>
          </a:p>
          <a:p>
            <a:pPr algn="ctr">
              <a:spcBef>
                <a:spcPts val="600"/>
              </a:spcBef>
            </a:pPr>
            <a:r>
              <a:rPr lang="zh-CN" altLang="en-US" sz="1600" b="1" dirty="0">
                <a:solidFill>
                  <a:srgbClr val="FFC000"/>
                </a:solidFill>
                <a:latin typeface="微软雅黑" panose="020B0503020204020204" charset="-122"/>
                <a:ea typeface="微软雅黑" panose="020B0503020204020204" charset="-122"/>
              </a:rPr>
              <a:t>“亚太经合组织台风委员会培训中心”</a:t>
            </a:r>
            <a:endParaRPr lang="en-US" altLang="zh-CN" sz="1600" b="1" dirty="0">
              <a:solidFill>
                <a:srgbClr val="FFC000"/>
              </a:solidFill>
              <a:latin typeface="微软雅黑" panose="020B0503020204020204" charset="-122"/>
              <a:ea typeface="微软雅黑" panose="020B0503020204020204" charset="-122"/>
            </a:endParaRPr>
          </a:p>
          <a:p>
            <a:pPr algn="ctr">
              <a:lnSpc>
                <a:spcPct val="120000"/>
              </a:lnSpc>
            </a:pPr>
            <a:r>
              <a:rPr lang="zh-CN" altLang="en-US" sz="1600" b="1" dirty="0" smtClean="0">
                <a:solidFill>
                  <a:schemeClr val="accent1">
                    <a:lumMod val="20000"/>
                    <a:lumOff val="80000"/>
                  </a:schemeClr>
                </a:solidFill>
                <a:latin typeface="微软雅黑" panose="020B0503020204020204" charset="-122"/>
                <a:ea typeface="微软雅黑" panose="020B0503020204020204" charset="-122"/>
              </a:rPr>
              <a:t>为</a:t>
            </a:r>
            <a:r>
              <a:rPr lang="en-US" altLang="zh-CN" sz="2000" b="1" dirty="0">
                <a:solidFill>
                  <a:srgbClr val="FFC000"/>
                </a:solidFill>
                <a:latin typeface="Perpetua Titling MT" panose="02020502060505020804" pitchFamily="18" charset="0"/>
                <a:ea typeface="微软雅黑" panose="020B0503020204020204" charset="-122"/>
              </a:rPr>
              <a:t>157</a:t>
            </a:r>
            <a:r>
              <a:rPr lang="zh-CN" altLang="en-US" sz="1600" b="1" dirty="0">
                <a:solidFill>
                  <a:schemeClr val="accent1">
                    <a:lumMod val="20000"/>
                    <a:lumOff val="80000"/>
                  </a:schemeClr>
                </a:solidFill>
                <a:latin typeface="微软雅黑" panose="020B0503020204020204" charset="-122"/>
                <a:ea typeface="微软雅黑" panose="020B0503020204020204" charset="-122"/>
              </a:rPr>
              <a:t>个国家和地区培养了</a:t>
            </a:r>
            <a:r>
              <a:rPr lang="en-US" altLang="zh-CN" sz="2000" b="1" dirty="0">
                <a:solidFill>
                  <a:srgbClr val="FFC000"/>
                </a:solidFill>
                <a:latin typeface="Perpetua Titling MT" panose="02020502060505020804" pitchFamily="18" charset="0"/>
                <a:ea typeface="微软雅黑" panose="020B0503020204020204" charset="-122"/>
              </a:rPr>
              <a:t>4000</a:t>
            </a:r>
            <a:r>
              <a:rPr lang="zh-CN" altLang="en-US" sz="1600" b="1" dirty="0">
                <a:solidFill>
                  <a:schemeClr val="accent1">
                    <a:lumMod val="20000"/>
                    <a:lumOff val="80000"/>
                  </a:schemeClr>
                </a:solidFill>
                <a:latin typeface="微软雅黑" panose="020B0503020204020204" charset="-122"/>
                <a:ea typeface="微软雅黑" panose="020B0503020204020204" charset="-122"/>
              </a:rPr>
              <a:t>余名高级</a:t>
            </a:r>
            <a:r>
              <a:rPr lang="zh-CN" altLang="en-US" sz="1600" b="1" dirty="0" smtClean="0">
                <a:solidFill>
                  <a:schemeClr val="accent1">
                    <a:lumMod val="20000"/>
                    <a:lumOff val="80000"/>
                  </a:schemeClr>
                </a:solidFill>
                <a:latin typeface="微软雅黑" panose="020B0503020204020204" charset="-122"/>
                <a:ea typeface="微软雅黑" panose="020B0503020204020204" charset="-122"/>
              </a:rPr>
              <a:t>气象</a:t>
            </a:r>
            <a:r>
              <a:rPr lang="zh-CN" altLang="en-US" sz="1600" b="1" dirty="0">
                <a:solidFill>
                  <a:schemeClr val="accent1">
                    <a:lumMod val="20000"/>
                    <a:lumOff val="80000"/>
                  </a:schemeClr>
                </a:solidFill>
                <a:latin typeface="微软雅黑" panose="020B0503020204020204" charset="-122"/>
                <a:ea typeface="微软雅黑" panose="020B0503020204020204" charset="-122"/>
              </a:rPr>
              <a:t>科技人员和管理者</a:t>
            </a:r>
            <a:r>
              <a:rPr lang="zh-CN" altLang="en-US" sz="1600" b="1" dirty="0" smtClean="0">
                <a:solidFill>
                  <a:schemeClr val="accent1">
                    <a:lumMod val="20000"/>
                    <a:lumOff val="80000"/>
                  </a:schemeClr>
                </a:solidFill>
                <a:latin typeface="微软雅黑" panose="020B0503020204020204" charset="-122"/>
                <a:ea typeface="微软雅黑" panose="020B0503020204020204" charset="-122"/>
              </a:rPr>
              <a:t>，全</a:t>
            </a:r>
            <a:r>
              <a:rPr lang="zh-CN" altLang="en-US" sz="1600" b="1" dirty="0">
                <a:solidFill>
                  <a:schemeClr val="accent1">
                    <a:lumMod val="20000"/>
                    <a:lumOff val="80000"/>
                  </a:schemeClr>
                </a:solidFill>
                <a:latin typeface="微软雅黑" panose="020B0503020204020204" charset="-122"/>
                <a:ea typeface="微软雅黑" panose="020B0503020204020204" charset="-122"/>
              </a:rPr>
              <a:t>球培训规模最大、质量名列前茅的培训中</a:t>
            </a:r>
            <a:r>
              <a:rPr lang="zh-CN" altLang="en-US" sz="1600" b="1" dirty="0" smtClean="0">
                <a:solidFill>
                  <a:schemeClr val="accent1">
                    <a:lumMod val="20000"/>
                    <a:lumOff val="80000"/>
                  </a:schemeClr>
                </a:solidFill>
                <a:latin typeface="微软雅黑" panose="020B0503020204020204" charset="-122"/>
                <a:ea typeface="微软雅黑" panose="020B0503020204020204" charset="-122"/>
              </a:rPr>
              <a:t>心</a:t>
            </a:r>
            <a:endParaRPr lang="zh-CN" altLang="en-US" sz="1600" b="1" dirty="0">
              <a:solidFill>
                <a:schemeClr val="accent1">
                  <a:lumMod val="20000"/>
                  <a:lumOff val="80000"/>
                </a:schemeClr>
              </a:solidFill>
              <a:latin typeface="微软雅黑" panose="020B0503020204020204" charset="-122"/>
              <a:ea typeface="微软雅黑" panose="020B0503020204020204" charset="-122"/>
            </a:endParaRPr>
          </a:p>
        </p:txBody>
      </p:sp>
      <p:sp>
        <p:nvSpPr>
          <p:cNvPr id="41" name="文本框 40"/>
          <p:cNvSpPr txBox="1"/>
          <p:nvPr/>
        </p:nvSpPr>
        <p:spPr>
          <a:xfrm>
            <a:off x="5328822" y="1848012"/>
            <a:ext cx="3044265" cy="1791260"/>
          </a:xfrm>
          <a:prstGeom prst="rect">
            <a:avLst/>
          </a:prstGeom>
          <a:noFill/>
        </p:spPr>
        <p:txBody>
          <a:bodyPr wrap="square" rtlCol="0">
            <a:spAutoFit/>
          </a:bodyPr>
          <a:lstStyle/>
          <a:p>
            <a:pPr algn="ctr">
              <a:lnSpc>
                <a:spcPct val="120000"/>
              </a:lnSpc>
            </a:pPr>
            <a:r>
              <a:rPr lang="zh-CN" altLang="en-US" sz="1700" b="1" dirty="0" smtClean="0">
                <a:solidFill>
                  <a:srgbClr val="002060"/>
                </a:solidFill>
                <a:latin typeface="微软雅黑" panose="020B0503020204020204" charset="-122"/>
                <a:ea typeface="微软雅黑" panose="020B0503020204020204" charset="-122"/>
              </a:rPr>
              <a:t>与</a:t>
            </a:r>
            <a:r>
              <a:rPr lang="zh-CN" altLang="en-US" sz="1700" b="1" dirty="0">
                <a:solidFill>
                  <a:srgbClr val="002060"/>
                </a:solidFill>
                <a:latin typeface="微软雅黑" panose="020B0503020204020204" charset="-122"/>
                <a:ea typeface="微软雅黑" panose="020B0503020204020204" charset="-122"/>
              </a:rPr>
              <a:t>美国哈佛大学、耶鲁大学，英国雷丁大学、曼彻斯特大学</a:t>
            </a:r>
            <a:r>
              <a:rPr lang="zh-CN" altLang="en-US" sz="1700" b="1" dirty="0" smtClean="0">
                <a:solidFill>
                  <a:srgbClr val="002060"/>
                </a:solidFill>
                <a:latin typeface="微软雅黑" panose="020B0503020204020204" charset="-122"/>
                <a:ea typeface="微软雅黑" panose="020B0503020204020204" charset="-122"/>
              </a:rPr>
              <a:t>，</a:t>
            </a:r>
            <a:r>
              <a:rPr lang="zh-CN" altLang="en-US" sz="1700" b="1" dirty="0">
                <a:solidFill>
                  <a:srgbClr val="002060"/>
                </a:solidFill>
                <a:latin typeface="微软雅黑" panose="020B0503020204020204" charset="-122"/>
                <a:ea typeface="微软雅黑" panose="020B0503020204020204" charset="-122"/>
              </a:rPr>
              <a:t>澳大</a:t>
            </a:r>
            <a:r>
              <a:rPr lang="zh-CN" altLang="en-US" sz="1700" b="1" dirty="0" smtClean="0">
                <a:solidFill>
                  <a:srgbClr val="002060"/>
                </a:solidFill>
                <a:latin typeface="微软雅黑" panose="020B0503020204020204" charset="-122"/>
                <a:ea typeface="微软雅黑" panose="020B0503020204020204" charset="-122"/>
              </a:rPr>
              <a:t>利亚莫纳什大学等</a:t>
            </a:r>
            <a:r>
              <a:rPr lang="en-US" altLang="zh-CN" sz="2400" b="1" dirty="0">
                <a:solidFill>
                  <a:schemeClr val="bg1"/>
                </a:solidFill>
                <a:effectLst>
                  <a:outerShdw blurRad="38100" dist="38100" dir="2700000" algn="tl">
                    <a:srgbClr val="000000">
                      <a:alpha val="43137"/>
                    </a:srgbClr>
                  </a:outerShdw>
                </a:effectLst>
                <a:latin typeface="Perpetua Titling MT" panose="02020502060505020804" pitchFamily="18" charset="0"/>
                <a:ea typeface="微软雅黑" panose="020B0503020204020204" charset="-122"/>
              </a:rPr>
              <a:t>70</a:t>
            </a:r>
            <a:r>
              <a:rPr lang="zh-CN" altLang="en-US" sz="1700" b="1" dirty="0">
                <a:solidFill>
                  <a:srgbClr val="002060"/>
                </a:solidFill>
                <a:latin typeface="微软雅黑" panose="020B0503020204020204" charset="-122"/>
                <a:ea typeface="微软雅黑" panose="020B0503020204020204" charset="-122"/>
              </a:rPr>
              <a:t>多所著名高校建立了人才培养、科学研</a:t>
            </a:r>
            <a:r>
              <a:rPr lang="zh-CN" altLang="en-US" sz="1700" b="1" dirty="0" smtClean="0">
                <a:solidFill>
                  <a:srgbClr val="002060"/>
                </a:solidFill>
                <a:latin typeface="微软雅黑" panose="020B0503020204020204" charset="-122"/>
                <a:ea typeface="微软雅黑" panose="020B0503020204020204" charset="-122"/>
              </a:rPr>
              <a:t>究合</a:t>
            </a:r>
            <a:r>
              <a:rPr lang="zh-CN" altLang="en-US" sz="1700" b="1" dirty="0">
                <a:solidFill>
                  <a:srgbClr val="002060"/>
                </a:solidFill>
                <a:latin typeface="微软雅黑" panose="020B0503020204020204" charset="-122"/>
                <a:ea typeface="微软雅黑" panose="020B0503020204020204" charset="-122"/>
              </a:rPr>
              <a:t>作关</a:t>
            </a:r>
            <a:r>
              <a:rPr lang="zh-CN" altLang="en-US" sz="1700" b="1" dirty="0" smtClean="0">
                <a:solidFill>
                  <a:srgbClr val="002060"/>
                </a:solidFill>
                <a:latin typeface="微软雅黑" panose="020B0503020204020204" charset="-122"/>
                <a:ea typeface="微软雅黑" panose="020B0503020204020204" charset="-122"/>
              </a:rPr>
              <a:t>系</a:t>
            </a:r>
            <a:endParaRPr lang="zh-CN" altLang="en-US" sz="1700" dirty="0">
              <a:solidFill>
                <a:srgbClr val="002060"/>
              </a:solidFill>
              <a:latin typeface="微软雅黑" panose="020B0503020204020204" charset="-122"/>
              <a:ea typeface="微软雅黑" panose="020B0503020204020204" charset="-122"/>
            </a:endParaRPr>
          </a:p>
        </p:txBody>
      </p:sp>
      <p:pic>
        <p:nvPicPr>
          <p:cNvPr id="42" name="图片 41"/>
          <p:cNvPicPr>
            <a:picLocks noChangeAspect="1"/>
          </p:cNvPicPr>
          <p:nvPr/>
        </p:nvPicPr>
        <p:blipFill rotWithShape="1">
          <a:blip r:embed="rId4" cstate="print">
            <a:extLst>
              <a:ext uri="{28A0092B-C50C-407E-A947-70E740481C1C}">
                <a14:useLocalDpi xmlns:a14="http://schemas.microsoft.com/office/drawing/2010/main" val="0"/>
              </a:ext>
            </a:extLst>
          </a:blip>
          <a:srcRect l="12295" t="8929" r="13940"/>
          <a:stretch>
            <a:fillRect/>
          </a:stretch>
        </p:blipFill>
        <p:spPr>
          <a:xfrm>
            <a:off x="8750224" y="1757363"/>
            <a:ext cx="2735634" cy="2041902"/>
          </a:xfrm>
          <a:prstGeom prst="rect">
            <a:avLst/>
          </a:prstGeom>
        </p:spPr>
      </p:pic>
      <p:sp>
        <p:nvSpPr>
          <p:cNvPr id="43" name="矩形 42"/>
          <p:cNvSpPr/>
          <p:nvPr/>
        </p:nvSpPr>
        <p:spPr>
          <a:xfrm>
            <a:off x="8742898" y="3961862"/>
            <a:ext cx="2717651" cy="2155207"/>
          </a:xfrm>
          <a:prstGeom prst="rect">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p:cNvSpPr txBox="1"/>
          <p:nvPr/>
        </p:nvSpPr>
        <p:spPr>
          <a:xfrm>
            <a:off x="8731046" y="4269481"/>
            <a:ext cx="2729503" cy="1351139"/>
          </a:xfrm>
          <a:prstGeom prst="rect">
            <a:avLst/>
          </a:prstGeom>
          <a:noFill/>
        </p:spPr>
        <p:txBody>
          <a:bodyPr wrap="square" rtlCol="0">
            <a:spAutoFit/>
          </a:bodyPr>
          <a:lstStyle/>
          <a:p>
            <a:pPr algn="ctr">
              <a:lnSpc>
                <a:spcPct val="120000"/>
              </a:lnSpc>
              <a:spcBef>
                <a:spcPts val="600"/>
              </a:spcBef>
            </a:pPr>
            <a:r>
              <a:rPr lang="zh-CN" altLang="en-US" sz="1600" b="1" dirty="0">
                <a:solidFill>
                  <a:srgbClr val="D2DEEF"/>
                </a:solidFill>
                <a:latin typeface="微软雅黑" panose="020B0503020204020204" charset="-122"/>
                <a:ea typeface="微软雅黑" panose="020B0503020204020204" charset="-122"/>
              </a:rPr>
              <a:t>与英国雷丁大学合作创</a:t>
            </a:r>
            <a:r>
              <a:rPr lang="zh-CN" altLang="en-US" sz="1600" b="1" dirty="0" smtClean="0">
                <a:solidFill>
                  <a:srgbClr val="D2DEEF"/>
                </a:solidFill>
                <a:latin typeface="微软雅黑" panose="020B0503020204020204" charset="-122"/>
                <a:ea typeface="微软雅黑" panose="020B0503020204020204" charset="-122"/>
              </a:rPr>
              <a:t>办  </a:t>
            </a:r>
            <a:r>
              <a:rPr lang="zh-CN" altLang="en-US" sz="1600" b="1" dirty="0" smtClean="0">
                <a:solidFill>
                  <a:srgbClr val="FFC000"/>
                </a:solidFill>
                <a:latin typeface="微软雅黑" panose="020B0503020204020204" charset="-122"/>
                <a:ea typeface="微软雅黑" panose="020B0503020204020204" charset="-122"/>
              </a:rPr>
              <a:t>雷</a:t>
            </a:r>
            <a:r>
              <a:rPr lang="zh-CN" altLang="en-US" sz="1600" b="1" dirty="0">
                <a:solidFill>
                  <a:srgbClr val="FFC000"/>
                </a:solidFill>
                <a:latin typeface="微软雅黑" panose="020B0503020204020204" charset="-122"/>
                <a:ea typeface="微软雅黑" panose="020B0503020204020204" charset="-122"/>
              </a:rPr>
              <a:t>丁学</a:t>
            </a:r>
            <a:r>
              <a:rPr lang="zh-CN" altLang="en-US" sz="1600" b="1" dirty="0" smtClean="0">
                <a:solidFill>
                  <a:srgbClr val="FFC000"/>
                </a:solidFill>
                <a:latin typeface="微软雅黑" panose="020B0503020204020204" charset="-122"/>
                <a:ea typeface="微软雅黑" panose="020B0503020204020204" charset="-122"/>
              </a:rPr>
              <a:t>院</a:t>
            </a:r>
            <a:endParaRPr lang="en-US" altLang="zh-CN" sz="1600" b="1" dirty="0">
              <a:solidFill>
                <a:srgbClr val="D2DEEF"/>
              </a:solidFill>
              <a:latin typeface="微软雅黑" panose="020B0503020204020204" charset="-122"/>
              <a:ea typeface="微软雅黑" panose="020B0503020204020204" charset="-122"/>
            </a:endParaRPr>
          </a:p>
          <a:p>
            <a:pPr algn="ctr">
              <a:lnSpc>
                <a:spcPct val="120000"/>
              </a:lnSpc>
              <a:spcBef>
                <a:spcPts val="600"/>
              </a:spcBef>
            </a:pPr>
            <a:r>
              <a:rPr lang="zh-CN" altLang="en-US" sz="1600" b="1" dirty="0" smtClean="0">
                <a:solidFill>
                  <a:srgbClr val="FFC000"/>
                </a:solidFill>
                <a:latin typeface="微软雅黑" panose="020B0503020204020204" charset="-122"/>
                <a:ea typeface="微软雅黑" panose="020B0503020204020204" charset="-122"/>
              </a:rPr>
              <a:t>首</a:t>
            </a:r>
            <a:r>
              <a:rPr lang="zh-CN" altLang="en-US" sz="1600" b="1" dirty="0">
                <a:solidFill>
                  <a:srgbClr val="FFC000"/>
                </a:solidFill>
                <a:latin typeface="微软雅黑" panose="020B0503020204020204" charset="-122"/>
                <a:ea typeface="微软雅黑" panose="020B0503020204020204" charset="-122"/>
              </a:rPr>
              <a:t>批“江苏</a:t>
            </a:r>
            <a:r>
              <a:rPr lang="en-US" altLang="zh-CN" sz="1600" b="1" dirty="0">
                <a:solidFill>
                  <a:srgbClr val="FFC000"/>
                </a:solidFill>
                <a:latin typeface="微软雅黑" panose="020B0503020204020204" charset="-122"/>
                <a:ea typeface="微软雅黑" panose="020B0503020204020204" charset="-122"/>
              </a:rPr>
              <a:t>—</a:t>
            </a:r>
            <a:r>
              <a:rPr lang="zh-CN" altLang="en-US" sz="1600" b="1" dirty="0">
                <a:solidFill>
                  <a:srgbClr val="FFC000"/>
                </a:solidFill>
                <a:latin typeface="微软雅黑" panose="020B0503020204020204" charset="-122"/>
                <a:ea typeface="微软雅黑" panose="020B0503020204020204" charset="-122"/>
              </a:rPr>
              <a:t>英国高</a:t>
            </a:r>
            <a:r>
              <a:rPr lang="zh-CN" altLang="en-US" sz="1600" b="1" dirty="0" smtClean="0">
                <a:solidFill>
                  <a:srgbClr val="FFC000"/>
                </a:solidFill>
                <a:latin typeface="微软雅黑" panose="020B0503020204020204" charset="-122"/>
                <a:ea typeface="微软雅黑" panose="020B0503020204020204" charset="-122"/>
              </a:rPr>
              <a:t>水平大</a:t>
            </a:r>
            <a:r>
              <a:rPr lang="zh-CN" altLang="en-US" sz="1600" b="1" dirty="0">
                <a:solidFill>
                  <a:srgbClr val="FFC000"/>
                </a:solidFill>
                <a:latin typeface="微软雅黑" panose="020B0503020204020204" charset="-122"/>
                <a:ea typeface="微软雅黑" panose="020B0503020204020204" charset="-122"/>
              </a:rPr>
              <a:t>学</a:t>
            </a:r>
            <a:r>
              <a:rPr lang="en-US" altLang="zh-CN" sz="1600" b="1" dirty="0">
                <a:solidFill>
                  <a:srgbClr val="FFC000"/>
                </a:solidFill>
                <a:latin typeface="微软雅黑" panose="020B0503020204020204" charset="-122"/>
                <a:ea typeface="微软雅黑" panose="020B0503020204020204" charset="-122"/>
              </a:rPr>
              <a:t>20+20</a:t>
            </a:r>
            <a:r>
              <a:rPr lang="zh-CN" altLang="en-US" sz="1600" b="1" dirty="0">
                <a:solidFill>
                  <a:srgbClr val="FFC000"/>
                </a:solidFill>
                <a:latin typeface="微软雅黑" panose="020B0503020204020204" charset="-122"/>
                <a:ea typeface="微软雅黑" panose="020B0503020204020204" charset="-122"/>
              </a:rPr>
              <a:t>联盟”高校</a:t>
            </a:r>
            <a:endParaRPr lang="zh-CN" altLang="en-US" sz="1600" b="1" dirty="0">
              <a:solidFill>
                <a:srgbClr val="FFC000"/>
              </a:solidFill>
              <a:latin typeface="微软雅黑" panose="020B0503020204020204" charset="-122"/>
              <a:ea typeface="微软雅黑" panose="020B0503020204020204" charset="-122"/>
            </a:endParaRPr>
          </a:p>
        </p:txBody>
      </p:sp>
      <p:cxnSp>
        <p:nvCxnSpPr>
          <p:cNvPr id="49" name="直接连接符 48"/>
          <p:cNvCxnSpPr/>
          <p:nvPr/>
        </p:nvCxnSpPr>
        <p:spPr>
          <a:xfrm>
            <a:off x="4978432" y="1752648"/>
            <a:ext cx="0" cy="4540120"/>
          </a:xfrm>
          <a:prstGeom prst="line">
            <a:avLst/>
          </a:prstGeom>
          <a:ln w="47625" cmpd="dbl">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610528" y="1752648"/>
            <a:ext cx="0" cy="4540120"/>
          </a:xfrm>
          <a:prstGeom prst="line">
            <a:avLst/>
          </a:prstGeom>
          <a:ln w="47625" cmpd="dbl">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alpha val="0"/>
                  </a:schemeClr>
                </a:gs>
              </a:gsLst>
              <a:lin ang="5400000" scaled="1"/>
              <a:tileRect/>
            </a:gra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427667" y="471976"/>
            <a:ext cx="7336664" cy="768350"/>
            <a:chOff x="2952840" y="456249"/>
            <a:chExt cx="7336664" cy="768350"/>
          </a:xfrm>
        </p:grpSpPr>
        <p:sp>
          <p:nvSpPr>
            <p:cNvPr id="3" name="圆角矩形 2"/>
            <p:cNvSpPr/>
            <p:nvPr/>
          </p:nvSpPr>
          <p:spPr bwMode="auto">
            <a:xfrm>
              <a:off x="2952840" y="456249"/>
              <a:ext cx="7336664"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5" name="文本框 4"/>
            <p:cNvSpPr txBox="1"/>
            <p:nvPr/>
          </p:nvSpPr>
          <p:spPr>
            <a:xfrm>
              <a:off x="3102380" y="480500"/>
              <a:ext cx="7037583" cy="707886"/>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NO.5</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a:t>
              </a:r>
              <a:r>
                <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rPr>
                <a:t>最卓越：因材施</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教育英才</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grpSp>
      <p:grpSp>
        <p:nvGrpSpPr>
          <p:cNvPr id="9" name="组合 8"/>
          <p:cNvGrpSpPr/>
          <p:nvPr/>
        </p:nvGrpSpPr>
        <p:grpSpPr>
          <a:xfrm>
            <a:off x="647856" y="1202346"/>
            <a:ext cx="11385224" cy="5867232"/>
            <a:chOff x="368464" y="1228411"/>
            <a:chExt cx="11385224" cy="5867232"/>
          </a:xfrm>
        </p:grpSpPr>
        <p:graphicFrame>
          <p:nvGraphicFramePr>
            <p:cNvPr id="4" name="图示 3"/>
            <p:cNvGraphicFramePr/>
            <p:nvPr/>
          </p:nvGraphicFramePr>
          <p:xfrm>
            <a:off x="368464" y="1228411"/>
            <a:ext cx="7673982" cy="586723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8" name="图示 7"/>
            <p:cNvGraphicFramePr/>
            <p:nvPr/>
          </p:nvGraphicFramePr>
          <p:xfrm>
            <a:off x="7562808" y="1892344"/>
            <a:ext cx="4190880" cy="467981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1" cstate="print">
            <a:extLst>
              <a:ext uri="{28A0092B-C50C-407E-A947-70E740481C1C}">
                <a14:useLocalDpi xmlns:a14="http://schemas.microsoft.com/office/drawing/2010/main" val="0"/>
              </a:ext>
            </a:extLst>
          </a:blip>
          <a:srcRect t="4029" b="9254"/>
          <a:stretch>
            <a:fillRect/>
          </a:stretch>
        </p:blipFill>
        <p:spPr>
          <a:xfrm>
            <a:off x="990508" y="1612952"/>
            <a:ext cx="5384884" cy="3161041"/>
          </a:xfrm>
          <a:prstGeom prst="rect">
            <a:avLst/>
          </a:prstGeom>
        </p:spPr>
      </p:pic>
      <p:graphicFrame>
        <p:nvGraphicFramePr>
          <p:cNvPr id="5" name="图示 4"/>
          <p:cNvGraphicFramePr/>
          <p:nvPr/>
        </p:nvGraphicFramePr>
        <p:xfrm>
          <a:off x="6551914" y="1552811"/>
          <a:ext cx="5121106" cy="4393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组合 3"/>
          <p:cNvGrpSpPr/>
          <p:nvPr/>
        </p:nvGrpSpPr>
        <p:grpSpPr>
          <a:xfrm>
            <a:off x="955189" y="565232"/>
            <a:ext cx="5554819" cy="725484"/>
            <a:chOff x="3441776" y="912088"/>
            <a:chExt cx="5701340" cy="638359"/>
          </a:xfrm>
        </p:grpSpPr>
        <p:sp>
          <p:nvSpPr>
            <p:cNvPr id="11" name="圆角矩形 10"/>
            <p:cNvSpPr/>
            <p:nvPr/>
          </p:nvSpPr>
          <p:spPr bwMode="auto">
            <a:xfrm>
              <a:off x="3441776" y="912088"/>
              <a:ext cx="5701340" cy="638359"/>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12" name="文本框 11"/>
            <p:cNvSpPr txBox="1"/>
            <p:nvPr/>
          </p:nvSpPr>
          <p:spPr>
            <a:xfrm>
              <a:off x="3478027" y="1002304"/>
              <a:ext cx="5665089" cy="464609"/>
            </a:xfrm>
            <a:prstGeom prst="rect">
              <a:avLst/>
            </a:prstGeom>
            <a:noFill/>
          </p:spPr>
          <p:txBody>
            <a:bodyPr vert="horz" wrap="square" rtlCol="0">
              <a:spAutoFit/>
            </a:bodyPr>
            <a:lstStyle/>
            <a:p>
              <a:pPr algn="ctr"/>
              <a:r>
                <a:rPr lang="zh-CN" altLang="en-US" sz="2800" b="1" dirty="0" smtClean="0">
                  <a:solidFill>
                    <a:srgbClr val="0E2860"/>
                  </a:solidFill>
                  <a:ea typeface="微软雅黑" panose="020B0503020204020204" charset="-122"/>
                  <a:sym typeface="+mn-lt"/>
                </a:rPr>
                <a:t>与中国科学院大学联合培养专业</a:t>
              </a:r>
              <a:endParaRPr lang="zh-CN" altLang="en-US" sz="2800" b="1" dirty="0">
                <a:solidFill>
                  <a:srgbClr val="0E2860"/>
                </a:solidFill>
                <a:ea typeface="微软雅黑" panose="020B0503020204020204" charset="-122"/>
                <a:sym typeface="+mn-lt"/>
              </a:endParaRPr>
            </a:p>
          </p:txBody>
        </p:sp>
      </p:grpSp>
      <p:sp>
        <p:nvSpPr>
          <p:cNvPr id="7" name="矩形 6"/>
          <p:cNvSpPr/>
          <p:nvPr/>
        </p:nvSpPr>
        <p:spPr>
          <a:xfrm>
            <a:off x="508336" y="5206512"/>
            <a:ext cx="6448528" cy="1200329"/>
          </a:xfrm>
          <a:prstGeom prst="rect">
            <a:avLst/>
          </a:prstGeom>
        </p:spPr>
        <p:txBody>
          <a:bodyPr wrap="square">
            <a:spAutoFit/>
          </a:bodyPr>
          <a:lstStyle/>
          <a:p>
            <a:pPr algn="ctr">
              <a:lnSpc>
                <a:spcPct val="150000"/>
              </a:lnSpc>
            </a:pPr>
            <a:r>
              <a:rPr lang="zh-CN" altLang="en-US" sz="2400" b="1" dirty="0" smtClean="0">
                <a:solidFill>
                  <a:schemeClr val="bg1"/>
                </a:solidFill>
                <a:latin typeface="微软雅黑" panose="020B0503020204020204" charset="-122"/>
                <a:ea typeface="微软雅黑" panose="020B0503020204020204" charset="-122"/>
                <a:cs typeface="+mn-ea"/>
                <a:sym typeface="+mn-lt"/>
              </a:rPr>
              <a:t>双方</a:t>
            </a:r>
            <a:r>
              <a:rPr lang="zh-CN" altLang="en-US" sz="2400" b="1" dirty="0">
                <a:solidFill>
                  <a:schemeClr val="bg1"/>
                </a:solidFill>
                <a:latin typeface="微软雅黑" panose="020B0503020204020204" charset="-122"/>
                <a:ea typeface="微软雅黑" panose="020B0503020204020204" charset="-122"/>
                <a:cs typeface="+mn-ea"/>
                <a:sym typeface="+mn-lt"/>
              </a:rPr>
              <a:t>教师</a:t>
            </a:r>
            <a:r>
              <a:rPr lang="zh-CN" altLang="en-US" sz="2400" b="1" dirty="0">
                <a:solidFill>
                  <a:srgbClr val="FF0000"/>
                </a:solidFill>
                <a:latin typeface="微软雅黑" panose="020B0503020204020204" charset="-122"/>
                <a:ea typeface="微软雅黑" panose="020B0503020204020204" charset="-122"/>
                <a:cs typeface="+mn-ea"/>
                <a:sym typeface="+mn-lt"/>
              </a:rPr>
              <a:t>共同授课</a:t>
            </a:r>
            <a:r>
              <a:rPr lang="zh-CN" altLang="en-US" sz="2400" b="1" dirty="0">
                <a:solidFill>
                  <a:schemeClr val="bg1"/>
                </a:solidFill>
                <a:latin typeface="微软雅黑" panose="020B0503020204020204" charset="-122"/>
                <a:ea typeface="微软雅黑" panose="020B0503020204020204" charset="-122"/>
                <a:cs typeface="+mn-ea"/>
                <a:sym typeface="+mn-lt"/>
              </a:rPr>
              <a:t>、</a:t>
            </a:r>
            <a:r>
              <a:rPr lang="zh-CN" altLang="en-US" sz="2400" b="1" dirty="0">
                <a:solidFill>
                  <a:srgbClr val="FF0000"/>
                </a:solidFill>
                <a:latin typeface="微软雅黑" panose="020B0503020204020204" charset="-122"/>
                <a:ea typeface="微软雅黑" panose="020B0503020204020204" charset="-122"/>
                <a:cs typeface="+mn-ea"/>
                <a:sym typeface="+mn-lt"/>
              </a:rPr>
              <a:t>“双导师”</a:t>
            </a:r>
            <a:r>
              <a:rPr lang="zh-CN" altLang="en-US" sz="2400" b="1" dirty="0">
                <a:solidFill>
                  <a:schemeClr val="bg1"/>
                </a:solidFill>
                <a:latin typeface="微软雅黑" panose="020B0503020204020204" charset="-122"/>
                <a:ea typeface="微软雅黑" panose="020B0503020204020204" charset="-122"/>
                <a:cs typeface="+mn-ea"/>
                <a:sym typeface="+mn-lt"/>
              </a:rPr>
              <a:t>培养模式</a:t>
            </a:r>
            <a:endParaRPr lang="en-US" altLang="zh-CN" sz="2400" b="1" dirty="0">
              <a:solidFill>
                <a:schemeClr val="bg1"/>
              </a:solidFill>
              <a:latin typeface="微软雅黑" panose="020B0503020204020204" charset="-122"/>
              <a:ea typeface="微软雅黑" panose="020B0503020204020204" charset="-122"/>
              <a:cs typeface="+mn-ea"/>
              <a:sym typeface="+mn-lt"/>
            </a:endParaRPr>
          </a:p>
          <a:p>
            <a:pPr algn="ctr">
              <a:lnSpc>
                <a:spcPct val="150000"/>
              </a:lnSpc>
            </a:pPr>
            <a:r>
              <a:rPr lang="zh-CN" altLang="en-US" sz="2400" b="1" dirty="0">
                <a:solidFill>
                  <a:schemeClr val="bg1"/>
                </a:solidFill>
                <a:latin typeface="微软雅黑" panose="020B0503020204020204" charset="-122"/>
                <a:ea typeface="微软雅黑" panose="020B0503020204020204" charset="-122"/>
                <a:cs typeface="+mn-ea"/>
                <a:sym typeface="+mn-lt"/>
              </a:rPr>
              <a:t>本科毕业后不少于</a:t>
            </a:r>
            <a:r>
              <a:rPr lang="en-US" altLang="zh-CN" sz="2400" b="1" dirty="0">
                <a:solidFill>
                  <a:srgbClr val="FF0000"/>
                </a:solidFill>
                <a:latin typeface="微软雅黑" panose="020B0503020204020204" charset="-122"/>
                <a:ea typeface="微软雅黑" panose="020B0503020204020204" charset="-122"/>
                <a:cs typeface="+mn-ea"/>
                <a:sym typeface="+mn-lt"/>
              </a:rPr>
              <a:t>1/3</a:t>
            </a:r>
            <a:r>
              <a:rPr lang="zh-CN" altLang="en-US" sz="2400" b="1" dirty="0">
                <a:solidFill>
                  <a:schemeClr val="bg1"/>
                </a:solidFill>
                <a:latin typeface="微软雅黑" panose="020B0503020204020204" charset="-122"/>
                <a:ea typeface="微软雅黑" panose="020B0503020204020204" charset="-122"/>
                <a:cs typeface="+mn-ea"/>
                <a:sym typeface="+mn-lt"/>
              </a:rPr>
              <a:t>直接</a:t>
            </a:r>
            <a:r>
              <a:rPr lang="zh-CN" altLang="en-US" sz="2400" b="1" dirty="0">
                <a:solidFill>
                  <a:srgbClr val="FF0000"/>
                </a:solidFill>
                <a:latin typeface="微软雅黑" panose="020B0503020204020204" charset="-122"/>
                <a:ea typeface="微软雅黑" panose="020B0503020204020204" charset="-122"/>
                <a:cs typeface="+mn-ea"/>
                <a:sym typeface="+mn-lt"/>
              </a:rPr>
              <a:t>保研国科大</a:t>
            </a:r>
            <a:endParaRPr lang="zh-CN" altLang="en-US" sz="2400" b="1" dirty="0">
              <a:solidFill>
                <a:srgbClr val="FF0000"/>
              </a:solidFill>
              <a:latin typeface="微软雅黑" panose="020B0503020204020204" charset="-122"/>
              <a:ea typeface="微软雅黑" panose="020B050302020402020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3158" y="561319"/>
            <a:ext cx="10428604" cy="5102817"/>
          </a:xfrm>
          <a:prstGeom prst="rect">
            <a:avLst/>
          </a:prstGeom>
        </p:spPr>
      </p:pic>
      <p:grpSp>
        <p:nvGrpSpPr>
          <p:cNvPr id="2" name="组合 1"/>
          <p:cNvGrpSpPr/>
          <p:nvPr/>
        </p:nvGrpSpPr>
        <p:grpSpPr>
          <a:xfrm>
            <a:off x="663157" y="5664136"/>
            <a:ext cx="10428605" cy="1012855"/>
            <a:chOff x="810654" y="5873720"/>
            <a:chExt cx="10428605" cy="898476"/>
          </a:xfrm>
        </p:grpSpPr>
        <p:sp>
          <p:nvSpPr>
            <p:cNvPr id="10" name="矩形 9"/>
            <p:cNvSpPr/>
            <p:nvPr/>
          </p:nvSpPr>
          <p:spPr bwMode="auto">
            <a:xfrm>
              <a:off x="810654" y="5873720"/>
              <a:ext cx="10428605" cy="838259"/>
            </a:xfrm>
            <a:prstGeom prst="rect">
              <a:avLst/>
            </a:prstGeom>
            <a:solidFill>
              <a:schemeClr val="bg1">
                <a:alpha val="25000"/>
              </a:schemeClr>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endParaRPr lang="zh-CN" altLang="en-US">
                <a:sym typeface="+mn-lt"/>
              </a:endParaRPr>
            </a:p>
          </p:txBody>
        </p:sp>
        <p:graphicFrame>
          <p:nvGraphicFramePr>
            <p:cNvPr id="3" name="图示 2"/>
            <p:cNvGraphicFramePr/>
            <p:nvPr/>
          </p:nvGraphicFramePr>
          <p:xfrm>
            <a:off x="995900" y="6017102"/>
            <a:ext cx="10058112" cy="7550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sp>
        <p:nvSpPr>
          <p:cNvPr id="8" name="圆角矩形 7"/>
          <p:cNvSpPr/>
          <p:nvPr/>
        </p:nvSpPr>
        <p:spPr bwMode="auto">
          <a:xfrm>
            <a:off x="4000560" y="356894"/>
            <a:ext cx="4260728" cy="768328"/>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9" name="文本框 8"/>
          <p:cNvSpPr txBox="1"/>
          <p:nvPr/>
        </p:nvSpPr>
        <p:spPr>
          <a:xfrm>
            <a:off x="4978432" y="448670"/>
            <a:ext cx="5405474" cy="584775"/>
          </a:xfrm>
          <a:prstGeom prst="rect">
            <a:avLst/>
          </a:prstGeom>
          <a:noFill/>
        </p:spPr>
        <p:txBody>
          <a:bodyPr vert="horz" wrap="square" rtlCol="0">
            <a:spAutoFit/>
          </a:bodyPr>
          <a:lstStyle/>
          <a:p>
            <a:r>
              <a:rPr lang="zh-CN" altLang="en-US" sz="3200" b="1" dirty="0">
                <a:solidFill>
                  <a:srgbClr val="002060"/>
                </a:solidFill>
                <a:ea typeface="微软雅黑" panose="020B0503020204020204" charset="-122"/>
                <a:sym typeface="+mn-lt"/>
              </a:rPr>
              <a:t>师范类招生</a:t>
            </a:r>
            <a:endParaRPr lang="zh-CN" altLang="en-US" sz="3200" b="1" dirty="0">
              <a:solidFill>
                <a:srgbClr val="002060"/>
              </a:solidFill>
              <a:ea typeface="微软雅黑" panose="020B0503020204020204" charset="-122"/>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864235" y="1731010"/>
            <a:ext cx="10269855" cy="4811395"/>
            <a:chOff x="6162672" y="766194"/>
            <a:chExt cx="5426078" cy="4676559"/>
          </a:xfrm>
        </p:grpSpPr>
        <p:grpSp>
          <p:nvGrpSpPr>
            <p:cNvPr id="8" name="组合 7"/>
            <p:cNvGrpSpPr/>
            <p:nvPr/>
          </p:nvGrpSpPr>
          <p:grpSpPr bwMode="auto">
            <a:xfrm>
              <a:off x="6162675" y="1475229"/>
              <a:ext cx="5426075" cy="2895601"/>
              <a:chOff x="1730657" y="718021"/>
              <a:chExt cx="5425328" cy="5494736"/>
            </a:xfrm>
          </p:grpSpPr>
          <p:sp>
            <p:nvSpPr>
              <p:cNvPr id="12" name="任意多边形 11"/>
              <p:cNvSpPr/>
              <p:nvPr/>
            </p:nvSpPr>
            <p:spPr>
              <a:xfrm>
                <a:off x="1730657" y="745126"/>
                <a:ext cx="1157129"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0"/>
                </a:schemeClr>
              </a:fillRef>
              <a:effectRef idx="0">
                <a:schemeClr val="accent1">
                  <a:alpha val="90000"/>
                  <a:hueOff val="0"/>
                  <a:satOff val="0"/>
                  <a:lumOff val="0"/>
                  <a:alphaOff val="0"/>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数学建模</a:t>
                </a:r>
                <a:endParaRPr lang="zh-CN" altLang="en-US" sz="1400" b="1" dirty="0">
                  <a:solidFill>
                    <a:schemeClr val="bg1"/>
                  </a:solidFill>
                  <a:ea typeface="微软雅黑" panose="020B0503020204020204" charset="-122"/>
                  <a:sym typeface="+mn-lt"/>
                </a:endParaRPr>
              </a:p>
            </p:txBody>
          </p:sp>
          <p:sp>
            <p:nvSpPr>
              <p:cNvPr id="13" name="任意多边形 12"/>
              <p:cNvSpPr/>
              <p:nvPr/>
            </p:nvSpPr>
            <p:spPr>
              <a:xfrm>
                <a:off x="3152861" y="718021"/>
                <a:ext cx="1157129" cy="692867"/>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1700"/>
                </a:schemeClr>
              </a:fillRef>
              <a:effectRef idx="0">
                <a:schemeClr val="accent1">
                  <a:alpha val="90000"/>
                  <a:hueOff val="0"/>
                  <a:satOff val="0"/>
                  <a:lumOff val="0"/>
                  <a:alphaOff val="-1700"/>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电子设计</a:t>
                </a:r>
                <a:endParaRPr lang="zh-CN" altLang="en-US" sz="1400" b="1" dirty="0">
                  <a:solidFill>
                    <a:schemeClr val="bg1"/>
                  </a:solidFill>
                  <a:ea typeface="微软雅黑" panose="020B0503020204020204" charset="-122"/>
                  <a:sym typeface="+mn-lt"/>
                </a:endParaRPr>
              </a:p>
            </p:txBody>
          </p:sp>
          <p:sp>
            <p:nvSpPr>
              <p:cNvPr id="14" name="任意多边形 13"/>
              <p:cNvSpPr/>
              <p:nvPr/>
            </p:nvSpPr>
            <p:spPr>
              <a:xfrm>
                <a:off x="4576653" y="718021"/>
                <a:ext cx="1157128"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3439"/>
                </a:schemeClr>
              </a:fillRef>
              <a:effectRef idx="0">
                <a:schemeClr val="accent1">
                  <a:alpha val="90000"/>
                  <a:hueOff val="0"/>
                  <a:satOff val="0"/>
                  <a:lumOff val="0"/>
                  <a:alphaOff val="-3439"/>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程序设计</a:t>
                </a:r>
                <a:endParaRPr lang="zh-CN" altLang="en-US" sz="1400" b="1">
                  <a:solidFill>
                    <a:schemeClr val="bg1"/>
                  </a:solidFill>
                  <a:ea typeface="微软雅黑" panose="020B0503020204020204" charset="-122"/>
                  <a:sym typeface="+mn-lt"/>
                </a:endParaRPr>
              </a:p>
            </p:txBody>
          </p:sp>
          <p:sp>
            <p:nvSpPr>
              <p:cNvPr id="15" name="任意多边形 14"/>
              <p:cNvSpPr/>
              <p:nvPr/>
            </p:nvSpPr>
            <p:spPr>
              <a:xfrm>
                <a:off x="5998857" y="718021"/>
                <a:ext cx="1157128" cy="692867"/>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5178"/>
                </a:schemeClr>
              </a:fillRef>
              <a:effectRef idx="0">
                <a:schemeClr val="accent1">
                  <a:alpha val="90000"/>
                  <a:hueOff val="0"/>
                  <a:satOff val="0"/>
                  <a:lumOff val="0"/>
                  <a:alphaOff val="-5178"/>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智能车</a:t>
                </a:r>
                <a:endParaRPr lang="zh-CN" altLang="en-US" sz="1400" b="1" dirty="0">
                  <a:solidFill>
                    <a:schemeClr val="bg1"/>
                  </a:solidFill>
                  <a:ea typeface="微软雅黑" panose="020B0503020204020204" charset="-122"/>
                  <a:sym typeface="+mn-lt"/>
                </a:endParaRPr>
              </a:p>
            </p:txBody>
          </p:sp>
          <p:sp>
            <p:nvSpPr>
              <p:cNvPr id="16" name="任意多边形 15"/>
              <p:cNvSpPr/>
              <p:nvPr/>
            </p:nvSpPr>
            <p:spPr>
              <a:xfrm>
                <a:off x="1730657" y="1706103"/>
                <a:ext cx="1157129"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6918"/>
                </a:schemeClr>
              </a:fillRef>
              <a:effectRef idx="0">
                <a:schemeClr val="accent1">
                  <a:alpha val="90000"/>
                  <a:hueOff val="0"/>
                  <a:satOff val="0"/>
                  <a:lumOff val="0"/>
                  <a:alphaOff val="-6918"/>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“互联网</a:t>
                </a:r>
                <a:r>
                  <a:rPr lang="en-US" sz="1400" b="1" dirty="0">
                    <a:solidFill>
                      <a:schemeClr val="bg1"/>
                    </a:solidFill>
                    <a:ea typeface="微软雅黑" panose="020B0503020204020204" charset="-122"/>
                    <a:sym typeface="+mn-lt"/>
                  </a:rPr>
                  <a:t>+”</a:t>
                </a:r>
                <a:endParaRPr lang="zh-CN" altLang="en-US" sz="1400" b="1" dirty="0">
                  <a:solidFill>
                    <a:schemeClr val="bg1"/>
                  </a:solidFill>
                  <a:ea typeface="微软雅黑" panose="020B0503020204020204" charset="-122"/>
                  <a:sym typeface="+mn-lt"/>
                </a:endParaRPr>
              </a:p>
            </p:txBody>
          </p:sp>
          <p:sp>
            <p:nvSpPr>
              <p:cNvPr id="17" name="任意多边形 16"/>
              <p:cNvSpPr/>
              <p:nvPr/>
            </p:nvSpPr>
            <p:spPr>
              <a:xfrm>
                <a:off x="3152861" y="1678995"/>
                <a:ext cx="1157129" cy="692867"/>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8657"/>
                </a:schemeClr>
              </a:fillRef>
              <a:effectRef idx="0">
                <a:schemeClr val="accent1">
                  <a:alpha val="90000"/>
                  <a:hueOff val="0"/>
                  <a:satOff val="0"/>
                  <a:lumOff val="0"/>
                  <a:alphaOff val="-8657"/>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en-US" sz="1400" b="1">
                    <a:solidFill>
                      <a:schemeClr val="bg1"/>
                    </a:solidFill>
                    <a:ea typeface="微软雅黑" panose="020B0503020204020204" charset="-122"/>
                    <a:sym typeface="+mn-lt"/>
                  </a:rPr>
                  <a:t>“</a:t>
                </a:r>
                <a:r>
                  <a:rPr lang="zh-CN" altLang="en-US" sz="1400" b="1">
                    <a:solidFill>
                      <a:schemeClr val="bg1"/>
                    </a:solidFill>
                    <a:ea typeface="微软雅黑" panose="020B0503020204020204" charset="-122"/>
                    <a:sym typeface="+mn-lt"/>
                  </a:rPr>
                  <a:t>挑战杯”</a:t>
                </a:r>
                <a:endParaRPr lang="zh-CN" altLang="en-US" sz="1400" b="1">
                  <a:solidFill>
                    <a:schemeClr val="bg1"/>
                  </a:solidFill>
                  <a:ea typeface="微软雅黑" panose="020B0503020204020204" charset="-122"/>
                  <a:sym typeface="+mn-lt"/>
                </a:endParaRPr>
              </a:p>
            </p:txBody>
          </p:sp>
          <p:sp>
            <p:nvSpPr>
              <p:cNvPr id="18" name="任意多边形 17"/>
              <p:cNvSpPr/>
              <p:nvPr/>
            </p:nvSpPr>
            <p:spPr>
              <a:xfrm>
                <a:off x="4576653" y="1678995"/>
                <a:ext cx="1157128"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10396"/>
                </a:schemeClr>
              </a:fillRef>
              <a:effectRef idx="0">
                <a:schemeClr val="accent1">
                  <a:alpha val="90000"/>
                  <a:hueOff val="0"/>
                  <a:satOff val="0"/>
                  <a:lumOff val="0"/>
                  <a:alphaOff val="-10396"/>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节能减排</a:t>
                </a:r>
                <a:endParaRPr lang="zh-CN" altLang="en-US" sz="1400" b="1">
                  <a:solidFill>
                    <a:schemeClr val="bg1"/>
                  </a:solidFill>
                  <a:ea typeface="微软雅黑" panose="020B0503020204020204" charset="-122"/>
                  <a:sym typeface="+mn-lt"/>
                </a:endParaRPr>
              </a:p>
            </p:txBody>
          </p:sp>
          <p:sp>
            <p:nvSpPr>
              <p:cNvPr id="19" name="任意多边形 18"/>
              <p:cNvSpPr/>
              <p:nvPr/>
            </p:nvSpPr>
            <p:spPr>
              <a:xfrm>
                <a:off x="5998857" y="1678996"/>
                <a:ext cx="1157128" cy="692867"/>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12135"/>
                </a:schemeClr>
              </a:fillRef>
              <a:effectRef idx="0">
                <a:schemeClr val="accent1">
                  <a:alpha val="90000"/>
                  <a:hueOff val="0"/>
                  <a:satOff val="0"/>
                  <a:lumOff val="0"/>
                  <a:alphaOff val="-12135"/>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广告艺术</a:t>
                </a:r>
                <a:endParaRPr lang="zh-CN" altLang="en-US" sz="1400" b="1">
                  <a:solidFill>
                    <a:schemeClr val="bg1"/>
                  </a:solidFill>
                  <a:ea typeface="微软雅黑" panose="020B0503020204020204" charset="-122"/>
                  <a:sym typeface="+mn-lt"/>
                </a:endParaRPr>
              </a:p>
            </p:txBody>
          </p:sp>
          <p:sp>
            <p:nvSpPr>
              <p:cNvPr id="20" name="任意多边形 19"/>
              <p:cNvSpPr/>
              <p:nvPr/>
            </p:nvSpPr>
            <p:spPr>
              <a:xfrm>
                <a:off x="1730657" y="2664064"/>
                <a:ext cx="1157129" cy="695881"/>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13874"/>
                </a:schemeClr>
              </a:fillRef>
              <a:effectRef idx="0">
                <a:schemeClr val="accent1">
                  <a:alpha val="90000"/>
                  <a:hueOff val="0"/>
                  <a:satOff val="0"/>
                  <a:lumOff val="0"/>
                  <a:alphaOff val="-13874"/>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物流设计</a:t>
                </a:r>
                <a:endParaRPr lang="zh-CN" altLang="en-US" sz="1400" b="1" dirty="0">
                  <a:solidFill>
                    <a:schemeClr val="bg1"/>
                  </a:solidFill>
                  <a:ea typeface="微软雅黑" panose="020B0503020204020204" charset="-122"/>
                  <a:sym typeface="+mn-lt"/>
                </a:endParaRPr>
              </a:p>
            </p:txBody>
          </p:sp>
          <p:sp>
            <p:nvSpPr>
              <p:cNvPr id="21" name="任意多边形 20"/>
              <p:cNvSpPr/>
              <p:nvPr/>
            </p:nvSpPr>
            <p:spPr>
              <a:xfrm>
                <a:off x="3152861" y="2636959"/>
                <a:ext cx="1157129" cy="695881"/>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15613"/>
                </a:schemeClr>
              </a:fillRef>
              <a:effectRef idx="0">
                <a:schemeClr val="accent1">
                  <a:alpha val="90000"/>
                  <a:hueOff val="0"/>
                  <a:satOff val="0"/>
                  <a:lumOff val="0"/>
                  <a:alphaOff val="-15613"/>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英语</a:t>
                </a:r>
                <a:endParaRPr lang="zh-CN" altLang="en-US" sz="1400" b="1">
                  <a:solidFill>
                    <a:schemeClr val="bg1"/>
                  </a:solidFill>
                  <a:ea typeface="微软雅黑" panose="020B0503020204020204" charset="-122"/>
                  <a:sym typeface="+mn-lt"/>
                </a:endParaRPr>
              </a:p>
            </p:txBody>
          </p:sp>
          <p:sp>
            <p:nvSpPr>
              <p:cNvPr id="22" name="任意多边形 21"/>
              <p:cNvSpPr/>
              <p:nvPr/>
            </p:nvSpPr>
            <p:spPr>
              <a:xfrm>
                <a:off x="4576653" y="2636959"/>
                <a:ext cx="1157128" cy="695881"/>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17352"/>
                </a:schemeClr>
              </a:fillRef>
              <a:effectRef idx="0">
                <a:schemeClr val="accent1">
                  <a:alpha val="90000"/>
                  <a:hueOff val="0"/>
                  <a:satOff val="0"/>
                  <a:lumOff val="0"/>
                  <a:alphaOff val="-17352"/>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力学</a:t>
                </a:r>
                <a:endParaRPr lang="zh-CN" altLang="en-US" sz="1400" b="1">
                  <a:solidFill>
                    <a:schemeClr val="bg1"/>
                  </a:solidFill>
                  <a:ea typeface="微软雅黑" panose="020B0503020204020204" charset="-122"/>
                  <a:sym typeface="+mn-lt"/>
                </a:endParaRPr>
              </a:p>
            </p:txBody>
          </p:sp>
          <p:sp>
            <p:nvSpPr>
              <p:cNvPr id="23" name="任意多边形 22"/>
              <p:cNvSpPr/>
              <p:nvPr/>
            </p:nvSpPr>
            <p:spPr>
              <a:xfrm>
                <a:off x="5998857" y="2636960"/>
                <a:ext cx="1157128" cy="695880"/>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19091"/>
                </a:schemeClr>
              </a:fillRef>
              <a:effectRef idx="0">
                <a:schemeClr val="accent1">
                  <a:alpha val="90000"/>
                  <a:hueOff val="0"/>
                  <a:satOff val="0"/>
                  <a:lumOff val="0"/>
                  <a:alphaOff val="-19091"/>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机器人</a:t>
                </a:r>
                <a:endParaRPr lang="zh-CN" altLang="en-US" sz="1400" b="1">
                  <a:solidFill>
                    <a:schemeClr val="bg1"/>
                  </a:solidFill>
                  <a:ea typeface="微软雅黑" panose="020B0503020204020204" charset="-122"/>
                  <a:sym typeface="+mn-lt"/>
                </a:endParaRPr>
              </a:p>
            </p:txBody>
          </p:sp>
          <p:sp>
            <p:nvSpPr>
              <p:cNvPr id="24" name="任意多边形 23"/>
              <p:cNvSpPr/>
              <p:nvPr/>
            </p:nvSpPr>
            <p:spPr>
              <a:xfrm>
                <a:off x="1730657" y="3625042"/>
                <a:ext cx="1157129" cy="69587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20831"/>
                </a:schemeClr>
              </a:fillRef>
              <a:effectRef idx="0">
                <a:schemeClr val="accent1">
                  <a:alpha val="90000"/>
                  <a:hueOff val="0"/>
                  <a:satOff val="0"/>
                  <a:lumOff val="0"/>
                  <a:alphaOff val="-20831"/>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气象知识</a:t>
                </a:r>
                <a:endParaRPr lang="zh-CN" altLang="en-US" sz="1400" b="1" dirty="0">
                  <a:solidFill>
                    <a:schemeClr val="bg1"/>
                  </a:solidFill>
                  <a:ea typeface="微软雅黑" panose="020B0503020204020204" charset="-122"/>
                  <a:sym typeface="+mn-lt"/>
                </a:endParaRPr>
              </a:p>
            </p:txBody>
          </p:sp>
          <p:sp>
            <p:nvSpPr>
              <p:cNvPr id="25" name="任意多边形 24"/>
              <p:cNvSpPr/>
              <p:nvPr/>
            </p:nvSpPr>
            <p:spPr>
              <a:xfrm>
                <a:off x="3152861" y="3597937"/>
                <a:ext cx="1157129" cy="69587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22570"/>
                </a:schemeClr>
              </a:fillRef>
              <a:effectRef idx="0">
                <a:schemeClr val="accent1">
                  <a:alpha val="90000"/>
                  <a:hueOff val="0"/>
                  <a:satOff val="0"/>
                  <a:lumOff val="0"/>
                  <a:alphaOff val="-22570"/>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高等数学</a:t>
                </a:r>
                <a:endParaRPr lang="zh-CN" altLang="en-US" sz="1400" b="1">
                  <a:solidFill>
                    <a:schemeClr val="bg1"/>
                  </a:solidFill>
                  <a:ea typeface="微软雅黑" panose="020B0503020204020204" charset="-122"/>
                  <a:sym typeface="+mn-lt"/>
                </a:endParaRPr>
              </a:p>
            </p:txBody>
          </p:sp>
          <p:sp>
            <p:nvSpPr>
              <p:cNvPr id="26" name="任意多边形 25"/>
              <p:cNvSpPr/>
              <p:nvPr/>
            </p:nvSpPr>
            <p:spPr>
              <a:xfrm>
                <a:off x="4576653" y="3597937"/>
                <a:ext cx="1157128" cy="69587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24309"/>
                </a:schemeClr>
              </a:fillRef>
              <a:effectRef idx="0">
                <a:schemeClr val="accent1">
                  <a:alpha val="90000"/>
                  <a:hueOff val="0"/>
                  <a:satOff val="0"/>
                  <a:lumOff val="0"/>
                  <a:alphaOff val="-24309"/>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计算机设计</a:t>
                </a:r>
                <a:endParaRPr lang="zh-CN" altLang="en-US" sz="1400" b="1">
                  <a:solidFill>
                    <a:schemeClr val="bg1"/>
                  </a:solidFill>
                  <a:ea typeface="微软雅黑" panose="020B0503020204020204" charset="-122"/>
                  <a:sym typeface="+mn-lt"/>
                </a:endParaRPr>
              </a:p>
            </p:txBody>
          </p:sp>
          <p:sp>
            <p:nvSpPr>
              <p:cNvPr id="27" name="任意多边形 26"/>
              <p:cNvSpPr/>
              <p:nvPr/>
            </p:nvSpPr>
            <p:spPr>
              <a:xfrm>
                <a:off x="5998857" y="3597937"/>
                <a:ext cx="1157128" cy="69587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26048"/>
                </a:schemeClr>
              </a:fillRef>
              <a:effectRef idx="0">
                <a:schemeClr val="accent1">
                  <a:alpha val="90000"/>
                  <a:hueOff val="0"/>
                  <a:satOff val="0"/>
                  <a:lumOff val="0"/>
                  <a:alphaOff val="-26048"/>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地理信息系统</a:t>
                </a:r>
                <a:endParaRPr lang="zh-CN" altLang="en-US" sz="1400" b="1">
                  <a:solidFill>
                    <a:schemeClr val="bg1"/>
                  </a:solidFill>
                  <a:ea typeface="微软雅黑" panose="020B0503020204020204" charset="-122"/>
                  <a:sym typeface="+mn-lt"/>
                </a:endParaRPr>
              </a:p>
            </p:txBody>
          </p:sp>
          <p:sp>
            <p:nvSpPr>
              <p:cNvPr id="28" name="任意多边形 27"/>
              <p:cNvSpPr/>
              <p:nvPr/>
            </p:nvSpPr>
            <p:spPr>
              <a:xfrm>
                <a:off x="1730657" y="4558911"/>
                <a:ext cx="1157129"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27787"/>
                </a:schemeClr>
              </a:fillRef>
              <a:effectRef idx="0">
                <a:schemeClr val="accent1">
                  <a:alpha val="90000"/>
                  <a:hueOff val="0"/>
                  <a:satOff val="0"/>
                  <a:lumOff val="0"/>
                  <a:alphaOff val="-27787"/>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单片机</a:t>
                </a:r>
                <a:endParaRPr lang="zh-CN" altLang="en-US" sz="1400" b="1">
                  <a:solidFill>
                    <a:schemeClr val="bg1"/>
                  </a:solidFill>
                  <a:ea typeface="微软雅黑" panose="020B0503020204020204" charset="-122"/>
                  <a:sym typeface="+mn-lt"/>
                </a:endParaRPr>
              </a:p>
            </p:txBody>
          </p:sp>
          <p:sp>
            <p:nvSpPr>
              <p:cNvPr id="29" name="任意多边形 28"/>
              <p:cNvSpPr/>
              <p:nvPr/>
            </p:nvSpPr>
            <p:spPr>
              <a:xfrm>
                <a:off x="3152861" y="4558911"/>
                <a:ext cx="1157129"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29526"/>
                </a:schemeClr>
              </a:fillRef>
              <a:effectRef idx="0">
                <a:schemeClr val="accent1">
                  <a:alpha val="90000"/>
                  <a:hueOff val="0"/>
                  <a:satOff val="0"/>
                  <a:lumOff val="0"/>
                  <a:alphaOff val="-29526"/>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软件设计</a:t>
                </a:r>
                <a:endParaRPr lang="zh-CN" altLang="en-US" sz="1400" b="1">
                  <a:solidFill>
                    <a:schemeClr val="bg1"/>
                  </a:solidFill>
                  <a:ea typeface="微软雅黑" panose="020B0503020204020204" charset="-122"/>
                  <a:sym typeface="+mn-lt"/>
                </a:endParaRPr>
              </a:p>
            </p:txBody>
          </p:sp>
          <p:sp>
            <p:nvSpPr>
              <p:cNvPr id="30" name="任意多边形 29"/>
              <p:cNvSpPr/>
              <p:nvPr/>
            </p:nvSpPr>
            <p:spPr>
              <a:xfrm>
                <a:off x="4576653" y="4558911"/>
                <a:ext cx="1157128"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31265"/>
                </a:schemeClr>
              </a:fillRef>
              <a:effectRef idx="0">
                <a:schemeClr val="accent1">
                  <a:alpha val="90000"/>
                  <a:hueOff val="0"/>
                  <a:satOff val="0"/>
                  <a:lumOff val="0"/>
                  <a:alphaOff val="-31265"/>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物联网</a:t>
                </a:r>
                <a:endParaRPr lang="zh-CN" altLang="en-US" sz="1400" b="1">
                  <a:solidFill>
                    <a:schemeClr val="bg1"/>
                  </a:solidFill>
                  <a:ea typeface="微软雅黑" panose="020B0503020204020204" charset="-122"/>
                  <a:sym typeface="+mn-lt"/>
                </a:endParaRPr>
              </a:p>
            </p:txBody>
          </p:sp>
          <p:sp>
            <p:nvSpPr>
              <p:cNvPr id="31" name="任意多边形 30"/>
              <p:cNvSpPr/>
              <p:nvPr/>
            </p:nvSpPr>
            <p:spPr>
              <a:xfrm>
                <a:off x="5998857" y="4558913"/>
                <a:ext cx="1157128" cy="692867"/>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33004"/>
                </a:schemeClr>
              </a:fillRef>
              <a:effectRef idx="0">
                <a:schemeClr val="accent1">
                  <a:alpha val="90000"/>
                  <a:hueOff val="0"/>
                  <a:satOff val="0"/>
                  <a:lumOff val="0"/>
                  <a:alphaOff val="-33004"/>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英语演讲</a:t>
                </a:r>
                <a:endParaRPr lang="zh-CN" altLang="en-US" sz="1400" b="1">
                  <a:solidFill>
                    <a:schemeClr val="bg1"/>
                  </a:solidFill>
                  <a:ea typeface="微软雅黑" panose="020B0503020204020204" charset="-122"/>
                  <a:sym typeface="+mn-lt"/>
                </a:endParaRPr>
              </a:p>
            </p:txBody>
          </p:sp>
          <p:sp>
            <p:nvSpPr>
              <p:cNvPr id="32" name="任意多边形 31"/>
              <p:cNvSpPr/>
              <p:nvPr/>
            </p:nvSpPr>
            <p:spPr>
              <a:xfrm>
                <a:off x="1730657" y="5519887"/>
                <a:ext cx="1157129"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34744"/>
                </a:schemeClr>
              </a:fillRef>
              <a:effectRef idx="0">
                <a:schemeClr val="accent1">
                  <a:alpha val="90000"/>
                  <a:hueOff val="0"/>
                  <a:satOff val="0"/>
                  <a:lumOff val="0"/>
                  <a:alphaOff val="-34744"/>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财会技能</a:t>
                </a:r>
                <a:endParaRPr lang="zh-CN" altLang="en-US" sz="1400" b="1">
                  <a:solidFill>
                    <a:schemeClr val="bg1"/>
                  </a:solidFill>
                  <a:ea typeface="微软雅黑" panose="020B0503020204020204" charset="-122"/>
                  <a:sym typeface="+mn-lt"/>
                </a:endParaRPr>
              </a:p>
            </p:txBody>
          </p:sp>
          <p:sp>
            <p:nvSpPr>
              <p:cNvPr id="33" name="任意多边形 32"/>
              <p:cNvSpPr/>
              <p:nvPr/>
            </p:nvSpPr>
            <p:spPr>
              <a:xfrm>
                <a:off x="3152861" y="5519887"/>
                <a:ext cx="1157129"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36483"/>
                </a:schemeClr>
              </a:fillRef>
              <a:effectRef idx="0">
                <a:schemeClr val="accent1">
                  <a:alpha val="90000"/>
                  <a:hueOff val="0"/>
                  <a:satOff val="0"/>
                  <a:lumOff val="0"/>
                  <a:alphaOff val="-36483"/>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a:solidFill>
                      <a:schemeClr val="bg1"/>
                    </a:solidFill>
                    <a:ea typeface="微软雅黑" panose="020B0503020204020204" charset="-122"/>
                    <a:sym typeface="+mn-lt"/>
                  </a:rPr>
                  <a:t>水利设计</a:t>
                </a:r>
                <a:endParaRPr lang="zh-CN" altLang="en-US" sz="1400" b="1">
                  <a:solidFill>
                    <a:schemeClr val="bg1"/>
                  </a:solidFill>
                  <a:ea typeface="微软雅黑" panose="020B0503020204020204" charset="-122"/>
                  <a:sym typeface="+mn-lt"/>
                </a:endParaRPr>
              </a:p>
            </p:txBody>
          </p:sp>
          <p:sp>
            <p:nvSpPr>
              <p:cNvPr id="34" name="任意多边形 33"/>
              <p:cNvSpPr/>
              <p:nvPr/>
            </p:nvSpPr>
            <p:spPr>
              <a:xfrm>
                <a:off x="4576653" y="5519889"/>
                <a:ext cx="1157128" cy="692868"/>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38222"/>
                </a:schemeClr>
              </a:fillRef>
              <a:effectRef idx="0">
                <a:schemeClr val="accent1">
                  <a:alpha val="90000"/>
                  <a:hueOff val="0"/>
                  <a:satOff val="0"/>
                  <a:lumOff val="0"/>
                  <a:alphaOff val="-38222"/>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虚拟仪器</a:t>
                </a:r>
                <a:endParaRPr lang="zh-CN" altLang="en-US" sz="1400" b="1" dirty="0">
                  <a:solidFill>
                    <a:schemeClr val="bg1"/>
                  </a:solidFill>
                  <a:ea typeface="微软雅黑" panose="020B0503020204020204" charset="-122"/>
                  <a:sym typeface="+mn-lt"/>
                </a:endParaRPr>
              </a:p>
            </p:txBody>
          </p:sp>
          <p:sp>
            <p:nvSpPr>
              <p:cNvPr id="35" name="任意多边形 34"/>
              <p:cNvSpPr/>
              <p:nvPr/>
            </p:nvSpPr>
            <p:spPr>
              <a:xfrm>
                <a:off x="5998857" y="5519887"/>
                <a:ext cx="1157128" cy="692867"/>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rgbClr val="0070C0"/>
              </a:solidFill>
            </p:spPr>
            <p:style>
              <a:lnRef idx="2">
                <a:schemeClr val="lt1">
                  <a:hueOff val="0"/>
                  <a:satOff val="0"/>
                  <a:lumOff val="0"/>
                  <a:alphaOff val="0"/>
                </a:schemeClr>
              </a:lnRef>
              <a:fillRef idx="1">
                <a:schemeClr val="accent1">
                  <a:alpha val="90000"/>
                  <a:hueOff val="0"/>
                  <a:satOff val="0"/>
                  <a:lumOff val="0"/>
                  <a:alphaOff val="-39961"/>
                </a:schemeClr>
              </a:fillRef>
              <a:effectRef idx="0">
                <a:schemeClr val="accent1">
                  <a:alpha val="90000"/>
                  <a:hueOff val="0"/>
                  <a:satOff val="0"/>
                  <a:lumOff val="0"/>
                  <a:alphaOff val="-39961"/>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zh-CN" altLang="en-US" sz="1400" b="1" dirty="0">
                    <a:solidFill>
                      <a:schemeClr val="bg1"/>
                    </a:solidFill>
                    <a:ea typeface="微软雅黑" panose="020B0503020204020204" charset="-122"/>
                    <a:sym typeface="+mn-lt"/>
                  </a:rPr>
                  <a:t>测绘技能</a:t>
                </a:r>
                <a:endParaRPr lang="zh-CN" altLang="en-US" sz="1400" b="1" dirty="0">
                  <a:solidFill>
                    <a:schemeClr val="bg1"/>
                  </a:solidFill>
                  <a:ea typeface="微软雅黑" panose="020B0503020204020204" charset="-122"/>
                  <a:sym typeface="+mn-lt"/>
                </a:endParaRPr>
              </a:p>
            </p:txBody>
          </p:sp>
        </p:grpSp>
        <p:sp>
          <p:nvSpPr>
            <p:cNvPr id="9" name="任意多边形 8"/>
            <p:cNvSpPr/>
            <p:nvPr/>
          </p:nvSpPr>
          <p:spPr>
            <a:xfrm>
              <a:off x="6732588" y="766194"/>
              <a:ext cx="4297362" cy="551873"/>
            </a:xfrm>
            <a:custGeom>
              <a:avLst/>
              <a:gdLst>
                <a:gd name="connsiteX0" fmla="*/ 0 w 1156786"/>
                <a:gd name="connsiteY0" fmla="*/ 0 h 694071"/>
                <a:gd name="connsiteX1" fmla="*/ 1156786 w 1156786"/>
                <a:gd name="connsiteY1" fmla="*/ 0 h 694071"/>
                <a:gd name="connsiteX2" fmla="*/ 1156786 w 1156786"/>
                <a:gd name="connsiteY2" fmla="*/ 694071 h 694071"/>
                <a:gd name="connsiteX3" fmla="*/ 0 w 1156786"/>
                <a:gd name="connsiteY3" fmla="*/ 694071 h 694071"/>
                <a:gd name="connsiteX4" fmla="*/ 0 w 1156786"/>
                <a:gd name="connsiteY4" fmla="*/ 0 h 6940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6786" h="694071">
                  <a:moveTo>
                    <a:pt x="0" y="0"/>
                  </a:moveTo>
                  <a:lnTo>
                    <a:pt x="1156786" y="0"/>
                  </a:lnTo>
                  <a:lnTo>
                    <a:pt x="1156786" y="694071"/>
                  </a:lnTo>
                  <a:lnTo>
                    <a:pt x="0" y="694071"/>
                  </a:lnTo>
                  <a:lnTo>
                    <a:pt x="0" y="0"/>
                  </a:lnTo>
                  <a:close/>
                </a:path>
              </a:pathLst>
            </a:custGeom>
            <a:solidFill>
              <a:schemeClr val="bg1">
                <a:alpha val="90000"/>
              </a:schemeClr>
            </a:solidFill>
          </p:spPr>
          <p:style>
            <a:lnRef idx="2">
              <a:schemeClr val="lt1">
                <a:hueOff val="0"/>
                <a:satOff val="0"/>
                <a:lumOff val="0"/>
                <a:alphaOff val="0"/>
              </a:schemeClr>
            </a:lnRef>
            <a:fillRef idx="1">
              <a:schemeClr val="accent1">
                <a:alpha val="90000"/>
                <a:hueOff val="0"/>
                <a:satOff val="0"/>
                <a:lumOff val="0"/>
                <a:alphaOff val="0"/>
              </a:schemeClr>
            </a:fillRef>
            <a:effectRef idx="0">
              <a:schemeClr val="accent1">
                <a:alpha val="90000"/>
                <a:hueOff val="0"/>
                <a:satOff val="0"/>
                <a:lumOff val="0"/>
                <a:alphaOff val="0"/>
              </a:schemeClr>
            </a:effectRef>
            <a:fontRef idx="minor">
              <a:schemeClr val="lt1"/>
            </a:fontRef>
          </p:style>
          <p:txBody>
            <a:bodyPr lIns="85344" tIns="85344" rIns="85344" bIns="85344" spcCol="1270" anchor="ctr"/>
            <a:lstStyle/>
            <a:p>
              <a:pPr algn="ctr" defTabSz="533400" eaLnBrk="1" fontAlgn="auto" hangingPunct="1">
                <a:lnSpc>
                  <a:spcPct val="90000"/>
                </a:lnSpc>
                <a:spcAft>
                  <a:spcPct val="35000"/>
                </a:spcAft>
                <a:defRPr/>
              </a:pPr>
              <a:r>
                <a:rPr lang="en-US" altLang="zh-CN" sz="2800" b="1" dirty="0">
                  <a:solidFill>
                    <a:srgbClr val="002060"/>
                  </a:solidFill>
                  <a:ea typeface="微软雅黑" panose="020B0503020204020204" charset="-122"/>
                  <a:sym typeface="+mn-lt"/>
                </a:rPr>
                <a:t>24</a:t>
              </a:r>
              <a:r>
                <a:rPr lang="zh-CN" altLang="en-US" sz="2800" b="1" dirty="0">
                  <a:solidFill>
                    <a:srgbClr val="002060"/>
                  </a:solidFill>
                  <a:ea typeface="微软雅黑" panose="020B0503020204020204" charset="-122"/>
                  <a:sym typeface="+mn-lt"/>
                </a:rPr>
                <a:t>个学科竞赛实验班</a:t>
              </a:r>
              <a:endParaRPr lang="zh-CN" altLang="en-US" sz="2800" b="1" dirty="0">
                <a:solidFill>
                  <a:srgbClr val="002060"/>
                </a:solidFill>
                <a:ea typeface="微软雅黑" panose="020B0503020204020204" charset="-122"/>
                <a:sym typeface="+mn-lt"/>
              </a:endParaRPr>
            </a:p>
          </p:txBody>
        </p:sp>
        <p:sp>
          <p:nvSpPr>
            <p:cNvPr id="10" name="任意多边形 9"/>
            <p:cNvSpPr/>
            <p:nvPr/>
          </p:nvSpPr>
          <p:spPr>
            <a:xfrm>
              <a:off x="6162674" y="4557576"/>
              <a:ext cx="5426075" cy="396875"/>
            </a:xfrm>
            <a:custGeom>
              <a:avLst/>
              <a:gdLst>
                <a:gd name="connsiteX0" fmla="*/ 0 w 5425326"/>
                <a:gd name="connsiteY0" fmla="*/ 0 h 396959"/>
                <a:gd name="connsiteX1" fmla="*/ 5425326 w 5425326"/>
                <a:gd name="connsiteY1" fmla="*/ 0 h 396959"/>
                <a:gd name="connsiteX2" fmla="*/ 5425326 w 5425326"/>
                <a:gd name="connsiteY2" fmla="*/ 396959 h 396959"/>
                <a:gd name="connsiteX3" fmla="*/ 0 w 5425326"/>
                <a:gd name="connsiteY3" fmla="*/ 396959 h 396959"/>
                <a:gd name="connsiteX4" fmla="*/ 0 w 5425326"/>
                <a:gd name="connsiteY4" fmla="*/ 0 h 39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5326" h="396959">
                  <a:moveTo>
                    <a:pt x="0" y="0"/>
                  </a:moveTo>
                  <a:lnTo>
                    <a:pt x="5425326" y="0"/>
                  </a:lnTo>
                  <a:lnTo>
                    <a:pt x="5425326" y="396959"/>
                  </a:lnTo>
                  <a:lnTo>
                    <a:pt x="0" y="396959"/>
                  </a:lnTo>
                  <a:lnTo>
                    <a:pt x="0" y="0"/>
                  </a:lnTo>
                  <a:close/>
                </a:path>
              </a:pathLst>
            </a:custGeom>
            <a:solidFill>
              <a:srgbClr val="FFC000"/>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lIns="53340" tIns="53340" rIns="53340" bIns="53340" spcCol="1270" anchor="ctr"/>
            <a:lstStyle/>
            <a:p>
              <a:pPr algn="ctr" defTabSz="622300" eaLnBrk="1" fontAlgn="auto" hangingPunct="1">
                <a:lnSpc>
                  <a:spcPct val="90000"/>
                </a:lnSpc>
                <a:spcAft>
                  <a:spcPct val="35000"/>
                </a:spcAft>
                <a:defRPr/>
              </a:pPr>
              <a:r>
                <a:rPr lang="zh-CN" altLang="en-US" b="1" dirty="0">
                  <a:solidFill>
                    <a:srgbClr val="002060"/>
                  </a:solidFill>
                  <a:ea typeface="微软雅黑" panose="020B0503020204020204" charset="-122"/>
                  <a:sym typeface="+mn-lt"/>
                </a:rPr>
                <a:t>入选首批国家级深化创新创业教育改革示范高校</a:t>
              </a:r>
              <a:endParaRPr lang="zh-CN" altLang="en-US" b="1" dirty="0">
                <a:solidFill>
                  <a:srgbClr val="002060"/>
                </a:solidFill>
                <a:ea typeface="微软雅黑" panose="020B0503020204020204" charset="-122"/>
                <a:sym typeface="+mn-lt"/>
              </a:endParaRPr>
            </a:p>
          </p:txBody>
        </p:sp>
        <p:sp>
          <p:nvSpPr>
            <p:cNvPr id="11" name="任意多边形 10"/>
            <p:cNvSpPr/>
            <p:nvPr/>
          </p:nvSpPr>
          <p:spPr>
            <a:xfrm>
              <a:off x="6162672" y="5079866"/>
              <a:ext cx="5426076" cy="362887"/>
            </a:xfrm>
            <a:custGeom>
              <a:avLst/>
              <a:gdLst>
                <a:gd name="connsiteX0" fmla="*/ 0 w 5425326"/>
                <a:gd name="connsiteY0" fmla="*/ 0 h 396959"/>
                <a:gd name="connsiteX1" fmla="*/ 5425326 w 5425326"/>
                <a:gd name="connsiteY1" fmla="*/ 0 h 396959"/>
                <a:gd name="connsiteX2" fmla="*/ 5425326 w 5425326"/>
                <a:gd name="connsiteY2" fmla="*/ 396959 h 396959"/>
                <a:gd name="connsiteX3" fmla="*/ 0 w 5425326"/>
                <a:gd name="connsiteY3" fmla="*/ 396959 h 396959"/>
                <a:gd name="connsiteX4" fmla="*/ 0 w 5425326"/>
                <a:gd name="connsiteY4" fmla="*/ 0 h 3969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25326" h="396959">
                  <a:moveTo>
                    <a:pt x="0" y="0"/>
                  </a:moveTo>
                  <a:lnTo>
                    <a:pt x="5425326" y="0"/>
                  </a:lnTo>
                  <a:lnTo>
                    <a:pt x="5425326" y="396959"/>
                  </a:lnTo>
                  <a:lnTo>
                    <a:pt x="0" y="396959"/>
                  </a:lnTo>
                  <a:lnTo>
                    <a:pt x="0" y="0"/>
                  </a:lnTo>
                  <a:close/>
                </a:path>
              </a:pathLst>
            </a:custGeom>
            <a:solidFill>
              <a:srgbClr val="FFC000"/>
            </a:solidFill>
          </p:spPr>
          <p:style>
            <a:lnRef idx="2">
              <a:schemeClr val="lt1">
                <a:hueOff val="0"/>
                <a:satOff val="0"/>
                <a:lumOff val="0"/>
                <a:alphaOff val="0"/>
              </a:schemeClr>
            </a:lnRef>
            <a:fillRef idx="1">
              <a:scrgbClr r="0" g="0" b="0"/>
            </a:fillRef>
            <a:effectRef idx="0">
              <a:schemeClr val="accent2">
                <a:hueOff val="-727682"/>
                <a:satOff val="-41925"/>
                <a:lumOff val="4314"/>
                <a:alphaOff val="0"/>
              </a:schemeClr>
            </a:effectRef>
            <a:fontRef idx="minor">
              <a:schemeClr val="lt1"/>
            </a:fontRef>
          </p:style>
          <p:txBody>
            <a:bodyPr lIns="53340" tIns="53340" rIns="53340" bIns="53340" spcCol="1270" anchor="ctr"/>
            <a:lstStyle/>
            <a:p>
              <a:pPr algn="ctr" defTabSz="622300" eaLnBrk="1" fontAlgn="auto" hangingPunct="1">
                <a:lnSpc>
                  <a:spcPct val="90000"/>
                </a:lnSpc>
                <a:spcAft>
                  <a:spcPct val="35000"/>
                </a:spcAft>
                <a:defRPr/>
              </a:pPr>
              <a:r>
                <a:rPr lang="zh-CN" altLang="en-US" sz="1600" b="1" dirty="0">
                  <a:solidFill>
                    <a:srgbClr val="002060"/>
                  </a:solidFill>
                  <a:ea typeface="微软雅黑" panose="020B0503020204020204" charset="-122"/>
                  <a:sym typeface="+mn-lt"/>
                </a:rPr>
                <a:t>一专业一品牌         一学院一精品</a:t>
              </a:r>
              <a:endParaRPr lang="zh-CN" altLang="en-US" sz="1600" b="1" dirty="0">
                <a:solidFill>
                  <a:srgbClr val="002060"/>
                </a:solidFill>
                <a:ea typeface="微软雅黑" panose="020B0503020204020204" charset="-122"/>
                <a:sym typeface="+mn-lt"/>
              </a:endParaRPr>
            </a:p>
          </p:txBody>
        </p:sp>
      </p:grpSp>
      <p:sp>
        <p:nvSpPr>
          <p:cNvPr id="44" name="圆角矩形 43"/>
          <p:cNvSpPr/>
          <p:nvPr/>
        </p:nvSpPr>
        <p:spPr bwMode="auto">
          <a:xfrm>
            <a:off x="3975670" y="558417"/>
            <a:ext cx="4260728" cy="768328"/>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45" name="文本框 44"/>
          <p:cNvSpPr txBox="1"/>
          <p:nvPr/>
        </p:nvSpPr>
        <p:spPr>
          <a:xfrm>
            <a:off x="3403297" y="649404"/>
            <a:ext cx="5405474" cy="584775"/>
          </a:xfrm>
          <a:prstGeom prst="rect">
            <a:avLst/>
          </a:prstGeom>
          <a:noFill/>
        </p:spPr>
        <p:txBody>
          <a:bodyPr vert="horz" wrap="square" rtlCol="0">
            <a:spAutoFit/>
          </a:bodyPr>
          <a:lstStyle/>
          <a:p>
            <a:pPr algn="ctr"/>
            <a:r>
              <a:rPr lang="zh-CN" altLang="en-US" sz="3200" b="1" dirty="0">
                <a:solidFill>
                  <a:srgbClr val="002060"/>
                </a:solidFill>
                <a:ea typeface="微软雅黑" panose="020B0503020204020204" charset="-122"/>
                <a:sym typeface="+mn-lt"/>
              </a:rPr>
              <a:t>藕舫学院</a:t>
            </a:r>
            <a:endParaRPr lang="zh-CN" altLang="en-US" sz="3200" b="1" dirty="0">
              <a:solidFill>
                <a:srgbClr val="002060"/>
              </a:solidFill>
              <a:ea typeface="微软雅黑" panose="020B0503020204020204" charset="-122"/>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231017" y="643547"/>
            <a:ext cx="7142480" cy="768350"/>
            <a:chOff x="2520508" y="631828"/>
            <a:chExt cx="7142480" cy="768350"/>
          </a:xfrm>
        </p:grpSpPr>
        <p:sp>
          <p:nvSpPr>
            <p:cNvPr id="2" name="圆角矩形 1"/>
            <p:cNvSpPr/>
            <p:nvPr/>
          </p:nvSpPr>
          <p:spPr bwMode="auto">
            <a:xfrm>
              <a:off x="2520508" y="631828"/>
              <a:ext cx="7142480"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3" name="文本框 2"/>
            <p:cNvSpPr txBox="1"/>
            <p:nvPr/>
          </p:nvSpPr>
          <p:spPr>
            <a:xfrm>
              <a:off x="2635443" y="631828"/>
              <a:ext cx="7027545" cy="706755"/>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NO.6</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最激情：创新创业才华展</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grpSp>
      <p:grpSp>
        <p:nvGrpSpPr>
          <p:cNvPr id="7" name="组合 6"/>
          <p:cNvGrpSpPr/>
          <p:nvPr/>
        </p:nvGrpSpPr>
        <p:grpSpPr>
          <a:xfrm>
            <a:off x="4014324" y="1836960"/>
            <a:ext cx="4270449" cy="4106568"/>
            <a:chOff x="4158644" y="1859937"/>
            <a:chExt cx="3874713" cy="3928701"/>
          </a:xfrm>
        </p:grpSpPr>
        <p:sp>
          <p:nvSpPr>
            <p:cNvPr id="8" name="ValueBack1"/>
            <p:cNvSpPr/>
            <p:nvPr/>
          </p:nvSpPr>
          <p:spPr bwMode="auto">
            <a:xfrm>
              <a:off x="7192140" y="1992170"/>
              <a:ext cx="841217" cy="843031"/>
            </a:xfrm>
            <a:prstGeom prst="ellipse">
              <a:avLst/>
            </a:prstGeom>
            <a:gradFill flip="none" rotWithShape="1">
              <a:gsLst>
                <a:gs pos="0">
                  <a:srgbClr val="2761AE"/>
                </a:gs>
                <a:gs pos="100000">
                  <a:srgbClr val="6C9DDF">
                    <a:lumMod val="95000"/>
                  </a:srgbClr>
                </a:gs>
              </a:gsLst>
              <a:lin ang="13500000" scaled="1"/>
              <a:tileRect/>
            </a:gradFill>
            <a:ln>
              <a:noFill/>
            </a:ln>
          </p:spPr>
          <p:txBody>
            <a:bodyPr vert="horz" wrap="square" lIns="91440" tIns="45720" rIns="91440" bIns="45720" numCol="1" anchor="t" anchorCtr="0" compatLnSpc="1">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9" name="ValueBack2"/>
            <p:cNvSpPr/>
            <p:nvPr/>
          </p:nvSpPr>
          <p:spPr bwMode="auto">
            <a:xfrm>
              <a:off x="4158644" y="2939864"/>
              <a:ext cx="841217" cy="843031"/>
            </a:xfrm>
            <a:prstGeom prst="ellipse">
              <a:avLst/>
            </a:prstGeom>
            <a:gradFill>
              <a:gsLst>
                <a:gs pos="0">
                  <a:srgbClr val="FED700"/>
                </a:gs>
                <a:gs pos="28000">
                  <a:srgbClr val="FECF00"/>
                </a:gs>
                <a:gs pos="100000">
                  <a:srgbClr val="FEBD00"/>
                </a:gs>
              </a:gsLst>
              <a:lin ang="0" scaled="0"/>
            </a:gradFill>
            <a:ln>
              <a:noFill/>
            </a:ln>
          </p:spPr>
          <p:txBody>
            <a:bodyPr vert="horz" wrap="square" lIns="91440" tIns="45720" rIns="91440" bIns="45720" numCol="1" anchor="t" anchorCtr="0" compatLnSpc="1">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10" name="ValueBack3"/>
            <p:cNvSpPr/>
            <p:nvPr/>
          </p:nvSpPr>
          <p:spPr bwMode="auto">
            <a:xfrm>
              <a:off x="7181345" y="3898343"/>
              <a:ext cx="841217" cy="841217"/>
            </a:xfrm>
            <a:prstGeom prst="ellipse">
              <a:avLst/>
            </a:prstGeom>
            <a:gradFill>
              <a:gsLst>
                <a:gs pos="0">
                  <a:srgbClr val="FED700"/>
                </a:gs>
                <a:gs pos="28000">
                  <a:srgbClr val="FECF00"/>
                </a:gs>
                <a:gs pos="100000">
                  <a:srgbClr val="FEBD00"/>
                </a:gs>
              </a:gsLst>
              <a:lin ang="0" scaled="0"/>
            </a:gradFill>
            <a:ln>
              <a:noFill/>
            </a:ln>
          </p:spPr>
          <p:txBody>
            <a:bodyPr vert="horz" wrap="square" lIns="91440" tIns="45720" rIns="91440" bIns="45720" numCol="1" anchor="t" anchorCtr="0" compatLnSpc="1">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11" name="ValueBack4"/>
            <p:cNvSpPr/>
            <p:nvPr/>
          </p:nvSpPr>
          <p:spPr bwMode="auto">
            <a:xfrm>
              <a:off x="4158644" y="4823211"/>
              <a:ext cx="841217" cy="841217"/>
            </a:xfrm>
            <a:prstGeom prst="ellipse">
              <a:avLst/>
            </a:prstGeom>
            <a:gradFill>
              <a:gsLst>
                <a:gs pos="0">
                  <a:srgbClr val="2761AE"/>
                </a:gs>
                <a:gs pos="100000">
                  <a:srgbClr val="6C9DDF">
                    <a:lumMod val="95000"/>
                  </a:srgbClr>
                </a:gs>
              </a:gsLst>
              <a:lin ang="13500000" scaled="1"/>
            </a:gradFill>
            <a:ln>
              <a:noFill/>
            </a:ln>
          </p:spPr>
          <p:txBody>
            <a:bodyPr vert="horz" wrap="square" lIns="91440" tIns="45720" rIns="91440" bIns="45720" numCol="1" anchor="t" anchorCtr="0" compatLnSpc="1">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12" name="IconShape1"/>
            <p:cNvSpPr/>
            <p:nvPr/>
          </p:nvSpPr>
          <p:spPr bwMode="auto">
            <a:xfrm rot="1152490">
              <a:off x="7453718" y="2231091"/>
              <a:ext cx="312006" cy="311540"/>
            </a:xfrm>
            <a:custGeom>
              <a:avLst/>
              <a:gdLst>
                <a:gd name="connsiteX0" fmla="*/ 314908 w 606774"/>
                <a:gd name="connsiteY0" fmla="*/ 144967 h 605874"/>
                <a:gd name="connsiteX1" fmla="*/ 332463 w 606774"/>
                <a:gd name="connsiteY1" fmla="*/ 152733 h 605874"/>
                <a:gd name="connsiteX2" fmla="*/ 371086 w 606774"/>
                <a:gd name="connsiteY2" fmla="*/ 248648 h 605874"/>
                <a:gd name="connsiteX3" fmla="*/ 345943 w 606774"/>
                <a:gd name="connsiteY3" fmla="*/ 273652 h 605874"/>
                <a:gd name="connsiteX4" fmla="*/ 320895 w 606774"/>
                <a:gd name="connsiteY4" fmla="*/ 248648 h 605874"/>
                <a:gd name="connsiteX5" fmla="*/ 296038 w 606774"/>
                <a:gd name="connsiteY5" fmla="*/ 187281 h 605874"/>
                <a:gd name="connsiteX6" fmla="*/ 296994 w 606774"/>
                <a:gd name="connsiteY6" fmla="*/ 151874 h 605874"/>
                <a:gd name="connsiteX7" fmla="*/ 314908 w 606774"/>
                <a:gd name="connsiteY7" fmla="*/ 144967 h 605874"/>
                <a:gd name="connsiteX8" fmla="*/ 226175 w 606774"/>
                <a:gd name="connsiteY8" fmla="*/ 107542 h 605874"/>
                <a:gd name="connsiteX9" fmla="*/ 262324 w 606774"/>
                <a:gd name="connsiteY9" fmla="*/ 111934 h 605874"/>
                <a:gd name="connsiteX10" fmla="*/ 280590 w 606774"/>
                <a:gd name="connsiteY10" fmla="*/ 142386 h 605874"/>
                <a:gd name="connsiteX11" fmla="*/ 256203 w 606774"/>
                <a:gd name="connsiteY11" fmla="*/ 161383 h 605874"/>
                <a:gd name="connsiteX12" fmla="*/ 250083 w 606774"/>
                <a:gd name="connsiteY12" fmla="*/ 160620 h 605874"/>
                <a:gd name="connsiteX13" fmla="*/ 226175 w 606774"/>
                <a:gd name="connsiteY13" fmla="*/ 157660 h 605874"/>
                <a:gd name="connsiteX14" fmla="*/ 201023 w 606774"/>
                <a:gd name="connsiteY14" fmla="*/ 132553 h 605874"/>
                <a:gd name="connsiteX15" fmla="*/ 226175 w 606774"/>
                <a:gd name="connsiteY15" fmla="*/ 107542 h 605874"/>
                <a:gd name="connsiteX16" fmla="*/ 240497 w 606774"/>
                <a:gd name="connsiteY16" fmla="*/ 82367 h 605874"/>
                <a:gd name="connsiteX17" fmla="*/ 128649 w 606774"/>
                <a:gd name="connsiteY17" fmla="*/ 128562 h 605874"/>
                <a:gd name="connsiteX18" fmla="*/ 128649 w 606774"/>
                <a:gd name="connsiteY18" fmla="*/ 351709 h 605874"/>
                <a:gd name="connsiteX19" fmla="*/ 240497 w 606774"/>
                <a:gd name="connsiteY19" fmla="*/ 397999 h 605874"/>
                <a:gd name="connsiteX20" fmla="*/ 352249 w 606774"/>
                <a:gd name="connsiteY20" fmla="*/ 351709 h 605874"/>
                <a:gd name="connsiteX21" fmla="*/ 398518 w 606774"/>
                <a:gd name="connsiteY21" fmla="*/ 240136 h 605874"/>
                <a:gd name="connsiteX22" fmla="*/ 352249 w 606774"/>
                <a:gd name="connsiteY22" fmla="*/ 128562 h 605874"/>
                <a:gd name="connsiteX23" fmla="*/ 240497 w 606774"/>
                <a:gd name="connsiteY23" fmla="*/ 82367 h 605874"/>
                <a:gd name="connsiteX24" fmla="*/ 240497 w 606774"/>
                <a:gd name="connsiteY24" fmla="*/ 0 h 605874"/>
                <a:gd name="connsiteX25" fmla="*/ 410563 w 606774"/>
                <a:gd name="connsiteY25" fmla="*/ 70341 h 605874"/>
                <a:gd name="connsiteX26" fmla="*/ 481018 w 606774"/>
                <a:gd name="connsiteY26" fmla="*/ 240136 h 605874"/>
                <a:gd name="connsiteX27" fmla="*/ 439624 w 606774"/>
                <a:gd name="connsiteY27" fmla="*/ 374806 h 605874"/>
                <a:gd name="connsiteX28" fmla="*/ 593439 w 606774"/>
                <a:gd name="connsiteY28" fmla="*/ 528374 h 605874"/>
                <a:gd name="connsiteX29" fmla="*/ 593439 w 606774"/>
                <a:gd name="connsiteY29" fmla="*/ 592608 h 605874"/>
                <a:gd name="connsiteX30" fmla="*/ 561319 w 606774"/>
                <a:gd name="connsiteY30" fmla="*/ 605874 h 605874"/>
                <a:gd name="connsiteX31" fmla="*/ 529103 w 606774"/>
                <a:gd name="connsiteY31" fmla="*/ 592608 h 605874"/>
                <a:gd name="connsiteX32" fmla="*/ 375384 w 606774"/>
                <a:gd name="connsiteY32" fmla="*/ 439039 h 605874"/>
                <a:gd name="connsiteX33" fmla="*/ 240497 w 606774"/>
                <a:gd name="connsiteY33" fmla="*/ 480271 h 605874"/>
                <a:gd name="connsiteX34" fmla="*/ 70335 w 606774"/>
                <a:gd name="connsiteY34" fmla="*/ 409929 h 605874"/>
                <a:gd name="connsiteX35" fmla="*/ 70335 w 606774"/>
                <a:gd name="connsiteY35" fmla="*/ 70341 h 605874"/>
                <a:gd name="connsiteX36" fmla="*/ 240497 w 606774"/>
                <a:gd name="connsiteY36" fmla="*/ 0 h 605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6774" h="605874">
                  <a:moveTo>
                    <a:pt x="314908" y="144967"/>
                  </a:moveTo>
                  <a:cubicBezTo>
                    <a:pt x="321325" y="145122"/>
                    <a:pt x="327683" y="147723"/>
                    <a:pt x="332463" y="152733"/>
                  </a:cubicBezTo>
                  <a:cubicBezTo>
                    <a:pt x="357319" y="178883"/>
                    <a:pt x="371086" y="212954"/>
                    <a:pt x="371086" y="248648"/>
                  </a:cubicBezTo>
                  <a:cubicBezTo>
                    <a:pt x="371086" y="262486"/>
                    <a:pt x="359805" y="273652"/>
                    <a:pt x="345943" y="273652"/>
                  </a:cubicBezTo>
                  <a:cubicBezTo>
                    <a:pt x="332080" y="273652"/>
                    <a:pt x="320895" y="262486"/>
                    <a:pt x="320895" y="248648"/>
                  </a:cubicBezTo>
                  <a:cubicBezTo>
                    <a:pt x="320895" y="225838"/>
                    <a:pt x="312100" y="204078"/>
                    <a:pt x="296038" y="187281"/>
                  </a:cubicBezTo>
                  <a:cubicBezTo>
                    <a:pt x="286478" y="177260"/>
                    <a:pt x="286956" y="161418"/>
                    <a:pt x="296994" y="151874"/>
                  </a:cubicBezTo>
                  <a:cubicBezTo>
                    <a:pt x="302013" y="147102"/>
                    <a:pt x="308491" y="144812"/>
                    <a:pt x="314908" y="144967"/>
                  </a:cubicBezTo>
                  <a:close/>
                  <a:moveTo>
                    <a:pt x="226175" y="107542"/>
                  </a:moveTo>
                  <a:cubicBezTo>
                    <a:pt x="238416" y="107542"/>
                    <a:pt x="250561" y="108974"/>
                    <a:pt x="262324" y="111934"/>
                  </a:cubicBezTo>
                  <a:cubicBezTo>
                    <a:pt x="275808" y="115275"/>
                    <a:pt x="283937" y="128926"/>
                    <a:pt x="280590" y="142386"/>
                  </a:cubicBezTo>
                  <a:cubicBezTo>
                    <a:pt x="277721" y="153746"/>
                    <a:pt x="267488" y="161383"/>
                    <a:pt x="256203" y="161383"/>
                  </a:cubicBezTo>
                  <a:cubicBezTo>
                    <a:pt x="254195" y="161383"/>
                    <a:pt x="252187" y="161097"/>
                    <a:pt x="250083" y="160620"/>
                  </a:cubicBezTo>
                  <a:cubicBezTo>
                    <a:pt x="242337" y="158615"/>
                    <a:pt x="234303" y="157660"/>
                    <a:pt x="226175" y="157660"/>
                  </a:cubicBezTo>
                  <a:cubicBezTo>
                    <a:pt x="212308" y="157660"/>
                    <a:pt x="201023" y="146396"/>
                    <a:pt x="201023" y="132553"/>
                  </a:cubicBezTo>
                  <a:cubicBezTo>
                    <a:pt x="201023" y="118711"/>
                    <a:pt x="212308" y="107542"/>
                    <a:pt x="226175" y="107542"/>
                  </a:cubicBezTo>
                  <a:close/>
                  <a:moveTo>
                    <a:pt x="240497" y="82367"/>
                  </a:moveTo>
                  <a:cubicBezTo>
                    <a:pt x="198243" y="82367"/>
                    <a:pt x="158571" y="98784"/>
                    <a:pt x="128649" y="128562"/>
                  </a:cubicBezTo>
                  <a:cubicBezTo>
                    <a:pt x="67085" y="190123"/>
                    <a:pt x="67085" y="290243"/>
                    <a:pt x="128649" y="351709"/>
                  </a:cubicBezTo>
                  <a:cubicBezTo>
                    <a:pt x="158571" y="381583"/>
                    <a:pt x="198243" y="397999"/>
                    <a:pt x="240497" y="397999"/>
                  </a:cubicBezTo>
                  <a:cubicBezTo>
                    <a:pt x="282655" y="397999"/>
                    <a:pt x="322328" y="381583"/>
                    <a:pt x="352249" y="351709"/>
                  </a:cubicBezTo>
                  <a:cubicBezTo>
                    <a:pt x="382075" y="321930"/>
                    <a:pt x="398518" y="282321"/>
                    <a:pt x="398518" y="240136"/>
                  </a:cubicBezTo>
                  <a:cubicBezTo>
                    <a:pt x="398518" y="198045"/>
                    <a:pt x="382075" y="158341"/>
                    <a:pt x="352249" y="128562"/>
                  </a:cubicBezTo>
                  <a:cubicBezTo>
                    <a:pt x="322328" y="98784"/>
                    <a:pt x="282655" y="82367"/>
                    <a:pt x="240497" y="82367"/>
                  </a:cubicBezTo>
                  <a:close/>
                  <a:moveTo>
                    <a:pt x="240497" y="0"/>
                  </a:moveTo>
                  <a:cubicBezTo>
                    <a:pt x="304738" y="0"/>
                    <a:pt x="365155" y="25006"/>
                    <a:pt x="410563" y="70341"/>
                  </a:cubicBezTo>
                  <a:cubicBezTo>
                    <a:pt x="455971" y="115678"/>
                    <a:pt x="481018" y="175998"/>
                    <a:pt x="481018" y="240136"/>
                  </a:cubicBezTo>
                  <a:cubicBezTo>
                    <a:pt x="481018" y="288907"/>
                    <a:pt x="466487" y="335388"/>
                    <a:pt x="439624" y="374806"/>
                  </a:cubicBezTo>
                  <a:lnTo>
                    <a:pt x="593439" y="528374"/>
                  </a:lnTo>
                  <a:cubicBezTo>
                    <a:pt x="611220" y="546127"/>
                    <a:pt x="611220" y="574855"/>
                    <a:pt x="593439" y="592608"/>
                  </a:cubicBezTo>
                  <a:cubicBezTo>
                    <a:pt x="584549" y="601484"/>
                    <a:pt x="572886" y="605874"/>
                    <a:pt x="561319" y="605874"/>
                  </a:cubicBezTo>
                  <a:cubicBezTo>
                    <a:pt x="549656" y="605874"/>
                    <a:pt x="537993" y="601484"/>
                    <a:pt x="529103" y="592608"/>
                  </a:cubicBezTo>
                  <a:lnTo>
                    <a:pt x="375384" y="439039"/>
                  </a:lnTo>
                  <a:cubicBezTo>
                    <a:pt x="335807" y="465859"/>
                    <a:pt x="289251" y="480271"/>
                    <a:pt x="240497" y="480271"/>
                  </a:cubicBezTo>
                  <a:cubicBezTo>
                    <a:pt x="176256" y="480271"/>
                    <a:pt x="115839" y="455360"/>
                    <a:pt x="70335" y="409929"/>
                  </a:cubicBezTo>
                  <a:cubicBezTo>
                    <a:pt x="-23445" y="316299"/>
                    <a:pt x="-23445" y="163972"/>
                    <a:pt x="70335" y="70341"/>
                  </a:cubicBezTo>
                  <a:cubicBezTo>
                    <a:pt x="115839" y="25006"/>
                    <a:pt x="176256" y="0"/>
                    <a:pt x="240497" y="0"/>
                  </a:cubicBezTo>
                  <a:close/>
                </a:path>
              </a:pathLst>
            </a:custGeom>
            <a:solidFill>
              <a:schemeClr val="bg1"/>
            </a:solidFill>
            <a:ln>
              <a:noFill/>
            </a:ln>
          </p:spPr>
          <p:txBody>
            <a:bodyPr>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13" name="IconShape2"/>
            <p:cNvSpPr/>
            <p:nvPr/>
          </p:nvSpPr>
          <p:spPr bwMode="auto">
            <a:xfrm>
              <a:off x="4429483" y="3213101"/>
              <a:ext cx="299540" cy="296558"/>
            </a:xfrm>
            <a:custGeom>
              <a:avLst/>
              <a:gdLst>
                <a:gd name="connsiteX0" fmla="*/ 222995 w 364407"/>
                <a:gd name="connsiteY0" fmla="*/ 98807 h 360781"/>
                <a:gd name="connsiteX1" fmla="*/ 261068 w 364407"/>
                <a:gd name="connsiteY1" fmla="*/ 98807 h 360781"/>
                <a:gd name="connsiteX2" fmla="*/ 261068 w 364407"/>
                <a:gd name="connsiteY2" fmla="*/ 261974 h 360781"/>
                <a:gd name="connsiteX3" fmla="*/ 222995 w 364407"/>
                <a:gd name="connsiteY3" fmla="*/ 261974 h 360781"/>
                <a:gd name="connsiteX4" fmla="*/ 97900 w 364407"/>
                <a:gd name="connsiteY4" fmla="*/ 98807 h 360781"/>
                <a:gd name="connsiteX5" fmla="*/ 141411 w 364407"/>
                <a:gd name="connsiteY5" fmla="*/ 98807 h 360781"/>
                <a:gd name="connsiteX6" fmla="*/ 141411 w 364407"/>
                <a:gd name="connsiteY6" fmla="*/ 261974 h 360781"/>
                <a:gd name="connsiteX7" fmla="*/ 97900 w 364407"/>
                <a:gd name="connsiteY7" fmla="*/ 261974 h 360781"/>
                <a:gd name="connsiteX8" fmla="*/ 42872 w 364407"/>
                <a:gd name="connsiteY8" fmla="*/ 38655 h 360781"/>
                <a:gd name="connsiteX9" fmla="*/ 42872 w 364407"/>
                <a:gd name="connsiteY9" fmla="*/ 322126 h 360781"/>
                <a:gd name="connsiteX10" fmla="*/ 321536 w 364407"/>
                <a:gd name="connsiteY10" fmla="*/ 322126 h 360781"/>
                <a:gd name="connsiteX11" fmla="*/ 321536 w 364407"/>
                <a:gd name="connsiteY11" fmla="*/ 38655 h 360781"/>
                <a:gd name="connsiteX12" fmla="*/ 42872 w 364407"/>
                <a:gd name="connsiteY12" fmla="*/ 38655 h 360781"/>
                <a:gd name="connsiteX13" fmla="*/ 38585 w 364407"/>
                <a:gd name="connsiteY13" fmla="*/ 0 h 360781"/>
                <a:gd name="connsiteX14" fmla="*/ 330110 w 364407"/>
                <a:gd name="connsiteY14" fmla="*/ 0 h 360781"/>
                <a:gd name="connsiteX15" fmla="*/ 364407 w 364407"/>
                <a:gd name="connsiteY15" fmla="*/ 34360 h 360781"/>
                <a:gd name="connsiteX16" fmla="*/ 364407 w 364407"/>
                <a:gd name="connsiteY16" fmla="*/ 326421 h 360781"/>
                <a:gd name="connsiteX17" fmla="*/ 330110 w 364407"/>
                <a:gd name="connsiteY17" fmla="*/ 360781 h 360781"/>
                <a:gd name="connsiteX18" fmla="*/ 38585 w 364407"/>
                <a:gd name="connsiteY18" fmla="*/ 360781 h 360781"/>
                <a:gd name="connsiteX19" fmla="*/ 0 w 364407"/>
                <a:gd name="connsiteY19" fmla="*/ 326421 h 360781"/>
                <a:gd name="connsiteX20" fmla="*/ 0 w 364407"/>
                <a:gd name="connsiteY20" fmla="*/ 34360 h 360781"/>
                <a:gd name="connsiteX21" fmla="*/ 38585 w 364407"/>
                <a:gd name="connsiteY21" fmla="*/ 0 h 36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4407" h="360781">
                  <a:moveTo>
                    <a:pt x="222995" y="98807"/>
                  </a:moveTo>
                  <a:lnTo>
                    <a:pt x="261068" y="98807"/>
                  </a:lnTo>
                  <a:lnTo>
                    <a:pt x="261068" y="261974"/>
                  </a:lnTo>
                  <a:lnTo>
                    <a:pt x="222995" y="261974"/>
                  </a:lnTo>
                  <a:close/>
                  <a:moveTo>
                    <a:pt x="97900" y="98807"/>
                  </a:moveTo>
                  <a:lnTo>
                    <a:pt x="141411" y="98807"/>
                  </a:lnTo>
                  <a:lnTo>
                    <a:pt x="141411" y="261974"/>
                  </a:lnTo>
                  <a:lnTo>
                    <a:pt x="97900" y="261974"/>
                  </a:lnTo>
                  <a:close/>
                  <a:moveTo>
                    <a:pt x="42872" y="38655"/>
                  </a:moveTo>
                  <a:lnTo>
                    <a:pt x="42872" y="322126"/>
                  </a:lnTo>
                  <a:cubicBezTo>
                    <a:pt x="321536" y="322126"/>
                    <a:pt x="321536" y="322126"/>
                    <a:pt x="321536" y="322126"/>
                  </a:cubicBezTo>
                  <a:cubicBezTo>
                    <a:pt x="321536" y="38655"/>
                    <a:pt x="321536" y="38655"/>
                    <a:pt x="321536" y="38655"/>
                  </a:cubicBezTo>
                  <a:cubicBezTo>
                    <a:pt x="42872" y="38655"/>
                    <a:pt x="42872" y="38655"/>
                    <a:pt x="42872" y="38655"/>
                  </a:cubicBezTo>
                  <a:close/>
                  <a:moveTo>
                    <a:pt x="38585" y="0"/>
                  </a:moveTo>
                  <a:cubicBezTo>
                    <a:pt x="330110" y="0"/>
                    <a:pt x="330110" y="0"/>
                    <a:pt x="330110" y="0"/>
                  </a:cubicBezTo>
                  <a:cubicBezTo>
                    <a:pt x="347259" y="0"/>
                    <a:pt x="364407" y="12885"/>
                    <a:pt x="364407" y="34360"/>
                  </a:cubicBezTo>
                  <a:cubicBezTo>
                    <a:pt x="364407" y="326421"/>
                    <a:pt x="364407" y="326421"/>
                    <a:pt x="364407" y="326421"/>
                  </a:cubicBezTo>
                  <a:cubicBezTo>
                    <a:pt x="364407" y="347896"/>
                    <a:pt x="347259" y="360781"/>
                    <a:pt x="330110" y="360781"/>
                  </a:cubicBezTo>
                  <a:cubicBezTo>
                    <a:pt x="38585" y="360781"/>
                    <a:pt x="38585" y="360781"/>
                    <a:pt x="38585" y="360781"/>
                  </a:cubicBezTo>
                  <a:cubicBezTo>
                    <a:pt x="17149" y="360781"/>
                    <a:pt x="0" y="347896"/>
                    <a:pt x="0" y="326421"/>
                  </a:cubicBezTo>
                  <a:cubicBezTo>
                    <a:pt x="0" y="34360"/>
                    <a:pt x="0" y="34360"/>
                    <a:pt x="0" y="34360"/>
                  </a:cubicBezTo>
                  <a:cubicBezTo>
                    <a:pt x="0" y="12885"/>
                    <a:pt x="17149" y="0"/>
                    <a:pt x="38585" y="0"/>
                  </a:cubicBezTo>
                  <a:close/>
                </a:path>
              </a:pathLst>
            </a:custGeom>
            <a:solidFill>
              <a:schemeClr val="bg1"/>
            </a:solidFill>
            <a:ln>
              <a:noFill/>
            </a:ln>
          </p:spPr>
          <p:txBody>
            <a:bodyPr vert="horz" wrap="square" lIns="91440" tIns="45720" rIns="91440" bIns="45720" numCol="1" anchor="t" anchorCtr="0" compatLnSpc="1">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14" name="IconShape3"/>
            <p:cNvSpPr/>
            <p:nvPr/>
          </p:nvSpPr>
          <p:spPr bwMode="auto">
            <a:xfrm>
              <a:off x="7487521" y="4140669"/>
              <a:ext cx="244402" cy="356170"/>
            </a:xfrm>
            <a:custGeom>
              <a:avLst/>
              <a:gdLst>
                <a:gd name="connsiteX0" fmla="*/ 68893 w 297327"/>
                <a:gd name="connsiteY0" fmla="*/ 322708 h 433300"/>
                <a:gd name="connsiteX1" fmla="*/ 232060 w 297327"/>
                <a:gd name="connsiteY1" fmla="*/ 322708 h 433300"/>
                <a:gd name="connsiteX2" fmla="*/ 232060 w 297327"/>
                <a:gd name="connsiteY2" fmla="*/ 364407 h 433300"/>
                <a:gd name="connsiteX3" fmla="*/ 68893 w 297327"/>
                <a:gd name="connsiteY3" fmla="*/ 364407 h 433300"/>
                <a:gd name="connsiteX4" fmla="*/ 68893 w 297327"/>
                <a:gd name="connsiteY4" fmla="*/ 262880 h 433300"/>
                <a:gd name="connsiteX5" fmla="*/ 232060 w 297327"/>
                <a:gd name="connsiteY5" fmla="*/ 262880 h 433300"/>
                <a:gd name="connsiteX6" fmla="*/ 232060 w 297327"/>
                <a:gd name="connsiteY6" fmla="*/ 300953 h 433300"/>
                <a:gd name="connsiteX7" fmla="*/ 68893 w 297327"/>
                <a:gd name="connsiteY7" fmla="*/ 300953 h 433300"/>
                <a:gd name="connsiteX8" fmla="*/ 43091 w 297327"/>
                <a:gd name="connsiteY8" fmla="*/ 102963 h 433300"/>
                <a:gd name="connsiteX9" fmla="*/ 43091 w 297327"/>
                <a:gd name="connsiteY9" fmla="*/ 390399 h 433300"/>
                <a:gd name="connsiteX10" fmla="*/ 254236 w 297327"/>
                <a:gd name="connsiteY10" fmla="*/ 390399 h 433300"/>
                <a:gd name="connsiteX11" fmla="*/ 254236 w 297327"/>
                <a:gd name="connsiteY11" fmla="*/ 102963 h 433300"/>
                <a:gd name="connsiteX12" fmla="*/ 232691 w 297327"/>
                <a:gd name="connsiteY12" fmla="*/ 102963 h 433300"/>
                <a:gd name="connsiteX13" fmla="*/ 64637 w 297327"/>
                <a:gd name="connsiteY13" fmla="*/ 102963 h 433300"/>
                <a:gd name="connsiteX14" fmla="*/ 43091 w 297327"/>
                <a:gd name="connsiteY14" fmla="*/ 102963 h 433300"/>
                <a:gd name="connsiteX15" fmla="*/ 86182 w 297327"/>
                <a:gd name="connsiteY15" fmla="*/ 42901 h 433300"/>
                <a:gd name="connsiteX16" fmla="*/ 86182 w 297327"/>
                <a:gd name="connsiteY16" fmla="*/ 60062 h 433300"/>
                <a:gd name="connsiteX17" fmla="*/ 211146 w 297327"/>
                <a:gd name="connsiteY17" fmla="*/ 60062 h 433300"/>
                <a:gd name="connsiteX18" fmla="*/ 211146 w 297327"/>
                <a:gd name="connsiteY18" fmla="*/ 42901 h 433300"/>
                <a:gd name="connsiteX19" fmla="*/ 86182 w 297327"/>
                <a:gd name="connsiteY19" fmla="*/ 42901 h 433300"/>
                <a:gd name="connsiteX20" fmla="*/ 64637 w 297327"/>
                <a:gd name="connsiteY20" fmla="*/ 0 h 433300"/>
                <a:gd name="connsiteX21" fmla="*/ 232691 w 297327"/>
                <a:gd name="connsiteY21" fmla="*/ 0 h 433300"/>
                <a:gd name="connsiteX22" fmla="*/ 254236 w 297327"/>
                <a:gd name="connsiteY22" fmla="*/ 21451 h 433300"/>
                <a:gd name="connsiteX23" fmla="*/ 254236 w 297327"/>
                <a:gd name="connsiteY23" fmla="*/ 60062 h 433300"/>
                <a:gd name="connsiteX24" fmla="*/ 275782 w 297327"/>
                <a:gd name="connsiteY24" fmla="*/ 60062 h 433300"/>
                <a:gd name="connsiteX25" fmla="*/ 297327 w 297327"/>
                <a:gd name="connsiteY25" fmla="*/ 81512 h 433300"/>
                <a:gd name="connsiteX26" fmla="*/ 297327 w 297327"/>
                <a:gd name="connsiteY26" fmla="*/ 411850 h 433300"/>
                <a:gd name="connsiteX27" fmla="*/ 275782 w 297327"/>
                <a:gd name="connsiteY27" fmla="*/ 433300 h 433300"/>
                <a:gd name="connsiteX28" fmla="*/ 21546 w 297327"/>
                <a:gd name="connsiteY28" fmla="*/ 433300 h 433300"/>
                <a:gd name="connsiteX29" fmla="*/ 0 w 297327"/>
                <a:gd name="connsiteY29" fmla="*/ 411850 h 433300"/>
                <a:gd name="connsiteX30" fmla="*/ 0 w 297327"/>
                <a:gd name="connsiteY30" fmla="*/ 81512 h 433300"/>
                <a:gd name="connsiteX31" fmla="*/ 21546 w 297327"/>
                <a:gd name="connsiteY31" fmla="*/ 60062 h 433300"/>
                <a:gd name="connsiteX32" fmla="*/ 43091 w 297327"/>
                <a:gd name="connsiteY32" fmla="*/ 60062 h 433300"/>
                <a:gd name="connsiteX33" fmla="*/ 43091 w 297327"/>
                <a:gd name="connsiteY33" fmla="*/ 21451 h 433300"/>
                <a:gd name="connsiteX34" fmla="*/ 64637 w 297327"/>
                <a:gd name="connsiteY34" fmla="*/ 0 h 43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97327" h="433300">
                  <a:moveTo>
                    <a:pt x="68893" y="322708"/>
                  </a:moveTo>
                  <a:lnTo>
                    <a:pt x="232060" y="322708"/>
                  </a:lnTo>
                  <a:lnTo>
                    <a:pt x="232060" y="364407"/>
                  </a:lnTo>
                  <a:lnTo>
                    <a:pt x="68893" y="364407"/>
                  </a:lnTo>
                  <a:close/>
                  <a:moveTo>
                    <a:pt x="68893" y="262880"/>
                  </a:moveTo>
                  <a:lnTo>
                    <a:pt x="232060" y="262880"/>
                  </a:lnTo>
                  <a:lnTo>
                    <a:pt x="232060" y="300953"/>
                  </a:lnTo>
                  <a:lnTo>
                    <a:pt x="68893" y="300953"/>
                  </a:lnTo>
                  <a:close/>
                  <a:moveTo>
                    <a:pt x="43091" y="102963"/>
                  </a:moveTo>
                  <a:cubicBezTo>
                    <a:pt x="43091" y="102963"/>
                    <a:pt x="43091" y="102963"/>
                    <a:pt x="43091" y="390399"/>
                  </a:cubicBezTo>
                  <a:cubicBezTo>
                    <a:pt x="43091" y="390399"/>
                    <a:pt x="43091" y="390399"/>
                    <a:pt x="254236" y="390399"/>
                  </a:cubicBezTo>
                  <a:lnTo>
                    <a:pt x="254236" y="102963"/>
                  </a:lnTo>
                  <a:cubicBezTo>
                    <a:pt x="254236" y="102963"/>
                    <a:pt x="254236" y="102963"/>
                    <a:pt x="232691" y="102963"/>
                  </a:cubicBezTo>
                  <a:cubicBezTo>
                    <a:pt x="232691" y="102963"/>
                    <a:pt x="232691" y="102963"/>
                    <a:pt x="64637" y="102963"/>
                  </a:cubicBezTo>
                  <a:cubicBezTo>
                    <a:pt x="64637" y="102963"/>
                    <a:pt x="64637" y="102963"/>
                    <a:pt x="43091" y="102963"/>
                  </a:cubicBezTo>
                  <a:close/>
                  <a:moveTo>
                    <a:pt x="86182" y="42901"/>
                  </a:moveTo>
                  <a:lnTo>
                    <a:pt x="86182" y="60062"/>
                  </a:lnTo>
                  <a:cubicBezTo>
                    <a:pt x="86182" y="60062"/>
                    <a:pt x="86182" y="60062"/>
                    <a:pt x="211146" y="60062"/>
                  </a:cubicBezTo>
                  <a:cubicBezTo>
                    <a:pt x="211146" y="60062"/>
                    <a:pt x="211146" y="60062"/>
                    <a:pt x="211146" y="42901"/>
                  </a:cubicBezTo>
                  <a:cubicBezTo>
                    <a:pt x="211146" y="42901"/>
                    <a:pt x="211146" y="42901"/>
                    <a:pt x="86182" y="42901"/>
                  </a:cubicBezTo>
                  <a:close/>
                  <a:moveTo>
                    <a:pt x="64637" y="0"/>
                  </a:moveTo>
                  <a:cubicBezTo>
                    <a:pt x="64637" y="0"/>
                    <a:pt x="64637" y="0"/>
                    <a:pt x="232691" y="0"/>
                  </a:cubicBezTo>
                  <a:cubicBezTo>
                    <a:pt x="245618" y="0"/>
                    <a:pt x="254236" y="8580"/>
                    <a:pt x="254236" y="21451"/>
                  </a:cubicBezTo>
                  <a:cubicBezTo>
                    <a:pt x="254236" y="21451"/>
                    <a:pt x="254236" y="21451"/>
                    <a:pt x="254236" y="60062"/>
                  </a:cubicBezTo>
                  <a:cubicBezTo>
                    <a:pt x="254236" y="60062"/>
                    <a:pt x="254236" y="60062"/>
                    <a:pt x="275782" y="60062"/>
                  </a:cubicBezTo>
                  <a:cubicBezTo>
                    <a:pt x="288709" y="60062"/>
                    <a:pt x="297327" y="68642"/>
                    <a:pt x="297327" y="81512"/>
                  </a:cubicBezTo>
                  <a:cubicBezTo>
                    <a:pt x="297327" y="81512"/>
                    <a:pt x="297327" y="81512"/>
                    <a:pt x="297327" y="411850"/>
                  </a:cubicBezTo>
                  <a:cubicBezTo>
                    <a:pt x="297327" y="424720"/>
                    <a:pt x="288709" y="433300"/>
                    <a:pt x="275782" y="433300"/>
                  </a:cubicBezTo>
                  <a:cubicBezTo>
                    <a:pt x="275782" y="433300"/>
                    <a:pt x="275782" y="433300"/>
                    <a:pt x="21546" y="433300"/>
                  </a:cubicBezTo>
                  <a:cubicBezTo>
                    <a:pt x="8618" y="433300"/>
                    <a:pt x="0" y="424720"/>
                    <a:pt x="0" y="411850"/>
                  </a:cubicBezTo>
                  <a:cubicBezTo>
                    <a:pt x="0" y="411850"/>
                    <a:pt x="0" y="411850"/>
                    <a:pt x="0" y="81512"/>
                  </a:cubicBezTo>
                  <a:cubicBezTo>
                    <a:pt x="0" y="68642"/>
                    <a:pt x="8618" y="60062"/>
                    <a:pt x="21546" y="60062"/>
                  </a:cubicBezTo>
                  <a:cubicBezTo>
                    <a:pt x="21546" y="60062"/>
                    <a:pt x="21546" y="60062"/>
                    <a:pt x="43091" y="60062"/>
                  </a:cubicBezTo>
                  <a:cubicBezTo>
                    <a:pt x="43091" y="60062"/>
                    <a:pt x="43091" y="60062"/>
                    <a:pt x="43091" y="21451"/>
                  </a:cubicBezTo>
                  <a:cubicBezTo>
                    <a:pt x="43091" y="8580"/>
                    <a:pt x="56018" y="0"/>
                    <a:pt x="64637" y="0"/>
                  </a:cubicBezTo>
                  <a:close/>
                </a:path>
              </a:pathLst>
            </a:custGeom>
            <a:solidFill>
              <a:schemeClr val="bg1"/>
            </a:solidFill>
            <a:ln>
              <a:noFill/>
            </a:ln>
          </p:spPr>
          <p:txBody>
            <a:bodyPr vert="horz" wrap="square" lIns="91440" tIns="45720" rIns="91440" bIns="45720" numCol="1" anchor="t" anchorCtr="0" compatLnSpc="1">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15" name="IconShape4"/>
            <p:cNvSpPr/>
            <p:nvPr/>
          </p:nvSpPr>
          <p:spPr bwMode="auto">
            <a:xfrm>
              <a:off x="4463013" y="5063500"/>
              <a:ext cx="232480" cy="360640"/>
            </a:xfrm>
            <a:custGeom>
              <a:avLst/>
              <a:gdLst>
                <a:gd name="T0" fmla="*/ 33 w 66"/>
                <a:gd name="T1" fmla="*/ 0 h 102"/>
                <a:gd name="T2" fmla="*/ 0 w 66"/>
                <a:gd name="T3" fmla="*/ 33 h 102"/>
                <a:gd name="T4" fmla="*/ 4 w 66"/>
                <a:gd name="T5" fmla="*/ 49 h 102"/>
                <a:gd name="T6" fmla="*/ 4 w 66"/>
                <a:gd name="T7" fmla="*/ 49 h 102"/>
                <a:gd name="T8" fmla="*/ 32 w 66"/>
                <a:gd name="T9" fmla="*/ 102 h 102"/>
                <a:gd name="T10" fmla="*/ 61 w 66"/>
                <a:gd name="T11" fmla="*/ 49 h 102"/>
                <a:gd name="T12" fmla="*/ 66 w 66"/>
                <a:gd name="T13" fmla="*/ 33 h 102"/>
                <a:gd name="T14" fmla="*/ 33 w 66"/>
                <a:gd name="T15" fmla="*/ 0 h 102"/>
                <a:gd name="T16" fmla="*/ 33 w 66"/>
                <a:gd name="T17" fmla="*/ 45 h 102"/>
                <a:gd name="T18" fmla="*/ 19 w 66"/>
                <a:gd name="T19" fmla="*/ 31 h 102"/>
                <a:gd name="T20" fmla="*/ 33 w 66"/>
                <a:gd name="T21" fmla="*/ 17 h 102"/>
                <a:gd name="T22" fmla="*/ 47 w 66"/>
                <a:gd name="T23" fmla="*/ 31 h 102"/>
                <a:gd name="T24" fmla="*/ 33 w 66"/>
                <a:gd name="T25" fmla="*/ 4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6" h="102">
                  <a:moveTo>
                    <a:pt x="33" y="0"/>
                  </a:moveTo>
                  <a:cubicBezTo>
                    <a:pt x="14" y="0"/>
                    <a:pt x="0" y="14"/>
                    <a:pt x="0" y="33"/>
                  </a:cubicBezTo>
                  <a:cubicBezTo>
                    <a:pt x="0" y="39"/>
                    <a:pt x="1" y="44"/>
                    <a:pt x="4" y="49"/>
                  </a:cubicBezTo>
                  <a:cubicBezTo>
                    <a:pt x="4" y="49"/>
                    <a:pt x="4" y="49"/>
                    <a:pt x="4" y="49"/>
                  </a:cubicBezTo>
                  <a:cubicBezTo>
                    <a:pt x="32" y="102"/>
                    <a:pt x="32" y="102"/>
                    <a:pt x="32" y="102"/>
                  </a:cubicBezTo>
                  <a:cubicBezTo>
                    <a:pt x="61" y="49"/>
                    <a:pt x="61" y="49"/>
                    <a:pt x="61" y="49"/>
                  </a:cubicBezTo>
                  <a:cubicBezTo>
                    <a:pt x="64" y="44"/>
                    <a:pt x="66" y="39"/>
                    <a:pt x="66" y="33"/>
                  </a:cubicBezTo>
                  <a:cubicBezTo>
                    <a:pt x="66" y="14"/>
                    <a:pt x="51" y="0"/>
                    <a:pt x="33" y="0"/>
                  </a:cubicBezTo>
                  <a:close/>
                  <a:moveTo>
                    <a:pt x="33" y="45"/>
                  </a:moveTo>
                  <a:cubicBezTo>
                    <a:pt x="25" y="45"/>
                    <a:pt x="19" y="39"/>
                    <a:pt x="19" y="31"/>
                  </a:cubicBezTo>
                  <a:cubicBezTo>
                    <a:pt x="19" y="24"/>
                    <a:pt x="25" y="17"/>
                    <a:pt x="33" y="17"/>
                  </a:cubicBezTo>
                  <a:cubicBezTo>
                    <a:pt x="40" y="17"/>
                    <a:pt x="47" y="24"/>
                    <a:pt x="47" y="31"/>
                  </a:cubicBezTo>
                  <a:cubicBezTo>
                    <a:pt x="47" y="39"/>
                    <a:pt x="40" y="45"/>
                    <a:pt x="33" y="45"/>
                  </a:cubicBezTo>
                  <a:close/>
                </a:path>
              </a:pathLst>
            </a:custGeom>
            <a:solidFill>
              <a:schemeClr val="bg1"/>
            </a:solidFill>
            <a:ln>
              <a:noFill/>
            </a:ln>
          </p:spPr>
          <p:txBody>
            <a:bodyPr vert="horz" wrap="square" lIns="91440" tIns="45720" rIns="91440" bIns="45720" numCol="1" anchor="t" anchorCtr="0" compatLnSpc="1">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sp>
          <p:nvSpPr>
            <p:cNvPr id="16" name="ValueText1"/>
            <p:cNvSpPr txBox="1"/>
            <p:nvPr/>
          </p:nvSpPr>
          <p:spPr>
            <a:xfrm>
              <a:off x="5918746" y="2183439"/>
              <a:ext cx="540178" cy="460494"/>
            </a:xfrm>
            <a:prstGeom prst="rect">
              <a:avLst/>
            </a:prstGeom>
            <a:noFill/>
            <a:ln>
              <a:noFill/>
            </a:ln>
          </p:spPr>
          <p:txBody>
            <a:bodyPr wrap="none" lIns="90000" tIns="90000" rIns="90000" bIns="90000" anchor="ctr" anchorCtr="0">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2400" b="1" dirty="0" smtClean="0">
                  <a:solidFill>
                    <a:schemeClr val="accent1">
                      <a:lumMod val="40000"/>
                      <a:lumOff val="60000"/>
                    </a:schemeClr>
                  </a:solidFill>
                  <a:latin typeface="微软雅黑" panose="020B0503020204020204" charset="-122"/>
                  <a:ea typeface="微软雅黑" panose="020B0503020204020204" charset="-122"/>
                  <a:cs typeface="+mn-ea"/>
                  <a:sym typeface="+mn-lt"/>
                </a:rPr>
                <a:t>省内第一</a:t>
              </a:r>
              <a:endParaRPr lang="en-US" sz="2400" b="1" dirty="0">
                <a:solidFill>
                  <a:schemeClr val="accent1">
                    <a:lumMod val="40000"/>
                    <a:lumOff val="60000"/>
                  </a:schemeClr>
                </a:solidFill>
                <a:latin typeface="微软雅黑" panose="020B0503020204020204" charset="-122"/>
                <a:ea typeface="微软雅黑" panose="020B0503020204020204" charset="-122"/>
                <a:cs typeface="+mn-ea"/>
                <a:sym typeface="+mn-lt"/>
              </a:endParaRPr>
            </a:p>
          </p:txBody>
        </p:sp>
        <p:sp>
          <p:nvSpPr>
            <p:cNvPr id="17" name="ValueText2"/>
            <p:cNvSpPr txBox="1"/>
            <p:nvPr/>
          </p:nvSpPr>
          <p:spPr>
            <a:xfrm>
              <a:off x="5714093" y="3131133"/>
              <a:ext cx="540178" cy="460494"/>
            </a:xfrm>
            <a:prstGeom prst="rect">
              <a:avLst/>
            </a:prstGeom>
            <a:noFill/>
            <a:ln>
              <a:noFill/>
            </a:ln>
          </p:spPr>
          <p:txBody>
            <a:bodyPr wrap="none" lIns="90000" tIns="90000" rIns="90000" bIns="90000" anchor="ctr" anchorCtr="0">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2400" b="1" dirty="0">
                  <a:solidFill>
                    <a:schemeClr val="accent1">
                      <a:lumMod val="40000"/>
                      <a:lumOff val="60000"/>
                    </a:schemeClr>
                  </a:solidFill>
                  <a:latin typeface="微软雅黑" panose="020B0503020204020204" charset="-122"/>
                  <a:ea typeface="微软雅黑" panose="020B0503020204020204" charset="-122"/>
                  <a:cs typeface="+mn-ea"/>
                  <a:sym typeface="+mn-lt"/>
                </a:rPr>
                <a:t>全省前列</a:t>
              </a:r>
              <a:endParaRPr lang="en-US" sz="2400" b="1" dirty="0">
                <a:solidFill>
                  <a:schemeClr val="accent1">
                    <a:lumMod val="40000"/>
                    <a:lumOff val="60000"/>
                  </a:schemeClr>
                </a:solidFill>
                <a:latin typeface="微软雅黑" panose="020B0503020204020204" charset="-122"/>
                <a:ea typeface="微软雅黑" panose="020B0503020204020204" charset="-122"/>
                <a:cs typeface="+mn-ea"/>
                <a:sym typeface="+mn-lt"/>
              </a:endParaRPr>
            </a:p>
          </p:txBody>
        </p:sp>
        <p:sp>
          <p:nvSpPr>
            <p:cNvPr id="18" name="ValueText3"/>
            <p:cNvSpPr txBox="1"/>
            <p:nvPr/>
          </p:nvSpPr>
          <p:spPr>
            <a:xfrm>
              <a:off x="5884309" y="4073465"/>
              <a:ext cx="540178" cy="460494"/>
            </a:xfrm>
            <a:prstGeom prst="rect">
              <a:avLst/>
            </a:prstGeom>
            <a:noFill/>
            <a:ln>
              <a:noFill/>
            </a:ln>
          </p:spPr>
          <p:txBody>
            <a:bodyPr wrap="none" lIns="90000" tIns="90000" rIns="90000" bIns="90000" anchor="ctr" anchorCtr="0">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2400" b="1" dirty="0">
                  <a:solidFill>
                    <a:schemeClr val="accent1">
                      <a:lumMod val="40000"/>
                      <a:lumOff val="60000"/>
                    </a:schemeClr>
                  </a:solidFill>
                  <a:latin typeface="微软雅黑" panose="020B0503020204020204" charset="-122"/>
                  <a:ea typeface="微软雅黑" panose="020B0503020204020204" charset="-122"/>
                  <a:cs typeface="+mn-ea"/>
                  <a:sym typeface="+mn-lt"/>
                </a:rPr>
                <a:t>全省前三</a:t>
              </a:r>
              <a:endParaRPr lang="zh-CN" altLang="en-US" sz="2400" b="1" dirty="0">
                <a:solidFill>
                  <a:schemeClr val="accent1">
                    <a:lumMod val="40000"/>
                    <a:lumOff val="60000"/>
                  </a:schemeClr>
                </a:solidFill>
                <a:latin typeface="微软雅黑" panose="020B0503020204020204" charset="-122"/>
                <a:ea typeface="微软雅黑" panose="020B0503020204020204" charset="-122"/>
                <a:cs typeface="+mn-ea"/>
                <a:sym typeface="+mn-lt"/>
              </a:endParaRPr>
            </a:p>
          </p:txBody>
        </p:sp>
        <p:sp>
          <p:nvSpPr>
            <p:cNvPr id="19" name="ValueText4"/>
            <p:cNvSpPr txBox="1"/>
            <p:nvPr/>
          </p:nvSpPr>
          <p:spPr>
            <a:xfrm>
              <a:off x="5672262" y="5013573"/>
              <a:ext cx="540178" cy="460494"/>
            </a:xfrm>
            <a:prstGeom prst="rect">
              <a:avLst/>
            </a:prstGeom>
            <a:noFill/>
            <a:ln>
              <a:noFill/>
            </a:ln>
          </p:spPr>
          <p:txBody>
            <a:bodyPr wrap="none" lIns="90000" tIns="90000" rIns="90000" bIns="90000" anchor="ctr" anchorCtr="0">
              <a:no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2400" b="1" dirty="0">
                  <a:solidFill>
                    <a:schemeClr val="accent1">
                      <a:lumMod val="40000"/>
                      <a:lumOff val="60000"/>
                    </a:schemeClr>
                  </a:solidFill>
                  <a:latin typeface="微软雅黑" panose="020B0503020204020204" charset="-122"/>
                  <a:ea typeface="微软雅黑" panose="020B0503020204020204" charset="-122"/>
                  <a:cs typeface="+mn-ea"/>
                  <a:sym typeface="+mn-lt"/>
                </a:rPr>
                <a:t>全省前列</a:t>
              </a:r>
              <a:endParaRPr lang="en-US" sz="2400" b="1" dirty="0">
                <a:solidFill>
                  <a:schemeClr val="accent1">
                    <a:lumMod val="40000"/>
                    <a:lumOff val="60000"/>
                  </a:schemeClr>
                </a:solidFill>
                <a:latin typeface="微软雅黑" panose="020B0503020204020204" charset="-122"/>
                <a:ea typeface="微软雅黑" panose="020B0503020204020204" charset="-122"/>
                <a:cs typeface="+mn-ea"/>
                <a:sym typeface="+mn-lt"/>
              </a:endParaRPr>
            </a:p>
          </p:txBody>
        </p:sp>
        <p:sp>
          <p:nvSpPr>
            <p:cNvPr id="20" name="ExtraShape"/>
            <p:cNvSpPr/>
            <p:nvPr/>
          </p:nvSpPr>
          <p:spPr bwMode="auto">
            <a:xfrm>
              <a:off x="5111104" y="1859937"/>
              <a:ext cx="1915222" cy="3928701"/>
            </a:xfrm>
            <a:custGeom>
              <a:avLst/>
              <a:gdLst>
                <a:gd name="T0" fmla="*/ 370 w 519"/>
                <a:gd name="T1" fmla="*/ 513 h 1068"/>
                <a:gd name="T2" fmla="*/ 149 w 519"/>
                <a:gd name="T3" fmla="*/ 513 h 1068"/>
                <a:gd name="T4" fmla="*/ 40 w 519"/>
                <a:gd name="T5" fmla="*/ 406 h 1068"/>
                <a:gd name="T6" fmla="*/ 149 w 519"/>
                <a:gd name="T7" fmla="*/ 298 h 1068"/>
                <a:gd name="T8" fmla="*/ 370 w 519"/>
                <a:gd name="T9" fmla="*/ 298 h 1068"/>
                <a:gd name="T10" fmla="*/ 519 w 519"/>
                <a:gd name="T11" fmla="*/ 149 h 1068"/>
                <a:gd name="T12" fmla="*/ 370 w 519"/>
                <a:gd name="T13" fmla="*/ 0 h 1068"/>
                <a:gd name="T14" fmla="*/ 149 w 519"/>
                <a:gd name="T15" fmla="*/ 0 h 1068"/>
                <a:gd name="T16" fmla="*/ 128 w 519"/>
                <a:gd name="T17" fmla="*/ 20 h 1068"/>
                <a:gd name="T18" fmla="*/ 149 w 519"/>
                <a:gd name="T19" fmla="*/ 41 h 1068"/>
                <a:gd name="T20" fmla="*/ 370 w 519"/>
                <a:gd name="T21" fmla="*/ 41 h 1068"/>
                <a:gd name="T22" fmla="*/ 477 w 519"/>
                <a:gd name="T23" fmla="*/ 149 h 1068"/>
                <a:gd name="T24" fmla="*/ 370 w 519"/>
                <a:gd name="T25" fmla="*/ 256 h 1068"/>
                <a:gd name="T26" fmla="*/ 360 w 519"/>
                <a:gd name="T27" fmla="*/ 256 h 1068"/>
                <a:gd name="T28" fmla="*/ 360 w 519"/>
                <a:gd name="T29" fmla="*/ 256 h 1068"/>
                <a:gd name="T30" fmla="*/ 149 w 519"/>
                <a:gd name="T31" fmla="*/ 256 h 1068"/>
                <a:gd name="T32" fmla="*/ 0 w 519"/>
                <a:gd name="T33" fmla="*/ 406 h 1068"/>
                <a:gd name="T34" fmla="*/ 149 w 519"/>
                <a:gd name="T35" fmla="*/ 555 h 1068"/>
                <a:gd name="T36" fmla="*/ 360 w 519"/>
                <a:gd name="T37" fmla="*/ 555 h 1068"/>
                <a:gd name="T38" fmla="*/ 360 w 519"/>
                <a:gd name="T39" fmla="*/ 555 h 1068"/>
                <a:gd name="T40" fmla="*/ 370 w 519"/>
                <a:gd name="T41" fmla="*/ 555 h 1068"/>
                <a:gd name="T42" fmla="*/ 477 w 519"/>
                <a:gd name="T43" fmla="*/ 662 h 1068"/>
                <a:gd name="T44" fmla="*/ 370 w 519"/>
                <a:gd name="T45" fmla="*/ 770 h 1068"/>
                <a:gd name="T46" fmla="*/ 360 w 519"/>
                <a:gd name="T47" fmla="*/ 770 h 1068"/>
                <a:gd name="T48" fmla="*/ 360 w 519"/>
                <a:gd name="T49" fmla="*/ 770 h 1068"/>
                <a:gd name="T50" fmla="*/ 149 w 519"/>
                <a:gd name="T51" fmla="*/ 770 h 1068"/>
                <a:gd name="T52" fmla="*/ 0 w 519"/>
                <a:gd name="T53" fmla="*/ 919 h 1068"/>
                <a:gd name="T54" fmla="*/ 149 w 519"/>
                <a:gd name="T55" fmla="*/ 1068 h 1068"/>
                <a:gd name="T56" fmla="*/ 370 w 519"/>
                <a:gd name="T57" fmla="*/ 1068 h 1068"/>
                <a:gd name="T58" fmla="*/ 390 w 519"/>
                <a:gd name="T59" fmla="*/ 1047 h 1068"/>
                <a:gd name="T60" fmla="*/ 370 w 519"/>
                <a:gd name="T61" fmla="*/ 1026 h 1068"/>
                <a:gd name="T62" fmla="*/ 149 w 519"/>
                <a:gd name="T63" fmla="*/ 1026 h 1068"/>
                <a:gd name="T64" fmla="*/ 40 w 519"/>
                <a:gd name="T65" fmla="*/ 919 h 1068"/>
                <a:gd name="T66" fmla="*/ 149 w 519"/>
                <a:gd name="T67" fmla="*/ 812 h 1068"/>
                <a:gd name="T68" fmla="*/ 370 w 519"/>
                <a:gd name="T69" fmla="*/ 812 h 1068"/>
                <a:gd name="T70" fmla="*/ 519 w 519"/>
                <a:gd name="T71" fmla="*/ 662 h 1068"/>
                <a:gd name="T72" fmla="*/ 370 w 519"/>
                <a:gd name="T73" fmla="*/ 513 h 10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19" h="1068">
                  <a:moveTo>
                    <a:pt x="370" y="513"/>
                  </a:moveTo>
                  <a:cubicBezTo>
                    <a:pt x="149" y="513"/>
                    <a:pt x="149" y="513"/>
                    <a:pt x="149" y="513"/>
                  </a:cubicBezTo>
                  <a:cubicBezTo>
                    <a:pt x="89" y="513"/>
                    <a:pt x="40" y="466"/>
                    <a:pt x="40" y="406"/>
                  </a:cubicBezTo>
                  <a:cubicBezTo>
                    <a:pt x="40" y="346"/>
                    <a:pt x="89" y="298"/>
                    <a:pt x="149" y="298"/>
                  </a:cubicBezTo>
                  <a:cubicBezTo>
                    <a:pt x="322" y="298"/>
                    <a:pt x="370" y="298"/>
                    <a:pt x="370" y="298"/>
                  </a:cubicBezTo>
                  <a:cubicBezTo>
                    <a:pt x="452" y="298"/>
                    <a:pt x="519" y="231"/>
                    <a:pt x="519" y="149"/>
                  </a:cubicBezTo>
                  <a:cubicBezTo>
                    <a:pt x="519" y="67"/>
                    <a:pt x="452" y="0"/>
                    <a:pt x="370" y="0"/>
                  </a:cubicBezTo>
                  <a:cubicBezTo>
                    <a:pt x="192" y="0"/>
                    <a:pt x="149" y="0"/>
                    <a:pt x="149" y="0"/>
                  </a:cubicBezTo>
                  <a:cubicBezTo>
                    <a:pt x="149" y="0"/>
                    <a:pt x="128" y="9"/>
                    <a:pt x="128" y="20"/>
                  </a:cubicBezTo>
                  <a:cubicBezTo>
                    <a:pt x="128" y="32"/>
                    <a:pt x="138" y="41"/>
                    <a:pt x="149" y="41"/>
                  </a:cubicBezTo>
                  <a:cubicBezTo>
                    <a:pt x="334" y="41"/>
                    <a:pt x="367" y="41"/>
                    <a:pt x="370" y="41"/>
                  </a:cubicBezTo>
                  <a:cubicBezTo>
                    <a:pt x="430" y="41"/>
                    <a:pt x="477" y="89"/>
                    <a:pt x="477" y="149"/>
                  </a:cubicBezTo>
                  <a:cubicBezTo>
                    <a:pt x="477" y="209"/>
                    <a:pt x="430" y="256"/>
                    <a:pt x="370" y="256"/>
                  </a:cubicBezTo>
                  <a:cubicBezTo>
                    <a:pt x="367" y="256"/>
                    <a:pt x="364" y="256"/>
                    <a:pt x="360" y="256"/>
                  </a:cubicBezTo>
                  <a:cubicBezTo>
                    <a:pt x="360" y="256"/>
                    <a:pt x="360" y="256"/>
                    <a:pt x="360" y="256"/>
                  </a:cubicBezTo>
                  <a:cubicBezTo>
                    <a:pt x="208" y="256"/>
                    <a:pt x="149" y="256"/>
                    <a:pt x="149" y="256"/>
                  </a:cubicBezTo>
                  <a:cubicBezTo>
                    <a:pt x="67" y="256"/>
                    <a:pt x="0" y="323"/>
                    <a:pt x="0" y="406"/>
                  </a:cubicBezTo>
                  <a:cubicBezTo>
                    <a:pt x="0" y="488"/>
                    <a:pt x="67" y="555"/>
                    <a:pt x="149" y="555"/>
                  </a:cubicBezTo>
                  <a:cubicBezTo>
                    <a:pt x="343" y="555"/>
                    <a:pt x="360" y="555"/>
                    <a:pt x="360" y="555"/>
                  </a:cubicBezTo>
                  <a:cubicBezTo>
                    <a:pt x="360" y="555"/>
                    <a:pt x="360" y="555"/>
                    <a:pt x="360" y="555"/>
                  </a:cubicBezTo>
                  <a:cubicBezTo>
                    <a:pt x="363" y="553"/>
                    <a:pt x="367" y="555"/>
                    <a:pt x="370" y="555"/>
                  </a:cubicBezTo>
                  <a:cubicBezTo>
                    <a:pt x="430" y="555"/>
                    <a:pt x="477" y="602"/>
                    <a:pt x="477" y="662"/>
                  </a:cubicBezTo>
                  <a:cubicBezTo>
                    <a:pt x="477" y="722"/>
                    <a:pt x="430" y="770"/>
                    <a:pt x="370" y="770"/>
                  </a:cubicBezTo>
                  <a:cubicBezTo>
                    <a:pt x="367" y="770"/>
                    <a:pt x="363" y="770"/>
                    <a:pt x="360" y="770"/>
                  </a:cubicBezTo>
                  <a:cubicBezTo>
                    <a:pt x="360" y="770"/>
                    <a:pt x="360" y="770"/>
                    <a:pt x="360" y="770"/>
                  </a:cubicBezTo>
                  <a:cubicBezTo>
                    <a:pt x="197" y="770"/>
                    <a:pt x="149" y="770"/>
                    <a:pt x="149" y="770"/>
                  </a:cubicBezTo>
                  <a:cubicBezTo>
                    <a:pt x="67" y="770"/>
                    <a:pt x="0" y="837"/>
                    <a:pt x="0" y="919"/>
                  </a:cubicBezTo>
                  <a:cubicBezTo>
                    <a:pt x="0" y="1001"/>
                    <a:pt x="67" y="1068"/>
                    <a:pt x="149" y="1068"/>
                  </a:cubicBezTo>
                  <a:cubicBezTo>
                    <a:pt x="297" y="1068"/>
                    <a:pt x="370" y="1068"/>
                    <a:pt x="370" y="1068"/>
                  </a:cubicBezTo>
                  <a:cubicBezTo>
                    <a:pt x="381" y="1068"/>
                    <a:pt x="390" y="1058"/>
                    <a:pt x="390" y="1047"/>
                  </a:cubicBezTo>
                  <a:cubicBezTo>
                    <a:pt x="390" y="1036"/>
                    <a:pt x="381" y="1026"/>
                    <a:pt x="370" y="1026"/>
                  </a:cubicBezTo>
                  <a:cubicBezTo>
                    <a:pt x="199" y="1026"/>
                    <a:pt x="149" y="1026"/>
                    <a:pt x="149" y="1026"/>
                  </a:cubicBezTo>
                  <a:cubicBezTo>
                    <a:pt x="89" y="1026"/>
                    <a:pt x="40" y="979"/>
                    <a:pt x="40" y="919"/>
                  </a:cubicBezTo>
                  <a:cubicBezTo>
                    <a:pt x="40" y="859"/>
                    <a:pt x="89" y="812"/>
                    <a:pt x="149" y="812"/>
                  </a:cubicBezTo>
                  <a:cubicBezTo>
                    <a:pt x="317" y="812"/>
                    <a:pt x="370" y="812"/>
                    <a:pt x="370" y="812"/>
                  </a:cubicBezTo>
                  <a:cubicBezTo>
                    <a:pt x="452" y="812"/>
                    <a:pt x="519" y="745"/>
                    <a:pt x="519" y="662"/>
                  </a:cubicBezTo>
                  <a:cubicBezTo>
                    <a:pt x="519" y="580"/>
                    <a:pt x="452" y="513"/>
                    <a:pt x="370" y="513"/>
                  </a:cubicBezTo>
                  <a:close/>
                </a:path>
              </a:pathLst>
            </a:custGeom>
            <a:gradFill>
              <a:gsLst>
                <a:gs pos="0">
                  <a:srgbClr val="FED700"/>
                </a:gs>
                <a:gs pos="28000">
                  <a:srgbClr val="FECF00"/>
                </a:gs>
                <a:gs pos="100000">
                  <a:srgbClr val="FEBD00"/>
                </a:gs>
              </a:gsLst>
              <a:lin ang="0" scaled="0"/>
            </a:gra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2400">
                <a:solidFill>
                  <a:schemeClr val="tx1">
                    <a:lumMod val="85000"/>
                    <a:lumOff val="15000"/>
                  </a:schemeClr>
                </a:solidFill>
                <a:cs typeface="+mn-ea"/>
                <a:sym typeface="+mn-lt"/>
              </a:endParaRPr>
            </a:p>
          </p:txBody>
        </p:sp>
      </p:grpSp>
      <p:grpSp>
        <p:nvGrpSpPr>
          <p:cNvPr id="21" name="组合 20"/>
          <p:cNvGrpSpPr/>
          <p:nvPr/>
        </p:nvGrpSpPr>
        <p:grpSpPr>
          <a:xfrm>
            <a:off x="8406613" y="1892345"/>
            <a:ext cx="3523359" cy="1922640"/>
            <a:chOff x="996532" y="2796560"/>
            <a:chExt cx="3196853" cy="2216338"/>
          </a:xfrm>
        </p:grpSpPr>
        <p:sp>
          <p:nvSpPr>
            <p:cNvPr id="22" name="文本框 42"/>
            <p:cNvSpPr txBox="1"/>
            <p:nvPr/>
          </p:nvSpPr>
          <p:spPr>
            <a:xfrm>
              <a:off x="1008810" y="2796560"/>
              <a:ext cx="1843085" cy="418883"/>
            </a:xfrm>
            <a:prstGeom prst="rect">
              <a:avLst/>
            </a:prstGeom>
            <a:noFill/>
          </p:spPr>
          <p:txBody>
            <a:bodyPr wrap="non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2400" b="1" dirty="0" smtClean="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数学建模竞赛</a:t>
              </a:r>
              <a:endParaRPr lang="zh-CN" altLang="en-US" sz="2400" b="1" dirty="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23" name="文本框 43"/>
            <p:cNvSpPr txBox="1"/>
            <p:nvPr/>
          </p:nvSpPr>
          <p:spPr>
            <a:xfrm>
              <a:off x="996532" y="3320612"/>
              <a:ext cx="3196853" cy="1692286"/>
            </a:xfrm>
            <a:prstGeom prst="rect">
              <a:avLst/>
            </a:prstGeom>
            <a:noFill/>
          </p:spPr>
          <p:txBody>
            <a:bodyPr wrap="squar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zh-CN" altLang="zh-CN" b="1" dirty="0" smtClean="0">
                  <a:solidFill>
                    <a:schemeClr val="bg1"/>
                  </a:solidFill>
                  <a:latin typeface="微软雅黑" panose="020B0503020204020204" charset="-122"/>
                  <a:ea typeface="微软雅黑" panose="020B0503020204020204" charset="-122"/>
                  <a:sym typeface="+mn-lt"/>
                </a:rPr>
                <a:t>全国大学生数学建模竞赛最高奖</a:t>
              </a:r>
              <a:r>
                <a:rPr lang="zh-CN" altLang="zh-CN" b="1" dirty="0" smtClean="0">
                  <a:solidFill>
                    <a:srgbClr val="FEBE00"/>
                  </a:solidFill>
                  <a:latin typeface="微软雅黑" panose="020B0503020204020204" charset="-122"/>
                  <a:ea typeface="微软雅黑" panose="020B0503020204020204" charset="-122"/>
                  <a:sym typeface="+mn-lt"/>
                </a:rPr>
                <a:t>“高教社杯”</a:t>
              </a:r>
              <a:endParaRPr lang="en-US" altLang="zh-CN" b="1" dirty="0">
                <a:solidFill>
                  <a:srgbClr val="FEBE00"/>
                </a:solidFill>
                <a:latin typeface="微软雅黑" panose="020B0503020204020204" charset="-122"/>
                <a:ea typeface="微软雅黑" panose="020B0503020204020204" charset="-122"/>
                <a:sym typeface="+mn-lt"/>
              </a:endParaRPr>
            </a:p>
            <a:p>
              <a:pPr lvl="0"/>
              <a:r>
                <a:rPr lang="zh-CN" altLang="zh-CN" b="1" dirty="0" smtClean="0">
                  <a:solidFill>
                    <a:schemeClr val="bg1"/>
                  </a:solidFill>
                  <a:latin typeface="微软雅黑" panose="020B0503020204020204" charset="-122"/>
                  <a:ea typeface="微软雅黑" panose="020B0503020204020204" charset="-122"/>
                  <a:sym typeface="+mn-lt"/>
                </a:rPr>
                <a:t>美国大学生数学建模竞赛特等奖等各类高层次奖项</a:t>
              </a:r>
              <a:r>
                <a:rPr lang="en-US" altLang="zh-CN" b="1" dirty="0" smtClean="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1800</a:t>
              </a:r>
              <a:r>
                <a:rPr lang="zh-CN" altLang="zh-CN" b="1" dirty="0" smtClean="0">
                  <a:solidFill>
                    <a:schemeClr val="bg1"/>
                  </a:solidFill>
                  <a:latin typeface="微软雅黑" panose="020B0503020204020204" charset="-122"/>
                  <a:ea typeface="微软雅黑" panose="020B0503020204020204" charset="-122"/>
                  <a:sym typeface="+mn-lt"/>
                </a:rPr>
                <a:t>多项</a:t>
              </a:r>
              <a:endParaRPr lang="zh-CN" altLang="zh-CN" b="1" dirty="0" smtClean="0">
                <a:solidFill>
                  <a:schemeClr val="bg1"/>
                </a:solidFill>
                <a:latin typeface="微软雅黑" panose="020B0503020204020204" charset="-122"/>
                <a:ea typeface="微软雅黑" panose="020B0503020204020204" charset="-122"/>
                <a:sym typeface="+mn-lt"/>
              </a:endParaRPr>
            </a:p>
            <a:p>
              <a:pPr>
                <a:lnSpc>
                  <a:spcPct val="120000"/>
                </a:lnSpc>
              </a:pPr>
              <a:r>
                <a:rPr lang="zh-CN" altLang="en-US" b="1" dirty="0" smtClean="0">
                  <a:solidFill>
                    <a:schemeClr val="bg1"/>
                  </a:solidFill>
                  <a:latin typeface="微软雅黑" panose="020B0503020204020204" charset="-122"/>
                  <a:ea typeface="微软雅黑" panose="020B0503020204020204" charset="-122"/>
                  <a:cs typeface="+mn-ea"/>
                  <a:sym typeface="+mn-lt"/>
                </a:rPr>
                <a:t>国赛一等奖三个二等奖八个</a:t>
              </a:r>
              <a:endParaRPr lang="en-US" altLang="zh-CN" b="1" dirty="0" smtClean="0">
                <a:solidFill>
                  <a:schemeClr val="bg1"/>
                </a:solidFill>
                <a:latin typeface="微软雅黑" panose="020B0503020204020204" charset="-122"/>
                <a:ea typeface="微软雅黑" panose="020B0503020204020204" charset="-122"/>
                <a:cs typeface="+mn-ea"/>
                <a:sym typeface="+mn-lt"/>
              </a:endParaRPr>
            </a:p>
            <a:p>
              <a:pPr algn="l" rtl="0">
                <a:lnSpc>
                  <a:spcPct val="120000"/>
                </a:lnSpc>
              </a:pPr>
              <a:r>
                <a:rPr lang="zh-CN" altLang="en-US" b="1" dirty="0" smtClean="0">
                  <a:solidFill>
                    <a:schemeClr val="bg1"/>
                  </a:solidFill>
                  <a:latin typeface="微软雅黑" panose="020B0503020204020204" charset="-122"/>
                  <a:ea typeface="微软雅黑" panose="020B0503020204020204" charset="-122"/>
                  <a:cs typeface="+mn-ea"/>
                  <a:sym typeface="+mn-lt"/>
                </a:rPr>
                <a:t>奖项数列</a:t>
              </a:r>
              <a:r>
                <a:rPr lang="zh-CN" altLang="en-US" b="1" dirty="0" smtClean="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全省第一</a:t>
              </a:r>
              <a:endParaRPr lang="en-US" altLang="zh-CN" b="1" dirty="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grpSp>
      <p:grpSp>
        <p:nvGrpSpPr>
          <p:cNvPr id="24" name="组合 23"/>
          <p:cNvGrpSpPr/>
          <p:nvPr/>
        </p:nvGrpSpPr>
        <p:grpSpPr>
          <a:xfrm>
            <a:off x="8272875" y="4498293"/>
            <a:ext cx="3670630" cy="1205613"/>
            <a:chOff x="736508" y="2796560"/>
            <a:chExt cx="3330476" cy="1389781"/>
          </a:xfrm>
        </p:grpSpPr>
        <p:sp>
          <p:nvSpPr>
            <p:cNvPr id="25" name="文本框 11"/>
            <p:cNvSpPr txBox="1"/>
            <p:nvPr/>
          </p:nvSpPr>
          <p:spPr>
            <a:xfrm>
              <a:off x="736508" y="2796560"/>
              <a:ext cx="1997257" cy="418883"/>
            </a:xfrm>
            <a:prstGeom prst="rect">
              <a:avLst/>
            </a:prstGeom>
            <a:noFill/>
          </p:spPr>
          <p:txBody>
            <a:bodyPr wrap="non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zh-CN" altLang="en-US" sz="2400" b="1" dirty="0" smtClean="0">
                  <a:solidFill>
                    <a:srgbClr val="00B0F0"/>
                  </a:solidFill>
                  <a:cs typeface="+mn-ea"/>
                  <a:sym typeface="+mn-lt"/>
                </a:rPr>
                <a:t>  </a:t>
              </a:r>
              <a:r>
                <a:rPr lang="zh-CN" altLang="en-US" sz="2400" b="1" dirty="0" smtClean="0">
                  <a:solidFill>
                    <a:srgbClr val="00B0F0"/>
                  </a:solidFill>
                  <a:latin typeface="微软雅黑" panose="020B0503020204020204" charset="-122"/>
                  <a:ea typeface="微软雅黑" panose="020B0503020204020204" charset="-122"/>
                  <a:cs typeface="+mn-ea"/>
                  <a:sym typeface="+mn-lt"/>
                </a:rPr>
                <a:t>电子设计竞赛</a:t>
              </a:r>
              <a:endParaRPr lang="zh-CN" altLang="en-US" sz="2400" b="1" dirty="0">
                <a:solidFill>
                  <a:srgbClr val="00B0F0"/>
                </a:solidFill>
                <a:latin typeface="微软雅黑" panose="020B0503020204020204" charset="-122"/>
                <a:ea typeface="微软雅黑" panose="020B0503020204020204" charset="-122"/>
                <a:cs typeface="+mn-ea"/>
                <a:sym typeface="+mn-lt"/>
              </a:endParaRPr>
            </a:p>
          </p:txBody>
        </p:sp>
        <p:sp>
          <p:nvSpPr>
            <p:cNvPr id="26" name="文本框 12"/>
            <p:cNvSpPr txBox="1"/>
            <p:nvPr/>
          </p:nvSpPr>
          <p:spPr>
            <a:xfrm>
              <a:off x="870131" y="3197776"/>
              <a:ext cx="3196853" cy="988565"/>
            </a:xfrm>
            <a:prstGeom prst="rect">
              <a:avLst/>
            </a:prstGeom>
            <a:noFill/>
          </p:spPr>
          <p:txBody>
            <a:bodyPr wrap="squar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rtl="0">
                <a:lnSpc>
                  <a:spcPct val="120000"/>
                </a:lnSpc>
              </a:pPr>
              <a:r>
                <a:rPr lang="en-US" altLang="zh-CN" b="1" kern="100" dirty="0" smtClean="0">
                  <a:solidFill>
                    <a:schemeClr val="bg1"/>
                  </a:solidFill>
                  <a:latin typeface="微软雅黑" panose="020B0503020204020204" charset="-122"/>
                  <a:ea typeface="微软雅黑" panose="020B0503020204020204" charset="-122"/>
                  <a:cs typeface="+mn-ea"/>
                  <a:sym typeface="+mn-lt"/>
                </a:rPr>
                <a:t>2019</a:t>
              </a:r>
              <a:r>
                <a:rPr lang="zh-CN" altLang="en-US" b="1" kern="100" dirty="0" smtClean="0">
                  <a:solidFill>
                    <a:schemeClr val="bg1"/>
                  </a:solidFill>
                  <a:latin typeface="微软雅黑" panose="020B0503020204020204" charset="-122"/>
                  <a:ea typeface="微软雅黑" panose="020B0503020204020204" charset="-122"/>
                  <a:cs typeface="+mn-ea"/>
                  <a:sym typeface="+mn-lt"/>
                </a:rPr>
                <a:t>年取得两个</a:t>
              </a:r>
              <a:r>
                <a:rPr lang="zh-CN" altLang="en-US" b="1" kern="100" dirty="0" smtClean="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全国一等奖</a:t>
              </a:r>
              <a:endParaRPr lang="en-US" altLang="zh-CN" b="1" kern="100" dirty="0" smtClean="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a:p>
              <a:pPr algn="l" rtl="0">
                <a:lnSpc>
                  <a:spcPct val="120000"/>
                </a:lnSpc>
              </a:pPr>
              <a:r>
                <a:rPr lang="zh-CN" altLang="en-US" b="1" kern="100" dirty="0" smtClean="0">
                  <a:solidFill>
                    <a:schemeClr val="bg1"/>
                  </a:solidFill>
                  <a:latin typeface="微软雅黑" panose="020B0503020204020204" charset="-122"/>
                  <a:ea typeface="微软雅黑" panose="020B0503020204020204" charset="-122"/>
                  <a:cs typeface="+mn-ea"/>
                  <a:sym typeface="+mn-lt"/>
                </a:rPr>
                <a:t>两个全国二等奖</a:t>
              </a:r>
              <a:endParaRPr lang="en-US" altLang="zh-CN" b="1" kern="100" dirty="0" smtClean="0">
                <a:solidFill>
                  <a:schemeClr val="bg1"/>
                </a:solidFill>
                <a:latin typeface="微软雅黑" panose="020B0503020204020204" charset="-122"/>
                <a:ea typeface="微软雅黑" panose="020B0503020204020204" charset="-122"/>
                <a:cs typeface="+mn-ea"/>
                <a:sym typeface="+mn-lt"/>
              </a:endParaRPr>
            </a:p>
            <a:p>
              <a:pPr algn="l" rtl="0">
                <a:lnSpc>
                  <a:spcPct val="120000"/>
                </a:lnSpc>
              </a:pPr>
              <a:r>
                <a:rPr lang="zh-CN" altLang="en-US" b="1" kern="100" dirty="0" smtClean="0">
                  <a:solidFill>
                    <a:schemeClr val="bg1"/>
                  </a:solidFill>
                  <a:latin typeface="微软雅黑" panose="020B0503020204020204" charset="-122"/>
                  <a:ea typeface="微软雅黑" panose="020B0503020204020204" charset="-122"/>
                  <a:cs typeface="+mn-ea"/>
                  <a:sym typeface="+mn-lt"/>
                </a:rPr>
                <a:t>获奖数列</a:t>
              </a:r>
              <a:r>
                <a:rPr lang="zh-CN" altLang="en-US" b="1" kern="100" dirty="0" smtClean="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全省</a:t>
              </a:r>
              <a:r>
                <a:rPr lang="zh-CN" altLang="en-US" b="1" kern="100" dirty="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前</a:t>
              </a:r>
              <a:r>
                <a:rPr lang="zh-CN" altLang="en-US" b="1" kern="100" dirty="0" smtClean="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三</a:t>
              </a:r>
              <a:endParaRPr lang="en-US" altLang="zh-CN" b="1" dirty="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grpSp>
      <p:grpSp>
        <p:nvGrpSpPr>
          <p:cNvPr id="27" name="组合 26"/>
          <p:cNvGrpSpPr/>
          <p:nvPr/>
        </p:nvGrpSpPr>
        <p:grpSpPr>
          <a:xfrm>
            <a:off x="547007" y="2503242"/>
            <a:ext cx="3523357" cy="853004"/>
            <a:chOff x="1153445" y="2796560"/>
            <a:chExt cx="3196853" cy="983307"/>
          </a:xfrm>
        </p:grpSpPr>
        <p:sp>
          <p:nvSpPr>
            <p:cNvPr id="28" name="文本框 14"/>
            <p:cNvSpPr txBox="1"/>
            <p:nvPr/>
          </p:nvSpPr>
          <p:spPr>
            <a:xfrm>
              <a:off x="2939951" y="2796560"/>
              <a:ext cx="1217670" cy="418883"/>
            </a:xfrm>
            <a:prstGeom prst="rect">
              <a:avLst/>
            </a:prstGeom>
            <a:noFill/>
          </p:spPr>
          <p:txBody>
            <a:bodyPr wrap="non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zh-CN" altLang="en-US" sz="2400" b="1" dirty="0" smtClean="0">
                  <a:solidFill>
                    <a:srgbClr val="FFC000"/>
                  </a:solidFill>
                  <a:latin typeface="微软雅黑" panose="020B0503020204020204" charset="-122"/>
                  <a:ea typeface="微软雅黑" panose="020B0503020204020204" charset="-122"/>
                  <a:cs typeface="+mn-ea"/>
                  <a:sym typeface="+mn-lt"/>
                </a:rPr>
                <a:t>互联网</a:t>
              </a:r>
              <a:r>
                <a:rPr lang="en-US" altLang="zh-CN" sz="2400" b="1" dirty="0" smtClean="0">
                  <a:solidFill>
                    <a:srgbClr val="FFC000"/>
                  </a:solidFill>
                  <a:latin typeface="微软雅黑" panose="020B0503020204020204" charset="-122"/>
                  <a:ea typeface="微软雅黑" panose="020B0503020204020204" charset="-122"/>
                  <a:cs typeface="+mn-ea"/>
                  <a:sym typeface="+mn-lt"/>
                </a:rPr>
                <a:t>+</a:t>
              </a:r>
              <a:endParaRPr lang="zh-CN" altLang="en-US" sz="2400" b="1" dirty="0">
                <a:solidFill>
                  <a:srgbClr val="FFC000"/>
                </a:solidFill>
                <a:latin typeface="微软雅黑" panose="020B0503020204020204" charset="-122"/>
                <a:ea typeface="微软雅黑" panose="020B0503020204020204" charset="-122"/>
                <a:cs typeface="+mn-ea"/>
                <a:sym typeface="+mn-lt"/>
              </a:endParaRPr>
            </a:p>
          </p:txBody>
        </p:sp>
        <p:sp>
          <p:nvSpPr>
            <p:cNvPr id="29" name="文本框 15"/>
            <p:cNvSpPr txBox="1"/>
            <p:nvPr/>
          </p:nvSpPr>
          <p:spPr>
            <a:xfrm>
              <a:off x="1153445" y="3193430"/>
              <a:ext cx="3196853" cy="586437"/>
            </a:xfrm>
            <a:prstGeom prst="rect">
              <a:avLst/>
            </a:prstGeom>
            <a:noFill/>
          </p:spPr>
          <p:txBody>
            <a:bodyPr wrap="squar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r>
                <a:rPr lang="zh-CN" altLang="zh-CN" b="1" dirty="0" smtClean="0">
                  <a:solidFill>
                    <a:schemeClr val="bg1"/>
                  </a:solidFill>
                  <a:ea typeface="微软雅黑" panose="020B0503020204020204" charset="-122"/>
                  <a:sym typeface="+mn-lt"/>
                </a:rPr>
                <a:t>中国“互联网</a:t>
              </a:r>
              <a:r>
                <a:rPr lang="en-US" altLang="zh-CN" b="1" dirty="0" smtClean="0">
                  <a:solidFill>
                    <a:schemeClr val="bg1"/>
                  </a:solidFill>
                  <a:ea typeface="微软雅黑" panose="020B0503020204020204" charset="-122"/>
                  <a:sym typeface="+mn-lt"/>
                </a:rPr>
                <a:t>+</a:t>
              </a:r>
              <a:r>
                <a:rPr lang="zh-CN" altLang="zh-CN" b="1" dirty="0" smtClean="0">
                  <a:solidFill>
                    <a:schemeClr val="bg1"/>
                  </a:solidFill>
                  <a:ea typeface="微软雅黑" panose="020B0503020204020204" charset="-122"/>
                  <a:sym typeface="+mn-lt"/>
                </a:rPr>
                <a:t>”大学生创新创业大赛</a:t>
              </a:r>
              <a:r>
                <a:rPr lang="zh-CN" altLang="en-US" b="1" dirty="0" smtClean="0">
                  <a:solidFill>
                    <a:schemeClr val="bg1"/>
                  </a:solidFill>
                  <a:ea typeface="微软雅黑" panose="020B0503020204020204" charset="-122"/>
                  <a:sym typeface="+mn-lt"/>
                </a:rPr>
                <a:t>取得</a:t>
              </a:r>
              <a:r>
                <a:rPr lang="en-US" altLang="zh-CN" b="1" dirty="0">
                  <a:solidFill>
                    <a:srgbClr val="FFC000"/>
                  </a:solidFill>
                  <a:ea typeface="微软雅黑" panose="020B0503020204020204" charset="-122"/>
                  <a:sym typeface="+mn-lt"/>
                </a:rPr>
                <a:t>1</a:t>
              </a:r>
              <a:r>
                <a:rPr lang="zh-CN" altLang="en-US" b="1" dirty="0">
                  <a:solidFill>
                    <a:srgbClr val="FFC000"/>
                  </a:solidFill>
                  <a:ea typeface="微软雅黑" panose="020B0503020204020204" charset="-122"/>
                  <a:sym typeface="+mn-lt"/>
                </a:rPr>
                <a:t>金、</a:t>
              </a:r>
              <a:r>
                <a:rPr lang="en-US" altLang="zh-CN" b="1" dirty="0" smtClean="0">
                  <a:solidFill>
                    <a:srgbClr val="FFC000"/>
                  </a:solidFill>
                  <a:ea typeface="微软雅黑" panose="020B0503020204020204" charset="-122"/>
                  <a:sym typeface="+mn-lt"/>
                </a:rPr>
                <a:t>4</a:t>
              </a:r>
              <a:r>
                <a:rPr lang="zh-CN" altLang="en-US" b="1" dirty="0" smtClean="0">
                  <a:solidFill>
                    <a:srgbClr val="FFC000"/>
                  </a:solidFill>
                  <a:ea typeface="微软雅黑" panose="020B0503020204020204" charset="-122"/>
                  <a:sym typeface="+mn-lt"/>
                </a:rPr>
                <a:t>银、</a:t>
              </a:r>
              <a:r>
                <a:rPr lang="en-US" altLang="zh-CN" b="1" dirty="0" smtClean="0">
                  <a:solidFill>
                    <a:srgbClr val="FFC000"/>
                  </a:solidFill>
                  <a:ea typeface="微软雅黑" panose="020B0503020204020204" charset="-122"/>
                  <a:sym typeface="+mn-lt"/>
                </a:rPr>
                <a:t>4</a:t>
              </a:r>
              <a:r>
                <a:rPr lang="zh-CN" altLang="en-US" b="1" dirty="0" smtClean="0">
                  <a:solidFill>
                    <a:srgbClr val="FFC000"/>
                  </a:solidFill>
                  <a:ea typeface="微软雅黑" panose="020B0503020204020204" charset="-122"/>
                  <a:sym typeface="+mn-lt"/>
                </a:rPr>
                <a:t>铜</a:t>
              </a:r>
              <a:r>
                <a:rPr lang="en-US" altLang="zh-CN" b="1" dirty="0" smtClean="0">
                  <a:solidFill>
                    <a:srgbClr val="FFC000"/>
                  </a:solidFill>
                  <a:ea typeface="微软雅黑" panose="020B0503020204020204" charset="-122"/>
                  <a:sym typeface="+mn-lt"/>
                </a:rPr>
                <a:t> </a:t>
              </a:r>
              <a:endParaRPr lang="en-US" altLang="zh-CN" b="1" dirty="0">
                <a:solidFill>
                  <a:srgbClr val="FFC000"/>
                </a:solidFill>
                <a:ea typeface="微软雅黑" panose="020B0503020204020204" charset="-122"/>
                <a:sym typeface="+mn-lt"/>
              </a:endParaRPr>
            </a:p>
          </p:txBody>
        </p:sp>
      </p:grpSp>
      <p:grpSp>
        <p:nvGrpSpPr>
          <p:cNvPr id="30" name="组合 29"/>
          <p:cNvGrpSpPr/>
          <p:nvPr/>
        </p:nvGrpSpPr>
        <p:grpSpPr>
          <a:xfrm>
            <a:off x="538153" y="4352073"/>
            <a:ext cx="3305320" cy="988538"/>
            <a:chOff x="1144122" y="2804406"/>
            <a:chExt cx="2999021" cy="1139545"/>
          </a:xfrm>
        </p:grpSpPr>
        <p:sp>
          <p:nvSpPr>
            <p:cNvPr id="31" name="文本框 17"/>
            <p:cNvSpPr txBox="1"/>
            <p:nvPr/>
          </p:nvSpPr>
          <p:spPr>
            <a:xfrm>
              <a:off x="1462290" y="2804406"/>
              <a:ext cx="2680853" cy="418884"/>
            </a:xfrm>
            <a:prstGeom prst="rect">
              <a:avLst/>
            </a:prstGeom>
            <a:noFill/>
          </p:spPr>
          <p:txBody>
            <a:bodyPr wrap="non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lang="zh-CN" altLang="en-US" sz="2400" b="1" dirty="0" smtClean="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“大挑”与“大创”</a:t>
              </a:r>
              <a:endParaRPr lang="zh-CN" altLang="en-US" sz="2400" b="1" dirty="0">
                <a:solidFill>
                  <a:srgbClr val="FEBE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2" name="文本框 18"/>
            <p:cNvSpPr txBox="1"/>
            <p:nvPr/>
          </p:nvSpPr>
          <p:spPr>
            <a:xfrm>
              <a:off x="1144122" y="3256983"/>
              <a:ext cx="2969971" cy="686968"/>
            </a:xfrm>
            <a:prstGeom prst="rect">
              <a:avLst/>
            </a:prstGeom>
            <a:noFill/>
          </p:spPr>
          <p:txBody>
            <a:bodyPr wrap="square" rtlCol="0">
              <a:spAutoFit/>
              <a:scene3d>
                <a:camera prst="orthographicFront"/>
                <a:lightRig rig="threePt" dir="t"/>
              </a:scene3d>
              <a:sp3d contourW="127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lnSpc>
                  <a:spcPct val="120000"/>
                </a:lnSpc>
              </a:pPr>
              <a:r>
                <a:rPr lang="zh-CN" altLang="zh-CN" b="1" dirty="0" smtClean="0">
                  <a:solidFill>
                    <a:schemeClr val="bg1"/>
                  </a:solidFill>
                  <a:ea typeface="微软雅黑" panose="020B0503020204020204" charset="-122"/>
                  <a:sym typeface="+mn-lt"/>
                </a:rPr>
                <a:t>“挑战杯”竞赛</a:t>
              </a:r>
              <a:r>
                <a:rPr lang="zh-CN" altLang="zh-CN" b="1" dirty="0" smtClean="0">
                  <a:solidFill>
                    <a:srgbClr val="FFC000"/>
                  </a:solidFill>
                  <a:ea typeface="微软雅黑" panose="020B0503020204020204" charset="-122"/>
                  <a:sym typeface="+mn-lt"/>
                </a:rPr>
                <a:t>全国特等奖</a:t>
              </a:r>
              <a:endParaRPr lang="en-US" altLang="zh-CN" b="1" dirty="0">
                <a:solidFill>
                  <a:srgbClr val="FFC000"/>
                </a:solidFill>
                <a:ea typeface="微软雅黑" panose="020B0503020204020204" charset="-122"/>
                <a:sym typeface="+mn-lt"/>
              </a:endParaRPr>
            </a:p>
            <a:p>
              <a:pPr algn="r" rtl="0">
                <a:lnSpc>
                  <a:spcPct val="120000"/>
                </a:lnSpc>
              </a:pPr>
              <a:endParaRPr lang="en-US" altLang="zh-CN" b="1" i="1" dirty="0">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nvGrpSpPr>
        <p:grpSpPr>
          <a:xfrm>
            <a:off x="890839" y="776909"/>
            <a:ext cx="10481704" cy="5599274"/>
            <a:chOff x="1132288" y="903038"/>
            <a:chExt cx="9857273" cy="5319882"/>
          </a:xfrm>
        </p:grpSpPr>
        <p:sp>
          <p:nvSpPr>
            <p:cNvPr id="9" name="矩形 8"/>
            <p:cNvSpPr/>
            <p:nvPr/>
          </p:nvSpPr>
          <p:spPr>
            <a:xfrm>
              <a:off x="10127022" y="903038"/>
              <a:ext cx="862539" cy="258656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36792" y="914472"/>
              <a:ext cx="3771792" cy="2575128"/>
            </a:xfrm>
            <a:prstGeom prst="rect">
              <a:avLst/>
            </a:prstGeom>
          </p:spPr>
        </p:pic>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t="34151" b="6654"/>
            <a:stretch>
              <a:fillRect/>
            </a:stretch>
          </p:blipFill>
          <p:spPr>
            <a:xfrm>
              <a:off x="1132288" y="3488507"/>
              <a:ext cx="9857273" cy="209544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2701" y="903038"/>
              <a:ext cx="4548825" cy="2586562"/>
            </a:xfrm>
            <a:prstGeom prst="rect">
              <a:avLst/>
            </a:prstGeom>
          </p:spPr>
        </p:pic>
        <p:sp>
          <p:nvSpPr>
            <p:cNvPr id="5" name="矩形 4"/>
            <p:cNvSpPr/>
            <p:nvPr/>
          </p:nvSpPr>
          <p:spPr>
            <a:xfrm>
              <a:off x="4908584" y="903038"/>
              <a:ext cx="698480" cy="258656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053103" y="1126202"/>
              <a:ext cx="434162" cy="2374832"/>
            </a:xfrm>
            <a:prstGeom prst="rect">
              <a:avLst/>
            </a:prstGeom>
            <a:noFill/>
          </p:spPr>
          <p:txBody>
            <a:bodyPr vert="eaVert" wrap="square" rtlCol="0">
              <a:spAutoFit/>
            </a:bodyPr>
            <a:lstStyle/>
            <a:p>
              <a:r>
                <a:rPr lang="zh-CN" altLang="en-US" kern="2000" spc="130" dirty="0" smtClean="0">
                  <a:solidFill>
                    <a:srgbClr val="002060"/>
                  </a:solidFill>
                </a:rPr>
                <a:t>“</a:t>
              </a:r>
              <a:r>
                <a:rPr lang="zh-CN" altLang="en-US" b="1" kern="2000" spc="130" dirty="0">
                  <a:solidFill>
                    <a:srgbClr val="002060"/>
                  </a:solidFill>
                  <a:latin typeface="Arial" panose="020B0604020202020204" pitchFamily="34" charset="0"/>
                </a:rPr>
                <a:t>信大藕遇</a:t>
              </a:r>
              <a:r>
                <a:rPr lang="zh-CN" altLang="en-US" kern="2000" spc="130" dirty="0" smtClean="0">
                  <a:solidFill>
                    <a:srgbClr val="002060"/>
                  </a:solidFill>
                </a:rPr>
                <a:t>”</a:t>
              </a:r>
              <a:r>
                <a:rPr lang="zh-CN" altLang="en-US" b="1" kern="2000" spc="130" dirty="0">
                  <a:solidFill>
                    <a:srgbClr val="002060"/>
                  </a:solidFill>
                  <a:latin typeface="Arial" panose="020B0604020202020204" pitchFamily="34" charset="0"/>
                </a:rPr>
                <a:t>文创街区</a:t>
              </a:r>
              <a:endParaRPr lang="zh-CN" altLang="en-US" kern="2000" spc="130" dirty="0">
                <a:solidFill>
                  <a:srgbClr val="002060"/>
                </a:solidFill>
              </a:endParaRPr>
            </a:p>
          </p:txBody>
        </p:sp>
        <p:sp>
          <p:nvSpPr>
            <p:cNvPr id="11" name="文本框 10"/>
            <p:cNvSpPr txBox="1"/>
            <p:nvPr/>
          </p:nvSpPr>
          <p:spPr>
            <a:xfrm>
              <a:off x="10343462" y="1605177"/>
              <a:ext cx="434162" cy="1404356"/>
            </a:xfrm>
            <a:prstGeom prst="rect">
              <a:avLst/>
            </a:prstGeom>
            <a:noFill/>
          </p:spPr>
          <p:txBody>
            <a:bodyPr vert="eaVert" wrap="square" rtlCol="0">
              <a:spAutoFit/>
            </a:bodyPr>
            <a:lstStyle/>
            <a:p>
              <a:r>
                <a:rPr lang="zh-CN" altLang="en-US" b="1" spc="150" dirty="0" smtClean="0">
                  <a:solidFill>
                    <a:srgbClr val="002060"/>
                  </a:solidFill>
                </a:rPr>
                <a:t>中国气象谷</a:t>
              </a:r>
              <a:endParaRPr lang="zh-CN" altLang="en-US" b="1" spc="150" dirty="0">
                <a:solidFill>
                  <a:srgbClr val="002060"/>
                </a:solidFill>
              </a:endParaRPr>
            </a:p>
          </p:txBody>
        </p:sp>
        <p:sp>
          <p:nvSpPr>
            <p:cNvPr id="12" name="矩形 11"/>
            <p:cNvSpPr/>
            <p:nvPr/>
          </p:nvSpPr>
          <p:spPr>
            <a:xfrm>
              <a:off x="1136792" y="5594288"/>
              <a:ext cx="9852769" cy="628632"/>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4987026" y="5735590"/>
              <a:ext cx="2030978" cy="349923"/>
            </a:xfrm>
            <a:prstGeom prst="rect">
              <a:avLst/>
            </a:prstGeom>
            <a:noFill/>
          </p:spPr>
          <p:txBody>
            <a:bodyPr wrap="square" rtlCol="0">
              <a:spAutoFit/>
            </a:bodyPr>
            <a:lstStyle/>
            <a:p>
              <a:pPr algn="ctr"/>
              <a:r>
                <a:rPr lang="en-US" altLang="zh-CN" b="1" spc="150" dirty="0" smtClean="0">
                  <a:solidFill>
                    <a:schemeClr val="bg1"/>
                  </a:solidFill>
                  <a:effectLst>
                    <a:outerShdw blurRad="38100" dist="38100" dir="2700000" algn="tl">
                      <a:srgbClr val="000000">
                        <a:alpha val="43137"/>
                      </a:srgbClr>
                    </a:outerShdw>
                  </a:effectLst>
                </a:rPr>
                <a:t>1960</a:t>
              </a:r>
              <a:r>
                <a:rPr lang="zh-CN" altLang="en-US" b="1" spc="150" dirty="0" smtClean="0">
                  <a:solidFill>
                    <a:schemeClr val="bg1"/>
                  </a:solidFill>
                  <a:effectLst>
                    <a:outerShdw blurRad="38100" dist="38100" dir="2700000" algn="tl">
                      <a:srgbClr val="000000">
                        <a:alpha val="43137"/>
                      </a:srgbClr>
                    </a:outerShdw>
                  </a:effectLst>
                </a:rPr>
                <a:t>双创街区</a:t>
              </a:r>
              <a:endParaRPr lang="zh-CN" altLang="en-US" b="1" spc="150" dirty="0">
                <a:solidFill>
                  <a:schemeClr val="bg1"/>
                </a:solidFill>
                <a:effectLst>
                  <a:outerShdw blurRad="38100" dist="38100" dir="2700000" algn="tl">
                    <a:srgbClr val="000000">
                      <a:alpha val="43137"/>
                    </a:srgbClr>
                  </a:outerShdw>
                </a:effectLs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bwMode="auto">
          <a:xfrm>
            <a:off x="387959" y="473999"/>
            <a:ext cx="5079409" cy="693281"/>
          </a:xfrm>
          <a:prstGeom prst="roundRect">
            <a:avLst/>
          </a:prstGeom>
          <a:gradFill flip="none" rotWithShape="1">
            <a:gsLst>
              <a:gs pos="0">
                <a:srgbClr val="FFC000">
                  <a:alpha val="0"/>
                </a:srgbClr>
              </a:gs>
              <a:gs pos="34000">
                <a:srgbClr val="FFC000"/>
              </a:gs>
              <a:gs pos="83000">
                <a:srgbClr val="FFC000"/>
              </a:gs>
              <a:gs pos="100000">
                <a:srgbClr val="FFC000">
                  <a:alpha val="0"/>
                </a:srgbClr>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2" name="文本占位符 1"/>
          <p:cNvSpPr>
            <a:spLocks noGrp="1"/>
          </p:cNvSpPr>
          <p:nvPr>
            <p:ph type="body" sz="quarter" idx="4294967295"/>
          </p:nvPr>
        </p:nvSpPr>
        <p:spPr>
          <a:xfrm>
            <a:off x="407473" y="560329"/>
            <a:ext cx="5524408" cy="457200"/>
          </a:xfrm>
        </p:spPr>
        <p:txBody>
          <a:bodyPr>
            <a:noAutofit/>
          </a:bodyPr>
          <a:lstStyle/>
          <a:p>
            <a:pPr marL="0" indent="0" algn="ctr">
              <a:buNone/>
            </a:pPr>
            <a:r>
              <a:rPr lang="zh-CN" altLang="en-US" sz="3200" b="1" spc="600" dirty="0" smtClean="0">
                <a:solidFill>
                  <a:srgbClr val="002060"/>
                </a:solidFill>
                <a:latin typeface="微软雅黑" panose="020B0503020204020204" charset="-122"/>
                <a:ea typeface="微软雅黑" panose="020B0503020204020204" charset="-122"/>
              </a:rPr>
              <a:t>校地校企合作</a:t>
            </a:r>
            <a:endParaRPr lang="zh-CN" altLang="en-US" sz="3200" b="1" spc="600" dirty="0">
              <a:solidFill>
                <a:srgbClr val="002060"/>
              </a:solidFill>
              <a:latin typeface="微软雅黑" panose="020B0503020204020204" charset="-122"/>
              <a:ea typeface="微软雅黑" panose="020B0503020204020204" charset="-122"/>
            </a:endParaRPr>
          </a:p>
        </p:txBody>
      </p:sp>
      <p:grpSp>
        <p:nvGrpSpPr>
          <p:cNvPr id="3" name="组合 2"/>
          <p:cNvGrpSpPr/>
          <p:nvPr/>
        </p:nvGrpSpPr>
        <p:grpSpPr>
          <a:xfrm>
            <a:off x="997096" y="2084804"/>
            <a:ext cx="10866839" cy="3047117"/>
            <a:chOff x="2049382" y="2298907"/>
            <a:chExt cx="7966779" cy="2233886"/>
          </a:xfrm>
        </p:grpSpPr>
        <p:sp>
          <p:nvSpPr>
            <p:cNvPr id="5" name="流程图: 库存数据 17"/>
            <p:cNvSpPr/>
            <p:nvPr/>
          </p:nvSpPr>
          <p:spPr>
            <a:xfrm>
              <a:off x="2095688" y="2298907"/>
              <a:ext cx="3053912" cy="1014047"/>
            </a:xfrm>
            <a:prstGeom prst="flowChartOnlineStorag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流程图: 联系 18"/>
            <p:cNvSpPr/>
            <p:nvPr/>
          </p:nvSpPr>
          <p:spPr>
            <a:xfrm>
              <a:off x="4682098" y="2350119"/>
              <a:ext cx="955189" cy="914401"/>
            </a:xfrm>
            <a:prstGeom prst="flowChartConnector">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流程图: 库存数据 21"/>
            <p:cNvSpPr/>
            <p:nvPr/>
          </p:nvSpPr>
          <p:spPr>
            <a:xfrm>
              <a:off x="2049382" y="3554826"/>
              <a:ext cx="3158836" cy="973777"/>
            </a:xfrm>
            <a:prstGeom prst="flowChartOnlineStorag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8" name="流程图: 联系 22"/>
            <p:cNvSpPr/>
            <p:nvPr/>
          </p:nvSpPr>
          <p:spPr>
            <a:xfrm>
              <a:off x="4715585" y="3584514"/>
              <a:ext cx="914401" cy="914401"/>
            </a:xfrm>
            <a:prstGeom prst="flowChartConnector">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流程图: 库存数据 23"/>
            <p:cNvSpPr/>
            <p:nvPr/>
          </p:nvSpPr>
          <p:spPr>
            <a:xfrm flipH="1">
              <a:off x="6566477" y="2298907"/>
              <a:ext cx="3210515" cy="1006237"/>
            </a:xfrm>
            <a:prstGeom prst="flowChartOnlineStorag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流程图: 联系 24"/>
            <p:cNvSpPr/>
            <p:nvPr/>
          </p:nvSpPr>
          <p:spPr>
            <a:xfrm flipH="1">
              <a:off x="6166619" y="2341121"/>
              <a:ext cx="914401" cy="914401"/>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流程图: 库存数据 25"/>
            <p:cNvSpPr/>
            <p:nvPr/>
          </p:nvSpPr>
          <p:spPr>
            <a:xfrm flipH="1">
              <a:off x="6607676" y="3511308"/>
              <a:ext cx="3210043" cy="1021485"/>
            </a:xfrm>
            <a:prstGeom prst="flowChartOnlineStorag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流程图: 联系 26"/>
            <p:cNvSpPr/>
            <p:nvPr/>
          </p:nvSpPr>
          <p:spPr>
            <a:xfrm flipH="1">
              <a:off x="6203615" y="3569227"/>
              <a:ext cx="914401" cy="914401"/>
            </a:xfrm>
            <a:prstGeom prst="flowChartConnector">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矩形 12"/>
            <p:cNvSpPr/>
            <p:nvPr/>
          </p:nvSpPr>
          <p:spPr>
            <a:xfrm>
              <a:off x="4797449" y="2426222"/>
              <a:ext cx="704302" cy="676907"/>
            </a:xfrm>
            <a:prstGeom prst="rect">
              <a:avLst/>
            </a:prstGeom>
          </p:spPr>
          <p:txBody>
            <a:bodyPr wrap="square">
              <a:spAutoFit/>
            </a:bodyPr>
            <a:lstStyle/>
            <a:p>
              <a:pPr lvl="0" algn="ctr"/>
              <a:r>
                <a:rPr lang="zh-CN" altLang="en-US" b="1" dirty="0" smtClean="0">
                  <a:solidFill>
                    <a:srgbClr val="002060"/>
                  </a:solidFill>
                  <a:latin typeface="微软雅黑" panose="020B0503020204020204" charset="-122"/>
                  <a:ea typeface="微软雅黑" panose="020B0503020204020204" charset="-122"/>
                </a:rPr>
                <a:t>与     国</a:t>
              </a:r>
              <a:r>
                <a:rPr lang="zh-CN" altLang="en-US" b="1" dirty="0">
                  <a:solidFill>
                    <a:srgbClr val="002060"/>
                  </a:solidFill>
                  <a:latin typeface="微软雅黑" panose="020B0503020204020204" charset="-122"/>
                  <a:ea typeface="微软雅黑" panose="020B0503020204020204" charset="-122"/>
                </a:rPr>
                <a:t>家部委合作</a:t>
              </a:r>
              <a:endParaRPr lang="zh-CN" altLang="en-US" b="1" dirty="0">
                <a:solidFill>
                  <a:srgbClr val="002060"/>
                </a:solidFill>
                <a:latin typeface="微软雅黑" panose="020B0503020204020204" charset="-122"/>
                <a:ea typeface="微软雅黑" panose="020B0503020204020204" charset="-122"/>
              </a:endParaRPr>
            </a:p>
          </p:txBody>
        </p:sp>
        <p:sp>
          <p:nvSpPr>
            <p:cNvPr id="14" name="矩形 13"/>
            <p:cNvSpPr/>
            <p:nvPr/>
          </p:nvSpPr>
          <p:spPr>
            <a:xfrm>
              <a:off x="4792177" y="3683597"/>
              <a:ext cx="716457" cy="676907"/>
            </a:xfrm>
            <a:prstGeom prst="rect">
              <a:avLst/>
            </a:prstGeom>
          </p:spPr>
          <p:txBody>
            <a:bodyPr wrap="square">
              <a:spAutoFit/>
            </a:bodyPr>
            <a:lstStyle/>
            <a:p>
              <a:pPr lvl="0" algn="ctr"/>
              <a:r>
                <a:rPr lang="zh-CN" altLang="en-US" b="1" dirty="0" smtClean="0">
                  <a:solidFill>
                    <a:schemeClr val="bg1"/>
                  </a:solidFill>
                  <a:effectLst>
                    <a:outerShdw blurRad="38100" dist="38100" dir="2700000" algn="tl">
                      <a:srgbClr val="000000">
                        <a:alpha val="43137"/>
                      </a:srgbClr>
                    </a:outerShdw>
                  </a:effectLst>
                </a:rPr>
                <a:t>与       大</a:t>
              </a:r>
              <a:r>
                <a:rPr lang="zh-CN" altLang="en-US" b="1" dirty="0">
                  <a:solidFill>
                    <a:schemeClr val="bg1"/>
                  </a:solidFill>
                  <a:effectLst>
                    <a:outerShdw blurRad="38100" dist="38100" dir="2700000" algn="tl">
                      <a:srgbClr val="000000">
                        <a:alpha val="43137"/>
                      </a:srgbClr>
                    </a:outerShdw>
                  </a:effectLst>
                </a:rPr>
                <a:t>院大所合作</a:t>
              </a:r>
              <a:endParaRPr lang="zh-CN" altLang="en-US" dirty="0"/>
            </a:p>
          </p:txBody>
        </p:sp>
        <p:sp>
          <p:nvSpPr>
            <p:cNvPr id="15" name="矩形 14"/>
            <p:cNvSpPr/>
            <p:nvPr/>
          </p:nvSpPr>
          <p:spPr>
            <a:xfrm>
              <a:off x="6256269" y="2416021"/>
              <a:ext cx="735100" cy="676907"/>
            </a:xfrm>
            <a:prstGeom prst="rect">
              <a:avLst/>
            </a:prstGeom>
          </p:spPr>
          <p:txBody>
            <a:bodyPr wrap="square">
              <a:spAutoFit/>
            </a:bodyPr>
            <a:lstStyle/>
            <a:p>
              <a:pPr lvl="0" algn="ctr"/>
              <a:r>
                <a:rPr lang="zh-CN" altLang="en-US" b="1" dirty="0" smtClean="0">
                  <a:solidFill>
                    <a:srgbClr val="002060"/>
                  </a:solidFill>
                  <a:latin typeface="微软雅黑" panose="020B0503020204020204" charset="-122"/>
                  <a:ea typeface="微软雅黑" panose="020B0503020204020204" charset="-122"/>
                </a:rPr>
                <a:t>与      地</a:t>
              </a:r>
              <a:r>
                <a:rPr lang="zh-CN" altLang="en-US" b="1" dirty="0">
                  <a:solidFill>
                    <a:srgbClr val="002060"/>
                  </a:solidFill>
                  <a:latin typeface="微软雅黑" panose="020B0503020204020204" charset="-122"/>
                  <a:ea typeface="微软雅黑" panose="020B0503020204020204" charset="-122"/>
                </a:rPr>
                <a:t>方政府合作</a:t>
              </a:r>
              <a:endParaRPr lang="zh-CN" altLang="en-US" b="1" dirty="0">
                <a:solidFill>
                  <a:srgbClr val="002060"/>
                </a:solidFill>
                <a:latin typeface="微软雅黑" panose="020B0503020204020204" charset="-122"/>
                <a:ea typeface="微软雅黑" panose="020B0503020204020204" charset="-122"/>
              </a:endParaRPr>
            </a:p>
          </p:txBody>
        </p:sp>
        <p:sp>
          <p:nvSpPr>
            <p:cNvPr id="17" name="矩形 16"/>
            <p:cNvSpPr/>
            <p:nvPr/>
          </p:nvSpPr>
          <p:spPr>
            <a:xfrm>
              <a:off x="2434643" y="2489327"/>
              <a:ext cx="2185977" cy="577016"/>
            </a:xfrm>
            <a:prstGeom prst="rect">
              <a:avLst/>
            </a:prstGeom>
          </p:spPr>
          <p:txBody>
            <a:bodyPr wrap="square">
              <a:spAutoFit/>
            </a:bodyPr>
            <a:lstStyle/>
            <a:p>
              <a:pPr lvl="0">
                <a:lnSpc>
                  <a:spcPct val="150000"/>
                </a:lnSpc>
              </a:pPr>
              <a:r>
                <a:rPr lang="zh-CN" altLang="zh-CN" sz="1600" b="1" dirty="0">
                  <a:solidFill>
                    <a:srgbClr val="002060"/>
                  </a:solidFill>
                </a:rPr>
                <a:t>与全国各省市区气象局</a:t>
              </a:r>
              <a:r>
                <a:rPr lang="zh-CN" altLang="en-US" sz="1600" b="1" dirty="0">
                  <a:solidFill>
                    <a:srgbClr val="002060"/>
                  </a:solidFill>
                </a:rPr>
                <a:t>、地震、海洋、环保、国防等部门</a:t>
              </a:r>
              <a:endParaRPr lang="zh-CN" altLang="zh-CN" sz="1600" b="1" dirty="0">
                <a:solidFill>
                  <a:srgbClr val="002060"/>
                </a:solidFill>
              </a:endParaRPr>
            </a:p>
          </p:txBody>
        </p:sp>
        <p:sp>
          <p:nvSpPr>
            <p:cNvPr id="19" name="矩形 18"/>
            <p:cNvSpPr/>
            <p:nvPr/>
          </p:nvSpPr>
          <p:spPr>
            <a:xfrm>
              <a:off x="2263158" y="3574648"/>
              <a:ext cx="2641622" cy="934131"/>
            </a:xfrm>
            <a:prstGeom prst="rect">
              <a:avLst/>
            </a:prstGeom>
          </p:spPr>
          <p:txBody>
            <a:bodyPr wrap="square">
              <a:spAutoFit/>
            </a:bodyPr>
            <a:lstStyle/>
            <a:p>
              <a:pPr lvl="0">
                <a:lnSpc>
                  <a:spcPct val="120000"/>
                </a:lnSpc>
              </a:pPr>
              <a:r>
                <a:rPr lang="zh-CN" altLang="zh-CN" sz="1600" b="1" dirty="0" smtClean="0">
                  <a:solidFill>
                    <a:srgbClr val="002060"/>
                  </a:solidFill>
                </a:rPr>
                <a:t>与中国科学院大学</a:t>
              </a:r>
              <a:r>
                <a:rPr lang="en-US" altLang="zh-CN" sz="1600" b="1" dirty="0" smtClean="0">
                  <a:solidFill>
                    <a:srgbClr val="002060"/>
                  </a:solidFill>
                </a:rPr>
                <a:t>   </a:t>
              </a:r>
              <a:r>
                <a:rPr lang="zh-CN" altLang="zh-CN" sz="1600" b="1" dirty="0" smtClean="0">
                  <a:solidFill>
                    <a:srgbClr val="002060"/>
                  </a:solidFill>
                </a:rPr>
                <a:t>中科院大气所</a:t>
              </a:r>
              <a:endParaRPr lang="zh-CN" altLang="zh-CN" sz="1600" b="1" dirty="0" smtClean="0">
                <a:solidFill>
                  <a:srgbClr val="002060"/>
                </a:solidFill>
              </a:endParaRPr>
            </a:p>
            <a:p>
              <a:pPr lvl="0">
                <a:lnSpc>
                  <a:spcPct val="120000"/>
                </a:lnSpc>
              </a:pPr>
              <a:r>
                <a:rPr lang="zh-CN" altLang="en-US" sz="1600" b="1" dirty="0" smtClean="0">
                  <a:solidFill>
                    <a:srgbClr val="002060"/>
                  </a:solidFill>
                </a:rPr>
                <a:t>中科院</a:t>
              </a:r>
              <a:r>
                <a:rPr lang="zh-CN" altLang="zh-CN" sz="1600" b="1" dirty="0" smtClean="0">
                  <a:solidFill>
                    <a:srgbClr val="002060"/>
                  </a:solidFill>
                </a:rPr>
                <a:t>海洋所</a:t>
              </a:r>
              <a:r>
                <a:rPr lang="en-US" altLang="zh-CN" sz="1600" b="1" dirty="0" smtClean="0">
                  <a:solidFill>
                    <a:srgbClr val="002060"/>
                  </a:solidFill>
                </a:rPr>
                <a:t>          </a:t>
              </a:r>
              <a:r>
                <a:rPr lang="zh-CN" altLang="en-US" sz="1600" b="1" dirty="0" smtClean="0">
                  <a:solidFill>
                    <a:srgbClr val="002060"/>
                  </a:solidFill>
                </a:rPr>
                <a:t>中科院</a:t>
              </a:r>
              <a:r>
                <a:rPr lang="zh-CN" altLang="zh-CN" sz="1600" b="1" dirty="0" smtClean="0">
                  <a:solidFill>
                    <a:srgbClr val="002060"/>
                  </a:solidFill>
                </a:rPr>
                <a:t>遥感所</a:t>
              </a:r>
              <a:endParaRPr lang="zh-CN" altLang="zh-CN" sz="1600" b="1" dirty="0" smtClean="0">
                <a:solidFill>
                  <a:srgbClr val="002060"/>
                </a:solidFill>
              </a:endParaRPr>
            </a:p>
            <a:p>
              <a:pPr lvl="0">
                <a:lnSpc>
                  <a:spcPct val="120000"/>
                </a:lnSpc>
              </a:pPr>
              <a:r>
                <a:rPr lang="zh-CN" altLang="en-US" sz="1600" b="1" dirty="0" smtClean="0">
                  <a:solidFill>
                    <a:srgbClr val="002060"/>
                  </a:solidFill>
                </a:rPr>
                <a:t>中科院</a:t>
              </a:r>
              <a:r>
                <a:rPr lang="zh-CN" altLang="zh-CN" sz="1600" b="1" dirty="0" smtClean="0">
                  <a:solidFill>
                    <a:srgbClr val="002060"/>
                  </a:solidFill>
                </a:rPr>
                <a:t>自动化所</a:t>
              </a:r>
              <a:r>
                <a:rPr lang="en-US" altLang="zh-CN" sz="1600" b="1" dirty="0" smtClean="0">
                  <a:solidFill>
                    <a:srgbClr val="002060"/>
                  </a:solidFill>
                </a:rPr>
                <a:t>       </a:t>
              </a:r>
              <a:r>
                <a:rPr lang="zh-CN" altLang="zh-CN" sz="1600" b="1" dirty="0" smtClean="0">
                  <a:solidFill>
                    <a:srgbClr val="002060"/>
                  </a:solidFill>
                </a:rPr>
                <a:t>中船重工</a:t>
              </a:r>
              <a:r>
                <a:rPr lang="en-US" altLang="zh-CN" sz="1600" b="1" dirty="0" smtClean="0">
                  <a:solidFill>
                    <a:srgbClr val="002060"/>
                  </a:solidFill>
                </a:rPr>
                <a:t>724</a:t>
              </a:r>
              <a:r>
                <a:rPr lang="zh-CN" altLang="zh-CN" sz="1600" b="1" dirty="0" smtClean="0">
                  <a:solidFill>
                    <a:srgbClr val="002060"/>
                  </a:solidFill>
                </a:rPr>
                <a:t>所</a:t>
              </a:r>
              <a:endParaRPr lang="zh-CN" altLang="zh-CN" sz="1600" b="1" dirty="0" smtClean="0">
                <a:solidFill>
                  <a:srgbClr val="002060"/>
                </a:solidFill>
              </a:endParaRPr>
            </a:p>
            <a:p>
              <a:pPr lvl="0">
                <a:lnSpc>
                  <a:spcPct val="120000"/>
                </a:lnSpc>
              </a:pPr>
              <a:r>
                <a:rPr lang="zh-CN" altLang="zh-CN" sz="1600" b="1" dirty="0" smtClean="0">
                  <a:solidFill>
                    <a:srgbClr val="002060"/>
                  </a:solidFill>
                </a:rPr>
                <a:t>新华报业传媒集团</a:t>
              </a:r>
              <a:r>
                <a:rPr lang="en-US" altLang="zh-CN" sz="1600" b="1" dirty="0" smtClean="0">
                  <a:solidFill>
                    <a:srgbClr val="002060"/>
                  </a:solidFill>
                </a:rPr>
                <a:t>   </a:t>
              </a:r>
              <a:r>
                <a:rPr lang="zh-CN" altLang="zh-CN" sz="1600" b="1" dirty="0" smtClean="0">
                  <a:solidFill>
                    <a:srgbClr val="002060"/>
                  </a:solidFill>
                </a:rPr>
                <a:t>江苏省社科院</a:t>
              </a:r>
              <a:endParaRPr lang="zh-CN" altLang="zh-CN" sz="1600" b="1" dirty="0">
                <a:solidFill>
                  <a:srgbClr val="002060"/>
                </a:solidFill>
              </a:endParaRPr>
            </a:p>
          </p:txBody>
        </p:sp>
        <p:sp>
          <p:nvSpPr>
            <p:cNvPr id="21" name="矩形 20"/>
            <p:cNvSpPr/>
            <p:nvPr/>
          </p:nvSpPr>
          <p:spPr>
            <a:xfrm>
              <a:off x="7093192" y="2298907"/>
              <a:ext cx="2922969" cy="1007838"/>
            </a:xfrm>
            <a:prstGeom prst="rect">
              <a:avLst/>
            </a:prstGeom>
          </p:spPr>
          <p:txBody>
            <a:bodyPr wrap="square">
              <a:spAutoFit/>
            </a:bodyPr>
            <a:lstStyle/>
            <a:p>
              <a:pPr lvl="0">
                <a:lnSpc>
                  <a:spcPts val="2500"/>
                </a:lnSpc>
              </a:pPr>
              <a:r>
                <a:rPr lang="en-US" altLang="zh-CN" sz="1600" b="1" dirty="0" smtClean="0">
                  <a:solidFill>
                    <a:srgbClr val="002060"/>
                  </a:solidFill>
                  <a:latin typeface="微软雅黑" panose="020B0503020204020204" charset="-122"/>
                  <a:ea typeface="微软雅黑" panose="020B0503020204020204" charset="-122"/>
                </a:rPr>
                <a:t> </a:t>
              </a:r>
              <a:r>
                <a:rPr lang="zh-CN" altLang="zh-CN" sz="1600" b="1" dirty="0" smtClean="0">
                  <a:solidFill>
                    <a:srgbClr val="002060"/>
                  </a:solidFill>
                  <a:latin typeface="微软雅黑" panose="020B0503020204020204" charset="-122"/>
                  <a:ea typeface="微软雅黑" panose="020B0503020204020204" charset="-122"/>
                </a:rPr>
                <a:t>江</a:t>
              </a:r>
              <a:r>
                <a:rPr lang="zh-CN" altLang="zh-CN" sz="1600" b="1" dirty="0">
                  <a:solidFill>
                    <a:srgbClr val="002060"/>
                  </a:solidFill>
                  <a:latin typeface="微软雅黑" panose="020B0503020204020204" charset="-122"/>
                  <a:ea typeface="微软雅黑" panose="020B0503020204020204" charset="-122"/>
                </a:rPr>
                <a:t>北新区</a:t>
              </a:r>
              <a:r>
                <a:rPr lang="zh-CN" altLang="en-US" sz="1600" b="1" dirty="0">
                  <a:solidFill>
                    <a:srgbClr val="002060"/>
                  </a:solidFill>
                  <a:latin typeface="微软雅黑" panose="020B0503020204020204" charset="-122"/>
                  <a:ea typeface="微软雅黑" panose="020B0503020204020204" charset="-122"/>
                </a:rPr>
                <a:t>发展研究</a:t>
              </a:r>
              <a:r>
                <a:rPr lang="zh-CN" altLang="en-US" sz="1600" b="1" dirty="0" smtClean="0">
                  <a:solidFill>
                    <a:srgbClr val="002060"/>
                  </a:solidFill>
                  <a:latin typeface="微软雅黑" panose="020B0503020204020204" charset="-122"/>
                  <a:ea typeface="微软雅黑" panose="020B0503020204020204" charset="-122"/>
                </a:rPr>
                <a:t>院</a:t>
              </a:r>
              <a:r>
                <a:rPr lang="en-US" altLang="zh-CN" sz="1600" b="1" dirty="0" smtClean="0">
                  <a:solidFill>
                    <a:srgbClr val="002060"/>
                  </a:solidFill>
                  <a:latin typeface="微软雅黑" panose="020B0503020204020204" charset="-122"/>
                  <a:ea typeface="微软雅黑" panose="020B0503020204020204" charset="-122"/>
                </a:rPr>
                <a:t>  </a:t>
              </a:r>
              <a:endParaRPr lang="en-US" altLang="zh-CN" sz="1600" b="1" dirty="0" smtClean="0">
                <a:solidFill>
                  <a:srgbClr val="002060"/>
                </a:solidFill>
                <a:latin typeface="微软雅黑" panose="020B0503020204020204" charset="-122"/>
                <a:ea typeface="微软雅黑" panose="020B0503020204020204" charset="-122"/>
              </a:endParaRPr>
            </a:p>
            <a:p>
              <a:pPr lvl="0">
                <a:lnSpc>
                  <a:spcPts val="2500"/>
                </a:lnSpc>
              </a:pPr>
              <a:r>
                <a:rPr lang="en-US" altLang="zh-CN" sz="1600" b="1" dirty="0" smtClean="0">
                  <a:solidFill>
                    <a:srgbClr val="002060"/>
                  </a:solidFill>
                  <a:latin typeface="微软雅黑" panose="020B0503020204020204" charset="-122"/>
                  <a:ea typeface="微软雅黑" panose="020B0503020204020204" charset="-122"/>
                </a:rPr>
                <a:t> </a:t>
              </a:r>
              <a:r>
                <a:rPr lang="zh-CN" altLang="en-US" sz="1600" b="1" dirty="0" smtClean="0">
                  <a:solidFill>
                    <a:srgbClr val="002060"/>
                  </a:solidFill>
                  <a:latin typeface="微软雅黑" panose="020B0503020204020204" charset="-122"/>
                  <a:ea typeface="微软雅黑" panose="020B0503020204020204" charset="-122"/>
                </a:rPr>
                <a:t>江</a:t>
              </a:r>
              <a:r>
                <a:rPr lang="zh-CN" altLang="en-US" sz="1600" b="1" dirty="0">
                  <a:solidFill>
                    <a:srgbClr val="002060"/>
                  </a:solidFill>
                  <a:latin typeface="微软雅黑" panose="020B0503020204020204" charset="-122"/>
                  <a:ea typeface="微软雅黑" panose="020B0503020204020204" charset="-122"/>
                </a:rPr>
                <a:t>北新区“中国气象谷</a:t>
              </a:r>
              <a:r>
                <a:rPr lang="zh-CN" altLang="en-US" sz="1600" b="1" dirty="0" smtClean="0">
                  <a:solidFill>
                    <a:srgbClr val="002060"/>
                  </a:solidFill>
                  <a:latin typeface="微软雅黑" panose="020B0503020204020204" charset="-122"/>
                  <a:ea typeface="微软雅黑" panose="020B0503020204020204" charset="-122"/>
                </a:rPr>
                <a:t>”</a:t>
              </a:r>
              <a:r>
                <a:rPr lang="en-US" altLang="zh-CN" sz="1600" b="1" dirty="0" smtClean="0">
                  <a:solidFill>
                    <a:srgbClr val="002060"/>
                  </a:solidFill>
                  <a:latin typeface="微软雅黑" panose="020B0503020204020204" charset="-122"/>
                  <a:ea typeface="微软雅黑" panose="020B0503020204020204" charset="-122"/>
                </a:rPr>
                <a:t> </a:t>
              </a:r>
              <a:endParaRPr lang="en-US" altLang="zh-CN" sz="1600" b="1" dirty="0" smtClean="0">
                <a:solidFill>
                  <a:srgbClr val="002060"/>
                </a:solidFill>
                <a:latin typeface="微软雅黑" panose="020B0503020204020204" charset="-122"/>
                <a:ea typeface="微软雅黑" panose="020B0503020204020204" charset="-122"/>
              </a:endParaRPr>
            </a:p>
            <a:p>
              <a:pPr lvl="0">
                <a:lnSpc>
                  <a:spcPts val="2500"/>
                </a:lnSpc>
              </a:pPr>
              <a:r>
                <a:rPr lang="zh-CN" altLang="en-US" sz="1600" b="1" dirty="0" smtClean="0">
                  <a:solidFill>
                    <a:srgbClr val="002060"/>
                  </a:solidFill>
                  <a:latin typeface="微软雅黑" panose="020B0503020204020204" charset="-122"/>
                  <a:ea typeface="微软雅黑" panose="020B0503020204020204" charset="-122"/>
                </a:rPr>
                <a:t> 金</a:t>
              </a:r>
              <a:r>
                <a:rPr lang="zh-CN" altLang="en-US" sz="1600" b="1" dirty="0">
                  <a:solidFill>
                    <a:srgbClr val="002060"/>
                  </a:solidFill>
                  <a:latin typeface="微软雅黑" panose="020B0503020204020204" charset="-122"/>
                  <a:ea typeface="微软雅黑" panose="020B0503020204020204" charset="-122"/>
                </a:rPr>
                <a:t>牛湖产教融合园</a:t>
              </a:r>
              <a:r>
                <a:rPr lang="zh-CN" altLang="en-US" sz="1600" b="1" dirty="0" smtClean="0">
                  <a:solidFill>
                    <a:srgbClr val="002060"/>
                  </a:solidFill>
                  <a:latin typeface="微软雅黑" panose="020B0503020204020204" charset="-122"/>
                  <a:ea typeface="微软雅黑" panose="020B0503020204020204" charset="-122"/>
                </a:rPr>
                <a:t>区</a:t>
              </a:r>
              <a:endParaRPr lang="en-US" altLang="zh-CN" sz="1600" b="1" dirty="0" smtClean="0">
                <a:solidFill>
                  <a:srgbClr val="002060"/>
                </a:solidFill>
                <a:latin typeface="微软雅黑" panose="020B0503020204020204" charset="-122"/>
                <a:ea typeface="微软雅黑" panose="020B0503020204020204" charset="-122"/>
              </a:endParaRPr>
            </a:p>
            <a:p>
              <a:pPr lvl="0">
                <a:lnSpc>
                  <a:spcPts val="2500"/>
                </a:lnSpc>
              </a:pPr>
              <a:r>
                <a:rPr lang="zh-CN" altLang="en-US" sz="1600" b="1" dirty="0" smtClean="0">
                  <a:solidFill>
                    <a:srgbClr val="002060"/>
                  </a:solidFill>
                  <a:latin typeface="微软雅黑" panose="020B0503020204020204" charset="-122"/>
                  <a:ea typeface="微软雅黑" panose="020B0503020204020204" charset="-122"/>
                </a:rPr>
                <a:t> 无</a:t>
              </a:r>
              <a:r>
                <a:rPr lang="zh-CN" altLang="en-US" sz="1600" b="1" dirty="0">
                  <a:solidFill>
                    <a:srgbClr val="002060"/>
                  </a:solidFill>
                  <a:latin typeface="微软雅黑" panose="020B0503020204020204" charset="-122"/>
                  <a:ea typeface="微软雅黑" panose="020B0503020204020204" charset="-122"/>
                </a:rPr>
                <a:t>锡校区“五位一体”办学</a:t>
              </a:r>
              <a:endParaRPr lang="zh-CN" altLang="zh-CN" sz="1600" b="1" dirty="0">
                <a:solidFill>
                  <a:srgbClr val="002060"/>
                </a:solidFill>
                <a:latin typeface="微软雅黑" panose="020B0503020204020204" charset="-122"/>
                <a:ea typeface="微软雅黑" panose="020B0503020204020204" charset="-122"/>
              </a:endParaRPr>
            </a:p>
          </p:txBody>
        </p:sp>
        <p:sp>
          <p:nvSpPr>
            <p:cNvPr id="22" name="矩形 21"/>
            <p:cNvSpPr/>
            <p:nvPr/>
          </p:nvSpPr>
          <p:spPr>
            <a:xfrm>
              <a:off x="7192007" y="2651118"/>
              <a:ext cx="2612714" cy="186337"/>
            </a:xfrm>
            <a:prstGeom prst="rect">
              <a:avLst/>
            </a:prstGeom>
          </p:spPr>
          <p:txBody>
            <a:bodyPr wrap="square">
              <a:spAutoFit/>
            </a:bodyPr>
            <a:lstStyle/>
            <a:p>
              <a:pPr>
                <a:lnSpc>
                  <a:spcPct val="150000"/>
                </a:lnSpc>
              </a:pPr>
              <a:endParaRPr lang="zh-CN" altLang="en-US" sz="800" dirty="0">
                <a:solidFill>
                  <a:schemeClr val="bg1"/>
                </a:solidFill>
                <a:cs typeface="+mn-ea"/>
                <a:sym typeface="+mn-lt"/>
              </a:endParaRPr>
            </a:p>
          </p:txBody>
        </p:sp>
        <p:sp>
          <p:nvSpPr>
            <p:cNvPr id="23" name="矩形 22"/>
            <p:cNvSpPr/>
            <p:nvPr/>
          </p:nvSpPr>
          <p:spPr>
            <a:xfrm>
              <a:off x="7118015" y="3564783"/>
              <a:ext cx="2845082" cy="934131"/>
            </a:xfrm>
            <a:prstGeom prst="rect">
              <a:avLst/>
            </a:prstGeom>
          </p:spPr>
          <p:txBody>
            <a:bodyPr wrap="square">
              <a:spAutoFit/>
            </a:bodyPr>
            <a:lstStyle/>
            <a:p>
              <a:pPr lvl="0">
                <a:lnSpc>
                  <a:spcPct val="120000"/>
                </a:lnSpc>
              </a:pPr>
              <a:r>
                <a:rPr lang="zh-CN" altLang="zh-CN" sz="1600" b="1" dirty="0" smtClean="0">
                  <a:solidFill>
                    <a:srgbClr val="002060"/>
                  </a:solidFill>
                </a:rPr>
                <a:t>航</a:t>
              </a:r>
              <a:r>
                <a:rPr lang="zh-CN" altLang="zh-CN" sz="1600" b="1" dirty="0">
                  <a:solidFill>
                    <a:srgbClr val="002060"/>
                  </a:solidFill>
                </a:rPr>
                <a:t>天宏</a:t>
              </a:r>
              <a:r>
                <a:rPr lang="zh-CN" altLang="zh-CN" sz="1600" b="1" dirty="0" smtClean="0">
                  <a:solidFill>
                    <a:srgbClr val="002060"/>
                  </a:solidFill>
                </a:rPr>
                <a:t>图</a:t>
              </a:r>
              <a:r>
                <a:rPr lang="en-US" altLang="zh-CN" sz="1600" b="1" dirty="0" smtClean="0">
                  <a:solidFill>
                    <a:srgbClr val="002060"/>
                  </a:solidFill>
                </a:rPr>
                <a:t>       </a:t>
              </a:r>
              <a:r>
                <a:rPr lang="zh-CN" altLang="zh-CN" sz="1600" b="1" dirty="0" smtClean="0">
                  <a:solidFill>
                    <a:srgbClr val="002060"/>
                  </a:solidFill>
                </a:rPr>
                <a:t>墨</a:t>
              </a:r>
              <a:r>
                <a:rPr lang="zh-CN" altLang="zh-CN" sz="1600" b="1" dirty="0">
                  <a:solidFill>
                    <a:srgbClr val="002060"/>
                  </a:solidFill>
                </a:rPr>
                <a:t>迹天</a:t>
              </a:r>
              <a:r>
                <a:rPr lang="zh-CN" altLang="zh-CN" sz="1600" b="1" dirty="0" smtClean="0">
                  <a:solidFill>
                    <a:srgbClr val="002060"/>
                  </a:solidFill>
                </a:rPr>
                <a:t>气</a:t>
              </a:r>
              <a:r>
                <a:rPr lang="en-US" altLang="zh-CN" sz="1600" b="1" dirty="0" smtClean="0">
                  <a:solidFill>
                    <a:srgbClr val="002060"/>
                  </a:solidFill>
                </a:rPr>
                <a:t>       </a:t>
              </a:r>
              <a:r>
                <a:rPr lang="zh-CN" altLang="zh-CN" sz="1600" b="1" dirty="0" smtClean="0">
                  <a:solidFill>
                    <a:srgbClr val="002060"/>
                  </a:solidFill>
                </a:rPr>
                <a:t>富</a:t>
              </a:r>
              <a:r>
                <a:rPr lang="zh-CN" altLang="zh-CN" sz="1600" b="1" dirty="0">
                  <a:solidFill>
                    <a:srgbClr val="002060"/>
                  </a:solidFill>
                </a:rPr>
                <a:t>景天策</a:t>
              </a:r>
              <a:endParaRPr lang="en-US" altLang="zh-CN" sz="1600" b="1" dirty="0" smtClean="0">
                <a:solidFill>
                  <a:srgbClr val="002060"/>
                </a:solidFill>
              </a:endParaRPr>
            </a:p>
            <a:p>
              <a:pPr lvl="0">
                <a:lnSpc>
                  <a:spcPct val="120000"/>
                </a:lnSpc>
              </a:pPr>
              <a:r>
                <a:rPr lang="zh-CN" altLang="zh-CN" sz="1600" b="1" dirty="0" smtClean="0">
                  <a:solidFill>
                    <a:srgbClr val="002060"/>
                  </a:solidFill>
                </a:rPr>
                <a:t>象</a:t>
              </a:r>
              <a:r>
                <a:rPr lang="zh-CN" altLang="zh-CN" sz="1600" b="1" dirty="0">
                  <a:solidFill>
                    <a:srgbClr val="002060"/>
                  </a:solidFill>
                </a:rPr>
                <a:t>辑知</a:t>
              </a:r>
              <a:r>
                <a:rPr lang="zh-CN" altLang="zh-CN" sz="1600" b="1" dirty="0" smtClean="0">
                  <a:solidFill>
                    <a:srgbClr val="002060"/>
                  </a:solidFill>
                </a:rPr>
                <a:t>源</a:t>
              </a:r>
              <a:r>
                <a:rPr lang="en-US" altLang="zh-CN" sz="1600" b="1" dirty="0" smtClean="0">
                  <a:solidFill>
                    <a:srgbClr val="002060"/>
                  </a:solidFill>
                </a:rPr>
                <a:t>       </a:t>
              </a:r>
              <a:r>
                <a:rPr lang="zh-CN" altLang="zh-CN" sz="1600" b="1" dirty="0" smtClean="0">
                  <a:solidFill>
                    <a:srgbClr val="002060"/>
                  </a:solidFill>
                </a:rPr>
                <a:t>中</a:t>
              </a:r>
              <a:r>
                <a:rPr lang="zh-CN" altLang="zh-CN" sz="1600" b="1" dirty="0">
                  <a:solidFill>
                    <a:srgbClr val="002060"/>
                  </a:solidFill>
                </a:rPr>
                <a:t>科三</a:t>
              </a:r>
              <a:r>
                <a:rPr lang="zh-CN" altLang="zh-CN" sz="1600" b="1" dirty="0" smtClean="0">
                  <a:solidFill>
                    <a:srgbClr val="002060"/>
                  </a:solidFill>
                </a:rPr>
                <a:t>清</a:t>
              </a:r>
              <a:r>
                <a:rPr lang="en-US" altLang="zh-CN" sz="1600" b="1" dirty="0" smtClean="0">
                  <a:solidFill>
                    <a:srgbClr val="002060"/>
                  </a:solidFill>
                </a:rPr>
                <a:t>       </a:t>
              </a:r>
              <a:r>
                <a:rPr lang="zh-CN" altLang="zh-CN" sz="1600" b="1" dirty="0" smtClean="0">
                  <a:solidFill>
                    <a:srgbClr val="002060"/>
                  </a:solidFill>
                </a:rPr>
                <a:t>旗</a:t>
              </a:r>
              <a:r>
                <a:rPr lang="zh-CN" altLang="zh-CN" sz="1600" b="1" dirty="0">
                  <a:solidFill>
                    <a:srgbClr val="002060"/>
                  </a:solidFill>
                </a:rPr>
                <a:t>云中天</a:t>
              </a:r>
              <a:endParaRPr lang="zh-CN" altLang="zh-CN" sz="1600" b="1" dirty="0">
                <a:solidFill>
                  <a:srgbClr val="002060"/>
                </a:solidFill>
              </a:endParaRPr>
            </a:p>
            <a:p>
              <a:pPr>
                <a:lnSpc>
                  <a:spcPct val="120000"/>
                </a:lnSpc>
              </a:pPr>
              <a:r>
                <a:rPr lang="zh-CN" altLang="zh-CN" sz="1600" b="1" dirty="0">
                  <a:solidFill>
                    <a:srgbClr val="002060"/>
                  </a:solidFill>
                </a:rPr>
                <a:t>中国电科</a:t>
              </a:r>
              <a:r>
                <a:rPr lang="zh-CN" altLang="zh-CN" sz="1600" b="1" dirty="0" smtClean="0">
                  <a:solidFill>
                    <a:srgbClr val="002060"/>
                  </a:solidFill>
                </a:rPr>
                <a:t>院</a:t>
              </a:r>
              <a:r>
                <a:rPr lang="en-US" altLang="zh-CN" sz="1600" b="1" dirty="0" smtClean="0">
                  <a:solidFill>
                    <a:srgbClr val="002060"/>
                  </a:solidFill>
                </a:rPr>
                <a:t>        </a:t>
              </a:r>
              <a:r>
                <a:rPr lang="zh-CN" altLang="zh-CN" sz="1600" b="1" dirty="0" smtClean="0">
                  <a:solidFill>
                    <a:srgbClr val="002060"/>
                  </a:solidFill>
                </a:rPr>
                <a:t>太</a:t>
              </a:r>
              <a:r>
                <a:rPr lang="zh-CN" altLang="zh-CN" sz="1600" b="1" dirty="0">
                  <a:solidFill>
                    <a:srgbClr val="002060"/>
                  </a:solidFill>
                </a:rPr>
                <a:t>极计算</a:t>
              </a:r>
              <a:r>
                <a:rPr lang="zh-CN" altLang="zh-CN" sz="1600" b="1" dirty="0" smtClean="0">
                  <a:solidFill>
                    <a:srgbClr val="002060"/>
                  </a:solidFill>
                </a:rPr>
                <a:t>机</a:t>
              </a:r>
              <a:r>
                <a:rPr lang="en-US" altLang="zh-CN" sz="1600" b="1" dirty="0" smtClean="0">
                  <a:solidFill>
                    <a:srgbClr val="002060"/>
                  </a:solidFill>
                </a:rPr>
                <a:t> </a:t>
              </a:r>
              <a:endParaRPr lang="en-US" altLang="zh-CN" sz="1600" b="1" dirty="0" smtClean="0">
                <a:solidFill>
                  <a:srgbClr val="002060"/>
                </a:solidFill>
              </a:endParaRPr>
            </a:p>
            <a:p>
              <a:pPr>
                <a:lnSpc>
                  <a:spcPct val="120000"/>
                </a:lnSpc>
              </a:pPr>
              <a:r>
                <a:rPr lang="zh-CN" altLang="zh-CN" sz="1600" b="1" dirty="0" smtClean="0">
                  <a:solidFill>
                    <a:srgbClr val="002060"/>
                  </a:solidFill>
                </a:rPr>
                <a:t>华风</a:t>
              </a:r>
              <a:r>
                <a:rPr lang="zh-CN" altLang="en-US" sz="1600" b="1" dirty="0" smtClean="0">
                  <a:solidFill>
                    <a:srgbClr val="002060"/>
                  </a:solidFill>
                </a:rPr>
                <a:t>气象传媒 </a:t>
              </a:r>
              <a:r>
                <a:rPr lang="en-US" altLang="zh-CN" sz="1600" b="1" dirty="0" smtClean="0">
                  <a:solidFill>
                    <a:srgbClr val="002060"/>
                  </a:solidFill>
                </a:rPr>
                <a:t>   </a:t>
              </a:r>
              <a:r>
                <a:rPr lang="zh-CN" altLang="zh-CN" sz="1600" b="1" dirty="0" smtClean="0">
                  <a:solidFill>
                    <a:srgbClr val="002060"/>
                  </a:solidFill>
                </a:rPr>
                <a:t>华</a:t>
              </a:r>
              <a:r>
                <a:rPr lang="zh-CN" altLang="zh-CN" sz="1600" b="1" dirty="0">
                  <a:solidFill>
                    <a:srgbClr val="002060"/>
                  </a:solidFill>
                </a:rPr>
                <a:t>为技术有限公司</a:t>
              </a:r>
              <a:r>
                <a:rPr lang="zh-CN" altLang="en-US" sz="1600" b="1" dirty="0" smtClean="0">
                  <a:solidFill>
                    <a:srgbClr val="002060"/>
                  </a:solidFill>
                </a:rPr>
                <a:t>等</a:t>
              </a:r>
              <a:endParaRPr lang="zh-CN" altLang="zh-CN" sz="1600" b="1" dirty="0">
                <a:solidFill>
                  <a:srgbClr val="002060"/>
                </a:solidFill>
              </a:endParaRPr>
            </a:p>
          </p:txBody>
        </p:sp>
      </p:grpSp>
      <p:sp>
        <p:nvSpPr>
          <p:cNvPr id="25" name="矩形 24"/>
          <p:cNvSpPr/>
          <p:nvPr/>
        </p:nvSpPr>
        <p:spPr>
          <a:xfrm>
            <a:off x="6783007" y="3957056"/>
            <a:ext cx="971850" cy="923330"/>
          </a:xfrm>
          <a:prstGeom prst="rect">
            <a:avLst/>
          </a:prstGeom>
        </p:spPr>
        <p:txBody>
          <a:bodyPr wrap="square">
            <a:spAutoFit/>
          </a:bodyPr>
          <a:lstStyle/>
          <a:p>
            <a:pPr lvl="0" algn="ctr"/>
            <a:r>
              <a:rPr lang="zh-CN" altLang="en-US" b="1" dirty="0" smtClean="0">
                <a:solidFill>
                  <a:schemeClr val="bg1"/>
                </a:solidFill>
              </a:rPr>
              <a:t>与           知</a:t>
            </a:r>
            <a:r>
              <a:rPr lang="zh-CN" altLang="en-US" b="1" dirty="0">
                <a:solidFill>
                  <a:schemeClr val="bg1"/>
                </a:solidFill>
              </a:rPr>
              <a:t>名企业合作</a:t>
            </a:r>
            <a:endParaRPr lang="zh-CN" altLang="en-US" b="1"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2948094" y="553997"/>
            <a:ext cx="6213935" cy="488950"/>
          </a:xfrm>
          <a:prstGeom prst="roundRect">
            <a:avLst/>
          </a:pr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kern="1200" cap="none" spc="0" normalizeH="0" baseline="0" noProof="1">
                <a:solidFill>
                  <a:srgbClr val="002060"/>
                </a:solidFill>
                <a:latin typeface="+mn-lt"/>
                <a:ea typeface="微软雅黑" panose="020B0503020204020204" charset="-122"/>
                <a:cs typeface="+mn-cs"/>
                <a:sym typeface="+mn-lt"/>
              </a:rPr>
              <a:t>2015-2019</a:t>
            </a:r>
            <a:r>
              <a:rPr kumimoji="0" lang="zh-CN" altLang="en-US" sz="2000" b="1" i="0" u="none" strike="noStrike" kern="1200" cap="none" spc="0" normalizeH="0" baseline="0" noProof="1">
                <a:solidFill>
                  <a:srgbClr val="002060"/>
                </a:solidFill>
                <a:latin typeface="+mn-lt"/>
                <a:ea typeface="微软雅黑" panose="020B0503020204020204" charset="-122"/>
                <a:cs typeface="+mn-cs"/>
                <a:sym typeface="+mn-lt"/>
              </a:rPr>
              <a:t>年普通本科毕业生就业情况对比表 </a:t>
            </a:r>
            <a:endParaRPr kumimoji="0" lang="zh-CN" altLang="en-US" sz="2000" b="0" i="0" u="none" strike="noStrike" kern="1200" cap="none" spc="0" normalizeH="0" baseline="0" noProof="1">
              <a:solidFill>
                <a:srgbClr val="002060"/>
              </a:solidFill>
              <a:latin typeface="+mn-lt"/>
              <a:ea typeface="微软雅黑" panose="020B0503020204020204" charset="-122"/>
              <a:cs typeface="+mn-cs"/>
              <a:sym typeface="+mn-lt"/>
            </a:endParaRPr>
          </a:p>
        </p:txBody>
      </p:sp>
      <p:sp>
        <p:nvSpPr>
          <p:cNvPr id="10" name="圆角矩形 9"/>
          <p:cNvSpPr/>
          <p:nvPr/>
        </p:nvSpPr>
        <p:spPr>
          <a:xfrm>
            <a:off x="2896507" y="4306835"/>
            <a:ext cx="6608524" cy="407988"/>
          </a:xfrm>
          <a:prstGeom prst="round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kern="1200" cap="none" spc="0" normalizeH="0" baseline="0" noProof="1">
                <a:solidFill>
                  <a:srgbClr val="002060"/>
                </a:solidFill>
                <a:latin typeface="+mn-lt"/>
                <a:ea typeface="微软雅黑" panose="020B0503020204020204" charset="-122"/>
                <a:cs typeface="+mn-cs"/>
                <a:sym typeface="+mn-lt"/>
              </a:rPr>
              <a:t>2018</a:t>
            </a:r>
            <a:r>
              <a:rPr kumimoji="0" lang="zh-CN" altLang="en-US" sz="2000" b="1" i="0" u="none" strike="noStrike" kern="1200" cap="none" spc="0" normalizeH="0" baseline="0" noProof="1" smtClean="0">
                <a:solidFill>
                  <a:srgbClr val="002060"/>
                </a:solidFill>
                <a:latin typeface="+mn-lt"/>
                <a:ea typeface="微软雅黑" panose="020B0503020204020204" charset="-122"/>
                <a:cs typeface="+mn-cs"/>
                <a:sym typeface="+mn-lt"/>
              </a:rPr>
              <a:t>届</a:t>
            </a:r>
            <a:r>
              <a:rPr lang="en-US" altLang="zh-CN" sz="2000" b="1" noProof="1" smtClean="0">
                <a:solidFill>
                  <a:srgbClr val="002060"/>
                </a:solidFill>
                <a:ea typeface="微软雅黑" panose="020B0503020204020204" charset="-122"/>
                <a:sym typeface="+mn-lt"/>
              </a:rPr>
              <a:t>—2020</a:t>
            </a:r>
            <a:r>
              <a:rPr kumimoji="0" lang="zh-CN" altLang="en-US" sz="2000" b="1" i="0" u="none" strike="noStrike" kern="1200" cap="none" spc="0" normalizeH="0" baseline="0" noProof="1" smtClean="0">
                <a:solidFill>
                  <a:srgbClr val="002060"/>
                </a:solidFill>
                <a:latin typeface="+mn-lt"/>
                <a:ea typeface="微软雅黑" panose="020B0503020204020204" charset="-122"/>
                <a:cs typeface="+mn-cs"/>
                <a:sym typeface="+mn-lt"/>
              </a:rPr>
              <a:t>届</a:t>
            </a:r>
            <a:r>
              <a:rPr kumimoji="0" lang="zh-CN" altLang="en-US" sz="2000" b="1" i="0" u="none" strike="noStrike" kern="1200" cap="none" spc="0" normalizeH="0" baseline="0" noProof="1">
                <a:solidFill>
                  <a:srgbClr val="002060"/>
                </a:solidFill>
                <a:latin typeface="+mn-lt"/>
                <a:ea typeface="微软雅黑" panose="020B0503020204020204" charset="-122"/>
                <a:cs typeface="+mn-cs"/>
                <a:sym typeface="+mn-lt"/>
              </a:rPr>
              <a:t>普通本科毕业生深造情况</a:t>
            </a:r>
            <a:endParaRPr kumimoji="0" lang="zh-CN" altLang="en-US" sz="2000" b="1" i="0" u="none" strike="noStrike" kern="1200" cap="none" spc="0" normalizeH="0" baseline="0" noProof="1">
              <a:solidFill>
                <a:srgbClr val="002060"/>
              </a:solidFill>
              <a:latin typeface="+mn-lt"/>
              <a:ea typeface="微软雅黑" panose="020B0503020204020204" charset="-122"/>
              <a:cs typeface="+mn-cs"/>
              <a:sym typeface="+mn-lt"/>
            </a:endParaRPr>
          </a:p>
        </p:txBody>
      </p:sp>
      <p:graphicFrame>
        <p:nvGraphicFramePr>
          <p:cNvPr id="7" name="表格 6"/>
          <p:cNvGraphicFramePr>
            <a:graphicFrameLocks noGrp="1"/>
          </p:cNvGraphicFramePr>
          <p:nvPr>
            <p:custDataLst>
              <p:tags r:id="rId1"/>
            </p:custDataLst>
          </p:nvPr>
        </p:nvGraphicFramePr>
        <p:xfrm>
          <a:off x="1819586" y="4844167"/>
          <a:ext cx="8763000" cy="1988094"/>
        </p:xfrm>
        <a:graphic>
          <a:graphicData uri="http://schemas.openxmlformats.org/drawingml/2006/table">
            <a:tbl>
              <a:tblPr firstRow="1" lastCol="1">
                <a:tableStyleId>{FABFCF23-3B69-468F-B69F-88F6DE6A72F2}</a:tableStyleId>
              </a:tblPr>
              <a:tblGrid>
                <a:gridCol w="1080770"/>
                <a:gridCol w="1546860"/>
                <a:gridCol w="1273810"/>
                <a:gridCol w="1452245"/>
                <a:gridCol w="1771015"/>
                <a:gridCol w="1638300"/>
              </a:tblGrid>
              <a:tr h="581564">
                <a:tc>
                  <a:txBody>
                    <a:bodyPr/>
                    <a:lstStyle/>
                    <a:p>
                      <a:pPr marL="0" marR="0" algn="ctr">
                        <a:lnSpc>
                          <a:spcPts val="1200"/>
                        </a:lnSpc>
                        <a:spcBef>
                          <a:spcPts val="0"/>
                        </a:spcBef>
                        <a:spcAft>
                          <a:spcPts val="0"/>
                        </a:spcAft>
                      </a:pPr>
                      <a:r>
                        <a:rPr lang="zh-CN" altLang="en-US" sz="1400" kern="0" dirty="0" smtClean="0">
                          <a:effectLst/>
                          <a:latin typeface="微软雅黑" panose="020B0503020204020204" charset="-122"/>
                          <a:ea typeface="微软雅黑" panose="020B0503020204020204" charset="-122"/>
                          <a:sym typeface="Arial" panose="020B0604020202020204" pitchFamily="34" charset="0"/>
                        </a:rPr>
                        <a:t>年 度</a:t>
                      </a:r>
                      <a:endParaRPr lang="zh-CN" altLang="en-US" sz="1400" b="1" kern="100" dirty="0">
                        <a:solidFill>
                          <a:srgbClr val="FFFFFF"/>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tc>
                <a:tc>
                  <a:txBody>
                    <a:bodyPr/>
                    <a:lstStyle/>
                    <a:p>
                      <a:pPr marL="0" marR="0" algn="ctr">
                        <a:lnSpc>
                          <a:spcPts val="12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毕业生数</a:t>
                      </a:r>
                      <a:endParaRPr lang="zh-CN" altLang="en-US" sz="1400" b="1" kern="100" dirty="0">
                        <a:solidFill>
                          <a:srgbClr val="FFFFFF"/>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tc>
                <a:tc>
                  <a:txBody>
                    <a:bodyPr/>
                    <a:lstStyle/>
                    <a:p>
                      <a:pPr marL="0" marR="0" algn="ctr">
                        <a:lnSpc>
                          <a:spcPts val="18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升学</a:t>
                      </a:r>
                      <a:endParaRPr lang="zh-CN" altLang="en-US" sz="1400" kern="100" dirty="0">
                        <a:effectLst/>
                        <a:latin typeface="微软雅黑" panose="020B0503020204020204" charset="-122"/>
                        <a:ea typeface="微软雅黑" panose="020B0503020204020204" charset="-122"/>
                        <a:sym typeface="Arial" panose="020B0604020202020204" pitchFamily="34" charset="0"/>
                      </a:endParaRPr>
                    </a:p>
                    <a:p>
                      <a:pPr marL="0" marR="0" algn="ctr">
                        <a:lnSpc>
                          <a:spcPts val="18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人数</a:t>
                      </a:r>
                      <a:endParaRPr lang="zh-CN" altLang="en-US" sz="1400" b="1" kern="100" dirty="0">
                        <a:solidFill>
                          <a:srgbClr val="FFFFFF"/>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tc>
                <a:tc>
                  <a:txBody>
                    <a:bodyPr/>
                    <a:lstStyle/>
                    <a:p>
                      <a:pPr marL="0" marR="0" algn="ctr">
                        <a:lnSpc>
                          <a:spcPts val="18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出国出境</a:t>
                      </a:r>
                      <a:endParaRPr lang="zh-CN" altLang="en-US" sz="1400" kern="100" dirty="0">
                        <a:effectLst/>
                        <a:latin typeface="微软雅黑" panose="020B0503020204020204" charset="-122"/>
                        <a:ea typeface="微软雅黑" panose="020B0503020204020204" charset="-122"/>
                        <a:sym typeface="Arial" panose="020B0604020202020204" pitchFamily="34" charset="0"/>
                      </a:endParaRPr>
                    </a:p>
                    <a:p>
                      <a:pPr marL="0" marR="0" algn="ctr">
                        <a:lnSpc>
                          <a:spcPts val="18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人数</a:t>
                      </a:r>
                      <a:endParaRPr lang="zh-CN" altLang="en-US" sz="1400" b="1" kern="100" dirty="0">
                        <a:solidFill>
                          <a:srgbClr val="FFFFFF"/>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tc>
                <a:tc>
                  <a:txBody>
                    <a:bodyPr/>
                    <a:lstStyle/>
                    <a:p>
                      <a:pPr marL="0" marR="0" algn="ctr">
                        <a:lnSpc>
                          <a:spcPts val="18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深造</a:t>
                      </a:r>
                      <a:endParaRPr lang="zh-CN" altLang="en-US" sz="1400" kern="100" dirty="0">
                        <a:effectLst/>
                        <a:latin typeface="微软雅黑" panose="020B0503020204020204" charset="-122"/>
                        <a:ea typeface="微软雅黑" panose="020B0503020204020204" charset="-122"/>
                        <a:sym typeface="Arial" panose="020B0604020202020204" pitchFamily="34" charset="0"/>
                      </a:endParaRPr>
                    </a:p>
                    <a:p>
                      <a:pPr marL="0" marR="0" algn="ctr">
                        <a:lnSpc>
                          <a:spcPts val="18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合计</a:t>
                      </a:r>
                      <a:endParaRPr lang="zh-CN" altLang="en-US" sz="1400" b="1" kern="100" dirty="0">
                        <a:solidFill>
                          <a:srgbClr val="FFFFFF"/>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tc>
                <a:tc>
                  <a:txBody>
                    <a:bodyPr/>
                    <a:lstStyle/>
                    <a:p>
                      <a:pPr marL="0" marR="0" algn="ctr">
                        <a:lnSpc>
                          <a:spcPts val="1200"/>
                        </a:lnSpc>
                        <a:spcBef>
                          <a:spcPts val="0"/>
                        </a:spcBef>
                        <a:spcAft>
                          <a:spcPts val="0"/>
                        </a:spcAft>
                      </a:pPr>
                      <a:r>
                        <a:rPr lang="zh-CN" altLang="en-US" sz="1400" kern="0" dirty="0">
                          <a:effectLst/>
                          <a:latin typeface="微软雅黑" panose="020B0503020204020204" charset="-122"/>
                          <a:ea typeface="微软雅黑" panose="020B0503020204020204" charset="-122"/>
                          <a:sym typeface="Arial" panose="020B0604020202020204" pitchFamily="34" charset="0"/>
                        </a:rPr>
                        <a:t>深造率</a:t>
                      </a:r>
                      <a:endParaRPr lang="zh-CN" altLang="en-US" sz="1400" b="1" kern="100" dirty="0">
                        <a:solidFill>
                          <a:srgbClr val="FFFFFF"/>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tc>
              </a:tr>
              <a:tr h="469276">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2018</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3690</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1017</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224</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1241</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kern="0" dirty="0">
                          <a:solidFill>
                            <a:srgbClr val="C00000"/>
                          </a:solidFill>
                          <a:effectLst/>
                          <a:latin typeface="微软雅黑" panose="020B0503020204020204" charset="-122"/>
                          <a:ea typeface="微软雅黑" panose="020B0503020204020204" charset="-122"/>
                          <a:sym typeface="Arial" panose="020B0604020202020204" pitchFamily="34" charset="0"/>
                        </a:rPr>
                        <a:t>33.63%</a:t>
                      </a:r>
                      <a:endParaRPr lang="zh-CN" altLang="en-US" sz="1600" b="1" kern="100" dirty="0">
                        <a:solidFill>
                          <a:srgbClr val="C00000"/>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r>
              <a:tr h="468627">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2019</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 3885</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1054</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267</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1321</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kern="0" dirty="0">
                          <a:solidFill>
                            <a:srgbClr val="C00000"/>
                          </a:solidFill>
                          <a:effectLst/>
                          <a:latin typeface="微软雅黑" panose="020B0503020204020204" charset="-122"/>
                          <a:ea typeface="微软雅黑" panose="020B0503020204020204" charset="-122"/>
                          <a:sym typeface="Arial" panose="020B0604020202020204" pitchFamily="34" charset="0"/>
                        </a:rPr>
                        <a:t>35.11%</a:t>
                      </a:r>
                      <a:endParaRPr lang="zh-CN" altLang="en-US" sz="1600" b="1" kern="100" dirty="0">
                        <a:solidFill>
                          <a:srgbClr val="C00000"/>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r>
              <a:tr h="468627">
                <a:tc>
                  <a:txBody>
                    <a:bodyPr/>
                    <a:lstStyle/>
                    <a:p>
                      <a:pPr marL="0" marR="0" algn="ctr">
                        <a:lnSpc>
                          <a:spcPts val="1200"/>
                        </a:lnSpc>
                        <a:spcBef>
                          <a:spcPts val="0"/>
                        </a:spcBef>
                        <a:spcAft>
                          <a:spcPts val="0"/>
                        </a:spcAft>
                      </a:pPr>
                      <a:r>
                        <a:rPr lang="en-US" altLang="zh-CN" sz="1600" b="1" kern="0" dirty="0" smtClean="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2020</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100" dirty="0" smtClean="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4944</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100" dirty="0" smtClean="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1422</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100" dirty="0" smtClean="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377</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100" dirty="0" smtClean="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rPr>
                        <a:t>1799</a:t>
                      </a:r>
                      <a:endParaRPr lang="zh-CN" altLang="en-US" sz="1600" b="1" kern="100" dirty="0">
                        <a:solidFill>
                          <a:schemeClr val="accent3">
                            <a:lumMod val="50000"/>
                          </a:schemeClr>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c>
                  <a:txBody>
                    <a:bodyPr/>
                    <a:lstStyle/>
                    <a:p>
                      <a:pPr marL="0" marR="0" algn="ctr">
                        <a:lnSpc>
                          <a:spcPts val="1200"/>
                        </a:lnSpc>
                        <a:spcBef>
                          <a:spcPts val="0"/>
                        </a:spcBef>
                        <a:spcAft>
                          <a:spcPts val="0"/>
                        </a:spcAft>
                      </a:pPr>
                      <a:r>
                        <a:rPr lang="en-US" altLang="zh-CN" sz="1600" b="1" kern="100" dirty="0" smtClean="0">
                          <a:solidFill>
                            <a:srgbClr val="C00000"/>
                          </a:solidFill>
                          <a:effectLst/>
                          <a:latin typeface="微软雅黑" panose="020B0503020204020204" charset="-122"/>
                          <a:ea typeface="微软雅黑" panose="020B0503020204020204" charset="-122"/>
                          <a:sym typeface="Arial" panose="020B0604020202020204" pitchFamily="34" charset="0"/>
                        </a:rPr>
                        <a:t>36.39%</a:t>
                      </a:r>
                      <a:endParaRPr lang="zh-CN" altLang="en-US" sz="1600" b="1" kern="100" dirty="0">
                        <a:solidFill>
                          <a:srgbClr val="C00000"/>
                        </a:solidFill>
                        <a:effectLst/>
                        <a:latin typeface="微软雅黑" panose="020B0503020204020204" charset="-122"/>
                        <a:ea typeface="微软雅黑" panose="020B0503020204020204" charset="-122"/>
                        <a:sym typeface="Arial" panose="020B0604020202020204" pitchFamily="34" charset="0"/>
                      </a:endParaRPr>
                    </a:p>
                  </a:txBody>
                  <a:tcPr marL="11749" marR="11749" marT="11749" marB="56393" anchor="ctr" anchorCtr="1"/>
                </a:tc>
              </a:tr>
            </a:tbl>
          </a:graphicData>
        </a:graphic>
      </p:graphicFrame>
      <p:graphicFrame>
        <p:nvGraphicFramePr>
          <p:cNvPr id="12" name="表格 11"/>
          <p:cNvGraphicFramePr>
            <a:graphicFrameLocks noGrp="1"/>
          </p:cNvGraphicFramePr>
          <p:nvPr>
            <p:custDataLst>
              <p:tags r:id="rId2"/>
            </p:custDataLst>
          </p:nvPr>
        </p:nvGraphicFramePr>
        <p:xfrm>
          <a:off x="1819586" y="1270588"/>
          <a:ext cx="8762365" cy="2808605"/>
        </p:xfrm>
        <a:graphic>
          <a:graphicData uri="http://schemas.openxmlformats.org/drawingml/2006/table">
            <a:tbl>
              <a:tblPr firstRow="1">
                <a:tableStyleId>{FABFCF23-3B69-468F-B69F-88F6DE6A72F2}</a:tableStyleId>
              </a:tblPr>
              <a:tblGrid>
                <a:gridCol w="2797810"/>
                <a:gridCol w="2038350"/>
                <a:gridCol w="2272665"/>
                <a:gridCol w="1653540"/>
              </a:tblGrid>
              <a:tr h="325755">
                <a:tc rowSpan="2">
                  <a:txBody>
                    <a:bodyPr/>
                    <a:lstStyle/>
                    <a:p>
                      <a:pPr marL="0" marR="0" algn="ctr">
                        <a:spcBef>
                          <a:spcPts val="0"/>
                        </a:spcBef>
                        <a:spcAft>
                          <a:spcPts val="0"/>
                        </a:spcAft>
                      </a:pPr>
                      <a:r>
                        <a:rPr lang="zh-CN" altLang="en-US" sz="1600" b="1" kern="0" dirty="0">
                          <a:effectLst/>
                          <a:sym typeface="+mn-lt"/>
                        </a:rPr>
                        <a:t>年   </a:t>
                      </a:r>
                      <a:r>
                        <a:rPr lang="zh-CN" altLang="en-US" sz="1600" b="1" kern="0" dirty="0" smtClean="0">
                          <a:effectLst/>
                          <a:sym typeface="+mn-lt"/>
                        </a:rPr>
                        <a:t>度 </a:t>
                      </a:r>
                      <a:endParaRPr lang="zh-CN" altLang="en-US" sz="1600" b="1" kern="0" dirty="0">
                        <a:effectLst/>
                        <a:latin typeface="+mn-lt"/>
                        <a:ea typeface="微软雅黑" panose="020B0503020204020204" charset="-122"/>
                        <a:sym typeface="+mn-lt"/>
                      </a:endParaRPr>
                    </a:p>
                  </a:txBody>
                  <a:tcPr marL="68580" marR="68580" anchor="ctr"/>
                </a:tc>
                <a:tc rowSpan="2">
                  <a:txBody>
                    <a:bodyPr/>
                    <a:lstStyle/>
                    <a:p>
                      <a:pPr marL="0" marR="0" algn="ctr">
                        <a:spcBef>
                          <a:spcPts val="0"/>
                        </a:spcBef>
                        <a:spcAft>
                          <a:spcPts val="0"/>
                        </a:spcAft>
                      </a:pPr>
                      <a:r>
                        <a:rPr lang="zh-CN" altLang="en-US" sz="1600" b="1" kern="0" dirty="0">
                          <a:effectLst/>
                          <a:sym typeface="+mn-lt"/>
                        </a:rPr>
                        <a:t>毕业生数</a:t>
                      </a:r>
                      <a:endParaRPr lang="zh-CN" altLang="en-US" sz="1600" b="1" kern="0" dirty="0">
                        <a:effectLst/>
                        <a:latin typeface="+mn-lt"/>
                        <a:ea typeface="微软雅黑" panose="020B0503020204020204" charset="-122"/>
                        <a:sym typeface="+mn-lt"/>
                      </a:endParaRPr>
                    </a:p>
                  </a:txBody>
                  <a:tcPr marL="68580" marR="68580" anchor="ctr"/>
                </a:tc>
                <a:tc gridSpan="2">
                  <a:txBody>
                    <a:bodyPr/>
                    <a:lstStyle/>
                    <a:p>
                      <a:pPr marL="0" marR="0" algn="ctr">
                        <a:spcBef>
                          <a:spcPts val="0"/>
                        </a:spcBef>
                        <a:spcAft>
                          <a:spcPts val="0"/>
                        </a:spcAft>
                      </a:pPr>
                      <a:r>
                        <a:rPr lang="zh-CN" altLang="en-US" sz="1600" b="1" kern="0" dirty="0">
                          <a:effectLst/>
                          <a:sym typeface="+mn-lt"/>
                        </a:rPr>
                        <a:t>年终就业率</a:t>
                      </a:r>
                      <a:endParaRPr lang="zh-CN" altLang="en-US" sz="1600" b="1" kern="0" dirty="0">
                        <a:solidFill>
                          <a:schemeClr val="bg1"/>
                        </a:solidFill>
                        <a:effectLst/>
                        <a:latin typeface="+mn-lt"/>
                        <a:ea typeface="微软雅黑" panose="020B0503020204020204" charset="-122"/>
                        <a:sym typeface="+mn-lt"/>
                      </a:endParaRPr>
                    </a:p>
                  </a:txBody>
                  <a:tcPr marL="68580" marR="68580" anchor="ctr"/>
                </a:tc>
                <a:tc hMerge="1">
                  <a:tcPr/>
                </a:tc>
              </a:tr>
              <a:tr h="337820">
                <a:tc vMerge="1">
                  <a:tcPr/>
                </a:tc>
                <a:tc vMerge="1">
                  <a:tcPr/>
                </a:tc>
                <a:tc>
                  <a:txBody>
                    <a:bodyPr/>
                    <a:lstStyle/>
                    <a:p>
                      <a:pPr marL="0" marR="0" algn="ctr">
                        <a:spcBef>
                          <a:spcPts val="0"/>
                        </a:spcBef>
                        <a:spcAft>
                          <a:spcPts val="0"/>
                        </a:spcAft>
                      </a:pPr>
                      <a:r>
                        <a:rPr lang="zh-CN" altLang="en-US" sz="1600" b="1" kern="0" dirty="0" smtClean="0">
                          <a:solidFill>
                            <a:schemeClr val="bg1"/>
                          </a:solidFill>
                          <a:effectLst/>
                          <a:sym typeface="+mn-lt"/>
                        </a:rPr>
                        <a:t>本 校</a:t>
                      </a:r>
                      <a:endParaRPr lang="zh-CN" altLang="en-US" sz="1600" b="1" kern="0" dirty="0" smtClean="0">
                        <a:solidFill>
                          <a:schemeClr val="bg1"/>
                        </a:solidFill>
                        <a:effectLst/>
                        <a:latin typeface="+mn-lt"/>
                        <a:ea typeface="微软雅黑" panose="020B0503020204020204" charset="-122"/>
                        <a:sym typeface="+mn-lt"/>
                      </a:endParaRPr>
                    </a:p>
                  </a:txBody>
                  <a:tcPr marL="68580" marR="68580" anchor="ctr">
                    <a:solidFill>
                      <a:srgbClr val="4472C4"/>
                    </a:solidFill>
                  </a:tcPr>
                </a:tc>
                <a:tc>
                  <a:txBody>
                    <a:bodyPr/>
                    <a:lstStyle/>
                    <a:p>
                      <a:pPr marL="0" marR="0" algn="ctr">
                        <a:spcBef>
                          <a:spcPts val="0"/>
                        </a:spcBef>
                        <a:spcAft>
                          <a:spcPts val="0"/>
                        </a:spcAft>
                      </a:pPr>
                      <a:r>
                        <a:rPr lang="zh-CN" altLang="en-US" sz="1600" b="1" kern="0" dirty="0" smtClean="0">
                          <a:solidFill>
                            <a:schemeClr val="bg1"/>
                          </a:solidFill>
                          <a:effectLst/>
                          <a:sym typeface="+mn-lt"/>
                        </a:rPr>
                        <a:t>全省</a:t>
                      </a:r>
                      <a:endParaRPr lang="zh-CN" altLang="en-US" sz="1600" b="1" kern="0" dirty="0" smtClean="0">
                        <a:solidFill>
                          <a:schemeClr val="bg1"/>
                        </a:solidFill>
                        <a:effectLst/>
                        <a:latin typeface="+mn-lt"/>
                        <a:ea typeface="微软雅黑" panose="020B0503020204020204" charset="-122"/>
                        <a:sym typeface="+mn-lt"/>
                      </a:endParaRPr>
                    </a:p>
                  </a:txBody>
                  <a:tcPr marL="68580" marR="68580" anchor="ctr">
                    <a:solidFill>
                      <a:srgbClr val="4472C4"/>
                    </a:solidFill>
                  </a:tcPr>
                </a:tc>
              </a:tr>
              <a:tr h="427990">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2015</a:t>
                      </a:r>
                      <a:r>
                        <a:rPr lang="zh-CN" altLang="en-US" sz="1600" b="1" kern="0" dirty="0">
                          <a:solidFill>
                            <a:schemeClr val="accent3">
                              <a:lumMod val="50000"/>
                            </a:schemeClr>
                          </a:solidFill>
                          <a:effectLst/>
                          <a:sym typeface="+mn-lt"/>
                        </a:rPr>
                        <a:t>年</a:t>
                      </a:r>
                      <a:endParaRPr lang="zh-CN" altLang="en-US" sz="1600" b="1" kern="100" dirty="0">
                        <a:solidFill>
                          <a:schemeClr val="accent3">
                            <a:lumMod val="50000"/>
                          </a:schemeClr>
                        </a:solidFill>
                        <a:effectLst/>
                        <a:latin typeface="微软雅黑" panose="020B0503020204020204" charset="-122"/>
                        <a:ea typeface="微软雅黑" panose="020B0503020204020204" charset="-122"/>
                        <a:cs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3856</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98.99%</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96.7%</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r>
              <a:tr h="426085">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2016</a:t>
                      </a:r>
                      <a:r>
                        <a:rPr lang="zh-CN" altLang="en-US" sz="1600" b="1" kern="0" dirty="0">
                          <a:solidFill>
                            <a:schemeClr val="accent3">
                              <a:lumMod val="50000"/>
                            </a:schemeClr>
                          </a:solidFill>
                          <a:effectLst/>
                          <a:sym typeface="+mn-lt"/>
                        </a:rPr>
                        <a:t>年</a:t>
                      </a:r>
                      <a:endParaRPr lang="zh-CN" altLang="en-US" sz="1600" b="1" kern="100" dirty="0">
                        <a:solidFill>
                          <a:schemeClr val="accent3">
                            <a:lumMod val="50000"/>
                          </a:schemeClr>
                        </a:solidFill>
                        <a:effectLst/>
                        <a:latin typeface="微软雅黑" panose="020B0503020204020204" charset="-122"/>
                        <a:ea typeface="微软雅黑" panose="020B0503020204020204" charset="-122"/>
                        <a:cs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3793</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98.89%</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96.9%</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r>
              <a:tr h="427990">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2017</a:t>
                      </a:r>
                      <a:r>
                        <a:rPr lang="zh-CN" altLang="en-US" sz="1600" b="1" kern="0" dirty="0">
                          <a:solidFill>
                            <a:schemeClr val="accent3">
                              <a:lumMod val="50000"/>
                            </a:schemeClr>
                          </a:solidFill>
                          <a:effectLst/>
                          <a:sym typeface="+mn-lt"/>
                        </a:rPr>
                        <a:t>年</a:t>
                      </a:r>
                      <a:endParaRPr lang="zh-CN" altLang="en-US" sz="1600" b="1" kern="100" dirty="0">
                        <a:solidFill>
                          <a:schemeClr val="accent3">
                            <a:lumMod val="50000"/>
                          </a:schemeClr>
                        </a:solidFill>
                        <a:effectLst/>
                        <a:latin typeface="微软雅黑" panose="020B0503020204020204" charset="-122"/>
                        <a:ea typeface="微软雅黑" panose="020B0503020204020204" charset="-122"/>
                        <a:cs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3784</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98.86%</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97.0%</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r>
              <a:tr h="426720">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2018</a:t>
                      </a:r>
                      <a:r>
                        <a:rPr lang="zh-CN" altLang="en-US" sz="1600" b="1" kern="0" dirty="0">
                          <a:solidFill>
                            <a:schemeClr val="accent3">
                              <a:lumMod val="50000"/>
                            </a:schemeClr>
                          </a:solidFill>
                          <a:effectLst/>
                          <a:sym typeface="+mn-lt"/>
                        </a:rPr>
                        <a:t>年</a:t>
                      </a:r>
                      <a:endParaRPr lang="zh-CN" altLang="en-US" sz="1600" b="1" kern="100" dirty="0">
                        <a:solidFill>
                          <a:schemeClr val="accent3">
                            <a:lumMod val="50000"/>
                          </a:schemeClr>
                        </a:solidFill>
                        <a:effectLst/>
                        <a:latin typeface="微软雅黑" panose="020B0503020204020204" charset="-122"/>
                        <a:ea typeface="微软雅黑" panose="020B0503020204020204" charset="-122"/>
                        <a:cs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3765</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98.41%</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96.8%</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r>
              <a:tr h="426720">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2019</a:t>
                      </a:r>
                      <a:r>
                        <a:rPr lang="zh-CN" altLang="en-US" sz="1600" b="1" kern="0" dirty="0">
                          <a:solidFill>
                            <a:schemeClr val="accent3">
                              <a:lumMod val="50000"/>
                            </a:schemeClr>
                          </a:solidFill>
                          <a:effectLst/>
                          <a:sym typeface="+mn-lt"/>
                        </a:rPr>
                        <a:t>年</a:t>
                      </a:r>
                      <a:endParaRPr lang="zh-CN" altLang="en-US" sz="1600" b="1" kern="100" dirty="0">
                        <a:solidFill>
                          <a:schemeClr val="accent3">
                            <a:lumMod val="50000"/>
                          </a:schemeClr>
                        </a:solidFill>
                        <a:effectLst/>
                        <a:latin typeface="微软雅黑" panose="020B0503020204020204" charset="-122"/>
                        <a:ea typeface="微软雅黑" panose="020B0503020204020204" charset="-122"/>
                        <a:cs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4066</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sz="1600" b="1" kern="0" dirty="0">
                          <a:solidFill>
                            <a:schemeClr val="accent3">
                              <a:lumMod val="50000"/>
                            </a:schemeClr>
                          </a:solidFill>
                          <a:effectLst/>
                          <a:sym typeface="+mn-lt"/>
                        </a:rPr>
                        <a:t>98.26%</a:t>
                      </a:r>
                      <a:endParaRPr lang="en-US"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c>
                  <a:txBody>
                    <a:bodyPr/>
                    <a:lstStyle/>
                    <a:p>
                      <a:pPr marL="0" marR="0" algn="ctr">
                        <a:lnSpc>
                          <a:spcPts val="1200"/>
                        </a:lnSpc>
                        <a:spcBef>
                          <a:spcPts val="0"/>
                        </a:spcBef>
                        <a:spcAft>
                          <a:spcPts val="0"/>
                        </a:spcAft>
                      </a:pPr>
                      <a:r>
                        <a:rPr lang="en-US" altLang="zh-CN" sz="1600" b="1" kern="0" dirty="0">
                          <a:solidFill>
                            <a:schemeClr val="accent3">
                              <a:lumMod val="50000"/>
                            </a:schemeClr>
                          </a:solidFill>
                          <a:effectLst/>
                          <a:sym typeface="+mn-lt"/>
                        </a:rPr>
                        <a:t>//</a:t>
                      </a:r>
                      <a:endParaRPr lang="en-US" altLang="zh-CN" sz="1600" b="1" kern="0" dirty="0">
                        <a:solidFill>
                          <a:schemeClr val="accent3">
                            <a:lumMod val="50000"/>
                          </a:schemeClr>
                        </a:solidFill>
                        <a:effectLst/>
                        <a:latin typeface="微软雅黑" panose="020B0503020204020204" charset="-122"/>
                        <a:ea typeface="微软雅黑" panose="020B0503020204020204" charset="-122"/>
                        <a:sym typeface="+mn-lt"/>
                      </a:endParaRPr>
                    </a:p>
                  </a:txBody>
                  <a:tcPr marL="68580" marR="68580" anchor="ct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 y="4543619"/>
            <a:ext cx="12575032" cy="2052908"/>
          </a:xfrm>
          <a:prstGeom prst="rect">
            <a:avLst/>
          </a:prstGeom>
          <a:solidFill>
            <a:srgbClr val="3F6FB7">
              <a:alpha val="4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2700000" scaled="1"/>
                <a:tileRect/>
              </a:gradFill>
            </a:endParaRPr>
          </a:p>
        </p:txBody>
      </p:sp>
      <p:grpSp>
        <p:nvGrpSpPr>
          <p:cNvPr id="2" name="组合 79"/>
          <p:cNvGrpSpPr/>
          <p:nvPr/>
        </p:nvGrpSpPr>
        <p:grpSpPr bwMode="auto">
          <a:xfrm>
            <a:off x="-330016" y="1174778"/>
            <a:ext cx="12905049" cy="653917"/>
            <a:chOff x="432043" y="37241"/>
            <a:chExt cx="8612670" cy="546435"/>
          </a:xfrm>
          <a:solidFill>
            <a:schemeClr val="accent2">
              <a:lumMod val="75000"/>
            </a:schemeClr>
          </a:solidFill>
        </p:grpSpPr>
        <p:sp>
          <p:nvSpPr>
            <p:cNvPr id="3" name="矩形 2"/>
            <p:cNvSpPr/>
            <p:nvPr/>
          </p:nvSpPr>
          <p:spPr>
            <a:xfrm>
              <a:off x="432043" y="37241"/>
              <a:ext cx="8612670" cy="546435"/>
            </a:xfrm>
            <a:prstGeom prst="rect">
              <a:avLst/>
            </a:prstGeom>
            <a:gradFill flip="none" rotWithShape="1">
              <a:gsLst>
                <a:gs pos="5000">
                  <a:schemeClr val="bg1">
                    <a:alpha val="0"/>
                  </a:schemeClr>
                </a:gs>
                <a:gs pos="100000">
                  <a:srgbClr val="002060">
                    <a:alpha val="0"/>
                  </a:srgbClr>
                </a:gs>
                <a:gs pos="56000">
                  <a:schemeClr val="accent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4400">
                <a:defRPr/>
              </a:pPr>
              <a:endParaRPr lang="zh-CN" altLang="en-US" sz="2300" dirty="0">
                <a:solidFill>
                  <a:schemeClr val="tx2"/>
                </a:solidFill>
              </a:endParaRPr>
            </a:p>
          </p:txBody>
        </p:sp>
        <p:sp>
          <p:nvSpPr>
            <p:cNvPr id="4" name="TextBox 81"/>
            <p:cNvSpPr txBox="1">
              <a:spLocks noChangeArrowheads="1"/>
            </p:cNvSpPr>
            <p:nvPr/>
          </p:nvSpPr>
          <p:spPr bwMode="auto">
            <a:xfrm>
              <a:off x="2215381" y="119458"/>
              <a:ext cx="5208641" cy="43710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900">
                  <a:solidFill>
                    <a:schemeClr val="tx1"/>
                  </a:solidFill>
                  <a:latin typeface="Arial" panose="020B0604020202020204" pitchFamily="34" charset="0"/>
                  <a:ea typeface="微软雅黑" panose="020B0503020204020204" charset="-122"/>
                </a:defRPr>
              </a:lvl1pPr>
              <a:lvl2pPr marL="742950" indent="-285750">
                <a:defRPr sz="1900">
                  <a:solidFill>
                    <a:schemeClr val="tx1"/>
                  </a:solidFill>
                  <a:latin typeface="Arial" panose="020B0604020202020204" pitchFamily="34" charset="0"/>
                  <a:ea typeface="微软雅黑" panose="020B0503020204020204" charset="-122"/>
                </a:defRPr>
              </a:lvl2pPr>
              <a:lvl3pPr marL="1143000" indent="-228600">
                <a:defRPr sz="1900">
                  <a:solidFill>
                    <a:schemeClr val="tx1"/>
                  </a:solidFill>
                  <a:latin typeface="Arial" panose="020B0604020202020204" pitchFamily="34" charset="0"/>
                  <a:ea typeface="微软雅黑" panose="020B0503020204020204" charset="-122"/>
                </a:defRPr>
              </a:lvl3pPr>
              <a:lvl4pPr marL="1600200" indent="-228600">
                <a:defRPr sz="1900">
                  <a:solidFill>
                    <a:schemeClr val="tx1"/>
                  </a:solidFill>
                  <a:latin typeface="Arial" panose="020B0604020202020204" pitchFamily="34" charset="0"/>
                  <a:ea typeface="微软雅黑" panose="020B0503020204020204" charset="-122"/>
                </a:defRPr>
              </a:lvl4pPr>
              <a:lvl5pPr marL="2057400" indent="-228600">
                <a:defRPr sz="1900">
                  <a:solidFill>
                    <a:schemeClr val="tx1"/>
                  </a:solidFill>
                  <a:latin typeface="Arial" panose="020B0604020202020204" pitchFamily="34" charset="0"/>
                  <a:ea typeface="微软雅黑" panose="020B0503020204020204" charset="-122"/>
                </a:defRPr>
              </a:lvl5pPr>
              <a:lvl6pPr marL="2514600" indent="-228600" defTabSz="966470" fontAlgn="base">
                <a:spcBef>
                  <a:spcPct val="0"/>
                </a:spcBef>
                <a:spcAft>
                  <a:spcPct val="0"/>
                </a:spcAft>
                <a:defRPr sz="1900">
                  <a:solidFill>
                    <a:schemeClr val="tx1"/>
                  </a:solidFill>
                  <a:latin typeface="Arial" panose="020B0604020202020204" pitchFamily="34" charset="0"/>
                  <a:ea typeface="微软雅黑" panose="020B0503020204020204" charset="-122"/>
                </a:defRPr>
              </a:lvl6pPr>
              <a:lvl7pPr marL="2971800" indent="-228600" defTabSz="966470" fontAlgn="base">
                <a:spcBef>
                  <a:spcPct val="0"/>
                </a:spcBef>
                <a:spcAft>
                  <a:spcPct val="0"/>
                </a:spcAft>
                <a:defRPr sz="1900">
                  <a:solidFill>
                    <a:schemeClr val="tx1"/>
                  </a:solidFill>
                  <a:latin typeface="Arial" panose="020B0604020202020204" pitchFamily="34" charset="0"/>
                  <a:ea typeface="微软雅黑" panose="020B0503020204020204" charset="-122"/>
                </a:defRPr>
              </a:lvl7pPr>
              <a:lvl8pPr marL="3429000" indent="-228600" defTabSz="966470" fontAlgn="base">
                <a:spcBef>
                  <a:spcPct val="0"/>
                </a:spcBef>
                <a:spcAft>
                  <a:spcPct val="0"/>
                </a:spcAft>
                <a:defRPr sz="1900">
                  <a:solidFill>
                    <a:schemeClr val="tx1"/>
                  </a:solidFill>
                  <a:latin typeface="Arial" panose="020B0604020202020204" pitchFamily="34" charset="0"/>
                  <a:ea typeface="微软雅黑" panose="020B0503020204020204" charset="-122"/>
                </a:defRPr>
              </a:lvl8pPr>
              <a:lvl9pPr marL="3886200" indent="-228600" defTabSz="966470" fontAlgn="base">
                <a:spcBef>
                  <a:spcPct val="0"/>
                </a:spcBef>
                <a:spcAft>
                  <a:spcPct val="0"/>
                </a:spcAft>
                <a:defRPr sz="1900">
                  <a:solidFill>
                    <a:schemeClr val="tx1"/>
                  </a:solidFill>
                  <a:latin typeface="Arial" panose="020B0604020202020204" pitchFamily="34" charset="0"/>
                  <a:ea typeface="微软雅黑" panose="020B0503020204020204" charset="-122"/>
                </a:defRPr>
              </a:lvl9pPr>
            </a:lstStyle>
            <a:p>
              <a:pPr algn="ctr"/>
              <a:r>
                <a:rPr lang="zh-CN" altLang="en-US" sz="2800" b="1" kern="100" dirty="0">
                  <a:latin typeface="微软雅黑" panose="020B0503020204020204" charset="-122"/>
                  <a:cs typeface="Times New Roman" panose="02020603050405020304" pitchFamily="18" charset="0"/>
                </a:rPr>
                <a:t>精准资助、全程助学、发展育人</a:t>
              </a:r>
              <a:endParaRPr lang="zh-CN" altLang="en-US" sz="2800" b="1" dirty="0">
                <a:solidFill>
                  <a:schemeClr val="tx2"/>
                </a:solidFill>
                <a:latin typeface="微软雅黑" panose="020B0503020204020204" charset="-122"/>
              </a:endParaRPr>
            </a:p>
          </p:txBody>
        </p:sp>
      </p:grpSp>
      <p:sp>
        <p:nvSpPr>
          <p:cNvPr id="5" name="Rectangle 3"/>
          <p:cNvSpPr/>
          <p:nvPr/>
        </p:nvSpPr>
        <p:spPr>
          <a:xfrm>
            <a:off x="8473825" y="3567177"/>
            <a:ext cx="2789571" cy="886698"/>
          </a:xfrm>
          <a:prstGeom prst="rect">
            <a:avLst/>
          </a:prstGeom>
        </p:spPr>
        <p:txBody>
          <a:bodyPr wrap="square" lIns="0" tIns="43115" rIns="86230" bIns="43115">
            <a:spAutoFit/>
          </a:bodyPr>
          <a:lstStyle/>
          <a:p>
            <a:pPr indent="-3175" algn="ctr">
              <a:lnSpc>
                <a:spcPct val="130000"/>
              </a:lnSpc>
            </a:pPr>
            <a:r>
              <a:rPr lang="zh-CN" altLang="en-US" sz="2000" b="1" kern="100" dirty="0">
                <a:solidFill>
                  <a:schemeClr val="bg1"/>
                </a:solidFill>
                <a:latin typeface="微软雅黑" panose="020B0503020204020204" charset="-122"/>
                <a:ea typeface="微软雅黑" panose="020B0503020204020204" charset="-122"/>
                <a:cs typeface="Times New Roman" panose="02020603050405020304" pitchFamily="18" charset="0"/>
              </a:rPr>
              <a:t>发展性资助育人</a:t>
            </a:r>
            <a:endParaRPr lang="en-US" altLang="zh-CN" sz="20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a:p>
            <a:pPr indent="-3175" algn="ctr">
              <a:lnSpc>
                <a:spcPct val="130000"/>
              </a:lnSpc>
            </a:pPr>
            <a:r>
              <a:rPr lang="zh-CN" altLang="en-US" sz="2000" b="1" kern="100" dirty="0">
                <a:solidFill>
                  <a:schemeClr val="bg1"/>
                </a:solidFill>
                <a:latin typeface="微软雅黑" panose="020B0503020204020204" charset="-122"/>
                <a:ea typeface="微软雅黑" panose="020B0503020204020204" charset="-122"/>
                <a:cs typeface="Times New Roman" panose="02020603050405020304" pitchFamily="18" charset="0"/>
              </a:rPr>
              <a:t>助力困难学生成长成才</a:t>
            </a:r>
            <a:endParaRPr lang="zh-CN" altLang="en-US"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6" name="Rectangle 7"/>
          <p:cNvSpPr/>
          <p:nvPr/>
        </p:nvSpPr>
        <p:spPr>
          <a:xfrm>
            <a:off x="912774" y="3510000"/>
            <a:ext cx="2902497" cy="886698"/>
          </a:xfrm>
          <a:prstGeom prst="rect">
            <a:avLst/>
          </a:prstGeom>
        </p:spPr>
        <p:txBody>
          <a:bodyPr wrap="square" lIns="0" tIns="43115" rIns="86230" bIns="43115">
            <a:spAutoFit/>
          </a:bodyPr>
          <a:lstStyle/>
          <a:p>
            <a:pPr indent="-3175" algn="ctr">
              <a:lnSpc>
                <a:spcPct val="130000"/>
              </a:lnSpc>
            </a:pPr>
            <a:r>
              <a:rPr lang="zh-CN" altLang="en-US" sz="2000" b="1" kern="100" dirty="0">
                <a:solidFill>
                  <a:schemeClr val="bg1"/>
                </a:solidFill>
                <a:latin typeface="微软雅黑" panose="020B0503020204020204" charset="-122"/>
                <a:ea typeface="微软雅黑" panose="020B0503020204020204" charset="-122"/>
                <a:cs typeface="Times New Roman" panose="02020603050405020304" pitchFamily="18" charset="0"/>
              </a:rPr>
              <a:t>修订量化测评认定体系</a:t>
            </a:r>
            <a:endParaRPr lang="en-US" altLang="zh-CN" sz="20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a:p>
            <a:pPr indent="-3175" algn="ctr">
              <a:lnSpc>
                <a:spcPct val="130000"/>
              </a:lnSpc>
            </a:pPr>
            <a:r>
              <a:rPr lang="zh-CN" altLang="en-US" sz="2000" b="1" kern="100" dirty="0">
                <a:solidFill>
                  <a:schemeClr val="bg1"/>
                </a:solidFill>
                <a:latin typeface="微软雅黑" panose="020B0503020204020204" charset="-122"/>
                <a:ea typeface="微软雅黑" panose="020B0503020204020204" charset="-122"/>
                <a:cs typeface="Times New Roman" panose="02020603050405020304" pitchFamily="18" charset="0"/>
              </a:rPr>
              <a:t>筑牢学生资助工作基础</a:t>
            </a:r>
            <a:endParaRPr lang="zh-CN" altLang="en-US"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sp>
        <p:nvSpPr>
          <p:cNvPr id="7" name="Rectangle 11"/>
          <p:cNvSpPr/>
          <p:nvPr/>
        </p:nvSpPr>
        <p:spPr>
          <a:xfrm>
            <a:off x="4612819" y="3538179"/>
            <a:ext cx="2890125" cy="886698"/>
          </a:xfrm>
          <a:prstGeom prst="rect">
            <a:avLst/>
          </a:prstGeom>
        </p:spPr>
        <p:txBody>
          <a:bodyPr wrap="square" lIns="0" tIns="43115" rIns="86230" bIns="43115">
            <a:spAutoFit/>
          </a:bodyPr>
          <a:lstStyle/>
          <a:p>
            <a:pPr indent="-3175" algn="ctr">
              <a:lnSpc>
                <a:spcPct val="130000"/>
              </a:lnSpc>
            </a:pPr>
            <a:r>
              <a:rPr lang="zh-CN" altLang="en-US" sz="2000" b="1" kern="100" dirty="0">
                <a:solidFill>
                  <a:schemeClr val="bg1"/>
                </a:solidFill>
                <a:latin typeface="微软雅黑" panose="020B0503020204020204" charset="-122"/>
                <a:ea typeface="微软雅黑" panose="020B0503020204020204" charset="-122"/>
                <a:cs typeface="Times New Roman" panose="02020603050405020304" pitchFamily="18" charset="0"/>
              </a:rPr>
              <a:t>完善学生资助体系</a:t>
            </a:r>
            <a:endParaRPr lang="en-US" altLang="zh-CN" sz="2000" b="1" kern="100" dirty="0">
              <a:solidFill>
                <a:schemeClr val="bg1"/>
              </a:solidFill>
              <a:latin typeface="微软雅黑" panose="020B0503020204020204" charset="-122"/>
              <a:ea typeface="微软雅黑" panose="020B0503020204020204" charset="-122"/>
              <a:cs typeface="Times New Roman" panose="02020603050405020304" pitchFamily="18" charset="0"/>
            </a:endParaRPr>
          </a:p>
          <a:p>
            <a:pPr indent="-3175" algn="ctr">
              <a:lnSpc>
                <a:spcPct val="130000"/>
              </a:lnSpc>
            </a:pPr>
            <a:r>
              <a:rPr lang="zh-CN" altLang="en-US" sz="2000" b="1" kern="100" dirty="0">
                <a:solidFill>
                  <a:schemeClr val="bg1"/>
                </a:solidFill>
                <a:latin typeface="微软雅黑" panose="020B0503020204020204" charset="-122"/>
                <a:ea typeface="微软雅黑" panose="020B0503020204020204" charset="-122"/>
                <a:cs typeface="Times New Roman" panose="02020603050405020304" pitchFamily="18" charset="0"/>
              </a:rPr>
              <a:t>精准落实资助政策</a:t>
            </a:r>
            <a:endParaRPr lang="zh-CN" altLang="en-US" sz="1400" b="1" dirty="0">
              <a:solidFill>
                <a:schemeClr val="bg1"/>
              </a:solidFill>
              <a:latin typeface="微软雅黑" panose="020B0503020204020204" charset="-122"/>
              <a:ea typeface="微软雅黑" panose="020B0503020204020204" charset="-122"/>
              <a:cs typeface="Arial" panose="020B0604020202020204" pitchFamily="34" charset="0"/>
            </a:endParaRPr>
          </a:p>
        </p:txBody>
      </p:sp>
      <p:grpSp>
        <p:nvGrpSpPr>
          <p:cNvPr id="23" name="组合 22"/>
          <p:cNvGrpSpPr/>
          <p:nvPr/>
        </p:nvGrpSpPr>
        <p:grpSpPr>
          <a:xfrm>
            <a:off x="1351487" y="2037040"/>
            <a:ext cx="9439424" cy="1317264"/>
            <a:chOff x="63367" y="2516267"/>
            <a:chExt cx="12079767" cy="1685722"/>
          </a:xfrm>
        </p:grpSpPr>
        <p:sp>
          <p:nvSpPr>
            <p:cNvPr id="8" name="Rectangle 6"/>
            <p:cNvSpPr/>
            <p:nvPr/>
          </p:nvSpPr>
          <p:spPr bwMode="auto">
            <a:xfrm>
              <a:off x="9660964" y="2516267"/>
              <a:ext cx="2482170" cy="1685722"/>
            </a:xfrm>
            <a:prstGeom prst="rect">
              <a:avLst/>
            </a:prstGeom>
            <a:solidFill>
              <a:schemeClr val="accent2"/>
            </a:solidFill>
            <a:ln w="9525" cap="flat" cmpd="sng" algn="ctr">
              <a:noFill/>
              <a:prstDash val="solid"/>
            </a:ln>
            <a:effectLst/>
          </p:spPr>
          <p:txBody>
            <a:bodyPr lIns="274226" tIns="274226" rIns="91408" bIns="45704"/>
            <a:lstStyle/>
            <a:p>
              <a:pPr defTabSz="863600">
                <a:defRPr/>
              </a:pPr>
              <a:endParaRPr lang="en-US" sz="1700" b="1" kern="0" dirty="0">
                <a:solidFill>
                  <a:srgbClr val="FFFFFF"/>
                </a:solidFill>
                <a:latin typeface="微软雅黑" panose="020B0503020204020204" charset="-122"/>
              </a:endParaRPr>
            </a:p>
          </p:txBody>
        </p:sp>
        <p:sp>
          <p:nvSpPr>
            <p:cNvPr id="9" name="Rectangle 15"/>
            <p:cNvSpPr/>
            <p:nvPr/>
          </p:nvSpPr>
          <p:spPr bwMode="auto">
            <a:xfrm>
              <a:off x="63367" y="2516267"/>
              <a:ext cx="2369428" cy="1685722"/>
            </a:xfrm>
            <a:prstGeom prst="rect">
              <a:avLst/>
            </a:prstGeom>
            <a:solidFill>
              <a:srgbClr val="FFC000"/>
            </a:solidFill>
            <a:ln w="9525" cap="flat" cmpd="sng" algn="ctr">
              <a:noFill/>
              <a:prstDash val="solid"/>
            </a:ln>
            <a:effectLst/>
          </p:spPr>
          <p:txBody>
            <a:bodyPr lIns="274226" tIns="274226" rIns="91408" bIns="45704"/>
            <a:lstStyle/>
            <a:p>
              <a:pPr defTabSz="863600">
                <a:defRPr/>
              </a:pPr>
              <a:endParaRPr lang="en-US" sz="1700" b="1" kern="0" dirty="0">
                <a:solidFill>
                  <a:srgbClr val="FFFFFF"/>
                </a:solidFill>
                <a:latin typeface="微软雅黑" panose="020B0503020204020204" charset="-122"/>
              </a:endParaRPr>
            </a:p>
          </p:txBody>
        </p:sp>
        <p:sp>
          <p:nvSpPr>
            <p:cNvPr id="10" name="Rectangle 16"/>
            <p:cNvSpPr/>
            <p:nvPr/>
          </p:nvSpPr>
          <p:spPr bwMode="auto">
            <a:xfrm>
              <a:off x="4810899" y="2516267"/>
              <a:ext cx="2371308" cy="1685722"/>
            </a:xfrm>
            <a:prstGeom prst="rect">
              <a:avLst/>
            </a:prstGeom>
            <a:solidFill>
              <a:srgbClr val="00B0F0"/>
            </a:solidFill>
            <a:ln w="9525" cap="flat" cmpd="sng" algn="ctr">
              <a:noFill/>
              <a:prstDash val="solid"/>
            </a:ln>
            <a:effectLst/>
          </p:spPr>
          <p:txBody>
            <a:bodyPr lIns="274226" tIns="274226" rIns="91408" bIns="45704"/>
            <a:lstStyle/>
            <a:p>
              <a:pPr defTabSz="863600">
                <a:defRPr/>
              </a:pPr>
              <a:endParaRPr lang="en-US" sz="1700" b="1" kern="0" dirty="0">
                <a:solidFill>
                  <a:srgbClr val="FFFFFF"/>
                </a:solidFill>
                <a:latin typeface="微软雅黑" panose="020B0503020204020204" charset="-122"/>
              </a:endParaRPr>
            </a:p>
          </p:txBody>
        </p:sp>
        <p:pic>
          <p:nvPicPr>
            <p:cNvPr id="19" name="图片 18"/>
            <p:cNvPicPr>
              <a:picLocks noChangeAspect="1"/>
            </p:cNvPicPr>
            <p:nvPr/>
          </p:nvPicPr>
          <p:blipFill>
            <a:blip r:embed="rId1">
              <a:biLevel thresh="75000"/>
              <a:extLst>
                <a:ext uri="{BEBA8EAE-BF5A-486C-A8C5-ECC9F3942E4B}">
                  <a14:imgProps xmlns:a14="http://schemas.microsoft.com/office/drawing/2010/main">
                    <a14:imgLayer r:embed="rId2">
                      <a14:imgEffect>
                        <a14:colorTemperature colorTemp="4700"/>
                      </a14:imgEffect>
                    </a14:imgLayer>
                  </a14:imgProps>
                </a:ext>
                <a:ext uri="{28A0092B-C50C-407E-A947-70E740481C1C}">
                  <a14:useLocalDpi xmlns:a14="http://schemas.microsoft.com/office/drawing/2010/main" val="0"/>
                </a:ext>
              </a:extLst>
            </a:blip>
            <a:stretch>
              <a:fillRect/>
            </a:stretch>
          </p:blipFill>
          <p:spPr>
            <a:xfrm>
              <a:off x="645950" y="2760274"/>
              <a:ext cx="1191446" cy="1191444"/>
            </a:xfrm>
            <a:prstGeom prst="rect">
              <a:avLst/>
            </a:prstGeom>
          </p:spPr>
        </p:pic>
        <p:pic>
          <p:nvPicPr>
            <p:cNvPr id="20" name="图片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30481" y="2792368"/>
              <a:ext cx="1127258" cy="1127258"/>
            </a:xfrm>
            <a:prstGeom prst="rect">
              <a:avLst/>
            </a:prstGeom>
          </p:spPr>
        </p:pic>
        <p:pic>
          <p:nvPicPr>
            <p:cNvPr id="22" name="图片 21"/>
            <p:cNvPicPr>
              <a:picLocks noChangeAspect="1"/>
            </p:cNvPicPr>
            <p:nvPr/>
          </p:nvPicPr>
          <p:blipFill>
            <a:blip r:embed="rId4">
              <a:grayscl/>
              <a:extLst>
                <a:ext uri="{28A0092B-C50C-407E-A947-70E740481C1C}">
                  <a14:useLocalDpi xmlns:a14="http://schemas.microsoft.com/office/drawing/2010/main" val="0"/>
                </a:ext>
              </a:extLst>
            </a:blip>
            <a:stretch>
              <a:fillRect/>
            </a:stretch>
          </p:blipFill>
          <p:spPr>
            <a:xfrm>
              <a:off x="5426914" y="2763277"/>
              <a:ext cx="1274567" cy="1274567"/>
            </a:xfrm>
            <a:prstGeom prst="rect">
              <a:avLst/>
            </a:prstGeom>
          </p:spPr>
        </p:pic>
      </p:grpSp>
      <p:pic>
        <p:nvPicPr>
          <p:cNvPr id="24" name="图片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049" y="4721425"/>
            <a:ext cx="2396938" cy="1659168"/>
          </a:xfrm>
          <a:prstGeom prst="rect">
            <a:avLst/>
          </a:prstGeom>
        </p:spPr>
      </p:pic>
      <p:pic>
        <p:nvPicPr>
          <p:cNvPr id="25" name="图片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423987" y="4721425"/>
            <a:ext cx="2488946" cy="1659168"/>
          </a:xfrm>
          <a:prstGeom prst="rect">
            <a:avLst/>
          </a:prstGeom>
        </p:spPr>
      </p:pic>
      <p:pic>
        <p:nvPicPr>
          <p:cNvPr id="27" name="图片 2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12933" y="4721425"/>
            <a:ext cx="2488752" cy="1659168"/>
          </a:xfrm>
          <a:prstGeom prst="rect">
            <a:avLst/>
          </a:prstGeom>
        </p:spPr>
      </p:pic>
      <p:pic>
        <p:nvPicPr>
          <p:cNvPr id="29" name="图片 28"/>
          <p:cNvPicPr>
            <a:picLocks noChangeAspect="1"/>
          </p:cNvPicPr>
          <p:nvPr/>
        </p:nvPicPr>
        <p:blipFill rotWithShape="1">
          <a:blip r:embed="rId8" cstate="print">
            <a:extLst>
              <a:ext uri="{BEBA8EAE-BF5A-486C-A8C5-ECC9F3942E4B}">
                <a14:imgProps xmlns:a14="http://schemas.microsoft.com/office/drawing/2010/main">
                  <a14:imgLayer r:embed="rId9">
                    <a14:imgEffect>
                      <a14:brightnessContrast bright="-17000"/>
                    </a14:imgEffect>
                    <a14:imgEffect>
                      <a14:sharpenSoften amount="-10000"/>
                    </a14:imgEffect>
                  </a14:imgLayer>
                </a14:imgProps>
              </a:ext>
              <a:ext uri="{28A0092B-C50C-407E-A947-70E740481C1C}">
                <a14:useLocalDpi xmlns:a14="http://schemas.microsoft.com/office/drawing/2010/main" val="0"/>
              </a:ext>
            </a:extLst>
          </a:blip>
          <a:srcRect r="4989"/>
          <a:stretch>
            <a:fillRect/>
          </a:stretch>
        </p:blipFill>
        <p:spPr>
          <a:xfrm>
            <a:off x="7401685" y="4721813"/>
            <a:ext cx="2364590" cy="1659168"/>
          </a:xfrm>
          <a:prstGeom prst="rect">
            <a:avLst/>
          </a:prstGeom>
        </p:spPr>
      </p:pic>
      <p:pic>
        <p:nvPicPr>
          <p:cNvPr id="26" name="图片 2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702668" y="4721425"/>
            <a:ext cx="2488752" cy="1659168"/>
          </a:xfrm>
          <a:prstGeom prst="rect">
            <a:avLst/>
          </a:prstGeom>
        </p:spPr>
      </p:pic>
      <p:sp>
        <p:nvSpPr>
          <p:cNvPr id="31" name="圆角矩形 30"/>
          <p:cNvSpPr/>
          <p:nvPr/>
        </p:nvSpPr>
        <p:spPr bwMode="auto">
          <a:xfrm>
            <a:off x="2501859" y="276768"/>
            <a:ext cx="7270003"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32" name="文本框 31"/>
          <p:cNvSpPr txBox="1"/>
          <p:nvPr/>
        </p:nvSpPr>
        <p:spPr>
          <a:xfrm>
            <a:off x="2607945" y="288925"/>
            <a:ext cx="7164705" cy="706755"/>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NO.7</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a:t>
            </a:r>
            <a:r>
              <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rPr>
              <a:t>最无优：精</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准资助助成才</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20472" y="-203095"/>
            <a:ext cx="12432944" cy="7403889"/>
            <a:chOff x="620395" y="327025"/>
            <a:chExt cx="9140825" cy="6146800"/>
          </a:xfrm>
        </p:grpSpPr>
        <p:pic>
          <p:nvPicPr>
            <p:cNvPr id="6" name="图片 5" descr="2"/>
            <p:cNvPicPr>
              <a:picLocks noChangeAspect="1"/>
            </p:cNvPicPr>
            <p:nvPr/>
          </p:nvPicPr>
          <p:blipFill>
            <a:blip r:embed="rId1"/>
            <a:stretch>
              <a:fillRect/>
            </a:stretch>
          </p:blipFill>
          <p:spPr>
            <a:xfrm>
              <a:off x="620395" y="2327910"/>
              <a:ext cx="9126855" cy="2073275"/>
            </a:xfrm>
            <a:prstGeom prst="rect">
              <a:avLst/>
            </a:prstGeom>
          </p:spPr>
        </p:pic>
        <p:pic>
          <p:nvPicPr>
            <p:cNvPr id="8" name="图片 7" descr="学生 活动1"/>
            <p:cNvPicPr>
              <a:picLocks noChangeAspect="1"/>
            </p:cNvPicPr>
            <p:nvPr/>
          </p:nvPicPr>
          <p:blipFill>
            <a:blip r:embed="rId2"/>
            <a:stretch>
              <a:fillRect/>
            </a:stretch>
          </p:blipFill>
          <p:spPr>
            <a:xfrm>
              <a:off x="620395" y="327025"/>
              <a:ext cx="9140825" cy="2086610"/>
            </a:xfrm>
            <a:prstGeom prst="rect">
              <a:avLst/>
            </a:prstGeom>
          </p:spPr>
        </p:pic>
        <p:pic>
          <p:nvPicPr>
            <p:cNvPr id="7" name="图片 6" descr="3"/>
            <p:cNvPicPr>
              <a:picLocks noChangeAspect="1"/>
            </p:cNvPicPr>
            <p:nvPr/>
          </p:nvPicPr>
          <p:blipFill>
            <a:blip r:embed="rId3"/>
            <a:stretch>
              <a:fillRect/>
            </a:stretch>
          </p:blipFill>
          <p:spPr>
            <a:xfrm>
              <a:off x="620395" y="4401185"/>
              <a:ext cx="9126220" cy="2072640"/>
            </a:xfrm>
            <a:prstGeom prst="rect">
              <a:avLst/>
            </a:prstGeom>
          </p:spPr>
        </p:pic>
      </p:grpSp>
      <p:sp>
        <p:nvSpPr>
          <p:cNvPr id="9" name="矩形 8"/>
          <p:cNvSpPr/>
          <p:nvPr/>
        </p:nvSpPr>
        <p:spPr>
          <a:xfrm>
            <a:off x="-139473" y="-970453"/>
            <a:ext cx="12377547" cy="8310941"/>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74824" y="2358716"/>
            <a:ext cx="4063250" cy="2326046"/>
          </a:xfrm>
          <a:prstGeom prst="rect">
            <a:avLst/>
          </a:prstGeom>
        </p:spPr>
      </p:pic>
      <p:pic>
        <p:nvPicPr>
          <p:cNvPr id="12" name="图片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624" y="2312342"/>
            <a:ext cx="4026568" cy="2322088"/>
          </a:xfrm>
          <a:prstGeom prst="rect">
            <a:avLst/>
          </a:prstGeom>
        </p:spPr>
      </p:pic>
      <p:pic>
        <p:nvPicPr>
          <p:cNvPr id="11" name="图片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91439" y="-98655"/>
            <a:ext cx="4046635" cy="2340239"/>
          </a:xfrm>
          <a:prstGeom prst="rect">
            <a:avLst/>
          </a:prstGeom>
        </p:spPr>
      </p:pic>
      <p:grpSp>
        <p:nvGrpSpPr>
          <p:cNvPr id="10" name="组合 9"/>
          <p:cNvGrpSpPr/>
          <p:nvPr/>
        </p:nvGrpSpPr>
        <p:grpSpPr>
          <a:xfrm>
            <a:off x="2476101" y="1893224"/>
            <a:ext cx="7198566" cy="1323439"/>
            <a:chOff x="3851161" y="1292824"/>
            <a:chExt cx="4561549" cy="1323401"/>
          </a:xfrm>
        </p:grpSpPr>
        <p:sp>
          <p:nvSpPr>
            <p:cNvPr id="3" name="圆角矩形 2"/>
            <p:cNvSpPr/>
            <p:nvPr/>
          </p:nvSpPr>
          <p:spPr bwMode="auto">
            <a:xfrm>
              <a:off x="3851161" y="1292824"/>
              <a:ext cx="4540016" cy="768328"/>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4" name="文本框 3"/>
            <p:cNvSpPr txBox="1"/>
            <p:nvPr/>
          </p:nvSpPr>
          <p:spPr>
            <a:xfrm>
              <a:off x="3955817" y="1292824"/>
              <a:ext cx="4456893" cy="1323401"/>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NO.8</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最活力：多彩校园魅力扬</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60168" y="6092390"/>
            <a:ext cx="12712336" cy="331696"/>
          </a:xfrm>
          <a:prstGeom prst="rect">
            <a:avLst/>
          </a:prstGeom>
          <a:solidFill>
            <a:schemeClr val="tx1">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20472" y="2934210"/>
            <a:ext cx="12712336" cy="331696"/>
          </a:xfrm>
          <a:prstGeom prst="rect">
            <a:avLst/>
          </a:prstGeom>
          <a:solidFill>
            <a:schemeClr val="tx1">
              <a:alpha val="4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1" cstate="print">
            <a:extLst>
              <a:ext uri="{BEBA8EAE-BF5A-486C-A8C5-ECC9F3942E4B}">
                <a14:imgProps xmlns:a14="http://schemas.microsoft.com/office/drawing/2010/main">
                  <a14:imgLayer r:embed="rId2">
                    <a14:imgEffect>
                      <a14:brightnessContrast contrast="30000"/>
                    </a14:imgEffect>
                  </a14:imgLayer>
                </a14:imgProps>
              </a:ext>
              <a:ext uri="{28A0092B-C50C-407E-A947-70E740481C1C}">
                <a14:useLocalDpi xmlns:a14="http://schemas.microsoft.com/office/drawing/2010/main" val="0"/>
              </a:ext>
            </a:extLst>
          </a:blip>
          <a:stretch>
            <a:fillRect/>
          </a:stretch>
        </p:blipFill>
        <p:spPr>
          <a:xfrm>
            <a:off x="9139582" y="1000050"/>
            <a:ext cx="3045317" cy="1925396"/>
          </a:xfrm>
          <a:prstGeom prst="rect">
            <a:avLst/>
          </a:prstGeom>
        </p:spPr>
      </p:pic>
      <p:pic>
        <p:nvPicPr>
          <p:cNvPr id="7" name="图片 6"/>
          <p:cNvPicPr>
            <a:picLocks noChangeAspect="1"/>
          </p:cNvPicPr>
          <p:nvPr/>
        </p:nvPicPr>
        <p:blipFill>
          <a:blip r:embed="rId3">
            <a:extLst>
              <a:ext uri="{BEBA8EAE-BF5A-486C-A8C5-ECC9F3942E4B}">
                <a14:imgProps xmlns:a14="http://schemas.microsoft.com/office/drawing/2010/main">
                  <a14:imgLayer r:embed="rId4">
                    <a14:imgEffect>
                      <a14:brightnessContrast bright="35000"/>
                    </a14:imgEffect>
                  </a14:imgLayer>
                </a14:imgProps>
              </a:ext>
              <a:ext uri="{28A0092B-C50C-407E-A947-70E740481C1C}">
                <a14:useLocalDpi xmlns:a14="http://schemas.microsoft.com/office/drawing/2010/main" val="0"/>
              </a:ext>
            </a:extLst>
          </a:blip>
          <a:stretch>
            <a:fillRect/>
          </a:stretch>
        </p:blipFill>
        <p:spPr>
          <a:xfrm>
            <a:off x="6096000" y="1000050"/>
            <a:ext cx="3043582" cy="1940004"/>
          </a:xfrm>
          <a:prstGeom prst="rect">
            <a:avLst/>
          </a:prstGeom>
        </p:spPr>
      </p:pic>
      <p:sp>
        <p:nvSpPr>
          <p:cNvPr id="10" name="矩形 9"/>
          <p:cNvSpPr/>
          <p:nvPr/>
        </p:nvSpPr>
        <p:spPr>
          <a:xfrm>
            <a:off x="6726901" y="2934210"/>
            <a:ext cx="1620957" cy="307777"/>
          </a:xfrm>
          <a:prstGeom prst="rect">
            <a:avLst/>
          </a:prstGeom>
        </p:spPr>
        <p:txBody>
          <a:bodyPr wrap="none">
            <a:spAutoFit/>
          </a:bodyPr>
          <a:lstStyle/>
          <a:p>
            <a:r>
              <a:rPr lang="zh-CN" altLang="en-US" sz="1400" b="1" dirty="0">
                <a:solidFill>
                  <a:srgbClr val="FFC000"/>
                </a:solidFill>
                <a:latin typeface="微软雅黑" panose="020B0503020204020204" charset="-122"/>
                <a:ea typeface="微软雅黑" panose="020B0503020204020204" charset="-122"/>
              </a:rPr>
              <a:t>赖远明院士作报告</a:t>
            </a:r>
            <a:endParaRPr lang="zh-CN" altLang="en-US" sz="1400" dirty="0">
              <a:solidFill>
                <a:srgbClr val="FFC000"/>
              </a:solidFill>
              <a:latin typeface="微软雅黑" panose="020B0503020204020204" charset="-122"/>
              <a:ea typeface="微软雅黑" panose="020B0503020204020204" charset="-122"/>
            </a:endParaRPr>
          </a:p>
        </p:txBody>
      </p:sp>
      <p:sp>
        <p:nvSpPr>
          <p:cNvPr id="11" name="矩形 10"/>
          <p:cNvSpPr/>
          <p:nvPr/>
        </p:nvSpPr>
        <p:spPr>
          <a:xfrm>
            <a:off x="890999" y="2930934"/>
            <a:ext cx="4314001" cy="307777"/>
          </a:xfrm>
          <a:prstGeom prst="rect">
            <a:avLst/>
          </a:prstGeom>
        </p:spPr>
        <p:txBody>
          <a:bodyPr wrap="none">
            <a:spAutoFit/>
          </a:bodyPr>
          <a:lstStyle/>
          <a:p>
            <a:r>
              <a:rPr lang="zh-CN" altLang="en-US" sz="1400" b="1" dirty="0" smtClean="0">
                <a:solidFill>
                  <a:srgbClr val="FFC000"/>
                </a:solidFill>
              </a:rPr>
              <a:t>丁一汇院士为我校师生作线上讲座，王会军院士主持</a:t>
            </a:r>
            <a:endParaRPr lang="zh-CN" altLang="en-US" sz="1200" dirty="0">
              <a:solidFill>
                <a:srgbClr val="FFC000"/>
              </a:solidFill>
              <a:latin typeface="微软雅黑" panose="020B0503020204020204" charset="-122"/>
              <a:ea typeface="微软雅黑" panose="020B0503020204020204" charset="-122"/>
            </a:endParaRPr>
          </a:p>
        </p:txBody>
      </p:sp>
      <p:pic>
        <p:nvPicPr>
          <p:cNvPr id="12" name="图片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991012"/>
            <a:ext cx="6096000" cy="1958079"/>
          </a:xfrm>
          <a:prstGeom prst="rect">
            <a:avLst/>
          </a:prstGeom>
        </p:spPr>
      </p:pic>
      <p:sp>
        <p:nvSpPr>
          <p:cNvPr id="15" name="矩形 14"/>
          <p:cNvSpPr/>
          <p:nvPr/>
        </p:nvSpPr>
        <p:spPr>
          <a:xfrm>
            <a:off x="9206438" y="2946169"/>
            <a:ext cx="3057247" cy="307777"/>
          </a:xfrm>
          <a:prstGeom prst="rect">
            <a:avLst/>
          </a:prstGeom>
        </p:spPr>
        <p:txBody>
          <a:bodyPr wrap="none">
            <a:spAutoFit/>
          </a:bodyPr>
          <a:lstStyle/>
          <a:p>
            <a:r>
              <a:rPr lang="zh-CN" altLang="en-US" sz="1400" b="1" dirty="0">
                <a:solidFill>
                  <a:srgbClr val="FFC000"/>
                </a:solidFill>
                <a:latin typeface="微软雅黑" panose="020B0503020204020204" charset="-122"/>
                <a:ea typeface="微软雅黑" panose="020B0503020204020204" charset="-122"/>
              </a:rPr>
              <a:t>观测基地老师讲解气象仪器检定方法</a:t>
            </a:r>
            <a:endParaRPr lang="zh-CN" altLang="en-US" sz="1400" dirty="0">
              <a:solidFill>
                <a:srgbClr val="FFC000"/>
              </a:solidFill>
              <a:latin typeface="微软雅黑" panose="020B0503020204020204" charset="-122"/>
              <a:ea typeface="微软雅黑" panose="020B0503020204020204" charset="-122"/>
            </a:endParaRPr>
          </a:p>
        </p:txBody>
      </p:sp>
      <p:sp>
        <p:nvSpPr>
          <p:cNvPr id="19" name="圆角矩形 18"/>
          <p:cNvSpPr/>
          <p:nvPr/>
        </p:nvSpPr>
        <p:spPr bwMode="auto">
          <a:xfrm>
            <a:off x="-551748" y="285925"/>
            <a:ext cx="6392963" cy="612764"/>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20" name="文本占位符 3"/>
          <p:cNvSpPr txBox="1"/>
          <p:nvPr/>
        </p:nvSpPr>
        <p:spPr>
          <a:xfrm>
            <a:off x="997095" y="387286"/>
            <a:ext cx="3858972" cy="457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002060"/>
                </a:solidFill>
              </a:rPr>
              <a:t>科技活动带来学术盛宴</a:t>
            </a:r>
            <a:endParaRPr lang="zh-CN" altLang="en-US" sz="3200" b="1" dirty="0">
              <a:solidFill>
                <a:srgbClr val="002060"/>
              </a:solidFill>
              <a:latin typeface="微软雅黑" panose="020B0503020204020204" charset="-122"/>
              <a:ea typeface="微软雅黑" panose="020B0503020204020204" charset="-122"/>
            </a:endParaRPr>
          </a:p>
        </p:txBody>
      </p:sp>
      <p:sp>
        <p:nvSpPr>
          <p:cNvPr id="21" name="圆角矩形 20"/>
          <p:cNvSpPr/>
          <p:nvPr/>
        </p:nvSpPr>
        <p:spPr bwMode="auto">
          <a:xfrm>
            <a:off x="-888800" y="3253946"/>
            <a:ext cx="6392963" cy="612764"/>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22" name="文本占位符 3"/>
          <p:cNvSpPr txBox="1"/>
          <p:nvPr/>
        </p:nvSpPr>
        <p:spPr>
          <a:xfrm>
            <a:off x="660043" y="3355307"/>
            <a:ext cx="6066858" cy="457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smtClean="0">
                <a:solidFill>
                  <a:srgbClr val="002060"/>
                </a:solidFill>
              </a:rPr>
              <a:t>    用</a:t>
            </a:r>
            <a:r>
              <a:rPr lang="zh-CN" altLang="en-US" b="1" dirty="0">
                <a:solidFill>
                  <a:srgbClr val="002060"/>
                </a:solidFill>
              </a:rPr>
              <a:t>心书写责任与担当</a:t>
            </a:r>
            <a:endParaRPr lang="zh-CN" altLang="en-US" dirty="0">
              <a:solidFill>
                <a:srgbClr val="002060"/>
              </a:solidFill>
            </a:endParaRPr>
          </a:p>
          <a:p>
            <a:br>
              <a:rPr lang="zh-CN" altLang="en-US" dirty="0"/>
            </a:br>
            <a:br>
              <a:rPr lang="zh-CN" altLang="en-US" dirty="0"/>
            </a:br>
            <a:endParaRPr lang="zh-CN" altLang="en-US" dirty="0"/>
          </a:p>
          <a:p>
            <a:r>
              <a:rPr lang="zh-CN" altLang="en-US" b="1" dirty="0"/>
              <a:t>   用心书写责任与担当</a:t>
            </a:r>
            <a:endParaRPr lang="zh-CN" altLang="en-US" dirty="0"/>
          </a:p>
          <a:p>
            <a:br>
              <a:rPr lang="zh-CN" altLang="en-US" dirty="0"/>
            </a:br>
            <a:endParaRPr lang="zh-CN" altLang="en-US" sz="3200" b="1" dirty="0">
              <a:solidFill>
                <a:srgbClr val="002060"/>
              </a:solidFill>
              <a:latin typeface="微软雅黑" panose="020B0503020204020204" charset="-122"/>
              <a:ea typeface="微软雅黑" panose="020B0503020204020204" charset="-122"/>
            </a:endParaRPr>
          </a:p>
        </p:txBody>
      </p:sp>
      <p:pic>
        <p:nvPicPr>
          <p:cNvPr id="23" name="图片 2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146944" y="3956111"/>
            <a:ext cx="3182215" cy="2174136"/>
          </a:xfrm>
          <a:prstGeom prst="rect">
            <a:avLst/>
          </a:prstGeom>
        </p:spPr>
      </p:pic>
      <p:pic>
        <p:nvPicPr>
          <p:cNvPr id="24" name="图片 2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 y="3956874"/>
            <a:ext cx="3162383" cy="2172214"/>
          </a:xfrm>
          <a:prstGeom prst="rect">
            <a:avLst/>
          </a:prstGeom>
        </p:spPr>
      </p:pic>
      <p:sp>
        <p:nvSpPr>
          <p:cNvPr id="27" name="矩形 26"/>
          <p:cNvSpPr/>
          <p:nvPr/>
        </p:nvSpPr>
        <p:spPr>
          <a:xfrm>
            <a:off x="3943116" y="6116310"/>
            <a:ext cx="1261884" cy="307777"/>
          </a:xfrm>
          <a:prstGeom prst="rect">
            <a:avLst/>
          </a:prstGeom>
        </p:spPr>
        <p:txBody>
          <a:bodyPr wrap="none">
            <a:spAutoFit/>
          </a:bodyPr>
          <a:lstStyle/>
          <a:p>
            <a:r>
              <a:rPr lang="zh-CN" altLang="en-US" sz="1400" b="1" dirty="0" smtClean="0">
                <a:solidFill>
                  <a:srgbClr val="FFC000"/>
                </a:solidFill>
                <a:latin typeface="微软雅黑" panose="020B0503020204020204" charset="-122"/>
                <a:ea typeface="微软雅黑" panose="020B0503020204020204" charset="-122"/>
              </a:rPr>
              <a:t>微信大助理团</a:t>
            </a:r>
            <a:endParaRPr lang="zh-CN" altLang="en-US" sz="1400" dirty="0">
              <a:solidFill>
                <a:srgbClr val="FFC000"/>
              </a:solidFill>
              <a:latin typeface="微软雅黑" panose="020B0503020204020204" charset="-122"/>
              <a:ea typeface="微软雅黑" panose="020B0503020204020204" charset="-122"/>
            </a:endParaRPr>
          </a:p>
        </p:txBody>
      </p:sp>
      <p:sp>
        <p:nvSpPr>
          <p:cNvPr id="28" name="矩形 27"/>
          <p:cNvSpPr/>
          <p:nvPr/>
        </p:nvSpPr>
        <p:spPr>
          <a:xfrm>
            <a:off x="108022" y="6124687"/>
            <a:ext cx="2774970" cy="307777"/>
          </a:xfrm>
          <a:prstGeom prst="rect">
            <a:avLst/>
          </a:prstGeom>
        </p:spPr>
        <p:txBody>
          <a:bodyPr wrap="square">
            <a:spAutoFit/>
          </a:bodyPr>
          <a:lstStyle/>
          <a:p>
            <a:r>
              <a:rPr lang="zh-CN" altLang="en-US" sz="1400" b="1" dirty="0">
                <a:solidFill>
                  <a:srgbClr val="FFC000"/>
                </a:solidFill>
                <a:latin typeface="微软雅黑" panose="020B0503020204020204" charset="-122"/>
                <a:ea typeface="微软雅黑" panose="020B0503020204020204" charset="-122"/>
              </a:rPr>
              <a:t>学生校长助理团列席校长办公会</a:t>
            </a:r>
            <a:endParaRPr lang="zh-CN" altLang="en-US" sz="1400" dirty="0">
              <a:solidFill>
                <a:srgbClr val="FFC000"/>
              </a:solidFill>
              <a:latin typeface="微软雅黑" panose="020B0503020204020204" charset="-122"/>
              <a:ea typeface="微软雅黑" panose="020B0503020204020204" charset="-122"/>
            </a:endParaRPr>
          </a:p>
        </p:txBody>
      </p:sp>
      <p:pic>
        <p:nvPicPr>
          <p:cNvPr id="29" name="图片 2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329159" y="3957352"/>
            <a:ext cx="2979848" cy="2171736"/>
          </a:xfrm>
          <a:prstGeom prst="rect">
            <a:avLst/>
          </a:prstGeom>
        </p:spPr>
      </p:pic>
      <p:sp>
        <p:nvSpPr>
          <p:cNvPr id="30" name="矩形 29"/>
          <p:cNvSpPr/>
          <p:nvPr/>
        </p:nvSpPr>
        <p:spPr>
          <a:xfrm>
            <a:off x="7029444" y="6103468"/>
            <a:ext cx="1261884" cy="307777"/>
          </a:xfrm>
          <a:prstGeom prst="rect">
            <a:avLst/>
          </a:prstGeom>
        </p:spPr>
        <p:txBody>
          <a:bodyPr wrap="none">
            <a:spAutoFit/>
          </a:bodyPr>
          <a:lstStyle/>
          <a:p>
            <a:r>
              <a:rPr lang="zh-CN" altLang="en-US" sz="1400" b="1" dirty="0">
                <a:solidFill>
                  <a:srgbClr val="FFC000"/>
                </a:solidFill>
                <a:latin typeface="微软雅黑" panose="020B0503020204020204" charset="-122"/>
                <a:ea typeface="微软雅黑" panose="020B0503020204020204" charset="-122"/>
              </a:rPr>
              <a:t>大学生艺术团</a:t>
            </a:r>
            <a:endParaRPr lang="zh-CN" altLang="en-US" sz="1400" dirty="0">
              <a:solidFill>
                <a:srgbClr val="FFC000"/>
              </a:solidFill>
              <a:latin typeface="微软雅黑" panose="020B0503020204020204" charset="-122"/>
              <a:ea typeface="微软雅黑" panose="020B0503020204020204" charset="-122"/>
            </a:endParaRPr>
          </a:p>
        </p:txBody>
      </p:sp>
      <p:pic>
        <p:nvPicPr>
          <p:cNvPr id="32" name="图片 3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09007" y="3976808"/>
            <a:ext cx="2882993" cy="2152279"/>
          </a:xfrm>
          <a:prstGeom prst="rect">
            <a:avLst/>
          </a:prstGeom>
        </p:spPr>
      </p:pic>
      <p:sp>
        <p:nvSpPr>
          <p:cNvPr id="33" name="矩形 32"/>
          <p:cNvSpPr/>
          <p:nvPr/>
        </p:nvSpPr>
        <p:spPr>
          <a:xfrm>
            <a:off x="10115772" y="6116309"/>
            <a:ext cx="1620957" cy="307777"/>
          </a:xfrm>
          <a:prstGeom prst="rect">
            <a:avLst/>
          </a:prstGeom>
        </p:spPr>
        <p:txBody>
          <a:bodyPr wrap="none">
            <a:spAutoFit/>
          </a:bodyPr>
          <a:lstStyle/>
          <a:p>
            <a:r>
              <a:rPr lang="zh-CN" altLang="en-US" sz="1400" b="1" dirty="0" smtClean="0">
                <a:solidFill>
                  <a:srgbClr val="FFC000"/>
                </a:solidFill>
                <a:latin typeface="微软雅黑" panose="020B0503020204020204" charset="-122"/>
                <a:ea typeface="微软雅黑" panose="020B0503020204020204" charset="-122"/>
              </a:rPr>
              <a:t>招生</a:t>
            </a:r>
            <a:r>
              <a:rPr lang="en-US" altLang="zh-CN" sz="1400" b="1" dirty="0" smtClean="0">
                <a:solidFill>
                  <a:srgbClr val="FFC000"/>
                </a:solidFill>
                <a:latin typeface="微软雅黑" panose="020B0503020204020204" charset="-122"/>
                <a:ea typeface="微软雅黑" panose="020B0503020204020204" charset="-122"/>
              </a:rPr>
              <a:t>“</a:t>
            </a:r>
            <a:r>
              <a:rPr lang="zh-CN" altLang="en-US" sz="1400" b="1" dirty="0" smtClean="0">
                <a:solidFill>
                  <a:srgbClr val="FFC000"/>
                </a:solidFill>
                <a:latin typeface="微软雅黑" panose="020B0503020204020204" charset="-122"/>
                <a:ea typeface="微软雅黑" panose="020B0503020204020204" charset="-122"/>
              </a:rPr>
              <a:t>风云大使</a:t>
            </a:r>
            <a:r>
              <a:rPr lang="en-US" altLang="zh-CN" sz="1400" b="1" dirty="0" smtClean="0">
                <a:solidFill>
                  <a:srgbClr val="FFC000"/>
                </a:solidFill>
                <a:latin typeface="微软雅黑" panose="020B0503020204020204" charset="-122"/>
                <a:ea typeface="微软雅黑" panose="020B0503020204020204" charset="-122"/>
              </a:rPr>
              <a:t>”</a:t>
            </a:r>
            <a:endParaRPr lang="zh-CN" altLang="en-US" sz="1400" dirty="0">
              <a:solidFill>
                <a:srgbClr val="FFC000"/>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0" y="1037739"/>
            <a:ext cx="12334851" cy="2220600"/>
            <a:chOff x="-79217" y="56705"/>
            <a:chExt cx="12146761" cy="2220600"/>
          </a:xfrm>
        </p:grpSpPr>
        <p:pic>
          <p:nvPicPr>
            <p:cNvPr id="3" name="图片 2"/>
            <p:cNvPicPr>
              <a:picLocks noChangeAspect="1"/>
            </p:cNvPicPr>
            <p:nvPr/>
          </p:nvPicPr>
          <p:blipFill rotWithShape="1">
            <a:blip r:embed="rId1" cstate="print">
              <a:extLst>
                <a:ext uri="{28A0092B-C50C-407E-A947-70E740481C1C}">
                  <a14:useLocalDpi xmlns:a14="http://schemas.microsoft.com/office/drawing/2010/main" val="0"/>
                </a:ext>
              </a:extLst>
            </a:blip>
            <a:srcRect l="11339" t="12547" r="12665" b="11457"/>
            <a:stretch>
              <a:fillRect/>
            </a:stretch>
          </p:blipFill>
          <p:spPr>
            <a:xfrm>
              <a:off x="6050592" y="71514"/>
              <a:ext cx="3154322" cy="2205791"/>
            </a:xfrm>
            <a:prstGeom prst="rect">
              <a:avLst/>
            </a:prstGeom>
          </p:spPr>
        </p:pic>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217" y="56705"/>
              <a:ext cx="2865116" cy="2214933"/>
            </a:xfrm>
            <a:prstGeom prst="rect">
              <a:avLst/>
            </a:prstGeom>
          </p:spPr>
        </p:pic>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r="12519"/>
            <a:stretch>
              <a:fillRect/>
            </a:stretch>
          </p:blipFill>
          <p:spPr>
            <a:xfrm>
              <a:off x="9185900" y="59156"/>
              <a:ext cx="2881644" cy="2214933"/>
            </a:xfrm>
            <a:prstGeom prst="rect">
              <a:avLst/>
            </a:prstGeom>
          </p:spPr>
        </p:pic>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t="7905"/>
            <a:stretch>
              <a:fillRect/>
            </a:stretch>
          </p:blipFill>
          <p:spPr>
            <a:xfrm>
              <a:off x="2785899" y="60047"/>
              <a:ext cx="3290918" cy="2217258"/>
            </a:xfrm>
            <a:prstGeom prst="rect">
              <a:avLst/>
            </a:prstGeom>
          </p:spPr>
        </p:pic>
      </p:grpSp>
      <p:grpSp>
        <p:nvGrpSpPr>
          <p:cNvPr id="18" name="组合 17"/>
          <p:cNvGrpSpPr/>
          <p:nvPr/>
        </p:nvGrpSpPr>
        <p:grpSpPr>
          <a:xfrm>
            <a:off x="2815246" y="307003"/>
            <a:ext cx="6392963" cy="612764"/>
            <a:chOff x="2603600" y="2381280"/>
            <a:chExt cx="6392963" cy="612764"/>
          </a:xfrm>
        </p:grpSpPr>
        <p:sp>
          <p:nvSpPr>
            <p:cNvPr id="8" name="圆角矩形 7"/>
            <p:cNvSpPr/>
            <p:nvPr/>
          </p:nvSpPr>
          <p:spPr bwMode="auto">
            <a:xfrm>
              <a:off x="2603600" y="2381280"/>
              <a:ext cx="6392963" cy="612764"/>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9" name="文本占位符 3"/>
            <p:cNvSpPr txBox="1"/>
            <p:nvPr/>
          </p:nvSpPr>
          <p:spPr>
            <a:xfrm>
              <a:off x="4152443" y="2482641"/>
              <a:ext cx="3858972" cy="457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solidFill>
                    <a:srgbClr val="002060"/>
                  </a:solidFill>
                </a:rPr>
                <a:t>高雅艺术催生校园活力</a:t>
              </a:r>
              <a:endParaRPr lang="zh-CN" altLang="en-US" sz="3200" b="1" dirty="0">
                <a:solidFill>
                  <a:srgbClr val="002060"/>
                </a:solidFill>
                <a:latin typeface="微软雅黑" panose="020B0503020204020204" charset="-122"/>
                <a:ea typeface="微软雅黑" panose="020B0503020204020204" charset="-122"/>
              </a:endParaRPr>
            </a:p>
          </p:txBody>
        </p:sp>
      </p:grpSp>
      <p:grpSp>
        <p:nvGrpSpPr>
          <p:cNvPr id="16" name="组合 15"/>
          <p:cNvGrpSpPr/>
          <p:nvPr/>
        </p:nvGrpSpPr>
        <p:grpSpPr>
          <a:xfrm>
            <a:off x="2936771" y="4197547"/>
            <a:ext cx="6303339" cy="2067188"/>
            <a:chOff x="2793920" y="3344563"/>
            <a:chExt cx="6303339" cy="2067188"/>
          </a:xfrm>
        </p:grpSpPr>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84252" y="3344563"/>
              <a:ext cx="3213007" cy="2067188"/>
            </a:xfrm>
            <a:prstGeom prst="rect">
              <a:avLst/>
            </a:pr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93920" y="3348261"/>
              <a:ext cx="3086948" cy="2056575"/>
            </a:xfrm>
            <a:prstGeom prst="rect">
              <a:avLst/>
            </a:prstGeom>
          </p:spPr>
        </p:pic>
      </p:grpSp>
      <p:grpSp>
        <p:nvGrpSpPr>
          <p:cNvPr id="17" name="组合 16"/>
          <p:cNvGrpSpPr/>
          <p:nvPr/>
        </p:nvGrpSpPr>
        <p:grpSpPr>
          <a:xfrm>
            <a:off x="2827238" y="3441434"/>
            <a:ext cx="6392963" cy="612764"/>
            <a:chOff x="2603600" y="6551618"/>
            <a:chExt cx="6392963" cy="612764"/>
          </a:xfrm>
        </p:grpSpPr>
        <p:sp>
          <p:nvSpPr>
            <p:cNvPr id="14" name="圆角矩形 13"/>
            <p:cNvSpPr/>
            <p:nvPr/>
          </p:nvSpPr>
          <p:spPr bwMode="auto">
            <a:xfrm>
              <a:off x="2603600" y="6551618"/>
              <a:ext cx="6392963" cy="612764"/>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15" name="文本占位符 3"/>
            <p:cNvSpPr txBox="1"/>
            <p:nvPr/>
          </p:nvSpPr>
          <p:spPr>
            <a:xfrm>
              <a:off x="3210216" y="6629400"/>
              <a:ext cx="5698921" cy="4572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smtClean="0">
                  <a:solidFill>
                    <a:srgbClr val="002060"/>
                  </a:solidFill>
                </a:rPr>
                <a:t>赛</a:t>
              </a:r>
              <a:r>
                <a:rPr lang="zh-CN" altLang="en-US" b="1" dirty="0">
                  <a:solidFill>
                    <a:srgbClr val="002060"/>
                  </a:solidFill>
                </a:rPr>
                <a:t>场上体验拼搏争先的体育精神</a:t>
              </a:r>
              <a:endParaRPr lang="zh-CN" altLang="en-US" dirty="0">
                <a:solidFill>
                  <a:srgbClr val="002060"/>
                </a:solidFill>
              </a:endParaRPr>
            </a:p>
            <a:p>
              <a:pPr marL="0" indent="0">
                <a:buNone/>
              </a:pPr>
              <a:br>
                <a:rPr lang="zh-CN" altLang="en-US" dirty="0"/>
              </a:br>
              <a:br>
                <a:rPr lang="zh-CN" altLang="en-US" dirty="0"/>
              </a:br>
              <a:endParaRPr lang="zh-CN" altLang="en-US" sz="3200" b="1" dirty="0">
                <a:solidFill>
                  <a:srgbClr val="002060"/>
                </a:solidFill>
                <a:latin typeface="微软雅黑" panose="020B0503020204020204" charset="-122"/>
                <a:ea typeface="微软雅黑" panose="020B0503020204020204" charset="-122"/>
              </a:endParaRPr>
            </a:p>
          </p:txBody>
        </p:sp>
      </p:grpSp>
      <p:pic>
        <p:nvPicPr>
          <p:cNvPr id="20" name="图片 19"/>
          <p:cNvPicPr>
            <a:picLocks noChangeAspect="1"/>
          </p:cNvPicPr>
          <p:nvPr/>
        </p:nvPicPr>
        <p:blipFill rotWithShape="1">
          <a:blip r:embed="rId7" cstate="print">
            <a:extLst>
              <a:ext uri="{28A0092B-C50C-407E-A947-70E740481C1C}">
                <a14:useLocalDpi xmlns:a14="http://schemas.microsoft.com/office/drawing/2010/main" val="0"/>
              </a:ext>
            </a:extLst>
          </a:blip>
          <a:srcRect l="7466"/>
          <a:stretch>
            <a:fillRect/>
          </a:stretch>
        </p:blipFill>
        <p:spPr>
          <a:xfrm>
            <a:off x="9240110" y="4194331"/>
            <a:ext cx="2951890" cy="2070404"/>
          </a:xfrm>
          <a:prstGeom prst="rect">
            <a:avLst/>
          </a:prstGeom>
        </p:spPr>
      </p:pic>
      <p:pic>
        <p:nvPicPr>
          <p:cNvPr id="21" name="图片 2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677" y="4194330"/>
            <a:ext cx="2945078" cy="2063489"/>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 y="3877608"/>
            <a:ext cx="12191999" cy="360000"/>
          </a:xfrm>
          <a:prstGeom prst="rect">
            <a:avLst/>
          </a:prstGeom>
          <a:solidFill>
            <a:srgbClr val="EAC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rgbClr val="EAC342"/>
              </a:solidFill>
              <a:effectLst/>
              <a:uLnTx/>
              <a:uFillTx/>
              <a:latin typeface="等线" panose="02010600030101010101" pitchFamily="2" charset="-122"/>
              <a:ea typeface="等线" panose="02010600030101010101" pitchFamily="2" charset="-122"/>
              <a:cs typeface="+mn-cs"/>
            </a:endParaRPr>
          </a:p>
        </p:txBody>
      </p:sp>
      <p:pic>
        <p:nvPicPr>
          <p:cNvPr id="25" name="图片 24" descr="图片包含 室内, 人, 厨房, 前&#10;&#10;描述已自动生成"/>
          <p:cNvPicPr>
            <a:picLocks noChangeAspect="1"/>
          </p:cNvPicPr>
          <p:nvPr/>
        </p:nvPicPr>
        <p:blipFill>
          <a:blip r:embed="rId1" cstate="print">
            <a:extLst>
              <a:ext uri="{28A0092B-C50C-407E-A947-70E740481C1C}">
                <a14:useLocalDpi xmlns:a14="http://schemas.microsoft.com/office/drawing/2010/main" val="0"/>
              </a:ext>
            </a:extLst>
          </a:blip>
          <a:srcRect l="-23884" t="-32493" r="-19428" b="-21300"/>
          <a:stretch>
            <a:fillRect/>
          </a:stretch>
        </p:blipFill>
        <p:spPr>
          <a:xfrm>
            <a:off x="-816438" y="1302609"/>
            <a:ext cx="6714680" cy="4809132"/>
          </a:xfrm>
          <a:custGeom>
            <a:avLst/>
            <a:gdLst>
              <a:gd name="connsiteX0" fmla="*/ 709810 w 6033025"/>
              <a:gd name="connsiteY0" fmla="*/ 2502742 h 4320923"/>
              <a:gd name="connsiteX1" fmla="*/ 1005455 w 6033025"/>
              <a:gd name="connsiteY1" fmla="*/ 2819202 h 4320923"/>
              <a:gd name="connsiteX2" fmla="*/ 1005455 w 6033025"/>
              <a:gd name="connsiteY2" fmla="*/ 3722479 h 4320923"/>
              <a:gd name="connsiteX3" fmla="*/ 1849323 w 6033025"/>
              <a:gd name="connsiteY3" fmla="*/ 3722479 h 4320923"/>
              <a:gd name="connsiteX4" fmla="*/ 2042256 w 6033025"/>
              <a:gd name="connsiteY4" fmla="*/ 3928995 h 4320923"/>
              <a:gd name="connsiteX5" fmla="*/ 0 w 6033025"/>
              <a:gd name="connsiteY5" fmla="*/ 4320923 h 4320923"/>
              <a:gd name="connsiteX6" fmla="*/ 1005455 w 6033025"/>
              <a:gd name="connsiteY6" fmla="*/ 912911 h 4320923"/>
              <a:gd name="connsiteX7" fmla="*/ 4479404 w 6033025"/>
              <a:gd name="connsiteY7" fmla="*/ 912911 h 4320923"/>
              <a:gd name="connsiteX8" fmla="*/ 5215157 w 6033025"/>
              <a:gd name="connsiteY8" fmla="*/ 1706149 h 4320923"/>
              <a:gd name="connsiteX9" fmla="*/ 5215157 w 6033025"/>
              <a:gd name="connsiteY9" fmla="*/ 3722479 h 4320923"/>
              <a:gd name="connsiteX10" fmla="*/ 1849323 w 6033025"/>
              <a:gd name="connsiteY10" fmla="*/ 3722479 h 4320923"/>
              <a:gd name="connsiteX11" fmla="*/ 1005455 w 6033025"/>
              <a:gd name="connsiteY11" fmla="*/ 2819202 h 4320923"/>
              <a:gd name="connsiteX12" fmla="*/ 6033025 w 6033025"/>
              <a:gd name="connsiteY12" fmla="*/ 0 h 4320923"/>
              <a:gd name="connsiteX13" fmla="*/ 5496062 w 6033025"/>
              <a:gd name="connsiteY13" fmla="*/ 2009001 h 4320923"/>
              <a:gd name="connsiteX14" fmla="*/ 5215157 w 6033025"/>
              <a:gd name="connsiteY14" fmla="*/ 1706149 h 4320923"/>
              <a:gd name="connsiteX15" fmla="*/ 5215157 w 6033025"/>
              <a:gd name="connsiteY15" fmla="*/ 912911 h 4320923"/>
              <a:gd name="connsiteX16" fmla="*/ 4479404 w 6033025"/>
              <a:gd name="connsiteY16" fmla="*/ 912911 h 4320923"/>
              <a:gd name="connsiteX17" fmla="*/ 4168742 w 6033025"/>
              <a:gd name="connsiteY17" fmla="*/ 577976 h 4320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33025" h="4320923">
                <a:moveTo>
                  <a:pt x="709810" y="2502742"/>
                </a:moveTo>
                <a:lnTo>
                  <a:pt x="1005455" y="2819202"/>
                </a:lnTo>
                <a:lnTo>
                  <a:pt x="1005455" y="3722479"/>
                </a:lnTo>
                <a:lnTo>
                  <a:pt x="1849323" y="3722479"/>
                </a:lnTo>
                <a:lnTo>
                  <a:pt x="2042256" y="3928995"/>
                </a:lnTo>
                <a:lnTo>
                  <a:pt x="0" y="4320923"/>
                </a:lnTo>
                <a:close/>
                <a:moveTo>
                  <a:pt x="1005455" y="912911"/>
                </a:moveTo>
                <a:lnTo>
                  <a:pt x="4479404" y="912911"/>
                </a:lnTo>
                <a:lnTo>
                  <a:pt x="5215157" y="1706149"/>
                </a:lnTo>
                <a:lnTo>
                  <a:pt x="5215157" y="3722479"/>
                </a:lnTo>
                <a:lnTo>
                  <a:pt x="1849323" y="3722479"/>
                </a:lnTo>
                <a:lnTo>
                  <a:pt x="1005455" y="2819202"/>
                </a:lnTo>
                <a:close/>
                <a:moveTo>
                  <a:pt x="6033025" y="0"/>
                </a:moveTo>
                <a:lnTo>
                  <a:pt x="5496062" y="2009001"/>
                </a:lnTo>
                <a:lnTo>
                  <a:pt x="5215157" y="1706149"/>
                </a:lnTo>
                <a:lnTo>
                  <a:pt x="5215157" y="912911"/>
                </a:lnTo>
                <a:lnTo>
                  <a:pt x="4479404" y="912911"/>
                </a:lnTo>
                <a:lnTo>
                  <a:pt x="4168742" y="577976"/>
                </a:lnTo>
                <a:close/>
              </a:path>
            </a:pathLst>
          </a:custGeom>
        </p:spPr>
      </p:pic>
      <p:sp>
        <p:nvSpPr>
          <p:cNvPr id="30" name="椭圆 29"/>
          <p:cNvSpPr/>
          <p:nvPr/>
        </p:nvSpPr>
        <p:spPr>
          <a:xfrm>
            <a:off x="3092536" y="3522104"/>
            <a:ext cx="884768" cy="884768"/>
          </a:xfrm>
          <a:prstGeom prst="ellipse">
            <a:avLst/>
          </a:prstGeom>
          <a:noFill/>
          <a:ln w="22225">
            <a:solidFill>
              <a:srgbClr val="2660A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等线" panose="02010600030101010101" pitchFamily="2" charset="-122"/>
              <a:ea typeface="等线" panose="02010600030101010101" pitchFamily="2" charset="-122"/>
              <a:cs typeface="+mn-cs"/>
            </a:endParaRPr>
          </a:p>
        </p:txBody>
      </p:sp>
      <p:grpSp>
        <p:nvGrpSpPr>
          <p:cNvPr id="2" name="组合 1"/>
          <p:cNvGrpSpPr/>
          <p:nvPr/>
        </p:nvGrpSpPr>
        <p:grpSpPr>
          <a:xfrm>
            <a:off x="5625121" y="1489463"/>
            <a:ext cx="3640498" cy="3956523"/>
            <a:chOff x="7103538" y="1689637"/>
            <a:chExt cx="3185931" cy="3412561"/>
          </a:xfrm>
        </p:grpSpPr>
        <p:pic>
          <p:nvPicPr>
            <p:cNvPr id="32" name="图片 31"/>
            <p:cNvPicPr>
              <a:picLocks noChangeAspect="1"/>
            </p:cNvPicPr>
            <p:nvPr/>
          </p:nvPicPr>
          <p:blipFill rotWithShape="1">
            <a:blip r:embed="rId2" cstate="print">
              <a:extLst>
                <a:ext uri="{28A0092B-C50C-407E-A947-70E740481C1C}">
                  <a14:useLocalDpi xmlns:a14="http://schemas.microsoft.com/office/drawing/2010/main" val="0"/>
                </a:ext>
              </a:extLst>
            </a:blip>
            <a:srcRect l="10000" t="10000" r="10000" b="11111"/>
            <a:stretch>
              <a:fillRect/>
            </a:stretch>
          </p:blipFill>
          <p:spPr>
            <a:xfrm>
              <a:off x="7103538" y="2335946"/>
              <a:ext cx="2921060" cy="2766252"/>
            </a:xfrm>
            <a:prstGeom prst="ellipse">
              <a:avLst/>
            </a:prstGeom>
            <a:ln>
              <a:noFill/>
            </a:ln>
            <a:effectLst>
              <a:glow>
                <a:schemeClr val="accent1">
                  <a:alpha val="40000"/>
                </a:schemeClr>
              </a:glow>
              <a:innerShdw blurRad="114300">
                <a:prstClr val="black"/>
              </a:innerShdw>
            </a:effectLst>
          </p:spPr>
        </p:pic>
        <p:sp>
          <p:nvSpPr>
            <p:cNvPr id="37" name="文本框 36"/>
            <p:cNvSpPr txBox="1"/>
            <p:nvPr/>
          </p:nvSpPr>
          <p:spPr>
            <a:xfrm>
              <a:off x="7282750" y="1689637"/>
              <a:ext cx="3006719" cy="523220"/>
            </a:xfrm>
            <a:prstGeom prst="rect">
              <a:avLst/>
            </a:prstGeom>
            <a:noFill/>
          </p:spPr>
          <p:txBody>
            <a:bodyPr wrap="square" rtlCol="0">
              <a:spAutoFit/>
            </a:bodyPr>
            <a:lstStyle/>
            <a:p>
              <a:r>
                <a:rPr lang="zh-CN" altLang="en-US" sz="2800" b="1" spc="300" dirty="0" smtClean="0">
                  <a:solidFill>
                    <a:schemeClr val="bg1"/>
                  </a:solidFill>
                  <a:latin typeface="微软雅黑" panose="020B0503020204020204" charset="-122"/>
                  <a:ea typeface="微软雅黑" panose="020B0503020204020204" charset="-122"/>
                </a:rPr>
                <a:t>中央空调和暖气</a:t>
              </a:r>
              <a:endParaRPr lang="zh-CN" altLang="en-US" sz="2800" b="1" spc="300" dirty="0">
                <a:solidFill>
                  <a:schemeClr val="bg1"/>
                </a:solidFill>
                <a:latin typeface="微软雅黑" panose="020B0503020204020204" charset="-122"/>
                <a:ea typeface="微软雅黑" panose="020B0503020204020204" charset="-122"/>
              </a:endParaRPr>
            </a:p>
          </p:txBody>
        </p:sp>
      </p:grpSp>
      <p:sp>
        <p:nvSpPr>
          <p:cNvPr id="4" name="矩形 3"/>
          <p:cNvSpPr/>
          <p:nvPr/>
        </p:nvSpPr>
        <p:spPr>
          <a:xfrm>
            <a:off x="1663199" y="5782002"/>
            <a:ext cx="8940544" cy="461665"/>
          </a:xfrm>
          <a:prstGeom prst="rect">
            <a:avLst/>
          </a:prstGeom>
        </p:spPr>
        <p:txBody>
          <a:bodyPr wrap="square">
            <a:spAutoFit/>
          </a:bodyPr>
          <a:lstStyle/>
          <a:p>
            <a:pPr algn="ct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长江中下游地区</a:t>
            </a:r>
            <a:r>
              <a:rPr lang="zh-CN" altLang="en-US" sz="24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第一所</a:t>
            </a:r>
            <a:r>
              <a:rPr lang="zh-CN" altLang="en-US" sz="24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冬天</a:t>
            </a:r>
            <a:r>
              <a:rPr lang="zh-CN" altLang="en-US" sz="24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rPr>
              <a:t>集中供暖的学校</a:t>
            </a:r>
            <a:endParaRPr lang="zh-CN" altLang="en-US" sz="2400" b="1" dirty="0">
              <a:solidFill>
                <a:srgbClr val="FFC000"/>
              </a:solidFill>
              <a:effectLst>
                <a:outerShdw blurRad="38100" dist="38100" dir="2700000" algn="tl">
                  <a:srgbClr val="000000">
                    <a:alpha val="43137"/>
                  </a:srgbClr>
                </a:outerShdw>
              </a:effectLst>
              <a:latin typeface="微软雅黑" panose="020B0503020204020204" charset="-122"/>
              <a:ea typeface="微软雅黑" panose="020B0503020204020204" charset="-122"/>
              <a:sym typeface="+mn-lt"/>
            </a:endParaRPr>
          </a:p>
        </p:txBody>
      </p:sp>
      <p:grpSp>
        <p:nvGrpSpPr>
          <p:cNvPr id="3" name="组合 2"/>
          <p:cNvGrpSpPr/>
          <p:nvPr/>
        </p:nvGrpSpPr>
        <p:grpSpPr>
          <a:xfrm>
            <a:off x="2394056" y="426119"/>
            <a:ext cx="7327900" cy="768350"/>
            <a:chOff x="2854002" y="325755"/>
            <a:chExt cx="7327900" cy="768350"/>
          </a:xfrm>
        </p:grpSpPr>
        <p:sp>
          <p:nvSpPr>
            <p:cNvPr id="10" name="圆角矩形 9"/>
            <p:cNvSpPr/>
            <p:nvPr/>
          </p:nvSpPr>
          <p:spPr bwMode="auto">
            <a:xfrm>
              <a:off x="2854002" y="325755"/>
              <a:ext cx="7179188"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11" name="文本框 10"/>
            <p:cNvSpPr txBox="1"/>
            <p:nvPr/>
          </p:nvSpPr>
          <p:spPr>
            <a:xfrm>
              <a:off x="3005132" y="356235"/>
              <a:ext cx="7176770" cy="706755"/>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NO.9</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最暖心：温暖校园幸福长</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grpSp>
      <p:pic>
        <p:nvPicPr>
          <p:cNvPr id="6" name="图片 5" descr="8E12450D3F75077B95354F3F3E38CA5D"/>
          <p:cNvPicPr>
            <a:picLocks noChangeAspect="1"/>
          </p:cNvPicPr>
          <p:nvPr>
            <p:custDataLst>
              <p:tags r:id="rId3"/>
            </p:custDataLst>
          </p:nvPr>
        </p:nvPicPr>
        <p:blipFill>
          <a:blip r:embed="rId4"/>
          <a:stretch>
            <a:fillRect/>
          </a:stretch>
        </p:blipFill>
        <p:spPr>
          <a:xfrm>
            <a:off x="9441180" y="1819910"/>
            <a:ext cx="2430145" cy="3773170"/>
          </a:xfrm>
          <a:prstGeom prst="round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bldLst>
      <p:bldP spid="26" grpId="0" animBg="1"/>
      <p:bldP spid="3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PA_矩形 23"/>
          <p:cNvSpPr/>
          <p:nvPr>
            <p:custDataLst>
              <p:tags r:id="rId2"/>
            </p:custDataLst>
          </p:nvPr>
        </p:nvSpPr>
        <p:spPr>
          <a:xfrm>
            <a:off x="0" y="2677887"/>
            <a:ext cx="12192000" cy="4180114"/>
          </a:xfrm>
          <a:prstGeom prst="rect">
            <a:avLst/>
          </a:prstGeom>
          <a:gradFill>
            <a:gsLst>
              <a:gs pos="100000">
                <a:srgbClr val="020D20">
                  <a:alpha val="0"/>
                </a:srgbClr>
              </a:gs>
              <a:gs pos="8000">
                <a:srgbClr val="010A19">
                  <a:alpha val="38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PA_直接连接符 25"/>
          <p:cNvCxnSpPr/>
          <p:nvPr>
            <p:custDataLst>
              <p:tags r:id="rId3"/>
            </p:custDataLst>
          </p:nvPr>
        </p:nvCxnSpPr>
        <p:spPr>
          <a:xfrm>
            <a:off x="350196" y="5687482"/>
            <a:ext cx="8300318" cy="0"/>
          </a:xfrm>
          <a:prstGeom prst="line">
            <a:avLst/>
          </a:prstGeom>
          <a:ln w="3175">
            <a:solidFill>
              <a:schemeClr val="bg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9" name="PA_矩形 29"/>
          <p:cNvSpPr/>
          <p:nvPr>
            <p:custDataLst>
              <p:tags r:id="rId4"/>
            </p:custDataLst>
          </p:nvPr>
        </p:nvSpPr>
        <p:spPr>
          <a:xfrm>
            <a:off x="8891395" y="4992352"/>
            <a:ext cx="3352486" cy="1338828"/>
          </a:xfrm>
          <a:prstGeom prst="rect">
            <a:avLst/>
          </a:prstGeom>
          <a:noFill/>
        </p:spPr>
        <p:txBody>
          <a:bodyPr wrap="square" rtlCol="0">
            <a:spAutoFit/>
          </a:bodyPr>
          <a:lstStyle/>
          <a:p>
            <a:pPr>
              <a:lnSpc>
                <a:spcPct val="150000"/>
              </a:lnSpc>
            </a:pPr>
            <a:r>
              <a:rPr lang="zh-CN" altLang="en-US" b="1" dirty="0" smtClean="0">
                <a:solidFill>
                  <a:schemeClr val="bg1"/>
                </a:solidFill>
                <a:latin typeface="微软雅黑" panose="020B0503020204020204" charset="-122"/>
                <a:ea typeface="微软雅黑" panose="020B0503020204020204" charset="-122"/>
              </a:rPr>
              <a:t>江苏省“最佳创意食堂”</a:t>
            </a:r>
            <a:endParaRPr lang="en-US" altLang="zh-CN" b="1" dirty="0">
              <a:solidFill>
                <a:schemeClr val="bg1"/>
              </a:solidFill>
              <a:latin typeface="微软雅黑" panose="020B0503020204020204" charset="-122"/>
              <a:ea typeface="微软雅黑" panose="020B0503020204020204" charset="-122"/>
            </a:endParaRPr>
          </a:p>
          <a:p>
            <a:pPr>
              <a:lnSpc>
                <a:spcPct val="150000"/>
              </a:lnSpc>
            </a:pPr>
            <a:r>
              <a:rPr lang="zh-CN" altLang="en-US" b="1" dirty="0" smtClean="0">
                <a:solidFill>
                  <a:schemeClr val="bg1"/>
                </a:solidFill>
                <a:latin typeface="微软雅黑" panose="020B0503020204020204" charset="-122"/>
                <a:ea typeface="微软雅黑" panose="020B0503020204020204" charset="-122"/>
              </a:rPr>
              <a:t>全国高校后勤服务“最温度奖”</a:t>
            </a:r>
            <a:endParaRPr lang="en-US" altLang="zh-CN" b="1" dirty="0">
              <a:solidFill>
                <a:schemeClr val="bg1"/>
              </a:solidFill>
              <a:latin typeface="微软雅黑" panose="020B0503020204020204" charset="-122"/>
              <a:ea typeface="微软雅黑" panose="020B0503020204020204" charset="-122"/>
            </a:endParaRPr>
          </a:p>
          <a:p>
            <a:pPr>
              <a:lnSpc>
                <a:spcPct val="150000"/>
              </a:lnSpc>
            </a:pPr>
            <a:r>
              <a:rPr lang="zh-CN" altLang="en-US" b="1" dirty="0" smtClean="0">
                <a:solidFill>
                  <a:schemeClr val="bg1"/>
                </a:solidFill>
                <a:latin typeface="微软雅黑" panose="020B0503020204020204" charset="-122"/>
                <a:ea typeface="微软雅黑" panose="020B0503020204020204" charset="-122"/>
              </a:rPr>
              <a:t>美食各有特色、环境始终如一</a:t>
            </a:r>
            <a:endParaRPr lang="zh-CN" altLang="en-US" b="1" dirty="0">
              <a:solidFill>
                <a:schemeClr val="bg1"/>
              </a:solidFill>
              <a:latin typeface="微软雅黑" panose="020B0503020204020204" charset="-122"/>
              <a:ea typeface="微软雅黑" panose="020B0503020204020204" charset="-122"/>
            </a:endParaRPr>
          </a:p>
        </p:txBody>
      </p:sp>
      <p:sp>
        <p:nvSpPr>
          <p:cNvPr id="10" name="文本占位符 1"/>
          <p:cNvSpPr txBox="1"/>
          <p:nvPr/>
        </p:nvSpPr>
        <p:spPr>
          <a:xfrm>
            <a:off x="787785" y="330177"/>
            <a:ext cx="2516188" cy="457200"/>
          </a:xfr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spc="600" dirty="0">
                <a:solidFill>
                  <a:schemeClr val="bg1"/>
                </a:solidFill>
                <a:latin typeface="方正特雅宋_GBK" panose="02000000000000000000" pitchFamily="2" charset="-122"/>
                <a:ea typeface="方正特雅宋_GBK" panose="02000000000000000000" pitchFamily="2" charset="-122"/>
              </a:rPr>
              <a:t>南信大食堂</a:t>
            </a:r>
            <a:endParaRPr lang="zh-CN" altLang="en-US" sz="2400" spc="600" dirty="0">
              <a:solidFill>
                <a:schemeClr val="bg1"/>
              </a:solidFill>
              <a:latin typeface="方正特雅宋_GBK" panose="02000000000000000000" pitchFamily="2" charset="-122"/>
              <a:ea typeface="方正特雅宋_GBK" panose="02000000000000000000" pitchFamily="2" charset="-122"/>
            </a:endParaRPr>
          </a:p>
        </p:txBody>
      </p:sp>
      <p:pic>
        <p:nvPicPr>
          <p:cNvPr id="3" name="图片 2" descr="图片包含 游戏机&#10;&#10;描述已自动生成"/>
          <p:cNvPicPr>
            <a:picLocks noChangeAspect="1"/>
          </p:cNvPicPr>
          <p:nvPr/>
        </p:nvPicPr>
        <p:blipFill>
          <a:blip r:embed="rId5" cstate="print">
            <a:lum bright="70000" contrast="-70000"/>
            <a:extLst>
              <a:ext uri="{BEBA8EAE-BF5A-486C-A8C5-ECC9F3942E4B}">
                <a14:imgProps xmlns:a14="http://schemas.microsoft.com/office/drawing/2010/main">
                  <a14:imgLayer r:embed="rId6">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8626928" y="61623"/>
            <a:ext cx="3474006" cy="1060300"/>
          </a:xfrm>
          <a:prstGeom prst="rect">
            <a:avLst/>
          </a:prstGeom>
        </p:spPr>
      </p:pic>
      <p:cxnSp>
        <p:nvCxnSpPr>
          <p:cNvPr id="16" name="PA_直接连接符 25"/>
          <p:cNvCxnSpPr/>
          <p:nvPr>
            <p:custDataLst>
              <p:tags r:id="rId7"/>
            </p:custDataLst>
          </p:nvPr>
        </p:nvCxnSpPr>
        <p:spPr>
          <a:xfrm flipH="1" flipV="1">
            <a:off x="2923634" y="564248"/>
            <a:ext cx="5811804" cy="1"/>
          </a:xfrm>
          <a:prstGeom prst="line">
            <a:avLst/>
          </a:prstGeom>
          <a:ln w="3175">
            <a:solidFill>
              <a:schemeClr val="bg1"/>
            </a:solidFill>
            <a:prstDash val="solid"/>
            <a:tailEnd type="oval"/>
          </a:ln>
        </p:spPr>
        <p:style>
          <a:lnRef idx="1">
            <a:schemeClr val="accent1"/>
          </a:lnRef>
          <a:fillRef idx="0">
            <a:schemeClr val="accent1"/>
          </a:fillRef>
          <a:effectRef idx="0">
            <a:schemeClr val="accent1"/>
          </a:effectRef>
          <a:fontRef idx="minor">
            <a:schemeClr val="tx1"/>
          </a:fontRef>
        </p:style>
      </p:cxnSp>
      <p:cxnSp>
        <p:nvCxnSpPr>
          <p:cNvPr id="18" name="PA_直接连接符 25"/>
          <p:cNvCxnSpPr/>
          <p:nvPr>
            <p:custDataLst>
              <p:tags r:id="rId8"/>
            </p:custDataLst>
          </p:nvPr>
        </p:nvCxnSpPr>
        <p:spPr>
          <a:xfrm>
            <a:off x="-137336" y="564248"/>
            <a:ext cx="1239804" cy="0"/>
          </a:xfrm>
          <a:prstGeom prst="line">
            <a:avLst/>
          </a:prstGeom>
          <a:ln w="3175">
            <a:solidFill>
              <a:schemeClr val="bg1"/>
            </a:solidFill>
            <a:prstDash val="solid"/>
            <a:tailEnd type="ova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757923" y="4683843"/>
            <a:ext cx="7080845" cy="706755"/>
            <a:chOff x="757923" y="4683843"/>
            <a:chExt cx="7080845" cy="706755"/>
          </a:xfrm>
        </p:grpSpPr>
        <p:sp>
          <p:nvSpPr>
            <p:cNvPr id="12" name="PA_文本框 24"/>
            <p:cNvSpPr txBox="1"/>
            <p:nvPr>
              <p:custDataLst>
                <p:tags r:id="rId9"/>
              </p:custDataLst>
            </p:nvPr>
          </p:nvSpPr>
          <p:spPr>
            <a:xfrm>
              <a:off x="757923" y="4683843"/>
              <a:ext cx="2833309" cy="706755"/>
            </a:xfrm>
            <a:prstGeom prst="rect">
              <a:avLst/>
            </a:prstGeom>
            <a:noFill/>
          </p:spPr>
          <p:txBody>
            <a:bodyPr wrap="square" rtlCol="0">
              <a:spAutoFit/>
            </a:bodyPr>
            <a:lstStyle/>
            <a:p>
              <a:r>
                <a:rPr lang="zh-CN" altLang="en-US" sz="4000" dirty="0">
                  <a:solidFill>
                    <a:schemeClr val="bg1"/>
                  </a:solidFill>
                  <a:latin typeface="方正特雅宋_GBK" panose="02000000000000000000" pitchFamily="2" charset="-122"/>
                  <a:ea typeface="方正特雅宋_GBK" panose="02000000000000000000" pitchFamily="2" charset="-122"/>
                </a:rPr>
                <a:t>南信大食堂</a:t>
              </a:r>
              <a:endParaRPr lang="zh-CN" altLang="en-US" sz="4000" dirty="0">
                <a:solidFill>
                  <a:schemeClr val="bg1"/>
                </a:solidFill>
                <a:latin typeface="方正特雅宋_GBK" panose="02000000000000000000" pitchFamily="2" charset="-122"/>
                <a:ea typeface="方正特雅宋_GBK" panose="02000000000000000000" pitchFamily="2" charset="-122"/>
              </a:endParaRPr>
            </a:p>
          </p:txBody>
        </p:sp>
        <p:sp>
          <p:nvSpPr>
            <p:cNvPr id="13" name="文本框 12"/>
            <p:cNvSpPr txBox="1"/>
            <p:nvPr/>
          </p:nvSpPr>
          <p:spPr>
            <a:xfrm>
              <a:off x="3458497" y="4973667"/>
              <a:ext cx="4380271" cy="369332"/>
            </a:xfrm>
            <a:prstGeom prst="rect">
              <a:avLst/>
            </a:prstGeom>
            <a:noFill/>
          </p:spPr>
          <p:txBody>
            <a:bodyPr wrap="square" rtlCol="0">
              <a:spAutoFit/>
            </a:bodyPr>
            <a:lstStyle/>
            <a:p>
              <a:r>
                <a:rPr lang="en-US" altLang="zh-CN" b="1" dirty="0">
                  <a:solidFill>
                    <a:schemeClr val="bg1"/>
                  </a:solidFill>
                  <a:latin typeface="微软雅黑" panose="020B0503020204020204" charset="-122"/>
                  <a:ea typeface="微软雅黑" panose="020B0503020204020204" charset="-122"/>
                </a:rPr>
                <a:t>—— </a:t>
              </a:r>
              <a:r>
                <a:rPr lang="zh-CN" altLang="en-US" b="1" dirty="0" smtClean="0">
                  <a:solidFill>
                    <a:schemeClr val="bg1"/>
                  </a:solidFill>
                  <a:latin typeface="微软雅黑" panose="020B0503020204020204" charset="-122"/>
                  <a:ea typeface="微软雅黑" panose="020B0503020204020204" charset="-122"/>
                </a:rPr>
                <a:t>让你无限发挥才艺的舞台</a:t>
              </a:r>
              <a:endParaRPr lang="zh-CN" altLang="en-US" b="1" dirty="0">
                <a:latin typeface="微软雅黑" panose="020B0503020204020204" charset="-122"/>
                <a:ea typeface="微软雅黑" panose="020B0503020204020204" charset="-122"/>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bwMode="auto">
          <a:xfrm>
            <a:off x="416382" y="421022"/>
            <a:ext cx="3625509" cy="768328"/>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4" name="文本占位符 3"/>
          <p:cNvSpPr>
            <a:spLocks noGrp="1"/>
          </p:cNvSpPr>
          <p:nvPr>
            <p:ph type="body" sz="quarter" idx="4294967295"/>
          </p:nvPr>
        </p:nvSpPr>
        <p:spPr>
          <a:xfrm>
            <a:off x="997095" y="576586"/>
            <a:ext cx="2516188" cy="457200"/>
          </a:xfrm>
        </p:spPr>
        <p:txBody>
          <a:bodyPr>
            <a:noAutofit/>
          </a:bodyPr>
          <a:lstStyle/>
          <a:p>
            <a:r>
              <a:rPr lang="zh-CN" altLang="en-US" sz="3200" b="1" dirty="0" smtClean="0">
                <a:solidFill>
                  <a:srgbClr val="002060"/>
                </a:solidFill>
                <a:latin typeface="微软雅黑" panose="020B0503020204020204" charset="-122"/>
                <a:ea typeface="微软雅黑" panose="020B0503020204020204" charset="-122"/>
              </a:rPr>
              <a:t>南信大美食</a:t>
            </a:r>
            <a:endParaRPr lang="zh-CN" altLang="en-US" sz="3200" b="1" dirty="0">
              <a:solidFill>
                <a:srgbClr val="002060"/>
              </a:solidFill>
              <a:latin typeface="微软雅黑" panose="020B0503020204020204" charset="-122"/>
              <a:ea typeface="微软雅黑" panose="020B0503020204020204" charset="-122"/>
            </a:endParaRPr>
          </a:p>
        </p:txBody>
      </p:sp>
      <p:sp>
        <p:nvSpPr>
          <p:cNvPr id="6" name="矩形 5"/>
          <p:cNvSpPr/>
          <p:nvPr/>
        </p:nvSpPr>
        <p:spPr>
          <a:xfrm>
            <a:off x="724292" y="1321229"/>
            <a:ext cx="2310848" cy="1663229"/>
          </a:xfrm>
          <a:prstGeom prst="rect">
            <a:avLst/>
          </a:prstGeom>
          <a:blipFill>
            <a:blip r:embed="rId1"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886467" y="1321229"/>
            <a:ext cx="2310848" cy="1663229"/>
          </a:xfrm>
          <a:prstGeom prst="rect">
            <a:avLst/>
          </a:prstGeom>
          <a:blipFill>
            <a:blip r:embed="rId2"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5048642" y="1321229"/>
            <a:ext cx="2310848" cy="1663229"/>
          </a:xfrm>
          <a:prstGeom prst="rect">
            <a:avLst/>
          </a:prstGeom>
          <a:blipFill>
            <a:blip r:embed="rId3"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210817" y="1321229"/>
            <a:ext cx="2310848" cy="1663229"/>
          </a:xfrm>
          <a:prstGeom prst="rect">
            <a:avLst/>
          </a:prstGeom>
          <a:blipFill>
            <a:blip r:embed="rId4"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372992" y="1321229"/>
            <a:ext cx="2310848" cy="1663229"/>
          </a:xfrm>
          <a:prstGeom prst="rect">
            <a:avLst/>
          </a:prstGeom>
          <a:blipFill>
            <a:blip r:embed="rId5"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24292" y="3153123"/>
            <a:ext cx="2310848" cy="1663229"/>
          </a:xfrm>
          <a:prstGeom prst="rect">
            <a:avLst/>
          </a:prstGeom>
          <a:blipFill>
            <a:blip r:embed="rId6"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24292" y="4978779"/>
            <a:ext cx="2310848" cy="1663229"/>
          </a:xfrm>
          <a:prstGeom prst="rect">
            <a:avLst/>
          </a:prstGeom>
          <a:blipFill>
            <a:blip r:embed="rId7"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2886467" y="3153123"/>
            <a:ext cx="2310848" cy="1663229"/>
          </a:xfrm>
          <a:prstGeom prst="rect">
            <a:avLst/>
          </a:prstGeom>
          <a:blipFill>
            <a:blip r:embed="rId8"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5048642" y="3153123"/>
            <a:ext cx="2310848" cy="1663229"/>
          </a:xfrm>
          <a:prstGeom prst="rect">
            <a:avLst/>
          </a:prstGeom>
          <a:blipFill>
            <a:blip r:embed="rId9"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7210817" y="3153123"/>
            <a:ext cx="2310848" cy="1663229"/>
          </a:xfrm>
          <a:prstGeom prst="rect">
            <a:avLst/>
          </a:prstGeom>
          <a:blipFill>
            <a:blip r:embed="rId10"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9372992" y="3153123"/>
            <a:ext cx="2310848" cy="1663229"/>
          </a:xfrm>
          <a:prstGeom prst="rect">
            <a:avLst/>
          </a:prstGeom>
          <a:blipFill>
            <a:blip r:embed="rId11"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2886467" y="4978779"/>
            <a:ext cx="2310848" cy="1663229"/>
          </a:xfrm>
          <a:prstGeom prst="rect">
            <a:avLst/>
          </a:prstGeom>
          <a:blipFill>
            <a:blip r:embed="rId12"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p:cNvSpPr/>
          <p:nvPr/>
        </p:nvSpPr>
        <p:spPr>
          <a:xfrm>
            <a:off x="5048642" y="4978779"/>
            <a:ext cx="2310848" cy="1663229"/>
          </a:xfrm>
          <a:prstGeom prst="rect">
            <a:avLst/>
          </a:prstGeom>
          <a:blipFill>
            <a:blip r:embed="rId13"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7210817" y="4978779"/>
            <a:ext cx="2310848" cy="1663229"/>
          </a:xfrm>
          <a:prstGeom prst="rect">
            <a:avLst/>
          </a:prstGeom>
          <a:blipFill>
            <a:blip r:embed="rId14"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9372992" y="4978779"/>
            <a:ext cx="2310848" cy="1663229"/>
          </a:xfrm>
          <a:prstGeom prst="rect">
            <a:avLst/>
          </a:prstGeom>
          <a:blipFill>
            <a:blip r:embed="rId15" cstate="print"/>
            <a:stretch>
              <a:fillRect/>
            </a:stretch>
          </a:blipFill>
          <a:ln>
            <a:noFill/>
          </a:ln>
          <a:effectLst>
            <a:outerShdw blurRad="228600" dist="38100" dir="2700000" sx="105000" sy="105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bldLst>
      <p:bldP spid="6" grpId="0" animBg="1"/>
      <p:bldP spid="9" grpId="0" animBg="1"/>
      <p:bldP spid="12" grpId="0" animBg="1"/>
      <p:bldP spid="15" grpId="0" animBg="1"/>
      <p:bldP spid="18" grpId="0" animBg="1"/>
      <p:bldP spid="21" grpId="0" animBg="1"/>
      <p:bldP spid="24" grpId="0" animBg="1"/>
      <p:bldP spid="27" grpId="0" animBg="1"/>
      <p:bldP spid="30" grpId="0" animBg="1"/>
      <p:bldP spid="33" grpId="0" animBg="1"/>
      <p:bldP spid="36" grpId="0" animBg="1"/>
      <p:bldP spid="39" grpId="0" animBg="1"/>
      <p:bldP spid="42" grpId="0" animBg="1"/>
      <p:bldP spid="45" grpId="0" animBg="1"/>
      <p:bldP spid="4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BEBA8EAE-BF5A-486C-A8C5-ECC9F3942E4B}">
                <a14:imgProps xmlns:a14="http://schemas.microsoft.com/office/drawing/2010/main">
                  <a14:imgLayer r:embed="rId2">
                    <a14:imgEffect>
                      <a14:colorTemperature colorTemp="5300"/>
                    </a14:imgEffect>
                  </a14:imgLayer>
                </a14:imgProps>
              </a:ext>
              <a:ext uri="{28A0092B-C50C-407E-A947-70E740481C1C}">
                <a14:useLocalDpi xmlns:a14="http://schemas.microsoft.com/office/drawing/2010/main" val="0"/>
              </a:ext>
            </a:extLst>
          </a:blip>
          <a:srcRect/>
          <a:stretch>
            <a:fillRect/>
          </a:stretch>
        </p:blipFill>
        <p:spPr>
          <a:xfrm>
            <a:off x="-1" y="-1322907"/>
            <a:ext cx="12243881" cy="9063086"/>
          </a:xfrm>
          <a:prstGeom prst="rect">
            <a:avLst/>
          </a:prstGeom>
        </p:spPr>
      </p:pic>
      <p:sp>
        <p:nvSpPr>
          <p:cNvPr id="5" name="PA_矩形 23"/>
          <p:cNvSpPr/>
          <p:nvPr>
            <p:custDataLst>
              <p:tags r:id="rId3"/>
            </p:custDataLst>
          </p:nvPr>
        </p:nvSpPr>
        <p:spPr>
          <a:xfrm>
            <a:off x="-137336" y="2918353"/>
            <a:ext cx="12381216" cy="4237733"/>
          </a:xfrm>
          <a:prstGeom prst="rect">
            <a:avLst/>
          </a:prstGeom>
          <a:gradFill>
            <a:gsLst>
              <a:gs pos="100000">
                <a:schemeClr val="bg1">
                  <a:alpha val="0"/>
                </a:schemeClr>
              </a:gs>
              <a:gs pos="8000">
                <a:schemeClr val="bg1">
                  <a:alpha val="21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PA_直接连接符 25"/>
          <p:cNvCxnSpPr/>
          <p:nvPr>
            <p:custDataLst>
              <p:tags r:id="rId4"/>
            </p:custDataLst>
          </p:nvPr>
        </p:nvCxnSpPr>
        <p:spPr>
          <a:xfrm>
            <a:off x="350196" y="5687482"/>
            <a:ext cx="8300318" cy="0"/>
          </a:xfrm>
          <a:prstGeom prst="line">
            <a:avLst/>
          </a:prstGeom>
          <a:ln w="3175">
            <a:solidFill>
              <a:schemeClr val="bg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9" name="PA_矩形 29"/>
          <p:cNvSpPr/>
          <p:nvPr>
            <p:custDataLst>
              <p:tags r:id="rId5"/>
            </p:custDataLst>
          </p:nvPr>
        </p:nvSpPr>
        <p:spPr>
          <a:xfrm>
            <a:off x="8891395" y="4992352"/>
            <a:ext cx="3352486" cy="1338828"/>
          </a:xfrm>
          <a:prstGeom prst="rect">
            <a:avLst/>
          </a:prstGeom>
          <a:noFill/>
        </p:spPr>
        <p:txBody>
          <a:bodyPr wrap="square" rtlCol="0">
            <a:spAutoFit/>
          </a:bodyPr>
          <a:lstStyle/>
          <a:p>
            <a:pPr>
              <a:lnSpc>
                <a:spcPct val="150000"/>
              </a:lnSpc>
            </a:pPr>
            <a:r>
              <a:rPr lang="zh-CN" altLang="en-US" b="1" dirty="0" smtClean="0">
                <a:solidFill>
                  <a:schemeClr val="bg1"/>
                </a:solidFill>
                <a:latin typeface="微软雅黑" panose="020B0503020204020204" charset="-122"/>
                <a:ea typeface="微软雅黑" panose="020B0503020204020204" charset="-122"/>
              </a:rPr>
              <a:t>校门口即有“信息工程大学站”</a:t>
            </a:r>
            <a:endParaRPr lang="en-US" altLang="zh-CN" b="1" dirty="0">
              <a:solidFill>
                <a:schemeClr val="bg1"/>
              </a:solidFill>
              <a:latin typeface="微软雅黑" panose="020B0503020204020204" charset="-122"/>
              <a:ea typeface="微软雅黑" panose="020B0503020204020204" charset="-122"/>
            </a:endParaRPr>
          </a:p>
          <a:p>
            <a:pPr>
              <a:lnSpc>
                <a:spcPct val="150000"/>
              </a:lnSpc>
            </a:pPr>
            <a:r>
              <a:rPr lang="zh-CN" altLang="en-US" b="1" dirty="0" smtClean="0">
                <a:solidFill>
                  <a:schemeClr val="bg1"/>
                </a:solidFill>
                <a:latin typeface="微软雅黑" panose="020B0503020204020204" charset="-122"/>
                <a:ea typeface="微软雅黑" panose="020B0503020204020204" charset="-122"/>
              </a:rPr>
              <a:t>弘阳广场离学校仅有三站地铁</a:t>
            </a:r>
            <a:endParaRPr lang="en-US" altLang="zh-CN" b="1" dirty="0">
              <a:solidFill>
                <a:schemeClr val="bg1"/>
              </a:solidFill>
              <a:latin typeface="微软雅黑" panose="020B0503020204020204" charset="-122"/>
              <a:ea typeface="微软雅黑" panose="020B0503020204020204" charset="-122"/>
            </a:endParaRPr>
          </a:p>
          <a:p>
            <a:pPr>
              <a:lnSpc>
                <a:spcPct val="150000"/>
              </a:lnSpc>
            </a:pPr>
            <a:r>
              <a:rPr lang="zh-CN" altLang="en-US" b="1" dirty="0" smtClean="0">
                <a:solidFill>
                  <a:schemeClr val="bg1"/>
                </a:solidFill>
                <a:latin typeface="微软雅黑" panose="020B0503020204020204" charset="-122"/>
                <a:ea typeface="微软雅黑" panose="020B0503020204020204" charset="-122"/>
              </a:rPr>
              <a:t>学校周围设施齐全、小吃众多</a:t>
            </a:r>
            <a:endParaRPr lang="zh-CN" altLang="en-US" b="1" dirty="0">
              <a:solidFill>
                <a:schemeClr val="bg1"/>
              </a:solidFill>
              <a:latin typeface="微软雅黑" panose="020B0503020204020204" charset="-122"/>
              <a:ea typeface="微软雅黑" panose="020B0503020204020204" charset="-122"/>
            </a:endParaRPr>
          </a:p>
        </p:txBody>
      </p:sp>
      <p:grpSp>
        <p:nvGrpSpPr>
          <p:cNvPr id="2" name="组合 1"/>
          <p:cNvGrpSpPr/>
          <p:nvPr/>
        </p:nvGrpSpPr>
        <p:grpSpPr>
          <a:xfrm>
            <a:off x="757923" y="4683843"/>
            <a:ext cx="6230390" cy="931647"/>
            <a:chOff x="757923" y="4683843"/>
            <a:chExt cx="6230390" cy="931647"/>
          </a:xfrm>
        </p:grpSpPr>
        <p:sp>
          <p:nvSpPr>
            <p:cNvPr id="12" name="PA_文本框 24"/>
            <p:cNvSpPr txBox="1"/>
            <p:nvPr>
              <p:custDataLst>
                <p:tags r:id="rId6"/>
              </p:custDataLst>
            </p:nvPr>
          </p:nvSpPr>
          <p:spPr>
            <a:xfrm>
              <a:off x="757923" y="4683843"/>
              <a:ext cx="3135630" cy="706755"/>
            </a:xfrm>
            <a:prstGeom prst="rect">
              <a:avLst/>
            </a:prstGeom>
            <a:noFill/>
          </p:spPr>
          <p:txBody>
            <a:bodyPr wrap="square" rtlCol="0">
              <a:spAutoFit/>
            </a:bodyPr>
            <a:lstStyle/>
            <a:p>
              <a:r>
                <a:rPr lang="zh-CN" altLang="en-US" sz="4000" dirty="0">
                  <a:solidFill>
                    <a:schemeClr val="bg1"/>
                  </a:solidFill>
                  <a:latin typeface="方正特雅宋_GBK" panose="02000000000000000000" pitchFamily="2" charset="-122"/>
                  <a:ea typeface="方正特雅宋_GBK" panose="02000000000000000000" pitchFamily="2" charset="-122"/>
                </a:rPr>
                <a:t>南信大出行</a:t>
              </a:r>
              <a:endParaRPr lang="zh-CN" altLang="en-US" sz="4000" dirty="0">
                <a:solidFill>
                  <a:schemeClr val="bg1"/>
                </a:solidFill>
                <a:latin typeface="方正特雅宋_GBK" panose="02000000000000000000" pitchFamily="2" charset="-122"/>
                <a:ea typeface="方正特雅宋_GBK" panose="02000000000000000000" pitchFamily="2" charset="-122"/>
              </a:endParaRPr>
            </a:p>
          </p:txBody>
        </p:sp>
        <p:sp>
          <p:nvSpPr>
            <p:cNvPr id="13" name="文本框 12"/>
            <p:cNvSpPr txBox="1"/>
            <p:nvPr/>
          </p:nvSpPr>
          <p:spPr>
            <a:xfrm>
              <a:off x="3458498" y="4989035"/>
              <a:ext cx="775406" cy="369332"/>
            </a:xfrm>
            <a:prstGeom prst="rect">
              <a:avLst/>
            </a:prstGeom>
            <a:noFill/>
          </p:spPr>
          <p:txBody>
            <a:bodyPr wrap="square" rtlCol="0">
              <a:spAutoFit/>
            </a:bodyPr>
            <a:lstStyle/>
            <a:p>
              <a:r>
                <a:rPr lang="en-US" altLang="zh-CN" dirty="0">
                  <a:solidFill>
                    <a:schemeClr val="bg1"/>
                  </a:solidFill>
                  <a:latin typeface="黑体" panose="02010609060101010101" pitchFamily="49" charset="-122"/>
                  <a:ea typeface="黑体" panose="02010609060101010101" pitchFamily="49" charset="-122"/>
                </a:rPr>
                <a:t>—— </a:t>
              </a:r>
              <a:endParaRPr lang="zh-CN" altLang="en-US" dirty="0"/>
            </a:p>
          </p:txBody>
        </p:sp>
        <p:sp>
          <p:nvSpPr>
            <p:cNvPr id="6" name="文本框 5"/>
            <p:cNvSpPr txBox="1"/>
            <p:nvPr/>
          </p:nvSpPr>
          <p:spPr>
            <a:xfrm>
              <a:off x="3635827" y="4692160"/>
              <a:ext cx="3352486" cy="923330"/>
            </a:xfrm>
            <a:prstGeom prst="rect">
              <a:avLst/>
            </a:prstGeom>
            <a:noFill/>
          </p:spPr>
          <p:txBody>
            <a:bodyPr wrap="square" rtlCol="0">
              <a:spAutoFit/>
            </a:bodyPr>
            <a:lstStyle/>
            <a:p>
              <a:pPr lvl="1">
                <a:lnSpc>
                  <a:spcPct val="150000"/>
                </a:lnSpc>
              </a:pPr>
              <a:r>
                <a:rPr lang="zh-CN" altLang="en-US" b="1" dirty="0" smtClean="0">
                  <a:solidFill>
                    <a:schemeClr val="bg1"/>
                  </a:solidFill>
                  <a:latin typeface="微软雅黑" panose="020B0503020204020204" charset="-122"/>
                  <a:ea typeface="微软雅黑" panose="020B0503020204020204" charset="-122"/>
                </a:rPr>
                <a:t>最好的地铁就在身边</a:t>
              </a:r>
              <a:endParaRPr lang="en-US" altLang="zh-CN" b="1" dirty="0">
                <a:solidFill>
                  <a:schemeClr val="bg1"/>
                </a:solidFill>
                <a:latin typeface="微软雅黑" panose="020B0503020204020204" charset="-122"/>
                <a:ea typeface="微软雅黑" panose="020B0503020204020204" charset="-122"/>
              </a:endParaRPr>
            </a:p>
            <a:p>
              <a:pPr lvl="1">
                <a:lnSpc>
                  <a:spcPct val="150000"/>
                </a:lnSpc>
              </a:pPr>
              <a:r>
                <a:rPr lang="zh-CN" altLang="en-US" b="1" dirty="0" smtClean="0">
                  <a:solidFill>
                    <a:schemeClr val="bg1"/>
                  </a:solidFill>
                  <a:latin typeface="微软雅黑" panose="020B0503020204020204" charset="-122"/>
                  <a:ea typeface="微软雅黑" panose="020B0503020204020204" charset="-122"/>
                </a:rPr>
                <a:t>最爱的商场就在对面</a:t>
              </a:r>
              <a:endParaRPr lang="zh-CN" altLang="en-US" b="1" dirty="0">
                <a:solidFill>
                  <a:schemeClr val="bg1"/>
                </a:solidFill>
                <a:latin typeface="微软雅黑" panose="020B0503020204020204" charset="-122"/>
                <a:ea typeface="微软雅黑" panose="020B0503020204020204" charset="-122"/>
              </a:endParaRPr>
            </a:p>
          </p:txBody>
        </p:sp>
      </p:grpSp>
      <p:grpSp>
        <p:nvGrpSpPr>
          <p:cNvPr id="14" name="组合 13"/>
          <p:cNvGrpSpPr/>
          <p:nvPr/>
        </p:nvGrpSpPr>
        <p:grpSpPr>
          <a:xfrm>
            <a:off x="-137336" y="61623"/>
            <a:ext cx="12238270" cy="1060300"/>
            <a:chOff x="-137336" y="61623"/>
            <a:chExt cx="12238270" cy="1060300"/>
          </a:xfrm>
        </p:grpSpPr>
        <p:pic>
          <p:nvPicPr>
            <p:cNvPr id="15" name="图片 14" descr="图片包含 游戏机&#10;&#10;描述已自动生成"/>
            <p:cNvPicPr>
              <a:picLocks noChangeAspect="1"/>
            </p:cNvPicPr>
            <p:nvPr/>
          </p:nvPicPr>
          <p:blipFill>
            <a:blip r:embed="rId7" cstate="print">
              <a:duotone>
                <a:schemeClr val="accent5">
                  <a:shade val="45000"/>
                  <a:satMod val="135000"/>
                </a:schemeClr>
                <a:prstClr val="white"/>
              </a:duotone>
              <a:extLst>
                <a:ext uri="{BEBA8EAE-BF5A-486C-A8C5-ECC9F3942E4B}">
                  <a14:imgProps xmlns:a14="http://schemas.microsoft.com/office/drawing/2010/main">
                    <a14:imgLayer r:embed="rId8">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8626928" y="61623"/>
              <a:ext cx="3474006" cy="1060300"/>
            </a:xfrm>
            <a:prstGeom prst="rect">
              <a:avLst/>
            </a:prstGeom>
          </p:spPr>
        </p:pic>
        <p:sp>
          <p:nvSpPr>
            <p:cNvPr id="17" name="圆角矩形 16"/>
            <p:cNvSpPr/>
            <p:nvPr/>
          </p:nvSpPr>
          <p:spPr bwMode="auto">
            <a:xfrm>
              <a:off x="345621" y="277457"/>
              <a:ext cx="3625509" cy="637015"/>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cxnSp>
          <p:nvCxnSpPr>
            <p:cNvPr id="19" name="PA_直接连接符 25"/>
            <p:cNvCxnSpPr/>
            <p:nvPr>
              <p:custDataLst>
                <p:tags r:id="rId9"/>
              </p:custDataLst>
            </p:nvPr>
          </p:nvCxnSpPr>
          <p:spPr>
            <a:xfrm flipH="1" flipV="1">
              <a:off x="3092536" y="558777"/>
              <a:ext cx="5642902" cy="5473"/>
            </a:xfrm>
            <a:prstGeom prst="line">
              <a:avLst/>
            </a:prstGeom>
            <a:ln w="6350">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0" name="文本占位符 1"/>
            <p:cNvSpPr txBox="1"/>
            <p:nvPr/>
          </p:nvSpPr>
          <p:spPr>
            <a:xfrm>
              <a:off x="787785" y="330177"/>
              <a:ext cx="2516188" cy="457200"/>
            </a:xfr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600" dirty="0">
                  <a:solidFill>
                    <a:srgbClr val="002060"/>
                  </a:solidFill>
                  <a:latin typeface="微软雅黑" panose="020B0503020204020204" charset="-122"/>
                  <a:ea typeface="微软雅黑" panose="020B0503020204020204" charset="-122"/>
                </a:rPr>
                <a:t>南信大出行</a:t>
              </a:r>
              <a:endParaRPr lang="zh-CN" altLang="en-US" sz="2400" b="1" spc="600" dirty="0">
                <a:solidFill>
                  <a:srgbClr val="002060"/>
                </a:solidFill>
                <a:latin typeface="微软雅黑" panose="020B0503020204020204" charset="-122"/>
                <a:ea typeface="微软雅黑" panose="020B0503020204020204" charset="-122"/>
              </a:endParaRPr>
            </a:p>
          </p:txBody>
        </p:sp>
        <p:cxnSp>
          <p:nvCxnSpPr>
            <p:cNvPr id="21" name="PA_直接连接符 25"/>
            <p:cNvCxnSpPr/>
            <p:nvPr>
              <p:custDataLst>
                <p:tags r:id="rId10"/>
              </p:custDataLst>
            </p:nvPr>
          </p:nvCxnSpPr>
          <p:spPr>
            <a:xfrm flipV="1">
              <a:off x="-137336" y="558777"/>
              <a:ext cx="1064584" cy="5471"/>
            </a:xfrm>
            <a:prstGeom prst="line">
              <a:avLst/>
            </a:prstGeom>
            <a:ln w="3175">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bldLst>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1999" cy="7371644"/>
          </a:xfrm>
          <a:prstGeom prst="rect">
            <a:avLst/>
          </a:prstGeom>
        </p:spPr>
      </p:pic>
      <p:sp>
        <p:nvSpPr>
          <p:cNvPr id="5" name="PA_矩形 23"/>
          <p:cNvSpPr/>
          <p:nvPr>
            <p:custDataLst>
              <p:tags r:id="rId2"/>
            </p:custDataLst>
          </p:nvPr>
        </p:nvSpPr>
        <p:spPr>
          <a:xfrm>
            <a:off x="-87770" y="2922859"/>
            <a:ext cx="12279769" cy="4237733"/>
          </a:xfrm>
          <a:prstGeom prst="rect">
            <a:avLst/>
          </a:prstGeom>
          <a:gradFill>
            <a:gsLst>
              <a:gs pos="62000">
                <a:srgbClr val="020D20">
                  <a:alpha val="0"/>
                </a:srgbClr>
              </a:gs>
              <a:gs pos="8000">
                <a:srgbClr val="010A19">
                  <a:alpha val="7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PA_直接连接符 25"/>
          <p:cNvCxnSpPr/>
          <p:nvPr>
            <p:custDataLst>
              <p:tags r:id="rId3"/>
            </p:custDataLst>
          </p:nvPr>
        </p:nvCxnSpPr>
        <p:spPr>
          <a:xfrm>
            <a:off x="350196" y="5687482"/>
            <a:ext cx="8300318" cy="0"/>
          </a:xfrm>
          <a:prstGeom prst="line">
            <a:avLst/>
          </a:prstGeom>
          <a:ln w="3175">
            <a:solidFill>
              <a:schemeClr val="bg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4" name="PA_矩形 23"/>
          <p:cNvSpPr/>
          <p:nvPr>
            <p:custDataLst>
              <p:tags r:id="rId4"/>
            </p:custDataLst>
          </p:nvPr>
        </p:nvSpPr>
        <p:spPr>
          <a:xfrm flipV="1">
            <a:off x="-87769" y="-1759880"/>
            <a:ext cx="12279769" cy="4180114"/>
          </a:xfrm>
          <a:prstGeom prst="rect">
            <a:avLst/>
          </a:prstGeom>
          <a:gradFill>
            <a:gsLst>
              <a:gs pos="43000">
                <a:srgbClr val="020D20">
                  <a:alpha val="0"/>
                </a:srgbClr>
              </a:gs>
              <a:gs pos="8000">
                <a:srgbClr val="010A19">
                  <a:alpha val="7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757923" y="4683843"/>
            <a:ext cx="11780604" cy="1901165"/>
            <a:chOff x="757923" y="4683843"/>
            <a:chExt cx="11780604" cy="1901165"/>
          </a:xfrm>
        </p:grpSpPr>
        <p:grpSp>
          <p:nvGrpSpPr>
            <p:cNvPr id="2" name="组合 1"/>
            <p:cNvGrpSpPr/>
            <p:nvPr/>
          </p:nvGrpSpPr>
          <p:grpSpPr>
            <a:xfrm>
              <a:off x="757923" y="4683843"/>
              <a:ext cx="11563278" cy="1901165"/>
              <a:chOff x="757923" y="4683843"/>
              <a:chExt cx="11563278" cy="1901165"/>
            </a:xfrm>
          </p:grpSpPr>
          <p:sp>
            <p:nvSpPr>
              <p:cNvPr id="12" name="PA_文本框 24"/>
              <p:cNvSpPr txBox="1"/>
              <p:nvPr>
                <p:custDataLst>
                  <p:tags r:id="rId5"/>
                </p:custDataLst>
              </p:nvPr>
            </p:nvSpPr>
            <p:spPr>
              <a:xfrm>
                <a:off x="757923" y="4683843"/>
                <a:ext cx="2833309" cy="706755"/>
              </a:xfrm>
              <a:prstGeom prst="rect">
                <a:avLst/>
              </a:prstGeom>
              <a:noFill/>
            </p:spPr>
            <p:txBody>
              <a:bodyPr wrap="square" rtlCol="0">
                <a:spAutoFit/>
              </a:bodyPr>
              <a:lstStyle/>
              <a:p>
                <a:r>
                  <a:rPr lang="zh-CN" altLang="en-US" sz="4000" dirty="0">
                    <a:solidFill>
                      <a:schemeClr val="bg1"/>
                    </a:solidFill>
                    <a:latin typeface="方正特雅宋_GBK" panose="02000000000000000000" pitchFamily="2" charset="-122"/>
                    <a:ea typeface="方正特雅宋_GBK" panose="02000000000000000000" pitchFamily="2" charset="-122"/>
                  </a:rPr>
                  <a:t>南信大出行</a:t>
                </a:r>
                <a:endParaRPr lang="zh-CN" altLang="en-US" sz="4000" dirty="0">
                  <a:solidFill>
                    <a:schemeClr val="bg1"/>
                  </a:solidFill>
                  <a:latin typeface="方正特雅宋_GBK" panose="02000000000000000000" pitchFamily="2" charset="-122"/>
                  <a:ea typeface="方正特雅宋_GBK" panose="02000000000000000000" pitchFamily="2" charset="-122"/>
                </a:endParaRPr>
              </a:p>
            </p:txBody>
          </p:sp>
          <p:sp>
            <p:nvSpPr>
              <p:cNvPr id="6" name="文本框 5"/>
              <p:cNvSpPr txBox="1"/>
              <p:nvPr/>
            </p:nvSpPr>
            <p:spPr>
              <a:xfrm>
                <a:off x="8135729" y="5107680"/>
                <a:ext cx="4185472" cy="1477328"/>
              </a:xfrm>
              <a:prstGeom prst="rect">
                <a:avLst/>
              </a:prstGeom>
              <a:noFill/>
            </p:spPr>
            <p:txBody>
              <a:bodyPr wrap="square" rtlCol="0">
                <a:spAutoFit/>
              </a:bodyPr>
              <a:lstStyle/>
              <a:p>
                <a:pPr lvl="1">
                  <a:lnSpc>
                    <a:spcPct val="150000"/>
                  </a:lnSpc>
                </a:pPr>
                <a:r>
                  <a:rPr lang="zh-CN" altLang="en-US" sz="2000" b="1" dirty="0" smtClean="0">
                    <a:solidFill>
                      <a:schemeClr val="bg1"/>
                    </a:solidFill>
                    <a:latin typeface="微软雅黑" panose="020B0503020204020204" charset="-122"/>
                    <a:ea typeface="微软雅黑" panose="020B0503020204020204" charset="-122"/>
                  </a:rPr>
                  <a:t>“争先号” 校园小公交</a:t>
                </a:r>
                <a:endParaRPr lang="en-US" altLang="zh-CN" sz="2000" b="1" dirty="0" smtClean="0">
                  <a:solidFill>
                    <a:schemeClr val="bg1"/>
                  </a:solidFill>
                  <a:latin typeface="微软雅黑" panose="020B0503020204020204" charset="-122"/>
                  <a:ea typeface="微软雅黑" panose="020B0503020204020204" charset="-122"/>
                </a:endParaRPr>
              </a:p>
              <a:p>
                <a:pPr lvl="1">
                  <a:lnSpc>
                    <a:spcPct val="150000"/>
                  </a:lnSpc>
                </a:pPr>
                <a:r>
                  <a:rPr lang="zh-CN" altLang="en-US" sz="2000" b="1" dirty="0" smtClean="0">
                    <a:solidFill>
                      <a:schemeClr val="bg1"/>
                    </a:solidFill>
                    <a:latin typeface="微软雅黑" panose="020B0503020204020204" charset="-122"/>
                    <a:ea typeface="微软雅黑" panose="020B0503020204020204" charset="-122"/>
                  </a:rPr>
                  <a:t>“文畅”“文通”</a:t>
                </a:r>
                <a:endParaRPr lang="en-US" altLang="zh-CN" sz="2000" b="1" dirty="0" smtClean="0">
                  <a:solidFill>
                    <a:schemeClr val="bg1"/>
                  </a:solidFill>
                  <a:latin typeface="微软雅黑" panose="020B0503020204020204" charset="-122"/>
                  <a:ea typeface="微软雅黑" panose="020B0503020204020204" charset="-122"/>
                </a:endParaRPr>
              </a:p>
              <a:p>
                <a:pPr lvl="1">
                  <a:lnSpc>
                    <a:spcPct val="150000"/>
                  </a:lnSpc>
                </a:pPr>
                <a:r>
                  <a:rPr lang="zh-CN" altLang="en-US" sz="2000" b="1" dirty="0" smtClean="0">
                    <a:solidFill>
                      <a:schemeClr val="bg1"/>
                    </a:solidFill>
                    <a:latin typeface="微软雅黑" panose="020B0503020204020204" charset="-122"/>
                    <a:ea typeface="微软雅黑" panose="020B0503020204020204" charset="-122"/>
                  </a:rPr>
                  <a:t>“文远”“文达”</a:t>
                </a:r>
                <a:endParaRPr lang="zh-CN" altLang="en-US" sz="2000" b="1" dirty="0">
                  <a:solidFill>
                    <a:schemeClr val="bg1"/>
                  </a:solidFill>
                  <a:latin typeface="微软雅黑" panose="020B0503020204020204" charset="-122"/>
                  <a:ea typeface="微软雅黑" panose="020B0503020204020204" charset="-122"/>
                </a:endParaRPr>
              </a:p>
            </p:txBody>
          </p:sp>
        </p:grpSp>
        <p:sp>
          <p:nvSpPr>
            <p:cNvPr id="4" name="文本框 3"/>
            <p:cNvSpPr txBox="1"/>
            <p:nvPr/>
          </p:nvSpPr>
          <p:spPr>
            <a:xfrm>
              <a:off x="10228465" y="5798218"/>
              <a:ext cx="2310062" cy="553998"/>
            </a:xfrm>
            <a:prstGeom prst="rect">
              <a:avLst/>
            </a:prstGeom>
            <a:noFill/>
          </p:spPr>
          <p:txBody>
            <a:bodyPr wrap="square" rtlCol="0">
              <a:spAutoFit/>
            </a:bodyPr>
            <a:lstStyle/>
            <a:p>
              <a:pPr lvl="1">
                <a:lnSpc>
                  <a:spcPct val="150000"/>
                </a:lnSpc>
              </a:pPr>
              <a:r>
                <a:rPr lang="zh-CN" altLang="en-US" sz="2000" b="1" dirty="0">
                  <a:solidFill>
                    <a:schemeClr val="bg1"/>
                  </a:solidFill>
                  <a:latin typeface="微软雅黑" panose="020B0503020204020204" charset="-122"/>
                  <a:ea typeface="微软雅黑" panose="020B0503020204020204" charset="-122"/>
                </a:rPr>
                <a:t>地下通道</a:t>
              </a:r>
              <a:endParaRPr lang="zh-CN" altLang="en-US" sz="2000" b="1" dirty="0">
                <a:solidFill>
                  <a:schemeClr val="bg1"/>
                </a:solidFill>
                <a:latin typeface="微软雅黑" panose="020B0503020204020204" charset="-122"/>
                <a:ea typeface="微软雅黑" panose="020B0503020204020204" charset="-122"/>
              </a:endParaRPr>
            </a:p>
          </p:txBody>
        </p:sp>
      </p:grpSp>
      <p:grpSp>
        <p:nvGrpSpPr>
          <p:cNvPr id="17" name="组合 16"/>
          <p:cNvGrpSpPr/>
          <p:nvPr/>
        </p:nvGrpSpPr>
        <p:grpSpPr>
          <a:xfrm>
            <a:off x="-137336" y="61623"/>
            <a:ext cx="12238270" cy="1060300"/>
            <a:chOff x="-137336" y="61623"/>
            <a:chExt cx="12238270" cy="1060300"/>
          </a:xfrm>
        </p:grpSpPr>
        <p:pic>
          <p:nvPicPr>
            <p:cNvPr id="3" name="图片 2" descr="图片包含 游戏机&#10;&#10;描述已自动生成"/>
            <p:cNvPicPr>
              <a:picLocks noChangeAspect="1"/>
            </p:cNvPicPr>
            <p:nvPr/>
          </p:nvPicPr>
          <p:blipFill>
            <a:blip r:embed="rId6" cstate="print">
              <a:duotone>
                <a:schemeClr val="accent5">
                  <a:shade val="45000"/>
                  <a:satMod val="135000"/>
                </a:schemeClr>
                <a:prstClr val="white"/>
              </a:duotone>
              <a:extLst>
                <a:ext uri="{BEBA8EAE-BF5A-486C-A8C5-ECC9F3942E4B}">
                  <a14:imgProps xmlns:a14="http://schemas.microsoft.com/office/drawing/2010/main">
                    <a14:imgLayer r:embed="rId7">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8626928" y="61623"/>
              <a:ext cx="3474006" cy="1060300"/>
            </a:xfrm>
            <a:prstGeom prst="rect">
              <a:avLst/>
            </a:prstGeom>
          </p:spPr>
        </p:pic>
        <p:sp>
          <p:nvSpPr>
            <p:cNvPr id="15" name="圆角矩形 14"/>
            <p:cNvSpPr/>
            <p:nvPr/>
          </p:nvSpPr>
          <p:spPr bwMode="auto">
            <a:xfrm>
              <a:off x="345621" y="207609"/>
              <a:ext cx="3625509" cy="768328"/>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cxnSp>
          <p:nvCxnSpPr>
            <p:cNvPr id="16" name="PA_直接连接符 25"/>
            <p:cNvCxnSpPr/>
            <p:nvPr>
              <p:custDataLst>
                <p:tags r:id="rId8"/>
              </p:custDataLst>
            </p:nvPr>
          </p:nvCxnSpPr>
          <p:spPr>
            <a:xfrm flipH="1" flipV="1">
              <a:off x="3092536" y="558777"/>
              <a:ext cx="5642902" cy="5473"/>
            </a:xfrm>
            <a:prstGeom prst="line">
              <a:avLst/>
            </a:prstGeom>
            <a:ln w="6350">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0" name="文本占位符 1"/>
            <p:cNvSpPr txBox="1"/>
            <p:nvPr/>
          </p:nvSpPr>
          <p:spPr>
            <a:xfrm>
              <a:off x="787785" y="330177"/>
              <a:ext cx="2516188" cy="457200"/>
            </a:xfr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600" dirty="0">
                  <a:solidFill>
                    <a:srgbClr val="002060"/>
                  </a:solidFill>
                  <a:latin typeface="微软雅黑" panose="020B0503020204020204" charset="-122"/>
                  <a:ea typeface="微软雅黑" panose="020B0503020204020204" charset="-122"/>
                </a:rPr>
                <a:t>南信大出行</a:t>
              </a:r>
              <a:endParaRPr lang="zh-CN" altLang="en-US" sz="2400" b="1" spc="600" dirty="0">
                <a:solidFill>
                  <a:srgbClr val="002060"/>
                </a:solidFill>
                <a:latin typeface="微软雅黑" panose="020B0503020204020204" charset="-122"/>
                <a:ea typeface="微软雅黑" panose="020B0503020204020204" charset="-122"/>
              </a:endParaRPr>
            </a:p>
          </p:txBody>
        </p:sp>
        <p:cxnSp>
          <p:nvCxnSpPr>
            <p:cNvPr id="18" name="PA_直接连接符 25"/>
            <p:cNvCxnSpPr/>
            <p:nvPr>
              <p:custDataLst>
                <p:tags r:id="rId9"/>
              </p:custDataLst>
            </p:nvPr>
          </p:nvCxnSpPr>
          <p:spPr>
            <a:xfrm flipV="1">
              <a:off x="-137336" y="558777"/>
              <a:ext cx="1064584" cy="5471"/>
            </a:xfrm>
            <a:prstGeom prst="line">
              <a:avLst/>
            </a:prstGeom>
            <a:ln w="3175">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descr="微信图片_202011111032148"/>
          <p:cNvPicPr>
            <a:picLocks noChangeAspect="1"/>
          </p:cNvPicPr>
          <p:nvPr/>
        </p:nvPicPr>
        <p:blipFill>
          <a:blip r:embed="rId1"/>
          <a:stretch>
            <a:fillRect/>
          </a:stretch>
        </p:blipFill>
        <p:spPr>
          <a:xfrm>
            <a:off x="-137335" y="-23010"/>
            <a:ext cx="12329336" cy="7183602"/>
          </a:xfrm>
          <a:prstGeom prst="rect">
            <a:avLst/>
          </a:prstGeom>
        </p:spPr>
      </p:pic>
      <p:sp>
        <p:nvSpPr>
          <p:cNvPr id="5" name="PA_矩形 23"/>
          <p:cNvSpPr/>
          <p:nvPr>
            <p:custDataLst>
              <p:tags r:id="rId2"/>
            </p:custDataLst>
          </p:nvPr>
        </p:nvSpPr>
        <p:spPr>
          <a:xfrm>
            <a:off x="-156468" y="2922859"/>
            <a:ext cx="12348467" cy="4237733"/>
          </a:xfrm>
          <a:prstGeom prst="rect">
            <a:avLst/>
          </a:prstGeom>
          <a:gradFill>
            <a:gsLst>
              <a:gs pos="62000">
                <a:schemeClr val="bg1">
                  <a:alpha val="0"/>
                </a:schemeClr>
              </a:gs>
              <a:gs pos="8000">
                <a:schemeClr val="bg1">
                  <a:alpha val="23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PA_直接连接符 25"/>
          <p:cNvCxnSpPr/>
          <p:nvPr>
            <p:custDataLst>
              <p:tags r:id="rId3"/>
            </p:custDataLst>
          </p:nvPr>
        </p:nvCxnSpPr>
        <p:spPr>
          <a:xfrm>
            <a:off x="350196" y="5687482"/>
            <a:ext cx="8300318" cy="0"/>
          </a:xfrm>
          <a:prstGeom prst="line">
            <a:avLst/>
          </a:prstGeom>
          <a:ln w="3175">
            <a:solidFill>
              <a:schemeClr val="bg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4" name="PA_矩形 23"/>
          <p:cNvSpPr/>
          <p:nvPr>
            <p:custDataLst>
              <p:tags r:id="rId4"/>
            </p:custDataLst>
          </p:nvPr>
        </p:nvSpPr>
        <p:spPr>
          <a:xfrm flipV="1">
            <a:off x="-87769" y="-1759880"/>
            <a:ext cx="12279769" cy="4180114"/>
          </a:xfrm>
          <a:prstGeom prst="rect">
            <a:avLst/>
          </a:prstGeom>
          <a:gradFill>
            <a:gsLst>
              <a:gs pos="43000">
                <a:srgbClr val="020D20">
                  <a:alpha val="0"/>
                </a:srgbClr>
              </a:gs>
              <a:gs pos="8000">
                <a:srgbClr val="010A19">
                  <a:alpha val="7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647856" y="4851157"/>
            <a:ext cx="11780604" cy="1613999"/>
            <a:chOff x="757923" y="4683843"/>
            <a:chExt cx="11780604" cy="1613999"/>
          </a:xfrm>
        </p:grpSpPr>
        <p:grpSp>
          <p:nvGrpSpPr>
            <p:cNvPr id="2" name="组合 1"/>
            <p:cNvGrpSpPr/>
            <p:nvPr/>
          </p:nvGrpSpPr>
          <p:grpSpPr>
            <a:xfrm>
              <a:off x="757923" y="4683843"/>
              <a:ext cx="11563278" cy="923461"/>
              <a:chOff x="757923" y="4683843"/>
              <a:chExt cx="11563278" cy="923461"/>
            </a:xfrm>
          </p:grpSpPr>
          <p:sp>
            <p:nvSpPr>
              <p:cNvPr id="12" name="PA_文本框 24"/>
              <p:cNvSpPr txBox="1"/>
              <p:nvPr>
                <p:custDataLst>
                  <p:tags r:id="rId5"/>
                </p:custDataLst>
              </p:nvPr>
            </p:nvSpPr>
            <p:spPr>
              <a:xfrm>
                <a:off x="757923" y="4683843"/>
                <a:ext cx="2833309" cy="706755"/>
              </a:xfrm>
              <a:prstGeom prst="rect">
                <a:avLst/>
              </a:prstGeom>
              <a:noFill/>
            </p:spPr>
            <p:txBody>
              <a:bodyPr wrap="square" rtlCol="0">
                <a:spAutoFit/>
              </a:bodyPr>
              <a:lstStyle/>
              <a:p>
                <a:r>
                  <a:rPr lang="zh-CN" altLang="en-US" sz="4000" dirty="0">
                    <a:solidFill>
                      <a:schemeClr val="bg1"/>
                    </a:solidFill>
                    <a:latin typeface="方正特雅宋_GBK" panose="02000000000000000000" pitchFamily="2" charset="-122"/>
                    <a:ea typeface="方正特雅宋_GBK" panose="02000000000000000000" pitchFamily="2" charset="-122"/>
                  </a:rPr>
                  <a:t>南信大出行</a:t>
                </a:r>
                <a:endParaRPr lang="zh-CN" altLang="en-US" sz="4000" dirty="0">
                  <a:solidFill>
                    <a:schemeClr val="bg1"/>
                  </a:solidFill>
                  <a:latin typeface="方正特雅宋_GBK" panose="02000000000000000000" pitchFamily="2" charset="-122"/>
                  <a:ea typeface="方正特雅宋_GBK" panose="02000000000000000000" pitchFamily="2" charset="-122"/>
                </a:endParaRPr>
              </a:p>
            </p:txBody>
          </p:sp>
          <p:sp>
            <p:nvSpPr>
              <p:cNvPr id="6" name="文本框 5"/>
              <p:cNvSpPr txBox="1"/>
              <p:nvPr/>
            </p:nvSpPr>
            <p:spPr>
              <a:xfrm>
                <a:off x="8135729" y="5107680"/>
                <a:ext cx="4185472" cy="499624"/>
              </a:xfrm>
              <a:prstGeom prst="rect">
                <a:avLst/>
              </a:prstGeom>
              <a:noFill/>
            </p:spPr>
            <p:txBody>
              <a:bodyPr wrap="square" rtlCol="0">
                <a:spAutoFit/>
              </a:bodyPr>
              <a:lstStyle/>
              <a:p>
                <a:pPr lvl="1">
                  <a:lnSpc>
                    <a:spcPct val="150000"/>
                  </a:lnSpc>
                </a:pPr>
                <a:endParaRPr lang="zh-CN" altLang="en-US" sz="2000" b="1" dirty="0">
                  <a:solidFill>
                    <a:schemeClr val="bg1"/>
                  </a:solidFill>
                  <a:latin typeface="微软雅黑" panose="020B0503020204020204" charset="-122"/>
                  <a:ea typeface="微软雅黑" panose="020B0503020204020204" charset="-122"/>
                </a:endParaRPr>
              </a:p>
            </p:txBody>
          </p:sp>
        </p:grpSp>
        <p:sp>
          <p:nvSpPr>
            <p:cNvPr id="4" name="文本框 3"/>
            <p:cNvSpPr txBox="1"/>
            <p:nvPr/>
          </p:nvSpPr>
          <p:spPr>
            <a:xfrm>
              <a:off x="10228465" y="5798218"/>
              <a:ext cx="2310062" cy="499624"/>
            </a:xfrm>
            <a:prstGeom prst="rect">
              <a:avLst/>
            </a:prstGeom>
            <a:noFill/>
          </p:spPr>
          <p:txBody>
            <a:bodyPr wrap="square" rtlCol="0">
              <a:spAutoFit/>
            </a:bodyPr>
            <a:lstStyle/>
            <a:p>
              <a:pPr lvl="1">
                <a:lnSpc>
                  <a:spcPct val="150000"/>
                </a:lnSpc>
              </a:pPr>
              <a:endParaRPr lang="zh-CN" altLang="en-US" sz="2000" b="1" dirty="0">
                <a:solidFill>
                  <a:schemeClr val="bg1"/>
                </a:solidFill>
                <a:latin typeface="微软雅黑" panose="020B0503020204020204" charset="-122"/>
                <a:ea typeface="微软雅黑" panose="020B0503020204020204" charset="-122"/>
              </a:endParaRPr>
            </a:p>
          </p:txBody>
        </p:sp>
      </p:grpSp>
      <p:grpSp>
        <p:nvGrpSpPr>
          <p:cNvPr id="17" name="组合 16"/>
          <p:cNvGrpSpPr/>
          <p:nvPr/>
        </p:nvGrpSpPr>
        <p:grpSpPr>
          <a:xfrm>
            <a:off x="-137336" y="61623"/>
            <a:ext cx="12238270" cy="1060300"/>
            <a:chOff x="-137336" y="61623"/>
            <a:chExt cx="12238270" cy="1060300"/>
          </a:xfrm>
        </p:grpSpPr>
        <p:pic>
          <p:nvPicPr>
            <p:cNvPr id="19" name="图片 18" descr="图片包含 游戏机&#10;&#10;描述已自动生成"/>
            <p:cNvPicPr>
              <a:picLocks noChangeAspect="1"/>
            </p:cNvPicPr>
            <p:nvPr/>
          </p:nvPicPr>
          <p:blipFill>
            <a:blip r:embed="rId6" cstate="print">
              <a:duotone>
                <a:schemeClr val="accent5">
                  <a:shade val="45000"/>
                  <a:satMod val="135000"/>
                </a:schemeClr>
                <a:prstClr val="white"/>
              </a:duotone>
              <a:extLst>
                <a:ext uri="{BEBA8EAE-BF5A-486C-A8C5-ECC9F3942E4B}">
                  <a14:imgProps xmlns:a14="http://schemas.microsoft.com/office/drawing/2010/main">
                    <a14:imgLayer r:embed="rId7">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8626928" y="61623"/>
              <a:ext cx="3474006" cy="1060300"/>
            </a:xfrm>
            <a:prstGeom prst="rect">
              <a:avLst/>
            </a:prstGeom>
          </p:spPr>
        </p:pic>
        <p:sp>
          <p:nvSpPr>
            <p:cNvPr id="20" name="圆角矩形 19"/>
            <p:cNvSpPr/>
            <p:nvPr/>
          </p:nvSpPr>
          <p:spPr bwMode="auto">
            <a:xfrm>
              <a:off x="345621" y="277457"/>
              <a:ext cx="3625509" cy="637015"/>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cxnSp>
          <p:nvCxnSpPr>
            <p:cNvPr id="21" name="PA_直接连接符 25"/>
            <p:cNvCxnSpPr/>
            <p:nvPr>
              <p:custDataLst>
                <p:tags r:id="rId8"/>
              </p:custDataLst>
            </p:nvPr>
          </p:nvCxnSpPr>
          <p:spPr>
            <a:xfrm flipH="1" flipV="1">
              <a:off x="3092536" y="558777"/>
              <a:ext cx="5642902" cy="5473"/>
            </a:xfrm>
            <a:prstGeom prst="line">
              <a:avLst/>
            </a:prstGeom>
            <a:ln w="6350">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2" name="文本占位符 1"/>
            <p:cNvSpPr txBox="1"/>
            <p:nvPr/>
          </p:nvSpPr>
          <p:spPr>
            <a:xfrm>
              <a:off x="787785" y="330177"/>
              <a:ext cx="2516188" cy="457200"/>
            </a:xfr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600" dirty="0">
                  <a:solidFill>
                    <a:srgbClr val="002060"/>
                  </a:solidFill>
                  <a:latin typeface="微软雅黑" panose="020B0503020204020204" charset="-122"/>
                  <a:ea typeface="微软雅黑" panose="020B0503020204020204" charset="-122"/>
                </a:rPr>
                <a:t>南信大出行</a:t>
              </a:r>
              <a:endParaRPr lang="zh-CN" altLang="en-US" sz="2400" b="1" spc="600" dirty="0">
                <a:solidFill>
                  <a:srgbClr val="002060"/>
                </a:solidFill>
                <a:latin typeface="微软雅黑" panose="020B0503020204020204" charset="-122"/>
                <a:ea typeface="微软雅黑" panose="020B0503020204020204" charset="-122"/>
              </a:endParaRPr>
            </a:p>
          </p:txBody>
        </p:sp>
        <p:cxnSp>
          <p:nvCxnSpPr>
            <p:cNvPr id="23" name="PA_直接连接符 25"/>
            <p:cNvCxnSpPr/>
            <p:nvPr>
              <p:custDataLst>
                <p:tags r:id="rId9"/>
              </p:custDataLst>
            </p:nvPr>
          </p:nvCxnSpPr>
          <p:spPr>
            <a:xfrm flipV="1">
              <a:off x="-137336" y="558777"/>
              <a:ext cx="1064584" cy="5471"/>
            </a:xfrm>
            <a:prstGeom prst="line">
              <a:avLst/>
            </a:prstGeom>
            <a:ln w="3175">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541867"/>
            <a:ext cx="12192000" cy="7399867"/>
          </a:xfrm>
          <a:prstGeom prst="rect">
            <a:avLst/>
          </a:prstGeom>
        </p:spPr>
      </p:pic>
      <p:sp>
        <p:nvSpPr>
          <p:cNvPr id="5" name="PA_矩形 23"/>
          <p:cNvSpPr/>
          <p:nvPr>
            <p:custDataLst>
              <p:tags r:id="rId2"/>
            </p:custDataLst>
          </p:nvPr>
        </p:nvSpPr>
        <p:spPr>
          <a:xfrm>
            <a:off x="0" y="3691293"/>
            <a:ext cx="12279769" cy="4237733"/>
          </a:xfrm>
          <a:prstGeom prst="rect">
            <a:avLst/>
          </a:prstGeom>
          <a:gradFill>
            <a:gsLst>
              <a:gs pos="100000">
                <a:srgbClr val="020D20">
                  <a:alpha val="0"/>
                </a:srgbClr>
              </a:gs>
              <a:gs pos="8000">
                <a:srgbClr val="010A19">
                  <a:alpha val="7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cxnSp>
        <p:nvCxnSpPr>
          <p:cNvPr id="7" name="PA_直接连接符 25"/>
          <p:cNvCxnSpPr/>
          <p:nvPr>
            <p:custDataLst>
              <p:tags r:id="rId3"/>
            </p:custDataLst>
          </p:nvPr>
        </p:nvCxnSpPr>
        <p:spPr>
          <a:xfrm>
            <a:off x="350196" y="5687482"/>
            <a:ext cx="8300318" cy="0"/>
          </a:xfrm>
          <a:prstGeom prst="line">
            <a:avLst/>
          </a:prstGeom>
          <a:ln w="3175">
            <a:solidFill>
              <a:schemeClr val="bg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14" name="PA_矩形 23"/>
          <p:cNvSpPr/>
          <p:nvPr>
            <p:custDataLst>
              <p:tags r:id="rId4"/>
            </p:custDataLst>
          </p:nvPr>
        </p:nvSpPr>
        <p:spPr>
          <a:xfrm flipV="1">
            <a:off x="0" y="-1940779"/>
            <a:ext cx="12192000" cy="4180114"/>
          </a:xfrm>
          <a:prstGeom prst="rect">
            <a:avLst/>
          </a:prstGeom>
          <a:gradFill>
            <a:gsLst>
              <a:gs pos="100000">
                <a:srgbClr val="020D20">
                  <a:alpha val="0"/>
                </a:srgbClr>
              </a:gs>
              <a:gs pos="8000">
                <a:srgbClr val="010A19">
                  <a:alpha val="7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grpSp>
        <p:nvGrpSpPr>
          <p:cNvPr id="2" name="组合 1"/>
          <p:cNvGrpSpPr/>
          <p:nvPr/>
        </p:nvGrpSpPr>
        <p:grpSpPr>
          <a:xfrm>
            <a:off x="757923" y="4683843"/>
            <a:ext cx="11093714" cy="1324817"/>
            <a:chOff x="757923" y="4683843"/>
            <a:chExt cx="11093714" cy="1324817"/>
          </a:xfrm>
        </p:grpSpPr>
        <p:sp>
          <p:nvSpPr>
            <p:cNvPr id="12" name="PA_文本框 24"/>
            <p:cNvSpPr txBox="1"/>
            <p:nvPr>
              <p:custDataLst>
                <p:tags r:id="rId5"/>
              </p:custDataLst>
            </p:nvPr>
          </p:nvSpPr>
          <p:spPr>
            <a:xfrm>
              <a:off x="757923" y="4683843"/>
              <a:ext cx="7705340" cy="830997"/>
            </a:xfrm>
            <a:prstGeom prst="rect">
              <a:avLst/>
            </a:prstGeom>
            <a:noFill/>
          </p:spPr>
          <p:txBody>
            <a:bodyPr wrap="square" rtlCol="0">
              <a:spAutoFit/>
            </a:bodyPr>
            <a:lstStyle/>
            <a:p>
              <a:r>
                <a:rPr lang="zh-CN" altLang="en-US" sz="4800" dirty="0" smtClean="0">
                  <a:solidFill>
                    <a:schemeClr val="bg1"/>
                  </a:solidFill>
                  <a:ea typeface="方正特雅宋_GBK" panose="02000000000000000000" pitchFamily="2" charset="-122"/>
                  <a:sym typeface="+mn-lt"/>
                </a:rPr>
                <a:t>“水雲方” 智能化游泳馆</a:t>
              </a:r>
              <a:endParaRPr lang="zh-CN" altLang="en-US" sz="4800" dirty="0">
                <a:solidFill>
                  <a:schemeClr val="bg1"/>
                </a:solidFill>
                <a:ea typeface="方正特雅宋_GBK" panose="02000000000000000000" pitchFamily="2" charset="-122"/>
                <a:sym typeface="+mn-lt"/>
              </a:endParaRPr>
            </a:p>
          </p:txBody>
        </p:sp>
        <p:sp>
          <p:nvSpPr>
            <p:cNvPr id="6" name="文本框 5"/>
            <p:cNvSpPr txBox="1"/>
            <p:nvPr/>
          </p:nvSpPr>
          <p:spPr>
            <a:xfrm>
              <a:off x="8499151" y="5454662"/>
              <a:ext cx="3352486" cy="553998"/>
            </a:xfrm>
            <a:prstGeom prst="rect">
              <a:avLst/>
            </a:prstGeom>
            <a:noFill/>
          </p:spPr>
          <p:txBody>
            <a:bodyPr wrap="square" rtlCol="0">
              <a:spAutoFit/>
            </a:bodyPr>
            <a:lstStyle/>
            <a:p>
              <a:pPr lvl="1">
                <a:lnSpc>
                  <a:spcPct val="150000"/>
                </a:lnSpc>
              </a:pPr>
              <a:r>
                <a:rPr lang="zh-CN" altLang="en-US" sz="2000" b="1" dirty="0" smtClean="0">
                  <a:solidFill>
                    <a:schemeClr val="bg1"/>
                  </a:solidFill>
                  <a:ea typeface="微软雅黑" panose="020B0503020204020204" charset="-122"/>
                  <a:sym typeface="+mn-lt"/>
                </a:rPr>
                <a:t>恒温恒湿</a:t>
              </a:r>
              <a:r>
                <a:rPr lang="en-US" altLang="zh-CN" sz="2000" b="1" dirty="0" smtClean="0">
                  <a:solidFill>
                    <a:schemeClr val="bg1"/>
                  </a:solidFill>
                  <a:ea typeface="微软雅黑" panose="020B0503020204020204" charset="-122"/>
                  <a:sym typeface="+mn-lt"/>
                </a:rPr>
                <a:t>     </a:t>
              </a:r>
              <a:r>
                <a:rPr lang="zh-CN" altLang="en-US" sz="2000" b="1" dirty="0" smtClean="0">
                  <a:solidFill>
                    <a:schemeClr val="bg1"/>
                  </a:solidFill>
                  <a:ea typeface="微软雅黑" panose="020B0503020204020204" charset="-122"/>
                  <a:sym typeface="+mn-lt"/>
                </a:rPr>
                <a:t>地暖新风</a:t>
              </a:r>
              <a:endParaRPr lang="en-US" altLang="zh-CN" sz="2000" b="1" dirty="0" smtClean="0">
                <a:solidFill>
                  <a:schemeClr val="bg1"/>
                </a:solidFill>
                <a:ea typeface="微软雅黑" panose="020B0503020204020204" charset="-122"/>
                <a:sym typeface="+mn-lt"/>
              </a:endParaRPr>
            </a:p>
          </p:txBody>
        </p:sp>
      </p:grpSp>
      <p:grpSp>
        <p:nvGrpSpPr>
          <p:cNvPr id="13" name="组合 12"/>
          <p:cNvGrpSpPr/>
          <p:nvPr/>
        </p:nvGrpSpPr>
        <p:grpSpPr>
          <a:xfrm>
            <a:off x="-137336" y="61623"/>
            <a:ext cx="12238270" cy="1060300"/>
            <a:chOff x="-137336" y="61623"/>
            <a:chExt cx="12238270" cy="1060300"/>
          </a:xfrm>
        </p:grpSpPr>
        <p:pic>
          <p:nvPicPr>
            <p:cNvPr id="15" name="图片 14" descr="图片包含 游戏机&#10;&#10;描述已自动生成"/>
            <p:cNvPicPr>
              <a:picLocks noChangeAspect="1"/>
            </p:cNvPicPr>
            <p:nvPr/>
          </p:nvPicPr>
          <p:blipFill>
            <a:blip r:embed="rId6" cstate="print">
              <a:duotone>
                <a:schemeClr val="accent5">
                  <a:shade val="45000"/>
                  <a:satMod val="135000"/>
                </a:schemeClr>
                <a:prstClr val="white"/>
              </a:duotone>
              <a:extLst>
                <a:ext uri="{BEBA8EAE-BF5A-486C-A8C5-ECC9F3942E4B}">
                  <a14:imgProps xmlns:a14="http://schemas.microsoft.com/office/drawing/2010/main">
                    <a14:imgLayer r:embed="rId7">
                      <a14:imgEffect>
                        <a14:colorTemperature colorTemp="4700"/>
                      </a14:imgEffect>
                      <a14:imgEffect>
                        <a14:saturation sat="0"/>
                      </a14:imgEffect>
                    </a14:imgLayer>
                  </a14:imgProps>
                </a:ext>
                <a:ext uri="{28A0092B-C50C-407E-A947-70E740481C1C}">
                  <a14:useLocalDpi xmlns:a14="http://schemas.microsoft.com/office/drawing/2010/main" val="0"/>
                </a:ext>
              </a:extLst>
            </a:blip>
            <a:stretch>
              <a:fillRect/>
            </a:stretch>
          </p:blipFill>
          <p:spPr>
            <a:xfrm>
              <a:off x="8626928" y="61623"/>
              <a:ext cx="3474006" cy="1060300"/>
            </a:xfrm>
            <a:prstGeom prst="rect">
              <a:avLst/>
            </a:prstGeom>
          </p:spPr>
        </p:pic>
        <p:sp>
          <p:nvSpPr>
            <p:cNvPr id="17" name="圆角矩形 16"/>
            <p:cNvSpPr/>
            <p:nvPr/>
          </p:nvSpPr>
          <p:spPr bwMode="auto">
            <a:xfrm>
              <a:off x="345621" y="277457"/>
              <a:ext cx="3625509" cy="637015"/>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cxnSp>
          <p:nvCxnSpPr>
            <p:cNvPr id="19" name="PA_直接连接符 25"/>
            <p:cNvCxnSpPr/>
            <p:nvPr>
              <p:custDataLst>
                <p:tags r:id="rId8"/>
              </p:custDataLst>
            </p:nvPr>
          </p:nvCxnSpPr>
          <p:spPr>
            <a:xfrm flipH="1" flipV="1">
              <a:off x="3092536" y="558777"/>
              <a:ext cx="5642902" cy="5473"/>
            </a:xfrm>
            <a:prstGeom prst="line">
              <a:avLst/>
            </a:prstGeom>
            <a:ln w="6350">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20" name="文本占位符 1"/>
            <p:cNvSpPr txBox="1"/>
            <p:nvPr/>
          </p:nvSpPr>
          <p:spPr>
            <a:xfrm>
              <a:off x="787785" y="330177"/>
              <a:ext cx="2516188" cy="457200"/>
            </a:xfr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spc="600" dirty="0">
                  <a:solidFill>
                    <a:srgbClr val="002060"/>
                  </a:solidFill>
                  <a:latin typeface="微软雅黑" panose="020B0503020204020204" charset="-122"/>
                  <a:ea typeface="微软雅黑" panose="020B0503020204020204" charset="-122"/>
                </a:rPr>
                <a:t>南信大出行</a:t>
              </a:r>
              <a:endParaRPr lang="zh-CN" altLang="en-US" sz="2400" b="1" spc="600" dirty="0">
                <a:solidFill>
                  <a:srgbClr val="002060"/>
                </a:solidFill>
                <a:latin typeface="微软雅黑" panose="020B0503020204020204" charset="-122"/>
                <a:ea typeface="微软雅黑" panose="020B0503020204020204" charset="-122"/>
              </a:endParaRPr>
            </a:p>
          </p:txBody>
        </p:sp>
        <p:cxnSp>
          <p:nvCxnSpPr>
            <p:cNvPr id="21" name="PA_直接连接符 25"/>
            <p:cNvCxnSpPr/>
            <p:nvPr>
              <p:custDataLst>
                <p:tags r:id="rId9"/>
              </p:custDataLst>
            </p:nvPr>
          </p:nvCxnSpPr>
          <p:spPr>
            <a:xfrm flipV="1">
              <a:off x="-137336" y="558777"/>
              <a:ext cx="1064584" cy="5471"/>
            </a:xfrm>
            <a:prstGeom prst="line">
              <a:avLst/>
            </a:prstGeom>
            <a:ln w="3175">
              <a:solidFill>
                <a:srgbClr val="002060"/>
              </a:solidFill>
              <a:prstDash val="solid"/>
              <a:tailEnd type="ova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Freeform 9"/>
          <p:cNvSpPr/>
          <p:nvPr/>
        </p:nvSpPr>
        <p:spPr bwMode="auto">
          <a:xfrm>
            <a:off x="1517586" y="3390124"/>
            <a:ext cx="2997842" cy="3394836"/>
          </a:xfrm>
          <a:custGeom>
            <a:avLst/>
            <a:gdLst>
              <a:gd name="connsiteX0" fmla="*/ 2953 w 10000"/>
              <a:gd name="connsiteY0" fmla="*/ 1410 h 9051"/>
              <a:gd name="connsiteX1" fmla="*/ 3446 w 10000"/>
              <a:gd name="connsiteY1" fmla="*/ 1622 h 9051"/>
              <a:gd name="connsiteX2" fmla="*/ 3451 w 10000"/>
              <a:gd name="connsiteY2" fmla="*/ 1622 h 9051"/>
              <a:gd name="connsiteX3" fmla="*/ 3455 w 10000"/>
              <a:gd name="connsiteY3" fmla="*/ 1625 h 9051"/>
              <a:gd name="connsiteX4" fmla="*/ 3835 w 10000"/>
              <a:gd name="connsiteY4" fmla="*/ 1897 h 9051"/>
              <a:gd name="connsiteX5" fmla="*/ 3885 w 10000"/>
              <a:gd name="connsiteY5" fmla="*/ 1957 h 9051"/>
              <a:gd name="connsiteX6" fmla="*/ 3890 w 10000"/>
              <a:gd name="connsiteY6" fmla="*/ 1957 h 9051"/>
              <a:gd name="connsiteX7" fmla="*/ 4337 w 10000"/>
              <a:gd name="connsiteY7" fmla="*/ 2704 h 9051"/>
              <a:gd name="connsiteX8" fmla="*/ 4342 w 10000"/>
              <a:gd name="connsiteY8" fmla="*/ 2718 h 9051"/>
              <a:gd name="connsiteX9" fmla="*/ 4414 w 10000"/>
              <a:gd name="connsiteY9" fmla="*/ 2919 h 9051"/>
              <a:gd name="connsiteX10" fmla="*/ 4414 w 10000"/>
              <a:gd name="connsiteY10" fmla="*/ 2919 h 9051"/>
              <a:gd name="connsiteX11" fmla="*/ 4763 w 10000"/>
              <a:gd name="connsiteY11" fmla="*/ 4217 h 9051"/>
              <a:gd name="connsiteX12" fmla="*/ 4853 w 10000"/>
              <a:gd name="connsiteY12" fmla="*/ 4756 h 9051"/>
              <a:gd name="connsiteX13" fmla="*/ 4996 w 10000"/>
              <a:gd name="connsiteY13" fmla="*/ 0 h 9051"/>
              <a:gd name="connsiteX14" fmla="*/ 5152 w 10000"/>
              <a:gd name="connsiteY14" fmla="*/ 4756 h 9051"/>
              <a:gd name="connsiteX15" fmla="*/ 5242 w 10000"/>
              <a:gd name="connsiteY15" fmla="*/ 4217 h 9051"/>
              <a:gd name="connsiteX16" fmla="*/ 5590 w 10000"/>
              <a:gd name="connsiteY16" fmla="*/ 2919 h 9051"/>
              <a:gd name="connsiteX17" fmla="*/ 5590 w 10000"/>
              <a:gd name="connsiteY17" fmla="*/ 2919 h 9051"/>
              <a:gd name="connsiteX18" fmla="*/ 5663 w 10000"/>
              <a:gd name="connsiteY18" fmla="*/ 2718 h 9051"/>
              <a:gd name="connsiteX19" fmla="*/ 5667 w 10000"/>
              <a:gd name="connsiteY19" fmla="*/ 2704 h 9051"/>
              <a:gd name="connsiteX20" fmla="*/ 6115 w 10000"/>
              <a:gd name="connsiteY20" fmla="*/ 1957 h 9051"/>
              <a:gd name="connsiteX21" fmla="*/ 6115 w 10000"/>
              <a:gd name="connsiteY21" fmla="*/ 1957 h 9051"/>
              <a:gd name="connsiteX22" fmla="*/ 6119 w 10000"/>
              <a:gd name="connsiteY22" fmla="*/ 1953 h 9051"/>
              <a:gd name="connsiteX23" fmla="*/ 6128 w 10000"/>
              <a:gd name="connsiteY23" fmla="*/ 1939 h 9051"/>
              <a:gd name="connsiteX24" fmla="*/ 6169 w 10000"/>
              <a:gd name="connsiteY24" fmla="*/ 1897 h 9051"/>
              <a:gd name="connsiteX25" fmla="*/ 7051 w 10000"/>
              <a:gd name="connsiteY25" fmla="*/ 1410 h 9051"/>
              <a:gd name="connsiteX26" fmla="*/ 7056 w 10000"/>
              <a:gd name="connsiteY26" fmla="*/ 1410 h 9051"/>
              <a:gd name="connsiteX27" fmla="*/ 7399 w 10000"/>
              <a:gd name="connsiteY27" fmla="*/ 1361 h 9051"/>
              <a:gd name="connsiteX28" fmla="*/ 7417 w 10000"/>
              <a:gd name="connsiteY28" fmla="*/ 1361 h 9051"/>
              <a:gd name="connsiteX29" fmla="*/ 7544 w 10000"/>
              <a:gd name="connsiteY29" fmla="*/ 1354 h 9051"/>
              <a:gd name="connsiteX30" fmla="*/ 8824 w 10000"/>
              <a:gd name="connsiteY30" fmla="*/ 698 h 9051"/>
              <a:gd name="connsiteX31" fmla="*/ 7562 w 10000"/>
              <a:gd name="connsiteY31" fmla="*/ 1424 h 9051"/>
              <a:gd name="connsiteX32" fmla="*/ 7558 w 10000"/>
              <a:gd name="connsiteY32" fmla="*/ 1424 h 9051"/>
              <a:gd name="connsiteX33" fmla="*/ 7553 w 10000"/>
              <a:gd name="connsiteY33" fmla="*/ 1424 h 9051"/>
              <a:gd name="connsiteX34" fmla="*/ 7540 w 10000"/>
              <a:gd name="connsiteY34" fmla="*/ 1428 h 9051"/>
              <a:gd name="connsiteX35" fmla="*/ 7531 w 10000"/>
              <a:gd name="connsiteY35" fmla="*/ 1428 h 9051"/>
              <a:gd name="connsiteX36" fmla="*/ 7526 w 10000"/>
              <a:gd name="connsiteY36" fmla="*/ 1428 h 9051"/>
              <a:gd name="connsiteX37" fmla="*/ 7521 w 10000"/>
              <a:gd name="connsiteY37" fmla="*/ 1428 h 9051"/>
              <a:gd name="connsiteX38" fmla="*/ 7517 w 10000"/>
              <a:gd name="connsiteY38" fmla="*/ 1428 h 9051"/>
              <a:gd name="connsiteX39" fmla="*/ 7508 w 10000"/>
              <a:gd name="connsiteY39" fmla="*/ 1431 h 9051"/>
              <a:gd name="connsiteX40" fmla="*/ 7503 w 10000"/>
              <a:gd name="connsiteY40" fmla="*/ 1431 h 9051"/>
              <a:gd name="connsiteX41" fmla="*/ 7422 w 10000"/>
              <a:gd name="connsiteY41" fmla="*/ 1442 h 9051"/>
              <a:gd name="connsiteX42" fmla="*/ 6232 w 10000"/>
              <a:gd name="connsiteY42" fmla="*/ 2016 h 9051"/>
              <a:gd name="connsiteX43" fmla="*/ 5753 w 10000"/>
              <a:gd name="connsiteY43" fmla="*/ 2951 h 9051"/>
              <a:gd name="connsiteX44" fmla="*/ 5355 w 10000"/>
              <a:gd name="connsiteY44" fmla="*/ 4799 h 9051"/>
              <a:gd name="connsiteX45" fmla="*/ 6395 w 10000"/>
              <a:gd name="connsiteY45" fmla="*/ 3177 h 9051"/>
              <a:gd name="connsiteX46" fmla="*/ 6395 w 10000"/>
              <a:gd name="connsiteY46" fmla="*/ 3177 h 9051"/>
              <a:gd name="connsiteX47" fmla="*/ 6400 w 10000"/>
              <a:gd name="connsiteY47" fmla="*/ 3173 h 9051"/>
              <a:gd name="connsiteX48" fmla="*/ 6563 w 10000"/>
              <a:gd name="connsiteY48" fmla="*/ 3071 h 9051"/>
              <a:gd name="connsiteX49" fmla="*/ 7065 w 10000"/>
              <a:gd name="connsiteY49" fmla="*/ 2849 h 9051"/>
              <a:gd name="connsiteX50" fmla="*/ 7983 w 10000"/>
              <a:gd name="connsiteY50" fmla="*/ 2824 h 9051"/>
              <a:gd name="connsiteX51" fmla="*/ 7983 w 10000"/>
              <a:gd name="connsiteY51" fmla="*/ 2824 h 9051"/>
              <a:gd name="connsiteX52" fmla="*/ 8024 w 10000"/>
              <a:gd name="connsiteY52" fmla="*/ 2831 h 9051"/>
              <a:gd name="connsiteX53" fmla="*/ 10000 w 10000"/>
              <a:gd name="connsiteY53" fmla="*/ 2464 h 9051"/>
              <a:gd name="connsiteX54" fmla="*/ 8114 w 10000"/>
              <a:gd name="connsiteY54" fmla="*/ 2919 h 9051"/>
              <a:gd name="connsiteX55" fmla="*/ 8005 w 10000"/>
              <a:gd name="connsiteY55" fmla="*/ 2905 h 9051"/>
              <a:gd name="connsiteX56" fmla="*/ 7965 w 10000"/>
              <a:gd name="connsiteY56" fmla="*/ 2898 h 9051"/>
              <a:gd name="connsiteX57" fmla="*/ 7155 w 10000"/>
              <a:gd name="connsiteY57" fmla="*/ 2937 h 9051"/>
              <a:gd name="connsiteX58" fmla="*/ 6630 w 10000"/>
              <a:gd name="connsiteY58" fmla="*/ 3152 h 9051"/>
              <a:gd name="connsiteX59" fmla="*/ 6481 w 10000"/>
              <a:gd name="connsiteY59" fmla="*/ 3251 h 9051"/>
              <a:gd name="connsiteX60" fmla="*/ 5473 w 10000"/>
              <a:gd name="connsiteY60" fmla="*/ 5303 h 9051"/>
              <a:gd name="connsiteX61" fmla="*/ 5427 w 10000"/>
              <a:gd name="connsiteY61" fmla="*/ 6304 h 9051"/>
              <a:gd name="connsiteX62" fmla="*/ 6811 w 10000"/>
              <a:gd name="connsiteY62" fmla="*/ 4079 h 9051"/>
              <a:gd name="connsiteX63" fmla="*/ 6870 w 10000"/>
              <a:gd name="connsiteY63" fmla="*/ 4037 h 9051"/>
              <a:gd name="connsiteX64" fmla="*/ 6870 w 10000"/>
              <a:gd name="connsiteY64" fmla="*/ 4037 h 9051"/>
              <a:gd name="connsiteX65" fmla="*/ 9091 w 10000"/>
              <a:gd name="connsiteY65" fmla="*/ 3755 h 9051"/>
              <a:gd name="connsiteX66" fmla="*/ 6979 w 10000"/>
              <a:gd name="connsiteY66" fmla="*/ 4118 h 9051"/>
              <a:gd name="connsiteX67" fmla="*/ 6974 w 10000"/>
              <a:gd name="connsiteY67" fmla="*/ 4122 h 9051"/>
              <a:gd name="connsiteX68" fmla="*/ 6938 w 10000"/>
              <a:gd name="connsiteY68" fmla="*/ 4160 h 9051"/>
              <a:gd name="connsiteX69" fmla="*/ 5785 w 10000"/>
              <a:gd name="connsiteY69" fmla="*/ 8148 h 9051"/>
              <a:gd name="connsiteX70" fmla="*/ 6160 w 10000"/>
              <a:gd name="connsiteY70" fmla="*/ 9051 h 9051"/>
              <a:gd name="connsiteX71" fmla="*/ 3844 w 10000"/>
              <a:gd name="connsiteY71" fmla="*/ 9051 h 9051"/>
              <a:gd name="connsiteX72" fmla="*/ 4215 w 10000"/>
              <a:gd name="connsiteY72" fmla="*/ 8148 h 9051"/>
              <a:gd name="connsiteX73" fmla="*/ 3066 w 10000"/>
              <a:gd name="connsiteY73" fmla="*/ 4160 h 9051"/>
              <a:gd name="connsiteX74" fmla="*/ 3057 w 10000"/>
              <a:gd name="connsiteY74" fmla="*/ 4150 h 9051"/>
              <a:gd name="connsiteX75" fmla="*/ 3048 w 10000"/>
              <a:gd name="connsiteY75" fmla="*/ 4143 h 9051"/>
              <a:gd name="connsiteX76" fmla="*/ 3035 w 10000"/>
              <a:gd name="connsiteY76" fmla="*/ 4129 h 9051"/>
              <a:gd name="connsiteX77" fmla="*/ 3026 w 10000"/>
              <a:gd name="connsiteY77" fmla="*/ 4122 h 9051"/>
              <a:gd name="connsiteX78" fmla="*/ 3021 w 10000"/>
              <a:gd name="connsiteY78" fmla="*/ 4118 h 9051"/>
              <a:gd name="connsiteX79" fmla="*/ 914 w 10000"/>
              <a:gd name="connsiteY79" fmla="*/ 3755 h 9051"/>
              <a:gd name="connsiteX80" fmla="*/ 3130 w 10000"/>
              <a:gd name="connsiteY80" fmla="*/ 4033 h 9051"/>
              <a:gd name="connsiteX81" fmla="*/ 3130 w 10000"/>
              <a:gd name="connsiteY81" fmla="*/ 4033 h 9051"/>
              <a:gd name="connsiteX82" fmla="*/ 3134 w 10000"/>
              <a:gd name="connsiteY82" fmla="*/ 4037 h 9051"/>
              <a:gd name="connsiteX83" fmla="*/ 3134 w 10000"/>
              <a:gd name="connsiteY83" fmla="*/ 4037 h 9051"/>
              <a:gd name="connsiteX84" fmla="*/ 3180 w 10000"/>
              <a:gd name="connsiteY84" fmla="*/ 4072 h 9051"/>
              <a:gd name="connsiteX85" fmla="*/ 3180 w 10000"/>
              <a:gd name="connsiteY85" fmla="*/ 4072 h 9051"/>
              <a:gd name="connsiteX86" fmla="*/ 3189 w 10000"/>
              <a:gd name="connsiteY86" fmla="*/ 4079 h 9051"/>
              <a:gd name="connsiteX87" fmla="*/ 4573 w 10000"/>
              <a:gd name="connsiteY87" fmla="*/ 6304 h 9051"/>
              <a:gd name="connsiteX88" fmla="*/ 4532 w 10000"/>
              <a:gd name="connsiteY88" fmla="*/ 5303 h 9051"/>
              <a:gd name="connsiteX89" fmla="*/ 3523 w 10000"/>
              <a:gd name="connsiteY89" fmla="*/ 3251 h 9051"/>
              <a:gd name="connsiteX90" fmla="*/ 3370 w 10000"/>
              <a:gd name="connsiteY90" fmla="*/ 3152 h 9051"/>
              <a:gd name="connsiteX91" fmla="*/ 2845 w 10000"/>
              <a:gd name="connsiteY91" fmla="*/ 2937 h 9051"/>
              <a:gd name="connsiteX92" fmla="*/ 2035 w 10000"/>
              <a:gd name="connsiteY92" fmla="*/ 2898 h 9051"/>
              <a:gd name="connsiteX93" fmla="*/ 1999 w 10000"/>
              <a:gd name="connsiteY93" fmla="*/ 2905 h 9051"/>
              <a:gd name="connsiteX94" fmla="*/ 1891 w 10000"/>
              <a:gd name="connsiteY94" fmla="*/ 2919 h 9051"/>
              <a:gd name="connsiteX95" fmla="*/ 0 w 10000"/>
              <a:gd name="connsiteY95" fmla="*/ 2464 h 9051"/>
              <a:gd name="connsiteX96" fmla="*/ 1981 w 10000"/>
              <a:gd name="connsiteY96" fmla="*/ 2831 h 9051"/>
              <a:gd name="connsiteX97" fmla="*/ 2017 w 10000"/>
              <a:gd name="connsiteY97" fmla="*/ 2824 h 9051"/>
              <a:gd name="connsiteX98" fmla="*/ 2022 w 10000"/>
              <a:gd name="connsiteY98" fmla="*/ 2824 h 9051"/>
              <a:gd name="connsiteX99" fmla="*/ 2022 w 10000"/>
              <a:gd name="connsiteY99" fmla="*/ 2824 h 9051"/>
              <a:gd name="connsiteX100" fmla="*/ 2935 w 10000"/>
              <a:gd name="connsiteY100" fmla="*/ 2849 h 9051"/>
              <a:gd name="connsiteX101" fmla="*/ 3442 w 10000"/>
              <a:gd name="connsiteY101" fmla="*/ 3071 h 9051"/>
              <a:gd name="connsiteX102" fmla="*/ 3605 w 10000"/>
              <a:gd name="connsiteY102" fmla="*/ 3173 h 9051"/>
              <a:gd name="connsiteX103" fmla="*/ 3609 w 10000"/>
              <a:gd name="connsiteY103" fmla="*/ 3177 h 9051"/>
              <a:gd name="connsiteX104" fmla="*/ 3609 w 10000"/>
              <a:gd name="connsiteY104" fmla="*/ 3177 h 9051"/>
              <a:gd name="connsiteX105" fmla="*/ 4649 w 10000"/>
              <a:gd name="connsiteY105" fmla="*/ 4799 h 9051"/>
              <a:gd name="connsiteX106" fmla="*/ 4251 w 10000"/>
              <a:gd name="connsiteY106" fmla="*/ 2951 h 9051"/>
              <a:gd name="connsiteX107" fmla="*/ 3772 w 10000"/>
              <a:gd name="connsiteY107" fmla="*/ 2016 h 9051"/>
              <a:gd name="connsiteX108" fmla="*/ 3379 w 10000"/>
              <a:gd name="connsiteY108" fmla="*/ 1699 h 9051"/>
              <a:gd name="connsiteX109" fmla="*/ 2583 w 10000"/>
              <a:gd name="connsiteY109" fmla="*/ 1442 h 9051"/>
              <a:gd name="connsiteX110" fmla="*/ 2492 w 10000"/>
              <a:gd name="connsiteY110" fmla="*/ 1431 h 9051"/>
              <a:gd name="connsiteX111" fmla="*/ 2488 w 10000"/>
              <a:gd name="connsiteY111" fmla="*/ 1428 h 9051"/>
              <a:gd name="connsiteX112" fmla="*/ 2474 w 10000"/>
              <a:gd name="connsiteY112" fmla="*/ 1428 h 9051"/>
              <a:gd name="connsiteX113" fmla="*/ 2465 w 10000"/>
              <a:gd name="connsiteY113" fmla="*/ 1428 h 9051"/>
              <a:gd name="connsiteX114" fmla="*/ 2460 w 10000"/>
              <a:gd name="connsiteY114" fmla="*/ 1428 h 9051"/>
              <a:gd name="connsiteX115" fmla="*/ 2460 w 10000"/>
              <a:gd name="connsiteY115" fmla="*/ 1424 h 9051"/>
              <a:gd name="connsiteX116" fmla="*/ 2447 w 10000"/>
              <a:gd name="connsiteY116" fmla="*/ 1424 h 9051"/>
              <a:gd name="connsiteX117" fmla="*/ 2442 w 10000"/>
              <a:gd name="connsiteY117" fmla="*/ 1424 h 9051"/>
              <a:gd name="connsiteX118" fmla="*/ 2442 w 10000"/>
              <a:gd name="connsiteY118" fmla="*/ 1424 h 9051"/>
              <a:gd name="connsiteX119" fmla="*/ 1180 w 10000"/>
              <a:gd name="connsiteY119" fmla="*/ 698 h 9051"/>
              <a:gd name="connsiteX120" fmla="*/ 2456 w 10000"/>
              <a:gd name="connsiteY120" fmla="*/ 1354 h 9051"/>
              <a:gd name="connsiteX121" fmla="*/ 2587 w 10000"/>
              <a:gd name="connsiteY121" fmla="*/ 1361 h 9051"/>
              <a:gd name="connsiteX122" fmla="*/ 2601 w 10000"/>
              <a:gd name="connsiteY122" fmla="*/ 1361 h 9051"/>
              <a:gd name="connsiteX123" fmla="*/ 2949 w 10000"/>
              <a:gd name="connsiteY123" fmla="*/ 1410 h 9051"/>
              <a:gd name="connsiteX124" fmla="*/ 2953 w 10000"/>
              <a:gd name="connsiteY124" fmla="*/ 1410 h 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0000" h="9051">
                <a:moveTo>
                  <a:pt x="2953" y="1410"/>
                </a:moveTo>
                <a:cubicBezTo>
                  <a:pt x="3121" y="1456"/>
                  <a:pt x="3288" y="1526"/>
                  <a:pt x="3446" y="1622"/>
                </a:cubicBezTo>
                <a:lnTo>
                  <a:pt x="3451" y="1622"/>
                </a:lnTo>
                <a:lnTo>
                  <a:pt x="3455" y="1625"/>
                </a:lnTo>
                <a:cubicBezTo>
                  <a:pt x="3582" y="1699"/>
                  <a:pt x="3709" y="1791"/>
                  <a:pt x="3835" y="1897"/>
                </a:cubicBezTo>
                <a:cubicBezTo>
                  <a:pt x="3853" y="1918"/>
                  <a:pt x="3867" y="1935"/>
                  <a:pt x="3885" y="1957"/>
                </a:cubicBezTo>
                <a:lnTo>
                  <a:pt x="3890" y="1957"/>
                </a:lnTo>
                <a:cubicBezTo>
                  <a:pt x="4102" y="2200"/>
                  <a:pt x="4251" y="2450"/>
                  <a:pt x="4337" y="2704"/>
                </a:cubicBezTo>
                <a:cubicBezTo>
                  <a:pt x="4337" y="2708"/>
                  <a:pt x="4337" y="2711"/>
                  <a:pt x="4342" y="2718"/>
                </a:cubicBezTo>
                <a:cubicBezTo>
                  <a:pt x="4365" y="2785"/>
                  <a:pt x="4387" y="2852"/>
                  <a:pt x="4414" y="2919"/>
                </a:cubicBezTo>
                <a:lnTo>
                  <a:pt x="4414" y="2919"/>
                </a:lnTo>
                <a:cubicBezTo>
                  <a:pt x="4582" y="3409"/>
                  <a:pt x="4699" y="3839"/>
                  <a:pt x="4763" y="4217"/>
                </a:cubicBezTo>
                <a:lnTo>
                  <a:pt x="4853" y="4756"/>
                </a:lnTo>
                <a:cubicBezTo>
                  <a:pt x="4901" y="3171"/>
                  <a:pt x="4948" y="1585"/>
                  <a:pt x="4996" y="0"/>
                </a:cubicBezTo>
                <a:lnTo>
                  <a:pt x="5152" y="4756"/>
                </a:lnTo>
                <a:lnTo>
                  <a:pt x="5242" y="4217"/>
                </a:lnTo>
                <a:cubicBezTo>
                  <a:pt x="5305" y="3839"/>
                  <a:pt x="5423" y="3409"/>
                  <a:pt x="5590" y="2919"/>
                </a:cubicBezTo>
                <a:lnTo>
                  <a:pt x="5590" y="2919"/>
                </a:lnTo>
                <a:cubicBezTo>
                  <a:pt x="5613" y="2852"/>
                  <a:pt x="5635" y="2785"/>
                  <a:pt x="5663" y="2718"/>
                </a:cubicBezTo>
                <a:cubicBezTo>
                  <a:pt x="5663" y="2711"/>
                  <a:pt x="5667" y="2708"/>
                  <a:pt x="5667" y="2704"/>
                </a:cubicBezTo>
                <a:cubicBezTo>
                  <a:pt x="5753" y="2450"/>
                  <a:pt x="5902" y="2200"/>
                  <a:pt x="6115" y="1957"/>
                </a:cubicBezTo>
                <a:lnTo>
                  <a:pt x="6115" y="1957"/>
                </a:lnTo>
                <a:cubicBezTo>
                  <a:pt x="6115" y="1957"/>
                  <a:pt x="6119" y="1957"/>
                  <a:pt x="6119" y="1953"/>
                </a:cubicBezTo>
                <a:cubicBezTo>
                  <a:pt x="6124" y="1949"/>
                  <a:pt x="6124" y="1946"/>
                  <a:pt x="6128" y="1939"/>
                </a:cubicBezTo>
                <a:lnTo>
                  <a:pt x="6169" y="1897"/>
                </a:lnTo>
                <a:cubicBezTo>
                  <a:pt x="6450" y="1657"/>
                  <a:pt x="6744" y="1495"/>
                  <a:pt x="7051" y="1410"/>
                </a:cubicBezTo>
                <a:lnTo>
                  <a:pt x="7056" y="1410"/>
                </a:lnTo>
                <a:cubicBezTo>
                  <a:pt x="7173" y="1378"/>
                  <a:pt x="7291" y="1361"/>
                  <a:pt x="7399" y="1361"/>
                </a:cubicBezTo>
                <a:lnTo>
                  <a:pt x="7417" y="1361"/>
                </a:lnTo>
                <a:cubicBezTo>
                  <a:pt x="7458" y="1357"/>
                  <a:pt x="7503" y="1357"/>
                  <a:pt x="7544" y="1354"/>
                </a:cubicBezTo>
                <a:cubicBezTo>
                  <a:pt x="8064" y="1315"/>
                  <a:pt x="8489" y="1096"/>
                  <a:pt x="8824" y="698"/>
                </a:cubicBezTo>
                <a:cubicBezTo>
                  <a:pt x="8598" y="1107"/>
                  <a:pt x="8177" y="1350"/>
                  <a:pt x="7562" y="1424"/>
                </a:cubicBezTo>
                <a:lnTo>
                  <a:pt x="7558" y="1424"/>
                </a:lnTo>
                <a:lnTo>
                  <a:pt x="7553" y="1424"/>
                </a:lnTo>
                <a:cubicBezTo>
                  <a:pt x="7549" y="1424"/>
                  <a:pt x="7544" y="1424"/>
                  <a:pt x="7540" y="1428"/>
                </a:cubicBezTo>
                <a:lnTo>
                  <a:pt x="7531" y="1428"/>
                </a:lnTo>
                <a:lnTo>
                  <a:pt x="7526" y="1428"/>
                </a:lnTo>
                <a:lnTo>
                  <a:pt x="7521" y="1428"/>
                </a:lnTo>
                <a:lnTo>
                  <a:pt x="7517" y="1428"/>
                </a:lnTo>
                <a:lnTo>
                  <a:pt x="7508" y="1431"/>
                </a:lnTo>
                <a:lnTo>
                  <a:pt x="7503" y="1431"/>
                </a:lnTo>
                <a:cubicBezTo>
                  <a:pt x="7476" y="1435"/>
                  <a:pt x="7449" y="1435"/>
                  <a:pt x="7422" y="1442"/>
                </a:cubicBezTo>
                <a:cubicBezTo>
                  <a:pt x="6906" y="1509"/>
                  <a:pt x="6508" y="1703"/>
                  <a:pt x="6232" y="2016"/>
                </a:cubicBezTo>
                <a:cubicBezTo>
                  <a:pt x="6047" y="2256"/>
                  <a:pt x="5889" y="2567"/>
                  <a:pt x="5753" y="2951"/>
                </a:cubicBezTo>
                <a:cubicBezTo>
                  <a:pt x="5577" y="3448"/>
                  <a:pt x="5445" y="4062"/>
                  <a:pt x="5355" y="4799"/>
                </a:cubicBezTo>
                <a:cubicBezTo>
                  <a:pt x="5522" y="4076"/>
                  <a:pt x="5871" y="3533"/>
                  <a:pt x="6395" y="3177"/>
                </a:cubicBezTo>
                <a:lnTo>
                  <a:pt x="6395" y="3177"/>
                </a:lnTo>
                <a:cubicBezTo>
                  <a:pt x="6395" y="3173"/>
                  <a:pt x="6400" y="3173"/>
                  <a:pt x="6400" y="3173"/>
                </a:cubicBezTo>
                <a:cubicBezTo>
                  <a:pt x="6450" y="3138"/>
                  <a:pt x="6504" y="3102"/>
                  <a:pt x="6563" y="3071"/>
                </a:cubicBezTo>
                <a:cubicBezTo>
                  <a:pt x="6716" y="2983"/>
                  <a:pt x="6884" y="2909"/>
                  <a:pt x="7065" y="2849"/>
                </a:cubicBezTo>
                <a:cubicBezTo>
                  <a:pt x="7295" y="2778"/>
                  <a:pt x="7603" y="2771"/>
                  <a:pt x="7983" y="2824"/>
                </a:cubicBezTo>
                <a:lnTo>
                  <a:pt x="7983" y="2824"/>
                </a:lnTo>
                <a:cubicBezTo>
                  <a:pt x="7996" y="2827"/>
                  <a:pt x="8010" y="2827"/>
                  <a:pt x="8024" y="2831"/>
                </a:cubicBezTo>
                <a:cubicBezTo>
                  <a:pt x="8797" y="2926"/>
                  <a:pt x="9457" y="2803"/>
                  <a:pt x="10000" y="2464"/>
                </a:cubicBezTo>
                <a:cubicBezTo>
                  <a:pt x="9512" y="2859"/>
                  <a:pt x="8878" y="3011"/>
                  <a:pt x="8114" y="2919"/>
                </a:cubicBezTo>
                <a:cubicBezTo>
                  <a:pt x="8078" y="2912"/>
                  <a:pt x="8042" y="2909"/>
                  <a:pt x="8005" y="2905"/>
                </a:cubicBezTo>
                <a:cubicBezTo>
                  <a:pt x="7992" y="2901"/>
                  <a:pt x="7978" y="2901"/>
                  <a:pt x="7965" y="2898"/>
                </a:cubicBezTo>
                <a:cubicBezTo>
                  <a:pt x="7635" y="2863"/>
                  <a:pt x="7363" y="2873"/>
                  <a:pt x="7155" y="2937"/>
                </a:cubicBezTo>
                <a:cubicBezTo>
                  <a:pt x="6965" y="2990"/>
                  <a:pt x="6789" y="3064"/>
                  <a:pt x="6630" y="3152"/>
                </a:cubicBezTo>
                <a:cubicBezTo>
                  <a:pt x="6581" y="3184"/>
                  <a:pt x="6526" y="3215"/>
                  <a:pt x="6481" y="3251"/>
                </a:cubicBezTo>
                <a:cubicBezTo>
                  <a:pt x="5889" y="3656"/>
                  <a:pt x="5550" y="4340"/>
                  <a:pt x="5473" y="5303"/>
                </a:cubicBezTo>
                <a:cubicBezTo>
                  <a:pt x="5400" y="5662"/>
                  <a:pt x="5387" y="5997"/>
                  <a:pt x="5427" y="6304"/>
                </a:cubicBezTo>
                <a:cubicBezTo>
                  <a:pt x="5717" y="5324"/>
                  <a:pt x="6178" y="4583"/>
                  <a:pt x="6811" y="4079"/>
                </a:cubicBezTo>
                <a:cubicBezTo>
                  <a:pt x="6829" y="4065"/>
                  <a:pt x="6852" y="4051"/>
                  <a:pt x="6870" y="4037"/>
                </a:cubicBezTo>
                <a:lnTo>
                  <a:pt x="6870" y="4037"/>
                </a:lnTo>
                <a:cubicBezTo>
                  <a:pt x="7494" y="3571"/>
                  <a:pt x="8236" y="3476"/>
                  <a:pt x="9091" y="3755"/>
                </a:cubicBezTo>
                <a:cubicBezTo>
                  <a:pt x="8204" y="3547"/>
                  <a:pt x="7499" y="3670"/>
                  <a:pt x="6979" y="4118"/>
                </a:cubicBezTo>
                <a:cubicBezTo>
                  <a:pt x="6979" y="4122"/>
                  <a:pt x="6979" y="4122"/>
                  <a:pt x="6974" y="4122"/>
                </a:cubicBezTo>
                <a:cubicBezTo>
                  <a:pt x="6961" y="4136"/>
                  <a:pt x="6947" y="4146"/>
                  <a:pt x="6938" y="4160"/>
                </a:cubicBezTo>
                <a:cubicBezTo>
                  <a:pt x="5699" y="5313"/>
                  <a:pt x="5319" y="6643"/>
                  <a:pt x="5785" y="8148"/>
                </a:cubicBezTo>
                <a:cubicBezTo>
                  <a:pt x="5880" y="8445"/>
                  <a:pt x="6002" y="8744"/>
                  <a:pt x="6160" y="9051"/>
                </a:cubicBezTo>
                <a:lnTo>
                  <a:pt x="3844" y="9051"/>
                </a:lnTo>
                <a:cubicBezTo>
                  <a:pt x="4003" y="8744"/>
                  <a:pt x="4125" y="8445"/>
                  <a:pt x="4215" y="8148"/>
                </a:cubicBezTo>
                <a:cubicBezTo>
                  <a:pt x="4686" y="6643"/>
                  <a:pt x="4301" y="5313"/>
                  <a:pt x="3066" y="4160"/>
                </a:cubicBezTo>
                <a:lnTo>
                  <a:pt x="3057" y="4150"/>
                </a:lnTo>
                <a:cubicBezTo>
                  <a:pt x="3053" y="4146"/>
                  <a:pt x="3053" y="4143"/>
                  <a:pt x="3048" y="4143"/>
                </a:cubicBezTo>
                <a:lnTo>
                  <a:pt x="3035" y="4129"/>
                </a:lnTo>
                <a:cubicBezTo>
                  <a:pt x="3030" y="4125"/>
                  <a:pt x="3030" y="4125"/>
                  <a:pt x="3026" y="4122"/>
                </a:cubicBezTo>
                <a:lnTo>
                  <a:pt x="3021" y="4118"/>
                </a:lnTo>
                <a:cubicBezTo>
                  <a:pt x="2506" y="3670"/>
                  <a:pt x="1800" y="3547"/>
                  <a:pt x="914" y="3755"/>
                </a:cubicBezTo>
                <a:cubicBezTo>
                  <a:pt x="1768" y="3480"/>
                  <a:pt x="2506" y="3571"/>
                  <a:pt x="3130" y="4033"/>
                </a:cubicBezTo>
                <a:lnTo>
                  <a:pt x="3130" y="4033"/>
                </a:lnTo>
                <a:lnTo>
                  <a:pt x="3134" y="4037"/>
                </a:lnTo>
                <a:lnTo>
                  <a:pt x="3134" y="4037"/>
                </a:lnTo>
                <a:cubicBezTo>
                  <a:pt x="3148" y="4047"/>
                  <a:pt x="3161" y="4062"/>
                  <a:pt x="3180" y="4072"/>
                </a:cubicBezTo>
                <a:lnTo>
                  <a:pt x="3180" y="4072"/>
                </a:lnTo>
                <a:cubicBezTo>
                  <a:pt x="3184" y="4076"/>
                  <a:pt x="3184" y="4079"/>
                  <a:pt x="3189" y="4079"/>
                </a:cubicBezTo>
                <a:cubicBezTo>
                  <a:pt x="3826" y="4583"/>
                  <a:pt x="4288" y="5324"/>
                  <a:pt x="4573" y="6304"/>
                </a:cubicBezTo>
                <a:cubicBezTo>
                  <a:pt x="4618" y="5997"/>
                  <a:pt x="4604" y="5662"/>
                  <a:pt x="4532" y="5303"/>
                </a:cubicBezTo>
                <a:cubicBezTo>
                  <a:pt x="4450" y="4340"/>
                  <a:pt x="4116" y="3656"/>
                  <a:pt x="3523" y="3251"/>
                </a:cubicBezTo>
                <a:cubicBezTo>
                  <a:pt x="3474" y="3215"/>
                  <a:pt x="3424" y="3184"/>
                  <a:pt x="3370" y="3152"/>
                </a:cubicBezTo>
                <a:cubicBezTo>
                  <a:pt x="3211" y="3064"/>
                  <a:pt x="3039" y="2990"/>
                  <a:pt x="2845" y="2937"/>
                </a:cubicBezTo>
                <a:cubicBezTo>
                  <a:pt x="2637" y="2873"/>
                  <a:pt x="2365" y="2863"/>
                  <a:pt x="2035" y="2898"/>
                </a:cubicBezTo>
                <a:cubicBezTo>
                  <a:pt x="2022" y="2901"/>
                  <a:pt x="2013" y="2901"/>
                  <a:pt x="1999" y="2905"/>
                </a:cubicBezTo>
                <a:cubicBezTo>
                  <a:pt x="1963" y="2909"/>
                  <a:pt x="1927" y="2912"/>
                  <a:pt x="1891" y="2919"/>
                </a:cubicBezTo>
                <a:cubicBezTo>
                  <a:pt x="1122" y="3011"/>
                  <a:pt x="493" y="2859"/>
                  <a:pt x="0" y="2464"/>
                </a:cubicBezTo>
                <a:cubicBezTo>
                  <a:pt x="543" y="2803"/>
                  <a:pt x="1203" y="2926"/>
                  <a:pt x="1981" y="2831"/>
                </a:cubicBezTo>
                <a:cubicBezTo>
                  <a:pt x="1995" y="2827"/>
                  <a:pt x="2008" y="2827"/>
                  <a:pt x="2017" y="2824"/>
                </a:cubicBezTo>
                <a:lnTo>
                  <a:pt x="2022" y="2824"/>
                </a:lnTo>
                <a:lnTo>
                  <a:pt x="2022" y="2824"/>
                </a:lnTo>
                <a:cubicBezTo>
                  <a:pt x="2402" y="2771"/>
                  <a:pt x="2705" y="2778"/>
                  <a:pt x="2935" y="2849"/>
                </a:cubicBezTo>
                <a:cubicBezTo>
                  <a:pt x="3121" y="2909"/>
                  <a:pt x="3288" y="2983"/>
                  <a:pt x="3442" y="3071"/>
                </a:cubicBezTo>
                <a:cubicBezTo>
                  <a:pt x="3501" y="3102"/>
                  <a:pt x="3555" y="3138"/>
                  <a:pt x="3605" y="3173"/>
                </a:cubicBezTo>
                <a:cubicBezTo>
                  <a:pt x="3605" y="3173"/>
                  <a:pt x="3609" y="3173"/>
                  <a:pt x="3609" y="3177"/>
                </a:cubicBezTo>
                <a:lnTo>
                  <a:pt x="3609" y="3177"/>
                </a:lnTo>
                <a:cubicBezTo>
                  <a:pt x="4134" y="3533"/>
                  <a:pt x="4478" y="4076"/>
                  <a:pt x="4649" y="4799"/>
                </a:cubicBezTo>
                <a:cubicBezTo>
                  <a:pt x="4559" y="4062"/>
                  <a:pt x="4423" y="3448"/>
                  <a:pt x="4251" y="2951"/>
                </a:cubicBezTo>
                <a:cubicBezTo>
                  <a:pt x="4116" y="2567"/>
                  <a:pt x="3957" y="2256"/>
                  <a:pt x="3772" y="2016"/>
                </a:cubicBezTo>
                <a:cubicBezTo>
                  <a:pt x="3659" y="1890"/>
                  <a:pt x="3528" y="1784"/>
                  <a:pt x="3379" y="1699"/>
                </a:cubicBezTo>
                <a:cubicBezTo>
                  <a:pt x="3157" y="1569"/>
                  <a:pt x="2890" y="1480"/>
                  <a:pt x="2583" y="1442"/>
                </a:cubicBezTo>
                <a:cubicBezTo>
                  <a:pt x="2551" y="1435"/>
                  <a:pt x="2524" y="1431"/>
                  <a:pt x="2492" y="1431"/>
                </a:cubicBezTo>
                <a:lnTo>
                  <a:pt x="2488" y="1428"/>
                </a:lnTo>
                <a:lnTo>
                  <a:pt x="2474" y="1428"/>
                </a:lnTo>
                <a:lnTo>
                  <a:pt x="2465" y="1428"/>
                </a:lnTo>
                <a:lnTo>
                  <a:pt x="2460" y="1428"/>
                </a:lnTo>
                <a:lnTo>
                  <a:pt x="2460" y="1424"/>
                </a:lnTo>
                <a:lnTo>
                  <a:pt x="2447" y="1424"/>
                </a:lnTo>
                <a:lnTo>
                  <a:pt x="2442" y="1424"/>
                </a:lnTo>
                <a:lnTo>
                  <a:pt x="2442" y="1424"/>
                </a:lnTo>
                <a:cubicBezTo>
                  <a:pt x="1823" y="1350"/>
                  <a:pt x="1407" y="1107"/>
                  <a:pt x="1180" y="698"/>
                </a:cubicBezTo>
                <a:cubicBezTo>
                  <a:pt x="1511" y="1096"/>
                  <a:pt x="1940" y="1315"/>
                  <a:pt x="2456" y="1354"/>
                </a:cubicBezTo>
                <a:cubicBezTo>
                  <a:pt x="2501" y="1357"/>
                  <a:pt x="2542" y="1357"/>
                  <a:pt x="2587" y="1361"/>
                </a:cubicBezTo>
                <a:lnTo>
                  <a:pt x="2601" y="1361"/>
                </a:lnTo>
                <a:cubicBezTo>
                  <a:pt x="2714" y="1361"/>
                  <a:pt x="2827" y="1378"/>
                  <a:pt x="2949" y="1410"/>
                </a:cubicBezTo>
                <a:lnTo>
                  <a:pt x="2953" y="1410"/>
                </a:lnTo>
                <a:close/>
              </a:path>
            </a:pathLst>
          </a:custGeom>
          <a:solidFill>
            <a:schemeClr val="bg1">
              <a:lumMod val="50000"/>
            </a:schemeClr>
          </a:solidFill>
          <a:ln w="9525">
            <a:noFill/>
            <a:round/>
          </a:ln>
        </p:spPr>
        <p:txBody>
          <a:bodyPr vert="horz" wrap="square" lIns="121920" tIns="60960" rIns="121920" bIns="609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665"/>
          </a:p>
        </p:txBody>
      </p:sp>
      <p:sp>
        <p:nvSpPr>
          <p:cNvPr id="26" name="圆角矩形 25"/>
          <p:cNvSpPr/>
          <p:nvPr/>
        </p:nvSpPr>
        <p:spPr bwMode="auto">
          <a:xfrm>
            <a:off x="-60829" y="404816"/>
            <a:ext cx="4673229" cy="768328"/>
          </a:xfrm>
          <a:prstGeom prst="roundRect">
            <a:avLst/>
          </a:prstGeom>
          <a:gradFill>
            <a:gsLst>
              <a:gs pos="0">
                <a:srgbClr val="FFC000">
                  <a:alpha val="0"/>
                </a:srgbClr>
              </a:gs>
              <a:gs pos="34000">
                <a:srgbClr val="FFC000"/>
              </a:gs>
              <a:gs pos="83000">
                <a:srgbClr val="FFC000"/>
              </a:gs>
              <a:gs pos="100000">
                <a:srgbClr val="FFC000">
                  <a:alpha val="0"/>
                </a:srgbClr>
              </a:gs>
            </a:gsLst>
            <a:lin ang="0" scaled="1"/>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4" name="文本占位符 3"/>
          <p:cNvSpPr>
            <a:spLocks noGrp="1"/>
          </p:cNvSpPr>
          <p:nvPr>
            <p:ph type="body" sz="quarter" idx="4294967295"/>
          </p:nvPr>
        </p:nvSpPr>
        <p:spPr>
          <a:xfrm>
            <a:off x="756589" y="635031"/>
            <a:ext cx="2997200" cy="457200"/>
          </a:xfrm>
        </p:spPr>
        <p:txBody>
          <a:bodyPr>
            <a:normAutofit fontScale="92500" lnSpcReduction="20000"/>
          </a:bodyPr>
          <a:lstStyle/>
          <a:p>
            <a:pPr algn="ctr"/>
            <a:r>
              <a:rPr lang="zh-CN" altLang="en-US" sz="3600" b="1" spc="600" dirty="0" smtClean="0">
                <a:solidFill>
                  <a:srgbClr val="002060"/>
                </a:solidFill>
                <a:latin typeface="微软雅黑" panose="020B0503020204020204" charset="-122"/>
                <a:ea typeface="微软雅黑" panose="020B0503020204020204" charset="-122"/>
              </a:rPr>
              <a:t>南信大网络</a:t>
            </a:r>
            <a:endParaRPr lang="zh-CN" altLang="en-US" sz="3600" b="1" spc="600" dirty="0">
              <a:solidFill>
                <a:srgbClr val="002060"/>
              </a:solidFill>
              <a:latin typeface="微软雅黑" panose="020B0503020204020204" charset="-122"/>
              <a:ea typeface="微软雅黑" panose="020B0503020204020204" charset="-122"/>
            </a:endParaRPr>
          </a:p>
        </p:txBody>
      </p:sp>
      <p:grpSp>
        <p:nvGrpSpPr>
          <p:cNvPr id="2" name="组合 1"/>
          <p:cNvGrpSpPr/>
          <p:nvPr/>
        </p:nvGrpSpPr>
        <p:grpSpPr>
          <a:xfrm>
            <a:off x="6063099" y="1752648"/>
            <a:ext cx="5662154" cy="4350733"/>
            <a:chOff x="6445425" y="1662643"/>
            <a:chExt cx="5382111" cy="3925089"/>
          </a:xfrm>
        </p:grpSpPr>
        <p:grpSp>
          <p:nvGrpSpPr>
            <p:cNvPr id="6" name="组合 5"/>
            <p:cNvGrpSpPr/>
            <p:nvPr/>
          </p:nvGrpSpPr>
          <p:grpSpPr bwMode="auto">
            <a:xfrm>
              <a:off x="6445425" y="1662643"/>
              <a:ext cx="988483" cy="990600"/>
              <a:chOff x="4807031" y="4038253"/>
              <a:chExt cx="2341222" cy="2341222"/>
            </a:xfrm>
          </p:grpSpPr>
          <p:sp>
            <p:nvSpPr>
              <p:cNvPr id="7" name="椭圆 6"/>
              <p:cNvSpPr/>
              <p:nvPr/>
            </p:nvSpPr>
            <p:spPr>
              <a:xfrm>
                <a:off x="4807031" y="4038253"/>
                <a:ext cx="2341222" cy="2341222"/>
              </a:xfrm>
              <a:prstGeom prst="ellipse">
                <a:avLst/>
              </a:prstGeom>
              <a:gradFill flip="none" rotWithShape="1">
                <a:gsLst>
                  <a:gs pos="0">
                    <a:schemeClr val="bg1">
                      <a:lumMod val="85000"/>
                    </a:schemeClr>
                  </a:gs>
                  <a:gs pos="100000">
                    <a:schemeClr val="bg1"/>
                  </a:gs>
                </a:gsLst>
                <a:path path="circle">
                  <a:fillToRect l="100000" b="100000"/>
                </a:path>
                <a:tileRect t="-100000" r="-100000"/>
              </a:gradFill>
              <a:ln w="12700">
                <a:solidFill>
                  <a:schemeClr val="bg1"/>
                </a:solidFill>
              </a:ln>
              <a:effectLst>
                <a:outerShdw blurRad="635000" dist="254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defRPr/>
                </a:pPr>
                <a:endParaRPr lang="zh-CN" altLang="en-US" sz="1335" noProof="1"/>
              </a:p>
            </p:txBody>
          </p:sp>
          <p:sp>
            <p:nvSpPr>
              <p:cNvPr id="8" name="椭圆 7"/>
              <p:cNvSpPr/>
              <p:nvPr/>
            </p:nvSpPr>
            <p:spPr>
              <a:xfrm>
                <a:off x="5017591" y="4248363"/>
                <a:ext cx="1920103" cy="1921003"/>
              </a:xfrm>
              <a:prstGeom prst="ellipse">
                <a:avLst/>
              </a:prstGeom>
              <a:solidFill>
                <a:srgbClr val="EAC34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defRPr/>
                </a:pPr>
                <a:r>
                  <a:rPr lang="zh-CN" altLang="en-US" sz="2000" b="1" noProof="1">
                    <a:solidFill>
                      <a:srgbClr val="2660AD"/>
                    </a:solidFill>
                    <a:latin typeface="微软雅黑" panose="020B0503020204020204" charset="-122"/>
                    <a:ea typeface="微软雅黑" panose="020B0503020204020204" charset="-122"/>
                  </a:rPr>
                  <a:t>速度</a:t>
                </a:r>
                <a:endParaRPr lang="zh-CN" altLang="en-US" sz="2000" b="1" noProof="1">
                  <a:solidFill>
                    <a:srgbClr val="2660AD"/>
                  </a:solidFill>
                  <a:latin typeface="微软雅黑" panose="020B0503020204020204" charset="-122"/>
                  <a:ea typeface="微软雅黑" panose="020B0503020204020204" charset="-122"/>
                </a:endParaRPr>
              </a:p>
            </p:txBody>
          </p:sp>
        </p:grpSp>
        <p:grpSp>
          <p:nvGrpSpPr>
            <p:cNvPr id="9" name="组合 8"/>
            <p:cNvGrpSpPr/>
            <p:nvPr/>
          </p:nvGrpSpPr>
          <p:grpSpPr bwMode="auto">
            <a:xfrm>
              <a:off x="6456008" y="4234393"/>
              <a:ext cx="990600" cy="988484"/>
              <a:chOff x="4807031" y="4038253"/>
              <a:chExt cx="2341222" cy="2341222"/>
            </a:xfrm>
          </p:grpSpPr>
          <p:sp>
            <p:nvSpPr>
              <p:cNvPr id="10" name="椭圆 9"/>
              <p:cNvSpPr/>
              <p:nvPr/>
            </p:nvSpPr>
            <p:spPr>
              <a:xfrm>
                <a:off x="4807031" y="4038253"/>
                <a:ext cx="2341222" cy="2341222"/>
              </a:xfrm>
              <a:prstGeom prst="ellipse">
                <a:avLst/>
              </a:prstGeom>
              <a:gradFill flip="none" rotWithShape="1">
                <a:gsLst>
                  <a:gs pos="0">
                    <a:schemeClr val="bg1">
                      <a:lumMod val="85000"/>
                    </a:schemeClr>
                  </a:gs>
                  <a:gs pos="100000">
                    <a:schemeClr val="bg1"/>
                  </a:gs>
                </a:gsLst>
                <a:path path="circle">
                  <a:fillToRect l="100000" b="100000"/>
                </a:path>
                <a:tileRect t="-100000" r="-100000"/>
              </a:gradFill>
              <a:ln w="12700">
                <a:solidFill>
                  <a:schemeClr val="bg1"/>
                </a:solidFill>
              </a:ln>
              <a:effectLst>
                <a:outerShdw blurRad="635000" dist="254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defRPr/>
                </a:pPr>
                <a:endParaRPr lang="zh-CN" altLang="en-US" sz="1335" noProof="1"/>
              </a:p>
            </p:txBody>
          </p:sp>
          <p:sp>
            <p:nvSpPr>
              <p:cNvPr id="11" name="椭圆 10"/>
              <p:cNvSpPr/>
              <p:nvPr/>
            </p:nvSpPr>
            <p:spPr>
              <a:xfrm>
                <a:off x="5017141" y="4248812"/>
                <a:ext cx="1921003" cy="1920103"/>
              </a:xfrm>
              <a:prstGeom prst="ellipse">
                <a:avLst/>
              </a:prstGeom>
              <a:solidFill>
                <a:srgbClr val="EAC34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defRPr/>
                </a:pPr>
                <a:r>
                  <a:rPr lang="zh-CN" altLang="en-US" sz="2000" b="1" noProof="1" smtClean="0">
                    <a:solidFill>
                      <a:srgbClr val="2660AD"/>
                    </a:solidFill>
                    <a:latin typeface="微软雅黑" panose="020B0503020204020204" charset="-122"/>
                    <a:ea typeface="微软雅黑" panose="020B0503020204020204" charset="-122"/>
                  </a:rPr>
                  <a:t>共享</a:t>
                </a:r>
                <a:endParaRPr lang="zh-CN" altLang="en-US" sz="2000" b="1" noProof="1">
                  <a:solidFill>
                    <a:srgbClr val="2660AD"/>
                  </a:solidFill>
                  <a:latin typeface="微软雅黑" panose="020B0503020204020204" charset="-122"/>
                  <a:ea typeface="微软雅黑" panose="020B0503020204020204" charset="-122"/>
                </a:endParaRPr>
              </a:p>
            </p:txBody>
          </p:sp>
        </p:grpSp>
        <p:grpSp>
          <p:nvGrpSpPr>
            <p:cNvPr id="12" name="组合 11"/>
            <p:cNvGrpSpPr/>
            <p:nvPr/>
          </p:nvGrpSpPr>
          <p:grpSpPr bwMode="auto">
            <a:xfrm>
              <a:off x="7158741" y="3063877"/>
              <a:ext cx="990600" cy="990600"/>
              <a:chOff x="4807031" y="4038253"/>
              <a:chExt cx="2341222" cy="2341222"/>
            </a:xfrm>
          </p:grpSpPr>
          <p:sp>
            <p:nvSpPr>
              <p:cNvPr id="13" name="椭圆 12"/>
              <p:cNvSpPr/>
              <p:nvPr/>
            </p:nvSpPr>
            <p:spPr>
              <a:xfrm>
                <a:off x="4807031" y="4038253"/>
                <a:ext cx="2341222" cy="2341222"/>
              </a:xfrm>
              <a:prstGeom prst="ellipse">
                <a:avLst/>
              </a:prstGeom>
              <a:gradFill flip="none" rotWithShape="1">
                <a:gsLst>
                  <a:gs pos="0">
                    <a:schemeClr val="bg1">
                      <a:lumMod val="85000"/>
                    </a:schemeClr>
                  </a:gs>
                  <a:gs pos="100000">
                    <a:schemeClr val="bg1"/>
                  </a:gs>
                </a:gsLst>
                <a:path path="circle">
                  <a:fillToRect l="100000" b="100000"/>
                </a:path>
                <a:tileRect t="-100000" r="-100000"/>
              </a:gradFill>
              <a:ln w="12700">
                <a:solidFill>
                  <a:schemeClr val="bg1"/>
                </a:solidFill>
              </a:ln>
              <a:effectLst>
                <a:outerShdw blurRad="635000" dist="254000" dir="7800000" sx="88000" sy="88000" algn="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defRPr/>
                </a:pPr>
                <a:endParaRPr lang="zh-CN" altLang="en-US" sz="1335" noProof="1"/>
              </a:p>
            </p:txBody>
          </p:sp>
          <p:sp>
            <p:nvSpPr>
              <p:cNvPr id="14" name="椭圆 13"/>
              <p:cNvSpPr/>
              <p:nvPr/>
            </p:nvSpPr>
            <p:spPr>
              <a:xfrm>
                <a:off x="5017141" y="4248363"/>
                <a:ext cx="1921003" cy="1921003"/>
              </a:xfrm>
              <a:prstGeom prst="ellipse">
                <a:avLst/>
              </a:prstGeom>
              <a:solidFill>
                <a:srgbClr val="EAC34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defRPr/>
                </a:pPr>
                <a:r>
                  <a:rPr lang="zh-CN" altLang="en-US" sz="2000" b="1" noProof="1" smtClean="0">
                    <a:solidFill>
                      <a:srgbClr val="2660AD"/>
                    </a:solidFill>
                    <a:latin typeface="微软雅黑" panose="020B0503020204020204" charset="-122"/>
                    <a:ea typeface="微软雅黑" panose="020B0503020204020204" charset="-122"/>
                  </a:rPr>
                  <a:t>分布</a:t>
                </a:r>
                <a:endParaRPr lang="zh-CN" altLang="en-US" sz="2000" b="1" noProof="1">
                  <a:solidFill>
                    <a:srgbClr val="2660AD"/>
                  </a:solidFill>
                  <a:latin typeface="微软雅黑" panose="020B0503020204020204" charset="-122"/>
                  <a:ea typeface="微软雅黑" panose="020B0503020204020204" charset="-122"/>
                </a:endParaRPr>
              </a:p>
            </p:txBody>
          </p:sp>
        </p:grpSp>
        <p:sp>
          <p:nvSpPr>
            <p:cNvPr id="23" name="矩形 22"/>
            <p:cNvSpPr>
              <a:spLocks noChangeArrowheads="1"/>
            </p:cNvSpPr>
            <p:nvPr/>
          </p:nvSpPr>
          <p:spPr bwMode="auto">
            <a:xfrm>
              <a:off x="7595984" y="1662643"/>
              <a:ext cx="368309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r>
                <a:rPr lang="zh-CN" altLang="en-US" sz="1600" b="1" dirty="0" smtClean="0">
                  <a:solidFill>
                    <a:srgbClr val="FFC000"/>
                  </a:solidFill>
                  <a:latin typeface="微软雅黑" panose="020B0503020204020204" charset="-122"/>
                  <a:ea typeface="微软雅黑" panose="020B0503020204020204" charset="-122"/>
                </a:rPr>
                <a:t>百兆光纤全覆盖</a:t>
              </a:r>
              <a:endParaRPr lang="en-US" altLang="zh-CN" sz="1600" b="1" dirty="0">
                <a:solidFill>
                  <a:srgbClr val="FFC000"/>
                </a:solidFill>
                <a:latin typeface="微软雅黑" panose="020B0503020204020204" charset="-122"/>
                <a:ea typeface="微软雅黑" panose="020B0503020204020204" charset="-122"/>
              </a:endParaRPr>
            </a:p>
            <a:p>
              <a:pPr>
                <a:lnSpc>
                  <a:spcPct val="150000"/>
                </a:lnSpc>
              </a:pPr>
              <a:r>
                <a:rPr lang="zh-CN" altLang="en-US" sz="1600" b="1" dirty="0" smtClean="0">
                  <a:solidFill>
                    <a:schemeClr val="bg1"/>
                  </a:solidFill>
                  <a:latin typeface="微软雅黑" panose="020B0503020204020204" charset="-122"/>
                  <a:ea typeface="微软雅黑" panose="020B0503020204020204" charset="-122"/>
                </a:rPr>
                <a:t>智能校园与信息化建设居全国高校前列</a:t>
              </a:r>
              <a:endParaRPr lang="en-US" altLang="zh-CN" sz="1600" b="1" dirty="0">
                <a:solidFill>
                  <a:schemeClr val="bg1"/>
                </a:solidFill>
                <a:latin typeface="微软雅黑" panose="020B0503020204020204" charset="-122"/>
                <a:ea typeface="微软雅黑" panose="020B0503020204020204" charset="-122"/>
              </a:endParaRPr>
            </a:p>
          </p:txBody>
        </p:sp>
        <p:sp>
          <p:nvSpPr>
            <p:cNvPr id="24" name="矩形 23"/>
            <p:cNvSpPr>
              <a:spLocks noChangeArrowheads="1"/>
            </p:cNvSpPr>
            <p:nvPr/>
          </p:nvSpPr>
          <p:spPr bwMode="auto">
            <a:xfrm>
              <a:off x="8238241" y="2959012"/>
              <a:ext cx="358929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r>
                <a:rPr lang="zh-CN" altLang="en-US" sz="1600" b="1" dirty="0" smtClean="0">
                  <a:solidFill>
                    <a:srgbClr val="FFC000"/>
                  </a:solidFill>
                  <a:latin typeface="微软雅黑" panose="020B0503020204020204" charset="-122"/>
                  <a:ea typeface="微软雅黑" panose="020B0503020204020204" charset="-122"/>
                  <a:sym typeface="微软雅黑" panose="020B0503020204020204" charset="-122"/>
                </a:rPr>
                <a:t>无线</a:t>
              </a:r>
              <a:r>
                <a:rPr lang="en-US" altLang="zh-CN" sz="1600" b="1" dirty="0" smtClean="0">
                  <a:solidFill>
                    <a:srgbClr val="FFC000"/>
                  </a:solidFill>
                  <a:latin typeface="微软雅黑" panose="020B0503020204020204" charset="-122"/>
                  <a:ea typeface="微软雅黑" panose="020B0503020204020204" charset="-122"/>
                  <a:sym typeface="微软雅黑" panose="020B0503020204020204" charset="-122"/>
                </a:rPr>
                <a:t>WIFI</a:t>
              </a:r>
              <a:r>
                <a:rPr lang="zh-CN" altLang="en-US" sz="1600" b="1" dirty="0" smtClean="0">
                  <a:solidFill>
                    <a:srgbClr val="FFC000"/>
                  </a:solidFill>
                  <a:latin typeface="微软雅黑" panose="020B0503020204020204" charset="-122"/>
                  <a:ea typeface="微软雅黑" panose="020B0503020204020204" charset="-122"/>
                  <a:sym typeface="微软雅黑" panose="020B0503020204020204" charset="-122"/>
                </a:rPr>
                <a:t>全覆盖</a:t>
              </a:r>
              <a:endParaRPr lang="en-US" altLang="zh-CN" sz="1600" b="1" dirty="0">
                <a:solidFill>
                  <a:srgbClr val="FFC000"/>
                </a:solidFill>
                <a:latin typeface="微软雅黑" panose="020B0503020204020204" charset="-122"/>
                <a:ea typeface="微软雅黑" panose="020B0503020204020204" charset="-122"/>
                <a:sym typeface="微软雅黑" panose="020B0503020204020204" charset="-122"/>
              </a:endParaRPr>
            </a:p>
            <a:p>
              <a:pPr>
                <a:lnSpc>
                  <a:spcPct val="150000"/>
                </a:lnSpc>
              </a:pPr>
              <a:r>
                <a:rPr lang="zh-CN" altLang="en-US" sz="1600" b="1" dirty="0" smtClean="0">
                  <a:solidFill>
                    <a:schemeClr val="bg1"/>
                  </a:solidFill>
                  <a:latin typeface="微软雅黑" panose="020B0503020204020204" charset="-122"/>
                  <a:ea typeface="微软雅黑" panose="020B0503020204020204" charset="-122"/>
                  <a:sym typeface="微软雅黑" panose="020B0503020204020204" charset="-122"/>
                </a:rPr>
                <a:t>有线网络连通所有宿舍</a:t>
              </a:r>
              <a:endParaRPr lang="en-US" altLang="zh-CN" sz="1600" b="1" dirty="0">
                <a:solidFill>
                  <a:schemeClr val="bg1"/>
                </a:solidFill>
                <a:latin typeface="微软雅黑" panose="020B0503020204020204" charset="-122"/>
                <a:ea typeface="微软雅黑" panose="020B0503020204020204" charset="-122"/>
                <a:sym typeface="微软雅黑" panose="020B0503020204020204" charset="-122"/>
              </a:endParaRPr>
            </a:p>
            <a:p>
              <a:pPr>
                <a:lnSpc>
                  <a:spcPct val="150000"/>
                </a:lnSpc>
              </a:pPr>
              <a:r>
                <a:rPr lang="zh-CN" altLang="en-US" sz="1600" b="1" dirty="0" smtClean="0">
                  <a:solidFill>
                    <a:schemeClr val="bg1"/>
                  </a:solidFill>
                  <a:latin typeface="微软雅黑" panose="020B0503020204020204" charset="-122"/>
                  <a:ea typeface="微软雅黑" panose="020B0503020204020204" charset="-122"/>
                  <a:sym typeface="微软雅黑" panose="020B0503020204020204" charset="-122"/>
                </a:rPr>
                <a:t>学校</a:t>
              </a:r>
              <a:r>
                <a:rPr lang="zh-CN" altLang="en-US" sz="1600" b="1" dirty="0" smtClean="0">
                  <a:solidFill>
                    <a:srgbClr val="FFC000"/>
                  </a:solidFill>
                  <a:latin typeface="微软雅黑" panose="020B0503020204020204" charset="-122"/>
                  <a:ea typeface="微软雅黑" panose="020B0503020204020204" charset="-122"/>
                  <a:sym typeface="微软雅黑" panose="020B0503020204020204" charset="-122"/>
                </a:rPr>
                <a:t>专属</a:t>
              </a:r>
              <a:r>
                <a:rPr lang="en-US" altLang="zh-CN" sz="1600" b="1" dirty="0" smtClean="0">
                  <a:solidFill>
                    <a:srgbClr val="FFC000"/>
                  </a:solidFill>
                  <a:latin typeface="微软雅黑" panose="020B0503020204020204" charset="-122"/>
                  <a:ea typeface="微软雅黑" panose="020B0503020204020204" charset="-122"/>
                  <a:sym typeface="微软雅黑" panose="020B0503020204020204" charset="-122"/>
                </a:rPr>
                <a:t>VPN</a:t>
              </a:r>
              <a:r>
                <a:rPr lang="zh-CN" altLang="en-US" sz="1600" b="1" dirty="0" smtClean="0">
                  <a:solidFill>
                    <a:schemeClr val="bg1"/>
                  </a:solidFill>
                  <a:latin typeface="微软雅黑" panose="020B0503020204020204" charset="-122"/>
                  <a:ea typeface="微软雅黑" panose="020B0503020204020204" charset="-122"/>
                  <a:sym typeface="微软雅黑" panose="020B0503020204020204" charset="-122"/>
                </a:rPr>
                <a:t>助您随时随地查阅数据</a:t>
              </a:r>
              <a:endParaRPr lang="en-US" altLang="zh-CN" sz="1600" b="1" dirty="0">
                <a:solidFill>
                  <a:schemeClr val="bg1"/>
                </a:solidFill>
                <a:latin typeface="微软雅黑" panose="020B0503020204020204" charset="-122"/>
                <a:ea typeface="微软雅黑" panose="020B0503020204020204" charset="-122"/>
              </a:endParaRPr>
            </a:p>
          </p:txBody>
        </p:sp>
        <p:sp>
          <p:nvSpPr>
            <p:cNvPr id="25" name="矩形 24"/>
            <p:cNvSpPr>
              <a:spLocks noChangeArrowheads="1"/>
            </p:cNvSpPr>
            <p:nvPr/>
          </p:nvSpPr>
          <p:spPr bwMode="auto">
            <a:xfrm>
              <a:off x="7668922" y="4387403"/>
              <a:ext cx="3824873"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nSpc>
                  <a:spcPct val="150000"/>
                </a:lnSpc>
              </a:pPr>
              <a:r>
                <a:rPr lang="zh-CN" altLang="en-US" sz="1600" b="1" dirty="0">
                  <a:solidFill>
                    <a:srgbClr val="FFC000"/>
                  </a:solidFill>
                  <a:latin typeface="微软雅黑" panose="020B0503020204020204" charset="-122"/>
                  <a:ea typeface="微软雅黑" panose="020B0503020204020204" charset="-122"/>
                </a:rPr>
                <a:t>全球</a:t>
              </a:r>
              <a:r>
                <a:rPr lang="en-US" altLang="zh-CN" sz="1600" b="1" dirty="0" err="1" smtClean="0">
                  <a:solidFill>
                    <a:srgbClr val="FFC000"/>
                  </a:solidFill>
                  <a:latin typeface="微软雅黑" panose="020B0503020204020204" charset="-122"/>
                  <a:ea typeface="微软雅黑" panose="020B0503020204020204" charset="-122"/>
                </a:rPr>
                <a:t>Eduroam</a:t>
              </a:r>
              <a:r>
                <a:rPr lang="zh-CN" altLang="en-US" sz="1600" b="1" dirty="0" smtClean="0">
                  <a:solidFill>
                    <a:srgbClr val="FFC000"/>
                  </a:solidFill>
                  <a:latin typeface="微软雅黑" panose="020B0503020204020204" charset="-122"/>
                  <a:ea typeface="微软雅黑" panose="020B0503020204020204" charset="-122"/>
                </a:rPr>
                <a:t>共享</a:t>
              </a:r>
              <a:r>
                <a:rPr lang="en-US" altLang="zh-CN" sz="1600" b="1" dirty="0" err="1" smtClean="0">
                  <a:solidFill>
                    <a:srgbClr val="FFC000"/>
                  </a:solidFill>
                  <a:latin typeface="微软雅黑" panose="020B0503020204020204" charset="-122"/>
                  <a:ea typeface="微软雅黑" panose="020B0503020204020204" charset="-122"/>
                </a:rPr>
                <a:t>WiFi</a:t>
              </a:r>
              <a:r>
                <a:rPr lang="zh-CN" altLang="en-US" sz="1600" b="1" dirty="0" smtClean="0">
                  <a:solidFill>
                    <a:srgbClr val="FFC000"/>
                  </a:solidFill>
                  <a:latin typeface="微软雅黑" panose="020B0503020204020204" charset="-122"/>
                  <a:ea typeface="微软雅黑" panose="020B0503020204020204" charset="-122"/>
                </a:rPr>
                <a:t>计划</a:t>
              </a:r>
              <a:endParaRPr lang="en-US" altLang="zh-CN" sz="1600" b="1" dirty="0">
                <a:solidFill>
                  <a:srgbClr val="FFC000"/>
                </a:solidFill>
                <a:latin typeface="微软雅黑" panose="020B0503020204020204" charset="-122"/>
                <a:ea typeface="微软雅黑" panose="020B0503020204020204" charset="-122"/>
              </a:endParaRPr>
            </a:p>
            <a:p>
              <a:pPr>
                <a:lnSpc>
                  <a:spcPct val="150000"/>
                </a:lnSpc>
              </a:pPr>
              <a:r>
                <a:rPr lang="zh-CN" altLang="en-US" sz="1600" b="1" dirty="0" smtClean="0">
                  <a:solidFill>
                    <a:schemeClr val="bg1"/>
                  </a:solidFill>
                  <a:latin typeface="微软雅黑" panose="020B0503020204020204" charset="-122"/>
                  <a:ea typeface="微软雅黑" panose="020B0503020204020204" charset="-122"/>
                </a:rPr>
                <a:t>全球一万多所高校、科研机构均可以凭学校学生账号登陆免费</a:t>
              </a:r>
              <a:r>
                <a:rPr lang="en-US" altLang="zh-CN" sz="1600" b="1" dirty="0" smtClean="0">
                  <a:solidFill>
                    <a:schemeClr val="bg1"/>
                  </a:solidFill>
                  <a:latin typeface="微软雅黑" panose="020B0503020204020204" charset="-122"/>
                  <a:ea typeface="微软雅黑" panose="020B0503020204020204" charset="-122"/>
                </a:rPr>
                <a:t>WIF</a:t>
              </a:r>
              <a:r>
                <a:rPr lang="en-US" altLang="zh-CN" sz="1600" b="1" dirty="0" smtClean="0">
                  <a:latin typeface="微软雅黑" panose="020B0503020204020204" charset="-122"/>
                  <a:ea typeface="微软雅黑" panose="020B0503020204020204" charset="-122"/>
                </a:rPr>
                <a:t>I</a:t>
              </a:r>
              <a:endParaRPr lang="en-US" altLang="zh-CN" sz="1600" b="1" dirty="0">
                <a:latin typeface="微软雅黑" panose="020B0503020204020204" charset="-122"/>
                <a:ea typeface="微软雅黑" panose="020B0503020204020204" charset="-122"/>
              </a:endParaRPr>
            </a:p>
          </p:txBody>
        </p:sp>
      </p:grpSp>
      <p:grpSp>
        <p:nvGrpSpPr>
          <p:cNvPr id="3" name="组合 2"/>
          <p:cNvGrpSpPr/>
          <p:nvPr/>
        </p:nvGrpSpPr>
        <p:grpSpPr>
          <a:xfrm>
            <a:off x="860365" y="1682800"/>
            <a:ext cx="4140829" cy="3730605"/>
            <a:chOff x="4025586" y="1039717"/>
            <a:chExt cx="4140829" cy="3730605"/>
          </a:xfrm>
        </p:grpSpPr>
        <p:sp>
          <p:nvSpPr>
            <p:cNvPr id="27" name="Freeform 6"/>
            <p:cNvSpPr/>
            <p:nvPr/>
          </p:nvSpPr>
          <p:spPr bwMode="auto">
            <a:xfrm>
              <a:off x="7155275" y="2386222"/>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chemeClr val="tx2"/>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28" name="Freeform 20"/>
            <p:cNvSpPr/>
            <p:nvPr/>
          </p:nvSpPr>
          <p:spPr bwMode="auto">
            <a:xfrm>
              <a:off x="4025586" y="2821222"/>
              <a:ext cx="657221" cy="535521"/>
            </a:xfrm>
            <a:custGeom>
              <a:avLst/>
              <a:gdLst>
                <a:gd name="T0" fmla="*/ 280 w 280"/>
                <a:gd name="T1" fmla="*/ 27 h 228"/>
                <a:gd name="T2" fmla="*/ 247 w 280"/>
                <a:gd name="T3" fmla="*/ 36 h 228"/>
                <a:gd name="T4" fmla="*/ 272 w 280"/>
                <a:gd name="T5" fmla="*/ 5 h 228"/>
                <a:gd name="T6" fmla="*/ 236 w 280"/>
                <a:gd name="T7" fmla="*/ 19 h 228"/>
                <a:gd name="T8" fmla="*/ 194 w 280"/>
                <a:gd name="T9" fmla="*/ 0 h 228"/>
                <a:gd name="T10" fmla="*/ 136 w 280"/>
                <a:gd name="T11" fmla="*/ 58 h 228"/>
                <a:gd name="T12" fmla="*/ 138 w 280"/>
                <a:gd name="T13" fmla="*/ 71 h 228"/>
                <a:gd name="T14" fmla="*/ 19 w 280"/>
                <a:gd name="T15" fmla="*/ 11 h 228"/>
                <a:gd name="T16" fmla="*/ 12 w 280"/>
                <a:gd name="T17" fmla="*/ 40 h 228"/>
                <a:gd name="T18" fmla="*/ 37 w 280"/>
                <a:gd name="T19" fmla="*/ 88 h 228"/>
                <a:gd name="T20" fmla="*/ 11 w 280"/>
                <a:gd name="T21" fmla="*/ 80 h 228"/>
                <a:gd name="T22" fmla="*/ 11 w 280"/>
                <a:gd name="T23" fmla="*/ 81 h 228"/>
                <a:gd name="T24" fmla="*/ 57 w 280"/>
                <a:gd name="T25" fmla="*/ 138 h 228"/>
                <a:gd name="T26" fmla="*/ 42 w 280"/>
                <a:gd name="T27" fmla="*/ 140 h 228"/>
                <a:gd name="T28" fmla="*/ 31 w 280"/>
                <a:gd name="T29" fmla="*/ 139 h 228"/>
                <a:gd name="T30" fmla="*/ 85 w 280"/>
                <a:gd name="T31" fmla="*/ 178 h 228"/>
                <a:gd name="T32" fmla="*/ 14 w 280"/>
                <a:gd name="T33" fmla="*/ 203 h 228"/>
                <a:gd name="T34" fmla="*/ 0 w 280"/>
                <a:gd name="T35" fmla="*/ 202 h 228"/>
                <a:gd name="T36" fmla="*/ 88 w 280"/>
                <a:gd name="T37" fmla="*/ 228 h 228"/>
                <a:gd name="T38" fmla="*/ 251 w 280"/>
                <a:gd name="T39" fmla="*/ 65 h 228"/>
                <a:gd name="T40" fmla="*/ 251 w 280"/>
                <a:gd name="T41" fmla="*/ 57 h 228"/>
                <a:gd name="T42" fmla="*/ 280 w 280"/>
                <a:gd name="T43" fmla="*/ 27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0" h="228">
                  <a:moveTo>
                    <a:pt x="280" y="27"/>
                  </a:moveTo>
                  <a:cubicBezTo>
                    <a:pt x="270" y="32"/>
                    <a:pt x="259" y="35"/>
                    <a:pt x="247" y="36"/>
                  </a:cubicBezTo>
                  <a:cubicBezTo>
                    <a:pt x="259" y="29"/>
                    <a:pt x="268" y="18"/>
                    <a:pt x="272" y="5"/>
                  </a:cubicBezTo>
                  <a:cubicBezTo>
                    <a:pt x="261" y="11"/>
                    <a:pt x="249" y="16"/>
                    <a:pt x="236" y="19"/>
                  </a:cubicBezTo>
                  <a:cubicBezTo>
                    <a:pt x="225" y="7"/>
                    <a:pt x="210" y="0"/>
                    <a:pt x="194" y="0"/>
                  </a:cubicBezTo>
                  <a:cubicBezTo>
                    <a:pt x="162" y="0"/>
                    <a:pt x="136" y="26"/>
                    <a:pt x="136" y="58"/>
                  </a:cubicBezTo>
                  <a:cubicBezTo>
                    <a:pt x="136" y="62"/>
                    <a:pt x="137" y="67"/>
                    <a:pt x="138" y="71"/>
                  </a:cubicBezTo>
                  <a:cubicBezTo>
                    <a:pt x="90" y="69"/>
                    <a:pt x="48" y="46"/>
                    <a:pt x="19" y="11"/>
                  </a:cubicBezTo>
                  <a:cubicBezTo>
                    <a:pt x="14" y="19"/>
                    <a:pt x="12" y="29"/>
                    <a:pt x="12" y="40"/>
                  </a:cubicBezTo>
                  <a:cubicBezTo>
                    <a:pt x="12" y="60"/>
                    <a:pt x="22" y="77"/>
                    <a:pt x="37" y="88"/>
                  </a:cubicBezTo>
                  <a:cubicBezTo>
                    <a:pt x="28" y="87"/>
                    <a:pt x="19" y="85"/>
                    <a:pt x="11" y="80"/>
                  </a:cubicBezTo>
                  <a:cubicBezTo>
                    <a:pt x="11" y="81"/>
                    <a:pt x="11" y="81"/>
                    <a:pt x="11" y="81"/>
                  </a:cubicBezTo>
                  <a:cubicBezTo>
                    <a:pt x="11" y="109"/>
                    <a:pt x="31" y="132"/>
                    <a:pt x="57" y="138"/>
                  </a:cubicBezTo>
                  <a:cubicBezTo>
                    <a:pt x="52" y="139"/>
                    <a:pt x="47" y="140"/>
                    <a:pt x="42" y="140"/>
                  </a:cubicBezTo>
                  <a:cubicBezTo>
                    <a:pt x="38" y="140"/>
                    <a:pt x="35" y="139"/>
                    <a:pt x="31" y="139"/>
                  </a:cubicBezTo>
                  <a:cubicBezTo>
                    <a:pt x="39" y="161"/>
                    <a:pt x="60" y="178"/>
                    <a:pt x="85" y="178"/>
                  </a:cubicBezTo>
                  <a:cubicBezTo>
                    <a:pt x="65" y="194"/>
                    <a:pt x="40" y="203"/>
                    <a:pt x="14" y="203"/>
                  </a:cubicBezTo>
                  <a:cubicBezTo>
                    <a:pt x="9" y="203"/>
                    <a:pt x="4" y="203"/>
                    <a:pt x="0" y="202"/>
                  </a:cubicBezTo>
                  <a:cubicBezTo>
                    <a:pt x="25" y="219"/>
                    <a:pt x="55" y="228"/>
                    <a:pt x="88" y="228"/>
                  </a:cubicBezTo>
                  <a:cubicBezTo>
                    <a:pt x="194" y="228"/>
                    <a:pt x="251" y="140"/>
                    <a:pt x="251" y="65"/>
                  </a:cubicBezTo>
                  <a:cubicBezTo>
                    <a:pt x="251" y="62"/>
                    <a:pt x="251" y="60"/>
                    <a:pt x="251" y="57"/>
                  </a:cubicBezTo>
                  <a:cubicBezTo>
                    <a:pt x="263" y="49"/>
                    <a:pt x="272" y="39"/>
                    <a:pt x="280" y="27"/>
                  </a:cubicBezTo>
                  <a:close/>
                </a:path>
              </a:pathLst>
            </a:custGeom>
            <a:solidFill>
              <a:schemeClr val="accent1"/>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30" name="Freeform 7"/>
            <p:cNvSpPr>
              <a:spLocks noEditPoints="1"/>
            </p:cNvSpPr>
            <p:nvPr/>
          </p:nvSpPr>
          <p:spPr bwMode="auto">
            <a:xfrm>
              <a:off x="6964981" y="2227603"/>
              <a:ext cx="354746" cy="353663"/>
            </a:xfrm>
            <a:custGeom>
              <a:avLst/>
              <a:gdLst>
                <a:gd name="T0" fmla="*/ 106 w 114"/>
                <a:gd name="T1" fmla="*/ 0 h 114"/>
                <a:gd name="T2" fmla="*/ 8 w 114"/>
                <a:gd name="T3" fmla="*/ 0 h 114"/>
                <a:gd name="T4" fmla="*/ 0 w 114"/>
                <a:gd name="T5" fmla="*/ 8 h 114"/>
                <a:gd name="T6" fmla="*/ 0 w 114"/>
                <a:gd name="T7" fmla="*/ 106 h 114"/>
                <a:gd name="T8" fmla="*/ 8 w 114"/>
                <a:gd name="T9" fmla="*/ 114 h 114"/>
                <a:gd name="T10" fmla="*/ 106 w 114"/>
                <a:gd name="T11" fmla="*/ 114 h 114"/>
                <a:gd name="T12" fmla="*/ 114 w 114"/>
                <a:gd name="T13" fmla="*/ 106 h 114"/>
                <a:gd name="T14" fmla="*/ 114 w 114"/>
                <a:gd name="T15" fmla="*/ 8 h 114"/>
                <a:gd name="T16" fmla="*/ 106 w 114"/>
                <a:gd name="T17" fmla="*/ 0 h 114"/>
                <a:gd name="T18" fmla="*/ 35 w 114"/>
                <a:gd name="T19" fmla="*/ 96 h 114"/>
                <a:gd name="T20" fmla="*/ 17 w 114"/>
                <a:gd name="T21" fmla="*/ 96 h 114"/>
                <a:gd name="T22" fmla="*/ 17 w 114"/>
                <a:gd name="T23" fmla="*/ 44 h 114"/>
                <a:gd name="T24" fmla="*/ 35 w 114"/>
                <a:gd name="T25" fmla="*/ 44 h 114"/>
                <a:gd name="T26" fmla="*/ 35 w 114"/>
                <a:gd name="T27" fmla="*/ 96 h 114"/>
                <a:gd name="T28" fmla="*/ 26 w 114"/>
                <a:gd name="T29" fmla="*/ 37 h 114"/>
                <a:gd name="T30" fmla="*/ 26 w 114"/>
                <a:gd name="T31" fmla="*/ 37 h 114"/>
                <a:gd name="T32" fmla="*/ 16 w 114"/>
                <a:gd name="T33" fmla="*/ 28 h 114"/>
                <a:gd name="T34" fmla="*/ 26 w 114"/>
                <a:gd name="T35" fmla="*/ 19 h 114"/>
                <a:gd name="T36" fmla="*/ 36 w 114"/>
                <a:gd name="T37" fmla="*/ 28 h 114"/>
                <a:gd name="T38" fmla="*/ 26 w 114"/>
                <a:gd name="T39" fmla="*/ 37 h 114"/>
                <a:gd name="T40" fmla="*/ 97 w 114"/>
                <a:gd name="T41" fmla="*/ 96 h 114"/>
                <a:gd name="T42" fmla="*/ 80 w 114"/>
                <a:gd name="T43" fmla="*/ 96 h 114"/>
                <a:gd name="T44" fmla="*/ 80 w 114"/>
                <a:gd name="T45" fmla="*/ 68 h 114"/>
                <a:gd name="T46" fmla="*/ 71 w 114"/>
                <a:gd name="T47" fmla="*/ 56 h 114"/>
                <a:gd name="T48" fmla="*/ 62 w 114"/>
                <a:gd name="T49" fmla="*/ 63 h 114"/>
                <a:gd name="T50" fmla="*/ 61 w 114"/>
                <a:gd name="T51" fmla="*/ 67 h 114"/>
                <a:gd name="T52" fmla="*/ 61 w 114"/>
                <a:gd name="T53" fmla="*/ 96 h 114"/>
                <a:gd name="T54" fmla="*/ 44 w 114"/>
                <a:gd name="T55" fmla="*/ 96 h 114"/>
                <a:gd name="T56" fmla="*/ 44 w 114"/>
                <a:gd name="T57" fmla="*/ 44 h 114"/>
                <a:gd name="T58" fmla="*/ 61 w 114"/>
                <a:gd name="T59" fmla="*/ 44 h 114"/>
                <a:gd name="T60" fmla="*/ 61 w 114"/>
                <a:gd name="T61" fmla="*/ 51 h 114"/>
                <a:gd name="T62" fmla="*/ 77 w 114"/>
                <a:gd name="T63" fmla="*/ 43 h 114"/>
                <a:gd name="T64" fmla="*/ 97 w 114"/>
                <a:gd name="T65" fmla="*/ 66 h 114"/>
                <a:gd name="T66" fmla="*/ 97 w 114"/>
                <a:gd name="T67" fmla="*/ 9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4" h="114">
                  <a:moveTo>
                    <a:pt x="106" y="0"/>
                  </a:moveTo>
                  <a:cubicBezTo>
                    <a:pt x="8" y="0"/>
                    <a:pt x="8" y="0"/>
                    <a:pt x="8" y="0"/>
                  </a:cubicBezTo>
                  <a:cubicBezTo>
                    <a:pt x="4" y="0"/>
                    <a:pt x="0" y="3"/>
                    <a:pt x="0" y="8"/>
                  </a:cubicBezTo>
                  <a:cubicBezTo>
                    <a:pt x="0" y="106"/>
                    <a:pt x="0" y="106"/>
                    <a:pt x="0" y="106"/>
                  </a:cubicBezTo>
                  <a:cubicBezTo>
                    <a:pt x="0" y="111"/>
                    <a:pt x="4" y="114"/>
                    <a:pt x="8" y="114"/>
                  </a:cubicBezTo>
                  <a:cubicBezTo>
                    <a:pt x="106" y="114"/>
                    <a:pt x="106" y="114"/>
                    <a:pt x="106" y="114"/>
                  </a:cubicBezTo>
                  <a:cubicBezTo>
                    <a:pt x="110" y="114"/>
                    <a:pt x="114" y="111"/>
                    <a:pt x="114" y="106"/>
                  </a:cubicBezTo>
                  <a:cubicBezTo>
                    <a:pt x="114" y="8"/>
                    <a:pt x="114" y="8"/>
                    <a:pt x="114" y="8"/>
                  </a:cubicBezTo>
                  <a:cubicBezTo>
                    <a:pt x="114" y="3"/>
                    <a:pt x="110" y="0"/>
                    <a:pt x="106" y="0"/>
                  </a:cubicBezTo>
                  <a:close/>
                  <a:moveTo>
                    <a:pt x="35" y="96"/>
                  </a:moveTo>
                  <a:cubicBezTo>
                    <a:pt x="17" y="96"/>
                    <a:pt x="17" y="96"/>
                    <a:pt x="17" y="96"/>
                  </a:cubicBezTo>
                  <a:cubicBezTo>
                    <a:pt x="17" y="44"/>
                    <a:pt x="17" y="44"/>
                    <a:pt x="17" y="44"/>
                  </a:cubicBezTo>
                  <a:cubicBezTo>
                    <a:pt x="35" y="44"/>
                    <a:pt x="35" y="44"/>
                    <a:pt x="35" y="44"/>
                  </a:cubicBezTo>
                  <a:lnTo>
                    <a:pt x="35" y="96"/>
                  </a:lnTo>
                  <a:close/>
                  <a:moveTo>
                    <a:pt x="26" y="37"/>
                  </a:moveTo>
                  <a:cubicBezTo>
                    <a:pt x="26" y="37"/>
                    <a:pt x="26" y="37"/>
                    <a:pt x="26" y="37"/>
                  </a:cubicBezTo>
                  <a:cubicBezTo>
                    <a:pt x="20" y="37"/>
                    <a:pt x="16" y="33"/>
                    <a:pt x="16" y="28"/>
                  </a:cubicBezTo>
                  <a:cubicBezTo>
                    <a:pt x="16" y="23"/>
                    <a:pt x="20" y="19"/>
                    <a:pt x="26" y="19"/>
                  </a:cubicBezTo>
                  <a:cubicBezTo>
                    <a:pt x="32" y="19"/>
                    <a:pt x="36" y="23"/>
                    <a:pt x="36" y="28"/>
                  </a:cubicBezTo>
                  <a:cubicBezTo>
                    <a:pt x="36" y="33"/>
                    <a:pt x="32" y="37"/>
                    <a:pt x="26" y="37"/>
                  </a:cubicBezTo>
                  <a:close/>
                  <a:moveTo>
                    <a:pt x="97" y="96"/>
                  </a:moveTo>
                  <a:cubicBezTo>
                    <a:pt x="80" y="96"/>
                    <a:pt x="80" y="96"/>
                    <a:pt x="80" y="96"/>
                  </a:cubicBezTo>
                  <a:cubicBezTo>
                    <a:pt x="80" y="68"/>
                    <a:pt x="80" y="68"/>
                    <a:pt x="80" y="68"/>
                  </a:cubicBezTo>
                  <a:cubicBezTo>
                    <a:pt x="80" y="61"/>
                    <a:pt x="77" y="56"/>
                    <a:pt x="71" y="56"/>
                  </a:cubicBezTo>
                  <a:cubicBezTo>
                    <a:pt x="66" y="56"/>
                    <a:pt x="63" y="59"/>
                    <a:pt x="62" y="63"/>
                  </a:cubicBezTo>
                  <a:cubicBezTo>
                    <a:pt x="61" y="64"/>
                    <a:pt x="61" y="65"/>
                    <a:pt x="61" y="67"/>
                  </a:cubicBezTo>
                  <a:cubicBezTo>
                    <a:pt x="61" y="96"/>
                    <a:pt x="61" y="96"/>
                    <a:pt x="61" y="96"/>
                  </a:cubicBezTo>
                  <a:cubicBezTo>
                    <a:pt x="44" y="96"/>
                    <a:pt x="44" y="96"/>
                    <a:pt x="44" y="96"/>
                  </a:cubicBezTo>
                  <a:cubicBezTo>
                    <a:pt x="44" y="96"/>
                    <a:pt x="44" y="49"/>
                    <a:pt x="44" y="44"/>
                  </a:cubicBezTo>
                  <a:cubicBezTo>
                    <a:pt x="61" y="44"/>
                    <a:pt x="61" y="44"/>
                    <a:pt x="61" y="44"/>
                  </a:cubicBezTo>
                  <a:cubicBezTo>
                    <a:pt x="61" y="51"/>
                    <a:pt x="61" y="51"/>
                    <a:pt x="61" y="51"/>
                  </a:cubicBezTo>
                  <a:cubicBezTo>
                    <a:pt x="64" y="48"/>
                    <a:pt x="68" y="43"/>
                    <a:pt x="77" y="43"/>
                  </a:cubicBezTo>
                  <a:cubicBezTo>
                    <a:pt x="88" y="43"/>
                    <a:pt x="97" y="50"/>
                    <a:pt x="97" y="66"/>
                  </a:cubicBezTo>
                  <a:lnTo>
                    <a:pt x="97" y="96"/>
                  </a:lnTo>
                  <a:close/>
                </a:path>
              </a:pathLst>
            </a:custGeom>
            <a:solidFill>
              <a:schemeClr val="accent4"/>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grpSp>
          <p:nvGrpSpPr>
            <p:cNvPr id="31" name="Group 97"/>
            <p:cNvGrpSpPr/>
            <p:nvPr/>
          </p:nvGrpSpPr>
          <p:grpSpPr>
            <a:xfrm>
              <a:off x="6894493" y="3745657"/>
              <a:ext cx="673076" cy="673253"/>
              <a:chOff x="4127501" y="4194175"/>
              <a:chExt cx="909638" cy="909637"/>
            </a:xfrm>
            <a:solidFill>
              <a:schemeClr val="accent4"/>
            </a:solidFill>
          </p:grpSpPr>
          <p:sp>
            <p:nvSpPr>
              <p:cNvPr id="61" name="Freeform 11"/>
              <p:cNvSpPr/>
              <p:nvPr/>
            </p:nvSpPr>
            <p:spPr bwMode="auto">
              <a:xfrm>
                <a:off x="4386263" y="4659313"/>
                <a:ext cx="96838" cy="192087"/>
              </a:xfrm>
              <a:custGeom>
                <a:avLst/>
                <a:gdLst>
                  <a:gd name="T0" fmla="*/ 0 w 61"/>
                  <a:gd name="T1" fmla="*/ 18 h 121"/>
                  <a:gd name="T2" fmla="*/ 22 w 61"/>
                  <a:gd name="T3" fmla="*/ 18 h 121"/>
                  <a:gd name="T4" fmla="*/ 22 w 61"/>
                  <a:gd name="T5" fmla="*/ 121 h 121"/>
                  <a:gd name="T6" fmla="*/ 40 w 61"/>
                  <a:gd name="T7" fmla="*/ 121 h 121"/>
                  <a:gd name="T8" fmla="*/ 40 w 61"/>
                  <a:gd name="T9" fmla="*/ 18 h 121"/>
                  <a:gd name="T10" fmla="*/ 61 w 61"/>
                  <a:gd name="T11" fmla="*/ 18 h 121"/>
                  <a:gd name="T12" fmla="*/ 61 w 61"/>
                  <a:gd name="T13" fmla="*/ 0 h 121"/>
                  <a:gd name="T14" fmla="*/ 0 w 61"/>
                  <a:gd name="T15" fmla="*/ 0 h 121"/>
                  <a:gd name="T16" fmla="*/ 0 w 61"/>
                  <a:gd name="T17" fmla="*/ 18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21">
                    <a:moveTo>
                      <a:pt x="0" y="18"/>
                    </a:moveTo>
                    <a:lnTo>
                      <a:pt x="22" y="18"/>
                    </a:lnTo>
                    <a:lnTo>
                      <a:pt x="22" y="121"/>
                    </a:lnTo>
                    <a:lnTo>
                      <a:pt x="40" y="121"/>
                    </a:lnTo>
                    <a:lnTo>
                      <a:pt x="40" y="18"/>
                    </a:lnTo>
                    <a:lnTo>
                      <a:pt x="61" y="18"/>
                    </a:lnTo>
                    <a:lnTo>
                      <a:pt x="61" y="0"/>
                    </a:lnTo>
                    <a:lnTo>
                      <a:pt x="0" y="0"/>
                    </a:lnTo>
                    <a:lnTo>
                      <a:pt x="0" y="18"/>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62" name="Freeform 12"/>
              <p:cNvSpPr/>
              <p:nvPr/>
            </p:nvSpPr>
            <p:spPr bwMode="auto">
              <a:xfrm>
                <a:off x="4572001" y="4440238"/>
                <a:ext cx="25400" cy="109537"/>
              </a:xfrm>
              <a:custGeom>
                <a:avLst/>
                <a:gdLst>
                  <a:gd name="T0" fmla="*/ 3 w 6"/>
                  <a:gd name="T1" fmla="*/ 26 h 26"/>
                  <a:gd name="T2" fmla="*/ 5 w 6"/>
                  <a:gd name="T3" fmla="*/ 25 h 26"/>
                  <a:gd name="T4" fmla="*/ 6 w 6"/>
                  <a:gd name="T5" fmla="*/ 23 h 26"/>
                  <a:gd name="T6" fmla="*/ 6 w 6"/>
                  <a:gd name="T7" fmla="*/ 3 h 26"/>
                  <a:gd name="T8" fmla="*/ 5 w 6"/>
                  <a:gd name="T9" fmla="*/ 1 h 26"/>
                  <a:gd name="T10" fmla="*/ 3 w 6"/>
                  <a:gd name="T11" fmla="*/ 0 h 26"/>
                  <a:gd name="T12" fmla="*/ 0 w 6"/>
                  <a:gd name="T13" fmla="*/ 1 h 26"/>
                  <a:gd name="T14" fmla="*/ 0 w 6"/>
                  <a:gd name="T15" fmla="*/ 3 h 26"/>
                  <a:gd name="T16" fmla="*/ 0 w 6"/>
                  <a:gd name="T17" fmla="*/ 23 h 26"/>
                  <a:gd name="T18" fmla="*/ 0 w 6"/>
                  <a:gd name="T19" fmla="*/ 25 h 26"/>
                  <a:gd name="T20" fmla="*/ 3 w 6"/>
                  <a:gd name="T2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 h="26">
                    <a:moveTo>
                      <a:pt x="3" y="26"/>
                    </a:moveTo>
                    <a:cubicBezTo>
                      <a:pt x="4" y="26"/>
                      <a:pt x="5" y="26"/>
                      <a:pt x="5" y="25"/>
                    </a:cubicBezTo>
                    <a:cubicBezTo>
                      <a:pt x="6" y="25"/>
                      <a:pt x="6" y="24"/>
                      <a:pt x="6" y="23"/>
                    </a:cubicBezTo>
                    <a:cubicBezTo>
                      <a:pt x="6" y="3"/>
                      <a:pt x="6" y="3"/>
                      <a:pt x="6" y="3"/>
                    </a:cubicBezTo>
                    <a:cubicBezTo>
                      <a:pt x="6" y="2"/>
                      <a:pt x="6" y="1"/>
                      <a:pt x="5" y="1"/>
                    </a:cubicBezTo>
                    <a:cubicBezTo>
                      <a:pt x="5" y="0"/>
                      <a:pt x="4" y="0"/>
                      <a:pt x="3" y="0"/>
                    </a:cubicBezTo>
                    <a:cubicBezTo>
                      <a:pt x="2" y="0"/>
                      <a:pt x="1" y="0"/>
                      <a:pt x="0" y="1"/>
                    </a:cubicBezTo>
                    <a:cubicBezTo>
                      <a:pt x="0" y="1"/>
                      <a:pt x="0" y="2"/>
                      <a:pt x="0" y="3"/>
                    </a:cubicBezTo>
                    <a:cubicBezTo>
                      <a:pt x="0" y="23"/>
                      <a:pt x="0" y="23"/>
                      <a:pt x="0" y="23"/>
                    </a:cubicBezTo>
                    <a:cubicBezTo>
                      <a:pt x="0" y="24"/>
                      <a:pt x="0" y="25"/>
                      <a:pt x="0" y="25"/>
                    </a:cubicBezTo>
                    <a:cubicBezTo>
                      <a:pt x="1" y="26"/>
                      <a:pt x="2" y="26"/>
                      <a:pt x="3" y="26"/>
                    </a:cubicBez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63" name="Freeform 13"/>
              <p:cNvSpPr>
                <a:spLocks noEditPoints="1"/>
              </p:cNvSpPr>
              <p:nvPr/>
            </p:nvSpPr>
            <p:spPr bwMode="auto">
              <a:xfrm>
                <a:off x="4600576" y="4659313"/>
                <a:ext cx="79375" cy="192087"/>
              </a:xfrm>
              <a:custGeom>
                <a:avLst/>
                <a:gdLst>
                  <a:gd name="T0" fmla="*/ 13 w 19"/>
                  <a:gd name="T1" fmla="*/ 12 h 46"/>
                  <a:gd name="T2" fmla="*/ 9 w 19"/>
                  <a:gd name="T3" fmla="*/ 12 h 46"/>
                  <a:gd name="T4" fmla="*/ 6 w 19"/>
                  <a:gd name="T5" fmla="*/ 15 h 46"/>
                  <a:gd name="T6" fmla="*/ 6 w 19"/>
                  <a:gd name="T7" fmla="*/ 0 h 46"/>
                  <a:gd name="T8" fmla="*/ 0 w 19"/>
                  <a:gd name="T9" fmla="*/ 0 h 46"/>
                  <a:gd name="T10" fmla="*/ 0 w 19"/>
                  <a:gd name="T11" fmla="*/ 46 h 46"/>
                  <a:gd name="T12" fmla="*/ 6 w 19"/>
                  <a:gd name="T13" fmla="*/ 46 h 46"/>
                  <a:gd name="T14" fmla="*/ 6 w 19"/>
                  <a:gd name="T15" fmla="*/ 43 h 46"/>
                  <a:gd name="T16" fmla="*/ 9 w 19"/>
                  <a:gd name="T17" fmla="*/ 45 h 46"/>
                  <a:gd name="T18" fmla="*/ 13 w 19"/>
                  <a:gd name="T19" fmla="*/ 46 h 46"/>
                  <a:gd name="T20" fmla="*/ 18 w 19"/>
                  <a:gd name="T21" fmla="*/ 44 h 46"/>
                  <a:gd name="T22" fmla="*/ 19 w 19"/>
                  <a:gd name="T23" fmla="*/ 39 h 46"/>
                  <a:gd name="T24" fmla="*/ 19 w 19"/>
                  <a:gd name="T25" fmla="*/ 20 h 46"/>
                  <a:gd name="T26" fmla="*/ 17 w 19"/>
                  <a:gd name="T27" fmla="*/ 14 h 46"/>
                  <a:gd name="T28" fmla="*/ 13 w 19"/>
                  <a:gd name="T29" fmla="*/ 12 h 46"/>
                  <a:gd name="T30" fmla="*/ 12 w 19"/>
                  <a:gd name="T31" fmla="*/ 38 h 46"/>
                  <a:gd name="T32" fmla="*/ 12 w 19"/>
                  <a:gd name="T33" fmla="*/ 40 h 46"/>
                  <a:gd name="T34" fmla="*/ 10 w 19"/>
                  <a:gd name="T35" fmla="*/ 41 h 46"/>
                  <a:gd name="T36" fmla="*/ 8 w 19"/>
                  <a:gd name="T37" fmla="*/ 41 h 46"/>
                  <a:gd name="T38" fmla="*/ 6 w 19"/>
                  <a:gd name="T39" fmla="*/ 39 h 46"/>
                  <a:gd name="T40" fmla="*/ 6 w 19"/>
                  <a:gd name="T41" fmla="*/ 18 h 46"/>
                  <a:gd name="T42" fmla="*/ 8 w 19"/>
                  <a:gd name="T43" fmla="*/ 17 h 46"/>
                  <a:gd name="T44" fmla="*/ 9 w 19"/>
                  <a:gd name="T45" fmla="*/ 17 h 46"/>
                  <a:gd name="T46" fmla="*/ 11 w 19"/>
                  <a:gd name="T47" fmla="*/ 18 h 46"/>
                  <a:gd name="T48" fmla="*/ 12 w 19"/>
                  <a:gd name="T49" fmla="*/ 20 h 46"/>
                  <a:gd name="T50" fmla="*/ 12 w 19"/>
                  <a:gd name="T51" fmla="*/ 3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46">
                    <a:moveTo>
                      <a:pt x="13" y="12"/>
                    </a:moveTo>
                    <a:cubicBezTo>
                      <a:pt x="11" y="12"/>
                      <a:pt x="10" y="12"/>
                      <a:pt x="9" y="12"/>
                    </a:cubicBezTo>
                    <a:cubicBezTo>
                      <a:pt x="8" y="13"/>
                      <a:pt x="7" y="14"/>
                      <a:pt x="6" y="15"/>
                    </a:cubicBezTo>
                    <a:cubicBezTo>
                      <a:pt x="6" y="0"/>
                      <a:pt x="6" y="0"/>
                      <a:pt x="6" y="0"/>
                    </a:cubicBezTo>
                    <a:cubicBezTo>
                      <a:pt x="0" y="0"/>
                      <a:pt x="0" y="0"/>
                      <a:pt x="0" y="0"/>
                    </a:cubicBezTo>
                    <a:cubicBezTo>
                      <a:pt x="0" y="46"/>
                      <a:pt x="0" y="46"/>
                      <a:pt x="0" y="46"/>
                    </a:cubicBezTo>
                    <a:cubicBezTo>
                      <a:pt x="6" y="46"/>
                      <a:pt x="6" y="46"/>
                      <a:pt x="6" y="46"/>
                    </a:cubicBezTo>
                    <a:cubicBezTo>
                      <a:pt x="6" y="43"/>
                      <a:pt x="6" y="43"/>
                      <a:pt x="6" y="43"/>
                    </a:cubicBezTo>
                    <a:cubicBezTo>
                      <a:pt x="7" y="44"/>
                      <a:pt x="8" y="45"/>
                      <a:pt x="9" y="45"/>
                    </a:cubicBezTo>
                    <a:cubicBezTo>
                      <a:pt x="10" y="46"/>
                      <a:pt x="12" y="46"/>
                      <a:pt x="13" y="46"/>
                    </a:cubicBezTo>
                    <a:cubicBezTo>
                      <a:pt x="15" y="46"/>
                      <a:pt x="16" y="46"/>
                      <a:pt x="18" y="44"/>
                    </a:cubicBezTo>
                    <a:cubicBezTo>
                      <a:pt x="19" y="43"/>
                      <a:pt x="19" y="41"/>
                      <a:pt x="19" y="39"/>
                    </a:cubicBezTo>
                    <a:cubicBezTo>
                      <a:pt x="19" y="20"/>
                      <a:pt x="19" y="20"/>
                      <a:pt x="19" y="20"/>
                    </a:cubicBezTo>
                    <a:cubicBezTo>
                      <a:pt x="19" y="17"/>
                      <a:pt x="19" y="15"/>
                      <a:pt x="17" y="14"/>
                    </a:cubicBezTo>
                    <a:cubicBezTo>
                      <a:pt x="16" y="12"/>
                      <a:pt x="15" y="12"/>
                      <a:pt x="13" y="12"/>
                    </a:cubicBezTo>
                    <a:close/>
                    <a:moveTo>
                      <a:pt x="12" y="38"/>
                    </a:moveTo>
                    <a:cubicBezTo>
                      <a:pt x="12" y="39"/>
                      <a:pt x="12" y="40"/>
                      <a:pt x="12" y="40"/>
                    </a:cubicBezTo>
                    <a:cubicBezTo>
                      <a:pt x="11" y="41"/>
                      <a:pt x="11" y="41"/>
                      <a:pt x="10" y="41"/>
                    </a:cubicBezTo>
                    <a:cubicBezTo>
                      <a:pt x="9" y="41"/>
                      <a:pt x="9" y="41"/>
                      <a:pt x="8" y="41"/>
                    </a:cubicBezTo>
                    <a:cubicBezTo>
                      <a:pt x="8" y="40"/>
                      <a:pt x="7" y="40"/>
                      <a:pt x="6" y="39"/>
                    </a:cubicBezTo>
                    <a:cubicBezTo>
                      <a:pt x="6" y="18"/>
                      <a:pt x="6" y="18"/>
                      <a:pt x="6" y="18"/>
                    </a:cubicBezTo>
                    <a:cubicBezTo>
                      <a:pt x="7" y="18"/>
                      <a:pt x="7" y="17"/>
                      <a:pt x="8" y="17"/>
                    </a:cubicBezTo>
                    <a:cubicBezTo>
                      <a:pt x="8" y="17"/>
                      <a:pt x="9" y="17"/>
                      <a:pt x="9" y="17"/>
                    </a:cubicBezTo>
                    <a:cubicBezTo>
                      <a:pt x="10" y="17"/>
                      <a:pt x="11" y="17"/>
                      <a:pt x="11" y="18"/>
                    </a:cubicBezTo>
                    <a:cubicBezTo>
                      <a:pt x="12" y="18"/>
                      <a:pt x="12" y="19"/>
                      <a:pt x="12" y="20"/>
                    </a:cubicBezTo>
                    <a:lnTo>
                      <a:pt x="12" y="38"/>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64" name="Freeform 14"/>
              <p:cNvSpPr/>
              <p:nvPr/>
            </p:nvSpPr>
            <p:spPr bwMode="auto">
              <a:xfrm>
                <a:off x="4495801" y="4710113"/>
                <a:ext cx="84138" cy="141287"/>
              </a:xfrm>
              <a:custGeom>
                <a:avLst/>
                <a:gdLst>
                  <a:gd name="T0" fmla="*/ 13 w 20"/>
                  <a:gd name="T1" fmla="*/ 26 h 34"/>
                  <a:gd name="T2" fmla="*/ 11 w 20"/>
                  <a:gd name="T3" fmla="*/ 27 h 34"/>
                  <a:gd name="T4" fmla="*/ 9 w 20"/>
                  <a:gd name="T5" fmla="*/ 28 h 34"/>
                  <a:gd name="T6" fmla="*/ 7 w 20"/>
                  <a:gd name="T7" fmla="*/ 28 h 34"/>
                  <a:gd name="T8" fmla="*/ 7 w 20"/>
                  <a:gd name="T9" fmla="*/ 26 h 34"/>
                  <a:gd name="T10" fmla="*/ 7 w 20"/>
                  <a:gd name="T11" fmla="*/ 0 h 34"/>
                  <a:gd name="T12" fmla="*/ 0 w 20"/>
                  <a:gd name="T13" fmla="*/ 0 h 34"/>
                  <a:gd name="T14" fmla="*/ 0 w 20"/>
                  <a:gd name="T15" fmla="*/ 28 h 34"/>
                  <a:gd name="T16" fmla="*/ 1 w 20"/>
                  <a:gd name="T17" fmla="*/ 33 h 34"/>
                  <a:gd name="T18" fmla="*/ 5 w 20"/>
                  <a:gd name="T19" fmla="*/ 34 h 34"/>
                  <a:gd name="T20" fmla="*/ 9 w 20"/>
                  <a:gd name="T21" fmla="*/ 33 h 34"/>
                  <a:gd name="T22" fmla="*/ 13 w 20"/>
                  <a:gd name="T23" fmla="*/ 30 h 34"/>
                  <a:gd name="T24" fmla="*/ 13 w 20"/>
                  <a:gd name="T25" fmla="*/ 34 h 34"/>
                  <a:gd name="T26" fmla="*/ 20 w 20"/>
                  <a:gd name="T27" fmla="*/ 34 h 34"/>
                  <a:gd name="T28" fmla="*/ 20 w 20"/>
                  <a:gd name="T29" fmla="*/ 0 h 34"/>
                  <a:gd name="T30" fmla="*/ 13 w 20"/>
                  <a:gd name="T31" fmla="*/ 0 h 34"/>
                  <a:gd name="T32" fmla="*/ 13 w 20"/>
                  <a:gd name="T33" fmla="*/ 2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0" h="34">
                    <a:moveTo>
                      <a:pt x="13" y="26"/>
                    </a:moveTo>
                    <a:cubicBezTo>
                      <a:pt x="12" y="26"/>
                      <a:pt x="11" y="27"/>
                      <a:pt x="11" y="27"/>
                    </a:cubicBezTo>
                    <a:cubicBezTo>
                      <a:pt x="10" y="28"/>
                      <a:pt x="9" y="28"/>
                      <a:pt x="9" y="28"/>
                    </a:cubicBezTo>
                    <a:cubicBezTo>
                      <a:pt x="8" y="28"/>
                      <a:pt x="8" y="28"/>
                      <a:pt x="7" y="28"/>
                    </a:cubicBezTo>
                    <a:cubicBezTo>
                      <a:pt x="7" y="27"/>
                      <a:pt x="7" y="27"/>
                      <a:pt x="7" y="26"/>
                    </a:cubicBezTo>
                    <a:cubicBezTo>
                      <a:pt x="7" y="0"/>
                      <a:pt x="7" y="0"/>
                      <a:pt x="7" y="0"/>
                    </a:cubicBezTo>
                    <a:cubicBezTo>
                      <a:pt x="0" y="0"/>
                      <a:pt x="0" y="0"/>
                      <a:pt x="0" y="0"/>
                    </a:cubicBezTo>
                    <a:cubicBezTo>
                      <a:pt x="0" y="28"/>
                      <a:pt x="0" y="28"/>
                      <a:pt x="0" y="28"/>
                    </a:cubicBezTo>
                    <a:cubicBezTo>
                      <a:pt x="0" y="30"/>
                      <a:pt x="1" y="32"/>
                      <a:pt x="1" y="33"/>
                    </a:cubicBezTo>
                    <a:cubicBezTo>
                      <a:pt x="2" y="34"/>
                      <a:pt x="3" y="34"/>
                      <a:pt x="5" y="34"/>
                    </a:cubicBezTo>
                    <a:cubicBezTo>
                      <a:pt x="6" y="34"/>
                      <a:pt x="8" y="34"/>
                      <a:pt x="9" y="33"/>
                    </a:cubicBezTo>
                    <a:cubicBezTo>
                      <a:pt x="10" y="32"/>
                      <a:pt x="12" y="31"/>
                      <a:pt x="13" y="30"/>
                    </a:cubicBezTo>
                    <a:cubicBezTo>
                      <a:pt x="13" y="34"/>
                      <a:pt x="13" y="34"/>
                      <a:pt x="13" y="34"/>
                    </a:cubicBezTo>
                    <a:cubicBezTo>
                      <a:pt x="20" y="34"/>
                      <a:pt x="20" y="34"/>
                      <a:pt x="20" y="34"/>
                    </a:cubicBezTo>
                    <a:cubicBezTo>
                      <a:pt x="20" y="0"/>
                      <a:pt x="20" y="0"/>
                      <a:pt x="20" y="0"/>
                    </a:cubicBezTo>
                    <a:cubicBezTo>
                      <a:pt x="13" y="0"/>
                      <a:pt x="13" y="0"/>
                      <a:pt x="13" y="0"/>
                    </a:cubicBezTo>
                    <a:lnTo>
                      <a:pt x="13" y="26"/>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65" name="Freeform 15"/>
              <p:cNvSpPr>
                <a:spLocks noEditPoints="1"/>
              </p:cNvSpPr>
              <p:nvPr/>
            </p:nvSpPr>
            <p:spPr bwMode="auto">
              <a:xfrm>
                <a:off x="4127501" y="4194175"/>
                <a:ext cx="909638" cy="909637"/>
              </a:xfrm>
              <a:custGeom>
                <a:avLst/>
                <a:gdLst>
                  <a:gd name="T0" fmla="*/ 108 w 217"/>
                  <a:gd name="T1" fmla="*/ 0 h 217"/>
                  <a:gd name="T2" fmla="*/ 0 w 217"/>
                  <a:gd name="T3" fmla="*/ 108 h 217"/>
                  <a:gd name="T4" fmla="*/ 108 w 217"/>
                  <a:gd name="T5" fmla="*/ 217 h 217"/>
                  <a:gd name="T6" fmla="*/ 217 w 217"/>
                  <a:gd name="T7" fmla="*/ 108 h 217"/>
                  <a:gd name="T8" fmla="*/ 108 w 217"/>
                  <a:gd name="T9" fmla="*/ 0 h 217"/>
                  <a:gd name="T10" fmla="*/ 126 w 217"/>
                  <a:gd name="T11" fmla="*/ 53 h 217"/>
                  <a:gd name="T12" fmla="*/ 134 w 217"/>
                  <a:gd name="T13" fmla="*/ 53 h 217"/>
                  <a:gd name="T14" fmla="*/ 134 w 217"/>
                  <a:gd name="T15" fmla="*/ 82 h 217"/>
                  <a:gd name="T16" fmla="*/ 134 w 217"/>
                  <a:gd name="T17" fmla="*/ 84 h 217"/>
                  <a:gd name="T18" fmla="*/ 136 w 217"/>
                  <a:gd name="T19" fmla="*/ 84 h 217"/>
                  <a:gd name="T20" fmla="*/ 138 w 217"/>
                  <a:gd name="T21" fmla="*/ 84 h 217"/>
                  <a:gd name="T22" fmla="*/ 140 w 217"/>
                  <a:gd name="T23" fmla="*/ 82 h 217"/>
                  <a:gd name="T24" fmla="*/ 140 w 217"/>
                  <a:gd name="T25" fmla="*/ 53 h 217"/>
                  <a:gd name="T26" fmla="*/ 148 w 217"/>
                  <a:gd name="T27" fmla="*/ 53 h 217"/>
                  <a:gd name="T28" fmla="*/ 148 w 217"/>
                  <a:gd name="T29" fmla="*/ 91 h 217"/>
                  <a:gd name="T30" fmla="*/ 140 w 217"/>
                  <a:gd name="T31" fmla="*/ 91 h 217"/>
                  <a:gd name="T32" fmla="*/ 140 w 217"/>
                  <a:gd name="T33" fmla="*/ 86 h 217"/>
                  <a:gd name="T34" fmla="*/ 136 w 217"/>
                  <a:gd name="T35" fmla="*/ 90 h 217"/>
                  <a:gd name="T36" fmla="*/ 131 w 217"/>
                  <a:gd name="T37" fmla="*/ 91 h 217"/>
                  <a:gd name="T38" fmla="*/ 127 w 217"/>
                  <a:gd name="T39" fmla="*/ 89 h 217"/>
                  <a:gd name="T40" fmla="*/ 126 w 217"/>
                  <a:gd name="T41" fmla="*/ 84 h 217"/>
                  <a:gd name="T42" fmla="*/ 126 w 217"/>
                  <a:gd name="T43" fmla="*/ 53 h 217"/>
                  <a:gd name="T44" fmla="*/ 98 w 217"/>
                  <a:gd name="T45" fmla="*/ 62 h 217"/>
                  <a:gd name="T46" fmla="*/ 101 w 217"/>
                  <a:gd name="T47" fmla="*/ 55 h 217"/>
                  <a:gd name="T48" fmla="*/ 109 w 217"/>
                  <a:gd name="T49" fmla="*/ 52 h 217"/>
                  <a:gd name="T50" fmla="*/ 117 w 217"/>
                  <a:gd name="T51" fmla="*/ 55 h 217"/>
                  <a:gd name="T52" fmla="*/ 120 w 217"/>
                  <a:gd name="T53" fmla="*/ 62 h 217"/>
                  <a:gd name="T54" fmla="*/ 120 w 217"/>
                  <a:gd name="T55" fmla="*/ 81 h 217"/>
                  <a:gd name="T56" fmla="*/ 117 w 217"/>
                  <a:gd name="T57" fmla="*/ 89 h 217"/>
                  <a:gd name="T58" fmla="*/ 109 w 217"/>
                  <a:gd name="T59" fmla="*/ 91 h 217"/>
                  <a:gd name="T60" fmla="*/ 101 w 217"/>
                  <a:gd name="T61" fmla="*/ 89 h 217"/>
                  <a:gd name="T62" fmla="*/ 98 w 217"/>
                  <a:gd name="T63" fmla="*/ 81 h 217"/>
                  <a:gd name="T64" fmla="*/ 98 w 217"/>
                  <a:gd name="T65" fmla="*/ 62 h 217"/>
                  <a:gd name="T66" fmla="*/ 77 w 217"/>
                  <a:gd name="T67" fmla="*/ 40 h 217"/>
                  <a:gd name="T68" fmla="*/ 83 w 217"/>
                  <a:gd name="T69" fmla="*/ 60 h 217"/>
                  <a:gd name="T70" fmla="*/ 83 w 217"/>
                  <a:gd name="T71" fmla="*/ 60 h 217"/>
                  <a:gd name="T72" fmla="*/ 88 w 217"/>
                  <a:gd name="T73" fmla="*/ 40 h 217"/>
                  <a:gd name="T74" fmla="*/ 97 w 217"/>
                  <a:gd name="T75" fmla="*/ 40 h 217"/>
                  <a:gd name="T76" fmla="*/ 87 w 217"/>
                  <a:gd name="T77" fmla="*/ 70 h 217"/>
                  <a:gd name="T78" fmla="*/ 87 w 217"/>
                  <a:gd name="T79" fmla="*/ 91 h 217"/>
                  <a:gd name="T80" fmla="*/ 79 w 217"/>
                  <a:gd name="T81" fmla="*/ 91 h 217"/>
                  <a:gd name="T82" fmla="*/ 79 w 217"/>
                  <a:gd name="T83" fmla="*/ 71 h 217"/>
                  <a:gd name="T84" fmla="*/ 68 w 217"/>
                  <a:gd name="T85" fmla="*/ 40 h 217"/>
                  <a:gd name="T86" fmla="*/ 77 w 217"/>
                  <a:gd name="T87" fmla="*/ 40 h 217"/>
                  <a:gd name="T88" fmla="*/ 177 w 217"/>
                  <a:gd name="T89" fmla="*/ 146 h 217"/>
                  <a:gd name="T90" fmla="*/ 152 w 217"/>
                  <a:gd name="T91" fmla="*/ 171 h 217"/>
                  <a:gd name="T92" fmla="*/ 68 w 217"/>
                  <a:gd name="T93" fmla="*/ 171 h 217"/>
                  <a:gd name="T94" fmla="*/ 43 w 217"/>
                  <a:gd name="T95" fmla="*/ 146 h 217"/>
                  <a:gd name="T96" fmla="*/ 43 w 217"/>
                  <a:gd name="T97" fmla="*/ 127 h 217"/>
                  <a:gd name="T98" fmla="*/ 68 w 217"/>
                  <a:gd name="T99" fmla="*/ 102 h 217"/>
                  <a:gd name="T100" fmla="*/ 152 w 217"/>
                  <a:gd name="T101" fmla="*/ 102 h 217"/>
                  <a:gd name="T102" fmla="*/ 177 w 217"/>
                  <a:gd name="T103" fmla="*/ 127 h 217"/>
                  <a:gd name="T104" fmla="*/ 177 w 217"/>
                  <a:gd name="T105" fmla="*/ 14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17" h="217">
                    <a:moveTo>
                      <a:pt x="108" y="0"/>
                    </a:moveTo>
                    <a:cubicBezTo>
                      <a:pt x="48" y="0"/>
                      <a:pt x="0" y="48"/>
                      <a:pt x="0" y="108"/>
                    </a:cubicBezTo>
                    <a:cubicBezTo>
                      <a:pt x="0" y="169"/>
                      <a:pt x="48" y="217"/>
                      <a:pt x="108" y="217"/>
                    </a:cubicBezTo>
                    <a:cubicBezTo>
                      <a:pt x="169" y="217"/>
                      <a:pt x="217" y="169"/>
                      <a:pt x="217" y="108"/>
                    </a:cubicBezTo>
                    <a:cubicBezTo>
                      <a:pt x="217" y="48"/>
                      <a:pt x="169" y="0"/>
                      <a:pt x="108" y="0"/>
                    </a:cubicBezTo>
                    <a:close/>
                    <a:moveTo>
                      <a:pt x="126" y="53"/>
                    </a:moveTo>
                    <a:cubicBezTo>
                      <a:pt x="134" y="53"/>
                      <a:pt x="134" y="53"/>
                      <a:pt x="134" y="53"/>
                    </a:cubicBezTo>
                    <a:cubicBezTo>
                      <a:pt x="134" y="82"/>
                      <a:pt x="134" y="82"/>
                      <a:pt x="134" y="82"/>
                    </a:cubicBezTo>
                    <a:cubicBezTo>
                      <a:pt x="134" y="83"/>
                      <a:pt x="134" y="83"/>
                      <a:pt x="134" y="84"/>
                    </a:cubicBezTo>
                    <a:cubicBezTo>
                      <a:pt x="134" y="84"/>
                      <a:pt x="135" y="84"/>
                      <a:pt x="136" y="84"/>
                    </a:cubicBezTo>
                    <a:cubicBezTo>
                      <a:pt x="136" y="84"/>
                      <a:pt x="137" y="84"/>
                      <a:pt x="138" y="84"/>
                    </a:cubicBezTo>
                    <a:cubicBezTo>
                      <a:pt x="139" y="83"/>
                      <a:pt x="139" y="82"/>
                      <a:pt x="140" y="82"/>
                    </a:cubicBezTo>
                    <a:cubicBezTo>
                      <a:pt x="140" y="53"/>
                      <a:pt x="140" y="53"/>
                      <a:pt x="140" y="53"/>
                    </a:cubicBezTo>
                    <a:cubicBezTo>
                      <a:pt x="148" y="53"/>
                      <a:pt x="148" y="53"/>
                      <a:pt x="148" y="53"/>
                    </a:cubicBezTo>
                    <a:cubicBezTo>
                      <a:pt x="148" y="91"/>
                      <a:pt x="148" y="91"/>
                      <a:pt x="148" y="91"/>
                    </a:cubicBezTo>
                    <a:cubicBezTo>
                      <a:pt x="140" y="91"/>
                      <a:pt x="140" y="91"/>
                      <a:pt x="140" y="91"/>
                    </a:cubicBezTo>
                    <a:cubicBezTo>
                      <a:pt x="140" y="86"/>
                      <a:pt x="140" y="86"/>
                      <a:pt x="140" y="86"/>
                    </a:cubicBezTo>
                    <a:cubicBezTo>
                      <a:pt x="139" y="88"/>
                      <a:pt x="137" y="89"/>
                      <a:pt x="136" y="90"/>
                    </a:cubicBezTo>
                    <a:cubicBezTo>
                      <a:pt x="134" y="91"/>
                      <a:pt x="133" y="91"/>
                      <a:pt x="131" y="91"/>
                    </a:cubicBezTo>
                    <a:cubicBezTo>
                      <a:pt x="130" y="91"/>
                      <a:pt x="128" y="91"/>
                      <a:pt x="127" y="89"/>
                    </a:cubicBezTo>
                    <a:cubicBezTo>
                      <a:pt x="126" y="88"/>
                      <a:pt x="126" y="87"/>
                      <a:pt x="126" y="84"/>
                    </a:cubicBezTo>
                    <a:lnTo>
                      <a:pt x="126" y="53"/>
                    </a:lnTo>
                    <a:close/>
                    <a:moveTo>
                      <a:pt x="98" y="62"/>
                    </a:moveTo>
                    <a:cubicBezTo>
                      <a:pt x="98" y="59"/>
                      <a:pt x="99" y="57"/>
                      <a:pt x="101" y="55"/>
                    </a:cubicBezTo>
                    <a:cubicBezTo>
                      <a:pt x="103" y="53"/>
                      <a:pt x="106" y="52"/>
                      <a:pt x="109" y="52"/>
                    </a:cubicBezTo>
                    <a:cubicBezTo>
                      <a:pt x="112" y="52"/>
                      <a:pt x="115" y="53"/>
                      <a:pt x="117" y="55"/>
                    </a:cubicBezTo>
                    <a:cubicBezTo>
                      <a:pt x="119" y="57"/>
                      <a:pt x="120" y="59"/>
                      <a:pt x="120" y="62"/>
                    </a:cubicBezTo>
                    <a:cubicBezTo>
                      <a:pt x="120" y="81"/>
                      <a:pt x="120" y="81"/>
                      <a:pt x="120" y="81"/>
                    </a:cubicBezTo>
                    <a:cubicBezTo>
                      <a:pt x="120" y="84"/>
                      <a:pt x="119" y="87"/>
                      <a:pt x="117" y="89"/>
                    </a:cubicBezTo>
                    <a:cubicBezTo>
                      <a:pt x="115" y="91"/>
                      <a:pt x="112" y="91"/>
                      <a:pt x="109" y="91"/>
                    </a:cubicBezTo>
                    <a:cubicBezTo>
                      <a:pt x="105" y="91"/>
                      <a:pt x="103" y="91"/>
                      <a:pt x="101" y="89"/>
                    </a:cubicBezTo>
                    <a:cubicBezTo>
                      <a:pt x="99" y="87"/>
                      <a:pt x="98" y="84"/>
                      <a:pt x="98" y="81"/>
                    </a:cubicBezTo>
                    <a:lnTo>
                      <a:pt x="98" y="62"/>
                    </a:lnTo>
                    <a:close/>
                    <a:moveTo>
                      <a:pt x="77" y="40"/>
                    </a:moveTo>
                    <a:cubicBezTo>
                      <a:pt x="83" y="60"/>
                      <a:pt x="83" y="60"/>
                      <a:pt x="83" y="60"/>
                    </a:cubicBezTo>
                    <a:cubicBezTo>
                      <a:pt x="83" y="60"/>
                      <a:pt x="83" y="60"/>
                      <a:pt x="83" y="60"/>
                    </a:cubicBezTo>
                    <a:cubicBezTo>
                      <a:pt x="88" y="40"/>
                      <a:pt x="88" y="40"/>
                      <a:pt x="88" y="40"/>
                    </a:cubicBezTo>
                    <a:cubicBezTo>
                      <a:pt x="97" y="40"/>
                      <a:pt x="97" y="40"/>
                      <a:pt x="97" y="40"/>
                    </a:cubicBezTo>
                    <a:cubicBezTo>
                      <a:pt x="87" y="70"/>
                      <a:pt x="87" y="70"/>
                      <a:pt x="87" y="70"/>
                    </a:cubicBezTo>
                    <a:cubicBezTo>
                      <a:pt x="87" y="91"/>
                      <a:pt x="87" y="91"/>
                      <a:pt x="87" y="91"/>
                    </a:cubicBezTo>
                    <a:cubicBezTo>
                      <a:pt x="79" y="91"/>
                      <a:pt x="79" y="91"/>
                      <a:pt x="79" y="91"/>
                    </a:cubicBezTo>
                    <a:cubicBezTo>
                      <a:pt x="79" y="71"/>
                      <a:pt x="79" y="71"/>
                      <a:pt x="79" y="71"/>
                    </a:cubicBezTo>
                    <a:cubicBezTo>
                      <a:pt x="68" y="40"/>
                      <a:pt x="68" y="40"/>
                      <a:pt x="68" y="40"/>
                    </a:cubicBezTo>
                    <a:lnTo>
                      <a:pt x="77" y="40"/>
                    </a:lnTo>
                    <a:close/>
                    <a:moveTo>
                      <a:pt x="177" y="146"/>
                    </a:moveTo>
                    <a:cubicBezTo>
                      <a:pt x="177" y="160"/>
                      <a:pt x="166" y="171"/>
                      <a:pt x="152" y="171"/>
                    </a:cubicBezTo>
                    <a:cubicBezTo>
                      <a:pt x="68" y="171"/>
                      <a:pt x="68" y="171"/>
                      <a:pt x="68" y="171"/>
                    </a:cubicBezTo>
                    <a:cubicBezTo>
                      <a:pt x="54" y="171"/>
                      <a:pt x="43" y="160"/>
                      <a:pt x="43" y="146"/>
                    </a:cubicBezTo>
                    <a:cubicBezTo>
                      <a:pt x="43" y="127"/>
                      <a:pt x="43" y="127"/>
                      <a:pt x="43" y="127"/>
                    </a:cubicBezTo>
                    <a:cubicBezTo>
                      <a:pt x="43" y="113"/>
                      <a:pt x="54" y="102"/>
                      <a:pt x="68" y="102"/>
                    </a:cubicBezTo>
                    <a:cubicBezTo>
                      <a:pt x="152" y="102"/>
                      <a:pt x="152" y="102"/>
                      <a:pt x="152" y="102"/>
                    </a:cubicBezTo>
                    <a:cubicBezTo>
                      <a:pt x="166" y="102"/>
                      <a:pt x="177" y="113"/>
                      <a:pt x="177" y="127"/>
                    </a:cubicBezTo>
                    <a:lnTo>
                      <a:pt x="177" y="146"/>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66" name="Freeform 16"/>
              <p:cNvSpPr>
                <a:spLocks noEditPoints="1"/>
              </p:cNvSpPr>
              <p:nvPr/>
            </p:nvSpPr>
            <p:spPr bwMode="auto">
              <a:xfrm>
                <a:off x="4697413" y="4705350"/>
                <a:ext cx="84138" cy="150812"/>
              </a:xfrm>
              <a:custGeom>
                <a:avLst/>
                <a:gdLst>
                  <a:gd name="T0" fmla="*/ 10 w 20"/>
                  <a:gd name="T1" fmla="*/ 0 h 36"/>
                  <a:gd name="T2" fmla="*/ 3 w 20"/>
                  <a:gd name="T3" fmla="*/ 3 h 36"/>
                  <a:gd name="T4" fmla="*/ 0 w 20"/>
                  <a:gd name="T5" fmla="*/ 10 h 36"/>
                  <a:gd name="T6" fmla="*/ 0 w 20"/>
                  <a:gd name="T7" fmla="*/ 25 h 36"/>
                  <a:gd name="T8" fmla="*/ 2 w 20"/>
                  <a:gd name="T9" fmla="*/ 33 h 36"/>
                  <a:gd name="T10" fmla="*/ 9 w 20"/>
                  <a:gd name="T11" fmla="*/ 36 h 36"/>
                  <a:gd name="T12" fmla="*/ 17 w 20"/>
                  <a:gd name="T13" fmla="*/ 33 h 36"/>
                  <a:gd name="T14" fmla="*/ 20 w 20"/>
                  <a:gd name="T15" fmla="*/ 25 h 36"/>
                  <a:gd name="T16" fmla="*/ 20 w 20"/>
                  <a:gd name="T17" fmla="*/ 23 h 36"/>
                  <a:gd name="T18" fmla="*/ 13 w 20"/>
                  <a:gd name="T19" fmla="*/ 23 h 36"/>
                  <a:gd name="T20" fmla="*/ 13 w 20"/>
                  <a:gd name="T21" fmla="*/ 25 h 36"/>
                  <a:gd name="T22" fmla="*/ 12 w 20"/>
                  <a:gd name="T23" fmla="*/ 29 h 36"/>
                  <a:gd name="T24" fmla="*/ 10 w 20"/>
                  <a:gd name="T25" fmla="*/ 30 h 36"/>
                  <a:gd name="T26" fmla="*/ 7 w 20"/>
                  <a:gd name="T27" fmla="*/ 29 h 36"/>
                  <a:gd name="T28" fmla="*/ 7 w 20"/>
                  <a:gd name="T29" fmla="*/ 25 h 36"/>
                  <a:gd name="T30" fmla="*/ 7 w 20"/>
                  <a:gd name="T31" fmla="*/ 19 h 36"/>
                  <a:gd name="T32" fmla="*/ 20 w 20"/>
                  <a:gd name="T33" fmla="*/ 19 h 36"/>
                  <a:gd name="T34" fmla="*/ 20 w 20"/>
                  <a:gd name="T35" fmla="*/ 10 h 36"/>
                  <a:gd name="T36" fmla="*/ 17 w 20"/>
                  <a:gd name="T37" fmla="*/ 3 h 36"/>
                  <a:gd name="T38" fmla="*/ 10 w 20"/>
                  <a:gd name="T39" fmla="*/ 0 h 36"/>
                  <a:gd name="T40" fmla="*/ 13 w 20"/>
                  <a:gd name="T41" fmla="*/ 13 h 36"/>
                  <a:gd name="T42" fmla="*/ 7 w 20"/>
                  <a:gd name="T43" fmla="*/ 13 h 36"/>
                  <a:gd name="T44" fmla="*/ 7 w 20"/>
                  <a:gd name="T45" fmla="*/ 10 h 36"/>
                  <a:gd name="T46" fmla="*/ 7 w 20"/>
                  <a:gd name="T47" fmla="*/ 7 h 36"/>
                  <a:gd name="T48" fmla="*/ 10 w 20"/>
                  <a:gd name="T49" fmla="*/ 6 h 36"/>
                  <a:gd name="T50" fmla="*/ 12 w 20"/>
                  <a:gd name="T51" fmla="*/ 7 h 36"/>
                  <a:gd name="T52" fmla="*/ 13 w 20"/>
                  <a:gd name="T53" fmla="*/ 10 h 36"/>
                  <a:gd name="T54" fmla="*/ 13 w 20"/>
                  <a:gd name="T55" fmla="*/ 1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0" h="36">
                    <a:moveTo>
                      <a:pt x="10" y="0"/>
                    </a:moveTo>
                    <a:cubicBezTo>
                      <a:pt x="7" y="0"/>
                      <a:pt x="4" y="1"/>
                      <a:pt x="3" y="3"/>
                    </a:cubicBezTo>
                    <a:cubicBezTo>
                      <a:pt x="1" y="5"/>
                      <a:pt x="0" y="7"/>
                      <a:pt x="0" y="10"/>
                    </a:cubicBezTo>
                    <a:cubicBezTo>
                      <a:pt x="0" y="25"/>
                      <a:pt x="0" y="25"/>
                      <a:pt x="0" y="25"/>
                    </a:cubicBezTo>
                    <a:cubicBezTo>
                      <a:pt x="0" y="28"/>
                      <a:pt x="1" y="31"/>
                      <a:pt x="2" y="33"/>
                    </a:cubicBezTo>
                    <a:cubicBezTo>
                      <a:pt x="4" y="35"/>
                      <a:pt x="6" y="36"/>
                      <a:pt x="9" y="36"/>
                    </a:cubicBezTo>
                    <a:cubicBezTo>
                      <a:pt x="13" y="36"/>
                      <a:pt x="15" y="35"/>
                      <a:pt x="17" y="33"/>
                    </a:cubicBezTo>
                    <a:cubicBezTo>
                      <a:pt x="19" y="31"/>
                      <a:pt x="20" y="29"/>
                      <a:pt x="20" y="25"/>
                    </a:cubicBezTo>
                    <a:cubicBezTo>
                      <a:pt x="20" y="23"/>
                      <a:pt x="20" y="23"/>
                      <a:pt x="20" y="23"/>
                    </a:cubicBezTo>
                    <a:cubicBezTo>
                      <a:pt x="13" y="23"/>
                      <a:pt x="13" y="23"/>
                      <a:pt x="13" y="23"/>
                    </a:cubicBezTo>
                    <a:cubicBezTo>
                      <a:pt x="13" y="25"/>
                      <a:pt x="13" y="25"/>
                      <a:pt x="13" y="25"/>
                    </a:cubicBezTo>
                    <a:cubicBezTo>
                      <a:pt x="13" y="27"/>
                      <a:pt x="12" y="28"/>
                      <a:pt x="12" y="29"/>
                    </a:cubicBezTo>
                    <a:cubicBezTo>
                      <a:pt x="11" y="29"/>
                      <a:pt x="11" y="30"/>
                      <a:pt x="10" y="30"/>
                    </a:cubicBezTo>
                    <a:cubicBezTo>
                      <a:pt x="8" y="30"/>
                      <a:pt x="8" y="29"/>
                      <a:pt x="7" y="29"/>
                    </a:cubicBezTo>
                    <a:cubicBezTo>
                      <a:pt x="7" y="28"/>
                      <a:pt x="7" y="27"/>
                      <a:pt x="7" y="25"/>
                    </a:cubicBezTo>
                    <a:cubicBezTo>
                      <a:pt x="7" y="19"/>
                      <a:pt x="7" y="19"/>
                      <a:pt x="7" y="19"/>
                    </a:cubicBezTo>
                    <a:cubicBezTo>
                      <a:pt x="20" y="19"/>
                      <a:pt x="20" y="19"/>
                      <a:pt x="20" y="19"/>
                    </a:cubicBezTo>
                    <a:cubicBezTo>
                      <a:pt x="20" y="10"/>
                      <a:pt x="20" y="10"/>
                      <a:pt x="20" y="10"/>
                    </a:cubicBezTo>
                    <a:cubicBezTo>
                      <a:pt x="20" y="7"/>
                      <a:pt x="19" y="4"/>
                      <a:pt x="17" y="3"/>
                    </a:cubicBezTo>
                    <a:cubicBezTo>
                      <a:pt x="15" y="1"/>
                      <a:pt x="13" y="0"/>
                      <a:pt x="10" y="0"/>
                    </a:cubicBezTo>
                    <a:close/>
                    <a:moveTo>
                      <a:pt x="13" y="13"/>
                    </a:moveTo>
                    <a:cubicBezTo>
                      <a:pt x="7" y="13"/>
                      <a:pt x="7" y="13"/>
                      <a:pt x="7" y="13"/>
                    </a:cubicBezTo>
                    <a:cubicBezTo>
                      <a:pt x="7" y="10"/>
                      <a:pt x="7" y="10"/>
                      <a:pt x="7" y="10"/>
                    </a:cubicBezTo>
                    <a:cubicBezTo>
                      <a:pt x="7" y="9"/>
                      <a:pt x="7" y="8"/>
                      <a:pt x="7" y="7"/>
                    </a:cubicBezTo>
                    <a:cubicBezTo>
                      <a:pt x="8" y="6"/>
                      <a:pt x="9" y="6"/>
                      <a:pt x="10" y="6"/>
                    </a:cubicBezTo>
                    <a:cubicBezTo>
                      <a:pt x="11" y="6"/>
                      <a:pt x="11" y="6"/>
                      <a:pt x="12" y="7"/>
                    </a:cubicBezTo>
                    <a:cubicBezTo>
                      <a:pt x="12" y="8"/>
                      <a:pt x="13" y="9"/>
                      <a:pt x="13" y="10"/>
                    </a:cubicBezTo>
                    <a:lnTo>
                      <a:pt x="13" y="13"/>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grpSp>
        <p:sp>
          <p:nvSpPr>
            <p:cNvPr id="32" name="Freeform 32"/>
            <p:cNvSpPr>
              <a:spLocks noEditPoints="1"/>
            </p:cNvSpPr>
            <p:nvPr/>
          </p:nvSpPr>
          <p:spPr bwMode="auto">
            <a:xfrm>
              <a:off x="5156013" y="2683488"/>
              <a:ext cx="738859" cy="370112"/>
            </a:xfrm>
            <a:custGeom>
              <a:avLst/>
              <a:gdLst>
                <a:gd name="T0" fmla="*/ 101 w 238"/>
                <a:gd name="T1" fmla="*/ 35 h 119"/>
                <a:gd name="T2" fmla="*/ 190 w 238"/>
                <a:gd name="T3" fmla="*/ 50 h 119"/>
                <a:gd name="T4" fmla="*/ 157 w 238"/>
                <a:gd name="T5" fmla="*/ 59 h 119"/>
                <a:gd name="T6" fmla="*/ 147 w 238"/>
                <a:gd name="T7" fmla="*/ 41 h 119"/>
                <a:gd name="T8" fmla="*/ 116 w 238"/>
                <a:gd name="T9" fmla="*/ 41 h 119"/>
                <a:gd name="T10" fmla="*/ 139 w 238"/>
                <a:gd name="T11" fmla="*/ 87 h 119"/>
                <a:gd name="T12" fmla="*/ 238 w 238"/>
                <a:gd name="T13" fmla="*/ 59 h 119"/>
                <a:gd name="T14" fmla="*/ 95 w 238"/>
                <a:gd name="T15" fmla="*/ 21 h 119"/>
                <a:gd name="T16" fmla="*/ 93 w 238"/>
                <a:gd name="T17" fmla="*/ 21 h 119"/>
                <a:gd name="T18" fmla="*/ 83 w 238"/>
                <a:gd name="T19" fmla="*/ 0 h 119"/>
                <a:gd name="T20" fmla="*/ 52 w 238"/>
                <a:gd name="T21" fmla="*/ 4 h 119"/>
                <a:gd name="T22" fmla="*/ 65 w 238"/>
                <a:gd name="T23" fmla="*/ 29 h 119"/>
                <a:gd name="T24" fmla="*/ 29 w 238"/>
                <a:gd name="T25" fmla="*/ 119 h 119"/>
                <a:gd name="T26" fmla="*/ 128 w 238"/>
                <a:gd name="T27" fmla="*/ 91 h 119"/>
                <a:gd name="T28" fmla="*/ 101 w 238"/>
                <a:gd name="T29" fmla="*/ 35 h 119"/>
                <a:gd name="T30" fmla="*/ 56 w 238"/>
                <a:gd name="T31" fmla="*/ 86 h 119"/>
                <a:gd name="T32" fmla="*/ 74 w 238"/>
                <a:gd name="T33" fmla="*/ 47 h 119"/>
                <a:gd name="T34" fmla="*/ 89 w 238"/>
                <a:gd name="T35" fmla="*/ 78 h 119"/>
                <a:gd name="T36" fmla="*/ 56 w 238"/>
                <a:gd name="T37" fmla="*/ 86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119">
                  <a:moveTo>
                    <a:pt x="101" y="35"/>
                  </a:moveTo>
                  <a:cubicBezTo>
                    <a:pt x="149" y="21"/>
                    <a:pt x="190" y="50"/>
                    <a:pt x="190" y="50"/>
                  </a:cubicBezTo>
                  <a:cubicBezTo>
                    <a:pt x="157" y="59"/>
                    <a:pt x="157" y="59"/>
                    <a:pt x="157" y="59"/>
                  </a:cubicBezTo>
                  <a:cubicBezTo>
                    <a:pt x="147" y="41"/>
                    <a:pt x="147" y="41"/>
                    <a:pt x="147" y="41"/>
                  </a:cubicBezTo>
                  <a:cubicBezTo>
                    <a:pt x="138" y="40"/>
                    <a:pt x="127" y="39"/>
                    <a:pt x="116" y="41"/>
                  </a:cubicBezTo>
                  <a:cubicBezTo>
                    <a:pt x="139" y="87"/>
                    <a:pt x="139" y="87"/>
                    <a:pt x="139" y="87"/>
                  </a:cubicBezTo>
                  <a:cubicBezTo>
                    <a:pt x="238" y="59"/>
                    <a:pt x="238" y="59"/>
                    <a:pt x="238" y="59"/>
                  </a:cubicBezTo>
                  <a:cubicBezTo>
                    <a:pt x="238" y="59"/>
                    <a:pt x="202" y="3"/>
                    <a:pt x="95" y="21"/>
                  </a:cubicBezTo>
                  <a:cubicBezTo>
                    <a:pt x="95" y="21"/>
                    <a:pt x="94" y="21"/>
                    <a:pt x="93" y="21"/>
                  </a:cubicBezTo>
                  <a:cubicBezTo>
                    <a:pt x="83" y="0"/>
                    <a:pt x="83" y="0"/>
                    <a:pt x="83" y="0"/>
                  </a:cubicBezTo>
                  <a:cubicBezTo>
                    <a:pt x="52" y="4"/>
                    <a:pt x="52" y="4"/>
                    <a:pt x="52" y="4"/>
                  </a:cubicBezTo>
                  <a:cubicBezTo>
                    <a:pt x="65" y="29"/>
                    <a:pt x="65" y="29"/>
                    <a:pt x="65" y="29"/>
                  </a:cubicBezTo>
                  <a:cubicBezTo>
                    <a:pt x="0" y="56"/>
                    <a:pt x="29" y="119"/>
                    <a:pt x="29" y="119"/>
                  </a:cubicBezTo>
                  <a:cubicBezTo>
                    <a:pt x="128" y="91"/>
                    <a:pt x="128" y="91"/>
                    <a:pt x="128" y="91"/>
                  </a:cubicBezTo>
                  <a:lnTo>
                    <a:pt x="101" y="35"/>
                  </a:lnTo>
                  <a:close/>
                  <a:moveTo>
                    <a:pt x="56" y="86"/>
                  </a:moveTo>
                  <a:cubicBezTo>
                    <a:pt x="56" y="86"/>
                    <a:pt x="46" y="65"/>
                    <a:pt x="74" y="47"/>
                  </a:cubicBezTo>
                  <a:cubicBezTo>
                    <a:pt x="89" y="78"/>
                    <a:pt x="89" y="78"/>
                    <a:pt x="89" y="78"/>
                  </a:cubicBezTo>
                  <a:lnTo>
                    <a:pt x="56" y="86"/>
                  </a:lnTo>
                  <a:close/>
                </a:path>
              </a:pathLst>
            </a:custGeom>
            <a:solidFill>
              <a:schemeClr val="accent4"/>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33" name="Freeform 39"/>
            <p:cNvSpPr/>
            <p:nvPr/>
          </p:nvSpPr>
          <p:spPr bwMode="auto">
            <a:xfrm>
              <a:off x="6180312" y="2414422"/>
              <a:ext cx="646061" cy="622729"/>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chemeClr val="accent4"/>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34" name="Freeform 5"/>
            <p:cNvSpPr>
              <a:spLocks noEditPoints="1"/>
            </p:cNvSpPr>
            <p:nvPr/>
          </p:nvSpPr>
          <p:spPr bwMode="auto">
            <a:xfrm>
              <a:off x="7740719" y="1831487"/>
              <a:ext cx="360863" cy="359394"/>
            </a:xfrm>
            <a:custGeom>
              <a:avLst/>
              <a:gdLst>
                <a:gd name="T0" fmla="*/ 168 w 175"/>
                <a:gd name="T1" fmla="*/ 53 h 174"/>
                <a:gd name="T2" fmla="*/ 149 w 175"/>
                <a:gd name="T3" fmla="*/ 25 h 174"/>
                <a:gd name="T4" fmla="*/ 121 w 175"/>
                <a:gd name="T5" fmla="*/ 6 h 174"/>
                <a:gd name="T6" fmla="*/ 87 w 175"/>
                <a:gd name="T7" fmla="*/ 0 h 174"/>
                <a:gd name="T8" fmla="*/ 53 w 175"/>
                <a:gd name="T9" fmla="*/ 6 h 174"/>
                <a:gd name="T10" fmla="*/ 26 w 175"/>
                <a:gd name="T11" fmla="*/ 25 h 174"/>
                <a:gd name="T12" fmla="*/ 7 w 175"/>
                <a:gd name="T13" fmla="*/ 53 h 174"/>
                <a:gd name="T14" fmla="*/ 0 w 175"/>
                <a:gd name="T15" fmla="*/ 87 h 174"/>
                <a:gd name="T16" fmla="*/ 7 w 175"/>
                <a:gd name="T17" fmla="*/ 121 h 174"/>
                <a:gd name="T18" fmla="*/ 26 w 175"/>
                <a:gd name="T19" fmla="*/ 149 h 174"/>
                <a:gd name="T20" fmla="*/ 53 w 175"/>
                <a:gd name="T21" fmla="*/ 167 h 174"/>
                <a:gd name="T22" fmla="*/ 87 w 175"/>
                <a:gd name="T23" fmla="*/ 174 h 174"/>
                <a:gd name="T24" fmla="*/ 121 w 175"/>
                <a:gd name="T25" fmla="*/ 167 h 174"/>
                <a:gd name="T26" fmla="*/ 149 w 175"/>
                <a:gd name="T27" fmla="*/ 149 h 174"/>
                <a:gd name="T28" fmla="*/ 168 w 175"/>
                <a:gd name="T29" fmla="*/ 121 h 174"/>
                <a:gd name="T30" fmla="*/ 175 w 175"/>
                <a:gd name="T31" fmla="*/ 87 h 174"/>
                <a:gd name="T32" fmla="*/ 162 w 175"/>
                <a:gd name="T33" fmla="*/ 86 h 174"/>
                <a:gd name="T34" fmla="*/ 108 w 175"/>
                <a:gd name="T35" fmla="*/ 80 h 174"/>
                <a:gd name="T36" fmla="*/ 145 w 175"/>
                <a:gd name="T37" fmla="*/ 40 h 174"/>
                <a:gd name="T38" fmla="*/ 137 w 175"/>
                <a:gd name="T39" fmla="*/ 31 h 174"/>
                <a:gd name="T40" fmla="*/ 70 w 175"/>
                <a:gd name="T41" fmla="*/ 14 h 174"/>
                <a:gd name="T42" fmla="*/ 137 w 175"/>
                <a:gd name="T43" fmla="*/ 31 h 174"/>
                <a:gd name="T44" fmla="*/ 70 w 175"/>
                <a:gd name="T45" fmla="*/ 14 h 174"/>
                <a:gd name="T46" fmla="*/ 70 w 175"/>
                <a:gd name="T47" fmla="*/ 14 h 174"/>
                <a:gd name="T48" fmla="*/ 83 w 175"/>
                <a:gd name="T49" fmla="*/ 62 h 174"/>
                <a:gd name="T50" fmla="*/ 56 w 175"/>
                <a:gd name="T51" fmla="*/ 19 h 174"/>
                <a:gd name="T52" fmla="*/ 13 w 175"/>
                <a:gd name="T53" fmla="*/ 85 h 174"/>
                <a:gd name="T54" fmla="*/ 96 w 175"/>
                <a:gd name="T55" fmla="*/ 87 h 174"/>
                <a:gd name="T56" fmla="*/ 32 w 175"/>
                <a:gd name="T57" fmla="*/ 137 h 174"/>
                <a:gd name="T58" fmla="*/ 13 w 175"/>
                <a:gd name="T59" fmla="*/ 87 h 174"/>
                <a:gd name="T60" fmla="*/ 40 w 175"/>
                <a:gd name="T61" fmla="*/ 144 h 174"/>
                <a:gd name="T62" fmla="*/ 100 w 175"/>
                <a:gd name="T63" fmla="*/ 99 h 174"/>
                <a:gd name="T64" fmla="*/ 117 w 175"/>
                <a:gd name="T65" fmla="*/ 156 h 174"/>
                <a:gd name="T66" fmla="*/ 129 w 175"/>
                <a:gd name="T67" fmla="*/ 149 h 174"/>
                <a:gd name="T68" fmla="*/ 161 w 175"/>
                <a:gd name="T69" fmla="*/ 9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5" h="174">
                  <a:moveTo>
                    <a:pt x="173" y="69"/>
                  </a:moveTo>
                  <a:cubicBezTo>
                    <a:pt x="172" y="64"/>
                    <a:pt x="170" y="58"/>
                    <a:pt x="168" y="53"/>
                  </a:cubicBezTo>
                  <a:cubicBezTo>
                    <a:pt x="166" y="48"/>
                    <a:pt x="163" y="43"/>
                    <a:pt x="160" y="38"/>
                  </a:cubicBezTo>
                  <a:cubicBezTo>
                    <a:pt x="157" y="33"/>
                    <a:pt x="153" y="29"/>
                    <a:pt x="149" y="25"/>
                  </a:cubicBezTo>
                  <a:cubicBezTo>
                    <a:pt x="145" y="21"/>
                    <a:pt x="141" y="18"/>
                    <a:pt x="136" y="14"/>
                  </a:cubicBezTo>
                  <a:cubicBezTo>
                    <a:pt x="132" y="11"/>
                    <a:pt x="127" y="9"/>
                    <a:pt x="121" y="6"/>
                  </a:cubicBezTo>
                  <a:cubicBezTo>
                    <a:pt x="116" y="4"/>
                    <a:pt x="111" y="2"/>
                    <a:pt x="105" y="1"/>
                  </a:cubicBezTo>
                  <a:cubicBezTo>
                    <a:pt x="99" y="0"/>
                    <a:pt x="93" y="0"/>
                    <a:pt x="87" y="0"/>
                  </a:cubicBezTo>
                  <a:cubicBezTo>
                    <a:pt x="82" y="0"/>
                    <a:pt x="76" y="0"/>
                    <a:pt x="70" y="1"/>
                  </a:cubicBezTo>
                  <a:cubicBezTo>
                    <a:pt x="64" y="2"/>
                    <a:pt x="59" y="4"/>
                    <a:pt x="53" y="6"/>
                  </a:cubicBezTo>
                  <a:cubicBezTo>
                    <a:pt x="48" y="9"/>
                    <a:pt x="43" y="11"/>
                    <a:pt x="39" y="14"/>
                  </a:cubicBezTo>
                  <a:cubicBezTo>
                    <a:pt x="34" y="18"/>
                    <a:pt x="30" y="21"/>
                    <a:pt x="26" y="25"/>
                  </a:cubicBezTo>
                  <a:cubicBezTo>
                    <a:pt x="22" y="29"/>
                    <a:pt x="18" y="33"/>
                    <a:pt x="15" y="38"/>
                  </a:cubicBezTo>
                  <a:cubicBezTo>
                    <a:pt x="12" y="43"/>
                    <a:pt x="9" y="48"/>
                    <a:pt x="7" y="53"/>
                  </a:cubicBezTo>
                  <a:cubicBezTo>
                    <a:pt x="5" y="58"/>
                    <a:pt x="3" y="64"/>
                    <a:pt x="2" y="69"/>
                  </a:cubicBezTo>
                  <a:cubicBezTo>
                    <a:pt x="1" y="75"/>
                    <a:pt x="0" y="81"/>
                    <a:pt x="0" y="87"/>
                  </a:cubicBezTo>
                  <a:cubicBezTo>
                    <a:pt x="0" y="93"/>
                    <a:pt x="1" y="99"/>
                    <a:pt x="2" y="105"/>
                  </a:cubicBezTo>
                  <a:cubicBezTo>
                    <a:pt x="3" y="110"/>
                    <a:pt x="5" y="116"/>
                    <a:pt x="7" y="121"/>
                  </a:cubicBezTo>
                  <a:cubicBezTo>
                    <a:pt x="9" y="126"/>
                    <a:pt x="12" y="131"/>
                    <a:pt x="15" y="136"/>
                  </a:cubicBezTo>
                  <a:cubicBezTo>
                    <a:pt x="18" y="140"/>
                    <a:pt x="22" y="145"/>
                    <a:pt x="26" y="149"/>
                  </a:cubicBezTo>
                  <a:cubicBezTo>
                    <a:pt x="30" y="153"/>
                    <a:pt x="34" y="156"/>
                    <a:pt x="39" y="159"/>
                  </a:cubicBezTo>
                  <a:cubicBezTo>
                    <a:pt x="43" y="163"/>
                    <a:pt x="48" y="165"/>
                    <a:pt x="53" y="167"/>
                  </a:cubicBezTo>
                  <a:cubicBezTo>
                    <a:pt x="59" y="170"/>
                    <a:pt x="64" y="171"/>
                    <a:pt x="70" y="173"/>
                  </a:cubicBezTo>
                  <a:cubicBezTo>
                    <a:pt x="76" y="174"/>
                    <a:pt x="82" y="174"/>
                    <a:pt x="87" y="174"/>
                  </a:cubicBezTo>
                  <a:cubicBezTo>
                    <a:pt x="93" y="174"/>
                    <a:pt x="99" y="174"/>
                    <a:pt x="105" y="173"/>
                  </a:cubicBezTo>
                  <a:cubicBezTo>
                    <a:pt x="111" y="171"/>
                    <a:pt x="116" y="170"/>
                    <a:pt x="121" y="167"/>
                  </a:cubicBezTo>
                  <a:cubicBezTo>
                    <a:pt x="127" y="165"/>
                    <a:pt x="132" y="163"/>
                    <a:pt x="136" y="159"/>
                  </a:cubicBezTo>
                  <a:cubicBezTo>
                    <a:pt x="141" y="156"/>
                    <a:pt x="145" y="153"/>
                    <a:pt x="149" y="149"/>
                  </a:cubicBezTo>
                  <a:cubicBezTo>
                    <a:pt x="153" y="145"/>
                    <a:pt x="157" y="140"/>
                    <a:pt x="160" y="136"/>
                  </a:cubicBezTo>
                  <a:cubicBezTo>
                    <a:pt x="163" y="131"/>
                    <a:pt x="166" y="126"/>
                    <a:pt x="168" y="121"/>
                  </a:cubicBezTo>
                  <a:cubicBezTo>
                    <a:pt x="170" y="116"/>
                    <a:pt x="172" y="110"/>
                    <a:pt x="173" y="105"/>
                  </a:cubicBezTo>
                  <a:cubicBezTo>
                    <a:pt x="174" y="99"/>
                    <a:pt x="175" y="93"/>
                    <a:pt x="175" y="87"/>
                  </a:cubicBezTo>
                  <a:cubicBezTo>
                    <a:pt x="175" y="81"/>
                    <a:pt x="174" y="75"/>
                    <a:pt x="173" y="69"/>
                  </a:cubicBezTo>
                  <a:close/>
                  <a:moveTo>
                    <a:pt x="162" y="86"/>
                  </a:moveTo>
                  <a:cubicBezTo>
                    <a:pt x="161" y="86"/>
                    <a:pt x="136" y="81"/>
                    <a:pt x="110" y="84"/>
                  </a:cubicBezTo>
                  <a:cubicBezTo>
                    <a:pt x="110" y="82"/>
                    <a:pt x="109" y="81"/>
                    <a:pt x="108" y="80"/>
                  </a:cubicBezTo>
                  <a:cubicBezTo>
                    <a:pt x="107" y="76"/>
                    <a:pt x="105" y="73"/>
                    <a:pt x="104" y="69"/>
                  </a:cubicBezTo>
                  <a:cubicBezTo>
                    <a:pt x="133" y="57"/>
                    <a:pt x="145" y="40"/>
                    <a:pt x="145" y="40"/>
                  </a:cubicBezTo>
                  <a:cubicBezTo>
                    <a:pt x="156" y="52"/>
                    <a:pt x="162" y="68"/>
                    <a:pt x="162" y="86"/>
                  </a:cubicBezTo>
                  <a:close/>
                  <a:moveTo>
                    <a:pt x="137" y="31"/>
                  </a:moveTo>
                  <a:cubicBezTo>
                    <a:pt x="137" y="31"/>
                    <a:pt x="126" y="47"/>
                    <a:pt x="98" y="58"/>
                  </a:cubicBezTo>
                  <a:cubicBezTo>
                    <a:pt x="85" y="35"/>
                    <a:pt x="71" y="16"/>
                    <a:pt x="70" y="14"/>
                  </a:cubicBezTo>
                  <a:cubicBezTo>
                    <a:pt x="76" y="13"/>
                    <a:pt x="81" y="12"/>
                    <a:pt x="87" y="12"/>
                  </a:cubicBezTo>
                  <a:cubicBezTo>
                    <a:pt x="106" y="12"/>
                    <a:pt x="124" y="19"/>
                    <a:pt x="137" y="31"/>
                  </a:cubicBezTo>
                  <a:close/>
                  <a:moveTo>
                    <a:pt x="70" y="14"/>
                  </a:moveTo>
                  <a:cubicBezTo>
                    <a:pt x="70" y="14"/>
                    <a:pt x="70" y="14"/>
                    <a:pt x="70" y="14"/>
                  </a:cubicBezTo>
                  <a:cubicBezTo>
                    <a:pt x="70" y="14"/>
                    <a:pt x="69" y="15"/>
                    <a:pt x="69" y="15"/>
                  </a:cubicBezTo>
                  <a:cubicBezTo>
                    <a:pt x="69" y="15"/>
                    <a:pt x="70" y="15"/>
                    <a:pt x="70" y="14"/>
                  </a:cubicBezTo>
                  <a:close/>
                  <a:moveTo>
                    <a:pt x="56" y="19"/>
                  </a:moveTo>
                  <a:cubicBezTo>
                    <a:pt x="57" y="21"/>
                    <a:pt x="70" y="39"/>
                    <a:pt x="83" y="62"/>
                  </a:cubicBezTo>
                  <a:cubicBezTo>
                    <a:pt x="47" y="72"/>
                    <a:pt x="16" y="72"/>
                    <a:pt x="14" y="72"/>
                  </a:cubicBezTo>
                  <a:cubicBezTo>
                    <a:pt x="19" y="48"/>
                    <a:pt x="35" y="29"/>
                    <a:pt x="56" y="19"/>
                  </a:cubicBezTo>
                  <a:close/>
                  <a:moveTo>
                    <a:pt x="13" y="87"/>
                  </a:moveTo>
                  <a:cubicBezTo>
                    <a:pt x="13" y="86"/>
                    <a:pt x="13" y="85"/>
                    <a:pt x="13" y="85"/>
                  </a:cubicBezTo>
                  <a:cubicBezTo>
                    <a:pt x="14" y="85"/>
                    <a:pt x="51" y="85"/>
                    <a:pt x="90" y="74"/>
                  </a:cubicBezTo>
                  <a:cubicBezTo>
                    <a:pt x="92" y="78"/>
                    <a:pt x="94" y="82"/>
                    <a:pt x="96" y="87"/>
                  </a:cubicBezTo>
                  <a:cubicBezTo>
                    <a:pt x="95" y="87"/>
                    <a:pt x="94" y="87"/>
                    <a:pt x="93" y="88"/>
                  </a:cubicBezTo>
                  <a:cubicBezTo>
                    <a:pt x="52" y="101"/>
                    <a:pt x="32" y="137"/>
                    <a:pt x="32" y="137"/>
                  </a:cubicBezTo>
                  <a:cubicBezTo>
                    <a:pt x="32" y="137"/>
                    <a:pt x="32" y="137"/>
                    <a:pt x="32" y="137"/>
                  </a:cubicBezTo>
                  <a:cubicBezTo>
                    <a:pt x="20" y="124"/>
                    <a:pt x="13" y="106"/>
                    <a:pt x="13" y="87"/>
                  </a:cubicBezTo>
                  <a:close/>
                  <a:moveTo>
                    <a:pt x="87" y="162"/>
                  </a:moveTo>
                  <a:cubicBezTo>
                    <a:pt x="69" y="162"/>
                    <a:pt x="53" y="155"/>
                    <a:pt x="40" y="144"/>
                  </a:cubicBezTo>
                  <a:cubicBezTo>
                    <a:pt x="41" y="145"/>
                    <a:pt x="42" y="146"/>
                    <a:pt x="42" y="146"/>
                  </a:cubicBezTo>
                  <a:cubicBezTo>
                    <a:pt x="42" y="146"/>
                    <a:pt x="56" y="115"/>
                    <a:pt x="100" y="99"/>
                  </a:cubicBezTo>
                  <a:cubicBezTo>
                    <a:pt x="100" y="99"/>
                    <a:pt x="100" y="99"/>
                    <a:pt x="101" y="99"/>
                  </a:cubicBezTo>
                  <a:cubicBezTo>
                    <a:pt x="111" y="126"/>
                    <a:pt x="115" y="149"/>
                    <a:pt x="117" y="156"/>
                  </a:cubicBezTo>
                  <a:cubicBezTo>
                    <a:pt x="108" y="159"/>
                    <a:pt x="98" y="162"/>
                    <a:pt x="87" y="162"/>
                  </a:cubicBezTo>
                  <a:close/>
                  <a:moveTo>
                    <a:pt x="129" y="149"/>
                  </a:moveTo>
                  <a:cubicBezTo>
                    <a:pt x="128" y="144"/>
                    <a:pt x="124" y="122"/>
                    <a:pt x="115" y="96"/>
                  </a:cubicBezTo>
                  <a:cubicBezTo>
                    <a:pt x="139" y="92"/>
                    <a:pt x="160" y="98"/>
                    <a:pt x="161" y="99"/>
                  </a:cubicBezTo>
                  <a:cubicBezTo>
                    <a:pt x="158" y="120"/>
                    <a:pt x="146" y="138"/>
                    <a:pt x="129" y="149"/>
                  </a:cubicBezTo>
                  <a:close/>
                </a:path>
              </a:pathLst>
            </a:custGeom>
            <a:solidFill>
              <a:schemeClr val="accent2"/>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35" name="Freeform 21"/>
            <p:cNvSpPr/>
            <p:nvPr/>
          </p:nvSpPr>
          <p:spPr bwMode="auto">
            <a:xfrm>
              <a:off x="5384766" y="4065346"/>
              <a:ext cx="708318" cy="704976"/>
            </a:xfrm>
            <a:custGeom>
              <a:avLst/>
              <a:gdLst>
                <a:gd name="T0" fmla="*/ 114 w 228"/>
                <a:gd name="T1" fmla="*/ 0 h 227"/>
                <a:gd name="T2" fmla="*/ 0 w 228"/>
                <a:gd name="T3" fmla="*/ 114 h 227"/>
                <a:gd name="T4" fmla="*/ 68 w 228"/>
                <a:gd name="T5" fmla="*/ 218 h 227"/>
                <a:gd name="T6" fmla="*/ 70 w 228"/>
                <a:gd name="T7" fmla="*/ 192 h 227"/>
                <a:gd name="T8" fmla="*/ 85 w 228"/>
                <a:gd name="T9" fmla="*/ 130 h 227"/>
                <a:gd name="T10" fmla="*/ 81 w 228"/>
                <a:gd name="T11" fmla="*/ 112 h 227"/>
                <a:gd name="T12" fmla="*/ 103 w 228"/>
                <a:gd name="T13" fmla="*/ 82 h 227"/>
                <a:gd name="T14" fmla="*/ 119 w 228"/>
                <a:gd name="T15" fmla="*/ 99 h 227"/>
                <a:gd name="T16" fmla="*/ 109 w 228"/>
                <a:gd name="T17" fmla="*/ 140 h 227"/>
                <a:gd name="T18" fmla="*/ 127 w 228"/>
                <a:gd name="T19" fmla="*/ 162 h 227"/>
                <a:gd name="T20" fmla="*/ 163 w 228"/>
                <a:gd name="T21" fmla="*/ 101 h 227"/>
                <a:gd name="T22" fmla="*/ 115 w 228"/>
                <a:gd name="T23" fmla="*/ 57 h 227"/>
                <a:gd name="T24" fmla="*/ 59 w 228"/>
                <a:gd name="T25" fmla="*/ 112 h 227"/>
                <a:gd name="T26" fmla="*/ 67 w 228"/>
                <a:gd name="T27" fmla="*/ 134 h 227"/>
                <a:gd name="T28" fmla="*/ 68 w 228"/>
                <a:gd name="T29" fmla="*/ 141 h 227"/>
                <a:gd name="T30" fmla="*/ 66 w 228"/>
                <a:gd name="T31" fmla="*/ 150 h 227"/>
                <a:gd name="T32" fmla="*/ 60 w 228"/>
                <a:gd name="T33" fmla="*/ 153 h 227"/>
                <a:gd name="T34" fmla="*/ 37 w 228"/>
                <a:gd name="T35" fmla="*/ 109 h 227"/>
                <a:gd name="T36" fmla="*/ 118 w 228"/>
                <a:gd name="T37" fmla="*/ 38 h 227"/>
                <a:gd name="T38" fmla="*/ 191 w 228"/>
                <a:gd name="T39" fmla="*/ 103 h 227"/>
                <a:gd name="T40" fmla="*/ 129 w 228"/>
                <a:gd name="T41" fmla="*/ 181 h 227"/>
                <a:gd name="T42" fmla="*/ 101 w 228"/>
                <a:gd name="T43" fmla="*/ 167 h 227"/>
                <a:gd name="T44" fmla="*/ 93 w 228"/>
                <a:gd name="T45" fmla="*/ 198 h 227"/>
                <a:gd name="T46" fmla="*/ 82 w 228"/>
                <a:gd name="T47" fmla="*/ 223 h 227"/>
                <a:gd name="T48" fmla="*/ 114 w 228"/>
                <a:gd name="T49" fmla="*/ 227 h 227"/>
                <a:gd name="T50" fmla="*/ 228 w 228"/>
                <a:gd name="T51" fmla="*/ 114 h 227"/>
                <a:gd name="T52" fmla="*/ 114 w 228"/>
                <a:gd name="T53" fmla="*/ 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8" h="227">
                  <a:moveTo>
                    <a:pt x="114" y="0"/>
                  </a:moveTo>
                  <a:cubicBezTo>
                    <a:pt x="51" y="0"/>
                    <a:pt x="0" y="51"/>
                    <a:pt x="0" y="114"/>
                  </a:cubicBezTo>
                  <a:cubicBezTo>
                    <a:pt x="0" y="160"/>
                    <a:pt x="28" y="200"/>
                    <a:pt x="68" y="218"/>
                  </a:cubicBezTo>
                  <a:cubicBezTo>
                    <a:pt x="68" y="210"/>
                    <a:pt x="68" y="200"/>
                    <a:pt x="70" y="192"/>
                  </a:cubicBezTo>
                  <a:cubicBezTo>
                    <a:pt x="73" y="183"/>
                    <a:pt x="85" y="130"/>
                    <a:pt x="85" y="130"/>
                  </a:cubicBezTo>
                  <a:cubicBezTo>
                    <a:pt x="85" y="130"/>
                    <a:pt x="81" y="122"/>
                    <a:pt x="81" y="112"/>
                  </a:cubicBezTo>
                  <a:cubicBezTo>
                    <a:pt x="81" y="95"/>
                    <a:pt x="91" y="82"/>
                    <a:pt x="103" y="82"/>
                  </a:cubicBezTo>
                  <a:cubicBezTo>
                    <a:pt x="114" y="82"/>
                    <a:pt x="119" y="90"/>
                    <a:pt x="119" y="99"/>
                  </a:cubicBezTo>
                  <a:cubicBezTo>
                    <a:pt x="119" y="110"/>
                    <a:pt x="112" y="125"/>
                    <a:pt x="109" y="140"/>
                  </a:cubicBezTo>
                  <a:cubicBezTo>
                    <a:pt x="106" y="152"/>
                    <a:pt x="115" y="162"/>
                    <a:pt x="127" y="162"/>
                  </a:cubicBezTo>
                  <a:cubicBezTo>
                    <a:pt x="148" y="162"/>
                    <a:pt x="163" y="134"/>
                    <a:pt x="163" y="101"/>
                  </a:cubicBezTo>
                  <a:cubicBezTo>
                    <a:pt x="163" y="76"/>
                    <a:pt x="146" y="57"/>
                    <a:pt x="115" y="57"/>
                  </a:cubicBezTo>
                  <a:cubicBezTo>
                    <a:pt x="81" y="57"/>
                    <a:pt x="59" y="83"/>
                    <a:pt x="59" y="112"/>
                  </a:cubicBezTo>
                  <a:cubicBezTo>
                    <a:pt x="59" y="122"/>
                    <a:pt x="62" y="129"/>
                    <a:pt x="67" y="134"/>
                  </a:cubicBezTo>
                  <a:cubicBezTo>
                    <a:pt x="69" y="137"/>
                    <a:pt x="69" y="138"/>
                    <a:pt x="68" y="141"/>
                  </a:cubicBezTo>
                  <a:cubicBezTo>
                    <a:pt x="68" y="143"/>
                    <a:pt x="67" y="148"/>
                    <a:pt x="66" y="150"/>
                  </a:cubicBezTo>
                  <a:cubicBezTo>
                    <a:pt x="65" y="153"/>
                    <a:pt x="63" y="154"/>
                    <a:pt x="60" y="153"/>
                  </a:cubicBezTo>
                  <a:cubicBezTo>
                    <a:pt x="44" y="146"/>
                    <a:pt x="37" y="129"/>
                    <a:pt x="37" y="109"/>
                  </a:cubicBezTo>
                  <a:cubicBezTo>
                    <a:pt x="37" y="77"/>
                    <a:pt x="64" y="38"/>
                    <a:pt x="118" y="38"/>
                  </a:cubicBezTo>
                  <a:cubicBezTo>
                    <a:pt x="162" y="38"/>
                    <a:pt x="191" y="70"/>
                    <a:pt x="191" y="103"/>
                  </a:cubicBezTo>
                  <a:cubicBezTo>
                    <a:pt x="191" y="148"/>
                    <a:pt x="166" y="181"/>
                    <a:pt x="129" y="181"/>
                  </a:cubicBezTo>
                  <a:cubicBezTo>
                    <a:pt x="117" y="181"/>
                    <a:pt x="105" y="175"/>
                    <a:pt x="101" y="167"/>
                  </a:cubicBezTo>
                  <a:cubicBezTo>
                    <a:pt x="101" y="167"/>
                    <a:pt x="95" y="193"/>
                    <a:pt x="93" y="198"/>
                  </a:cubicBezTo>
                  <a:cubicBezTo>
                    <a:pt x="91" y="207"/>
                    <a:pt x="86" y="216"/>
                    <a:pt x="82" y="223"/>
                  </a:cubicBezTo>
                  <a:cubicBezTo>
                    <a:pt x="92" y="226"/>
                    <a:pt x="103" y="227"/>
                    <a:pt x="114" y="227"/>
                  </a:cubicBezTo>
                  <a:cubicBezTo>
                    <a:pt x="177" y="227"/>
                    <a:pt x="228" y="176"/>
                    <a:pt x="228" y="114"/>
                  </a:cubicBezTo>
                  <a:cubicBezTo>
                    <a:pt x="228" y="51"/>
                    <a:pt x="177" y="0"/>
                    <a:pt x="114" y="0"/>
                  </a:cubicBezTo>
                  <a:close/>
                </a:path>
              </a:pathLst>
            </a:custGeom>
            <a:solidFill>
              <a:schemeClr val="accent2"/>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36" name="Freeform 22"/>
            <p:cNvSpPr>
              <a:spLocks noEditPoints="1"/>
            </p:cNvSpPr>
            <p:nvPr/>
          </p:nvSpPr>
          <p:spPr bwMode="auto">
            <a:xfrm>
              <a:off x="7533276" y="2329107"/>
              <a:ext cx="633139" cy="632129"/>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chemeClr val="accent2"/>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grpSp>
          <p:nvGrpSpPr>
            <p:cNvPr id="37" name="Group 86"/>
            <p:cNvGrpSpPr/>
            <p:nvPr/>
          </p:nvGrpSpPr>
          <p:grpSpPr>
            <a:xfrm>
              <a:off x="6310702" y="1157213"/>
              <a:ext cx="570884" cy="531082"/>
              <a:chOff x="3338513" y="696913"/>
              <a:chExt cx="771525" cy="717550"/>
            </a:xfrm>
            <a:solidFill>
              <a:schemeClr val="accent2"/>
            </a:solidFill>
          </p:grpSpPr>
          <p:sp>
            <p:nvSpPr>
              <p:cNvPr id="59" name="Freeform 23"/>
              <p:cNvSpPr/>
              <p:nvPr/>
            </p:nvSpPr>
            <p:spPr bwMode="auto">
              <a:xfrm>
                <a:off x="3586163" y="696913"/>
                <a:ext cx="523875" cy="717550"/>
              </a:xfrm>
              <a:custGeom>
                <a:avLst/>
                <a:gdLst>
                  <a:gd name="T0" fmla="*/ 115 w 125"/>
                  <a:gd name="T1" fmla="*/ 63 h 171"/>
                  <a:gd name="T2" fmla="*/ 69 w 125"/>
                  <a:gd name="T3" fmla="*/ 63 h 171"/>
                  <a:gd name="T4" fmla="*/ 85 w 125"/>
                  <a:gd name="T5" fmla="*/ 32 h 171"/>
                  <a:gd name="T6" fmla="*/ 74 w 125"/>
                  <a:gd name="T7" fmla="*/ 0 h 171"/>
                  <a:gd name="T8" fmla="*/ 61 w 125"/>
                  <a:gd name="T9" fmla="*/ 21 h 171"/>
                  <a:gd name="T10" fmla="*/ 37 w 125"/>
                  <a:gd name="T11" fmla="*/ 53 h 171"/>
                  <a:gd name="T12" fmla="*/ 0 w 125"/>
                  <a:gd name="T13" fmla="*/ 70 h 171"/>
                  <a:gd name="T14" fmla="*/ 0 w 125"/>
                  <a:gd name="T15" fmla="*/ 71 h 171"/>
                  <a:gd name="T16" fmla="*/ 0 w 125"/>
                  <a:gd name="T17" fmla="*/ 148 h 171"/>
                  <a:gd name="T18" fmla="*/ 26 w 125"/>
                  <a:gd name="T19" fmla="*/ 155 h 171"/>
                  <a:gd name="T20" fmla="*/ 76 w 125"/>
                  <a:gd name="T21" fmla="*/ 171 h 171"/>
                  <a:gd name="T22" fmla="*/ 91 w 125"/>
                  <a:gd name="T23" fmla="*/ 147 h 171"/>
                  <a:gd name="T24" fmla="*/ 103 w 125"/>
                  <a:gd name="T25" fmla="*/ 121 h 171"/>
                  <a:gd name="T26" fmla="*/ 107 w 125"/>
                  <a:gd name="T27" fmla="*/ 91 h 171"/>
                  <a:gd name="T28" fmla="*/ 115 w 125"/>
                  <a:gd name="T29" fmla="*/ 6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5" h="171">
                    <a:moveTo>
                      <a:pt x="115" y="63"/>
                    </a:moveTo>
                    <a:cubicBezTo>
                      <a:pt x="105" y="57"/>
                      <a:pt x="69" y="63"/>
                      <a:pt x="69" y="63"/>
                    </a:cubicBezTo>
                    <a:cubicBezTo>
                      <a:pt x="75" y="59"/>
                      <a:pt x="85" y="38"/>
                      <a:pt x="85" y="32"/>
                    </a:cubicBezTo>
                    <a:cubicBezTo>
                      <a:pt x="86" y="19"/>
                      <a:pt x="83" y="0"/>
                      <a:pt x="74" y="0"/>
                    </a:cubicBezTo>
                    <a:cubicBezTo>
                      <a:pt x="64" y="0"/>
                      <a:pt x="62" y="16"/>
                      <a:pt x="61" y="21"/>
                    </a:cubicBezTo>
                    <a:cubicBezTo>
                      <a:pt x="59" y="35"/>
                      <a:pt x="46" y="48"/>
                      <a:pt x="37" y="53"/>
                    </a:cubicBezTo>
                    <a:cubicBezTo>
                      <a:pt x="25" y="60"/>
                      <a:pt x="16" y="66"/>
                      <a:pt x="0" y="70"/>
                    </a:cubicBezTo>
                    <a:cubicBezTo>
                      <a:pt x="0" y="70"/>
                      <a:pt x="0" y="71"/>
                      <a:pt x="0" y="71"/>
                    </a:cubicBezTo>
                    <a:cubicBezTo>
                      <a:pt x="0" y="148"/>
                      <a:pt x="0" y="148"/>
                      <a:pt x="0" y="148"/>
                    </a:cubicBezTo>
                    <a:cubicBezTo>
                      <a:pt x="9" y="148"/>
                      <a:pt x="18" y="150"/>
                      <a:pt x="26" y="155"/>
                    </a:cubicBezTo>
                    <a:cubicBezTo>
                      <a:pt x="43" y="164"/>
                      <a:pt x="56" y="171"/>
                      <a:pt x="76" y="171"/>
                    </a:cubicBezTo>
                    <a:cubicBezTo>
                      <a:pt x="106" y="171"/>
                      <a:pt x="103" y="148"/>
                      <a:pt x="91" y="147"/>
                    </a:cubicBezTo>
                    <a:cubicBezTo>
                      <a:pt x="115" y="148"/>
                      <a:pt x="117" y="128"/>
                      <a:pt x="103" y="121"/>
                    </a:cubicBezTo>
                    <a:cubicBezTo>
                      <a:pt x="125" y="121"/>
                      <a:pt x="122" y="93"/>
                      <a:pt x="107" y="91"/>
                    </a:cubicBezTo>
                    <a:cubicBezTo>
                      <a:pt x="124" y="92"/>
                      <a:pt x="125" y="70"/>
                      <a:pt x="115" y="63"/>
                    </a:cubicBez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60" name="Rectangle 24"/>
              <p:cNvSpPr>
                <a:spLocks noChangeArrowheads="1"/>
              </p:cNvSpPr>
              <p:nvPr/>
            </p:nvSpPr>
            <p:spPr bwMode="auto">
              <a:xfrm>
                <a:off x="3338513" y="960438"/>
                <a:ext cx="163513" cy="390525"/>
              </a:xfrm>
              <a:prstGeom prst="rect">
                <a:avLst/>
              </a:pr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grpSp>
        <p:grpSp>
          <p:nvGrpSpPr>
            <p:cNvPr id="38" name="Group 88"/>
            <p:cNvGrpSpPr/>
            <p:nvPr/>
          </p:nvGrpSpPr>
          <p:grpSpPr>
            <a:xfrm>
              <a:off x="5393196" y="1832768"/>
              <a:ext cx="760250" cy="712179"/>
              <a:chOff x="544513" y="3295650"/>
              <a:chExt cx="1325563" cy="1241425"/>
            </a:xfrm>
            <a:solidFill>
              <a:schemeClr val="accent2"/>
            </a:solidFill>
          </p:grpSpPr>
          <p:sp>
            <p:nvSpPr>
              <p:cNvPr id="56" name="Freeform 26"/>
              <p:cNvSpPr/>
              <p:nvPr/>
            </p:nvSpPr>
            <p:spPr bwMode="auto">
              <a:xfrm>
                <a:off x="692151" y="3351213"/>
                <a:ext cx="1077913" cy="1185862"/>
              </a:xfrm>
              <a:custGeom>
                <a:avLst/>
                <a:gdLst>
                  <a:gd name="T0" fmla="*/ 55 w 257"/>
                  <a:gd name="T1" fmla="*/ 128 h 283"/>
                  <a:gd name="T2" fmla="*/ 49 w 257"/>
                  <a:gd name="T3" fmla="*/ 128 h 283"/>
                  <a:gd name="T4" fmla="*/ 43 w 257"/>
                  <a:gd name="T5" fmla="*/ 129 h 283"/>
                  <a:gd name="T6" fmla="*/ 36 w 257"/>
                  <a:gd name="T7" fmla="*/ 133 h 283"/>
                  <a:gd name="T8" fmla="*/ 9 w 257"/>
                  <a:gd name="T9" fmla="*/ 145 h 283"/>
                  <a:gd name="T10" fmla="*/ 4 w 257"/>
                  <a:gd name="T11" fmla="*/ 167 h 283"/>
                  <a:gd name="T12" fmla="*/ 26 w 257"/>
                  <a:gd name="T13" fmla="*/ 218 h 283"/>
                  <a:gd name="T14" fmla="*/ 46 w 257"/>
                  <a:gd name="T15" fmla="*/ 229 h 283"/>
                  <a:gd name="T16" fmla="*/ 61 w 257"/>
                  <a:gd name="T17" fmla="*/ 223 h 283"/>
                  <a:gd name="T18" fmla="*/ 73 w 257"/>
                  <a:gd name="T19" fmla="*/ 243 h 283"/>
                  <a:gd name="T20" fmla="*/ 77 w 257"/>
                  <a:gd name="T21" fmla="*/ 240 h 283"/>
                  <a:gd name="T22" fmla="*/ 106 w 257"/>
                  <a:gd name="T23" fmla="*/ 273 h 283"/>
                  <a:gd name="T24" fmla="*/ 139 w 257"/>
                  <a:gd name="T25" fmla="*/ 275 h 283"/>
                  <a:gd name="T26" fmla="*/ 141 w 257"/>
                  <a:gd name="T27" fmla="*/ 242 h 283"/>
                  <a:gd name="T28" fmla="*/ 138 w 257"/>
                  <a:gd name="T29" fmla="*/ 239 h 283"/>
                  <a:gd name="T30" fmla="*/ 138 w 257"/>
                  <a:gd name="T31" fmla="*/ 239 h 283"/>
                  <a:gd name="T32" fmla="*/ 112 w 257"/>
                  <a:gd name="T33" fmla="*/ 209 h 283"/>
                  <a:gd name="T34" fmla="*/ 128 w 257"/>
                  <a:gd name="T35" fmla="*/ 194 h 283"/>
                  <a:gd name="T36" fmla="*/ 131 w 257"/>
                  <a:gd name="T37" fmla="*/ 193 h 283"/>
                  <a:gd name="T38" fmla="*/ 257 w 257"/>
                  <a:gd name="T39" fmla="*/ 188 h 283"/>
                  <a:gd name="T40" fmla="*/ 174 w 257"/>
                  <a:gd name="T41" fmla="*/ 0 h 283"/>
                  <a:gd name="T42" fmla="*/ 55 w 257"/>
                  <a:gd name="T43" fmla="*/ 128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7" h="283">
                    <a:moveTo>
                      <a:pt x="55" y="128"/>
                    </a:moveTo>
                    <a:cubicBezTo>
                      <a:pt x="53" y="127"/>
                      <a:pt x="51" y="127"/>
                      <a:pt x="49" y="128"/>
                    </a:cubicBezTo>
                    <a:cubicBezTo>
                      <a:pt x="47" y="128"/>
                      <a:pt x="45" y="128"/>
                      <a:pt x="43" y="129"/>
                    </a:cubicBezTo>
                    <a:cubicBezTo>
                      <a:pt x="41" y="130"/>
                      <a:pt x="38" y="131"/>
                      <a:pt x="36" y="133"/>
                    </a:cubicBezTo>
                    <a:cubicBezTo>
                      <a:pt x="9" y="145"/>
                      <a:pt x="9" y="145"/>
                      <a:pt x="9" y="145"/>
                    </a:cubicBezTo>
                    <a:cubicBezTo>
                      <a:pt x="2" y="148"/>
                      <a:pt x="0" y="158"/>
                      <a:pt x="4" y="167"/>
                    </a:cubicBezTo>
                    <a:cubicBezTo>
                      <a:pt x="26" y="218"/>
                      <a:pt x="26" y="218"/>
                      <a:pt x="26" y="218"/>
                    </a:cubicBezTo>
                    <a:cubicBezTo>
                      <a:pt x="30" y="227"/>
                      <a:pt x="39" y="232"/>
                      <a:pt x="46" y="229"/>
                    </a:cubicBezTo>
                    <a:cubicBezTo>
                      <a:pt x="61" y="223"/>
                      <a:pt x="61" y="223"/>
                      <a:pt x="61" y="223"/>
                    </a:cubicBezTo>
                    <a:cubicBezTo>
                      <a:pt x="73" y="243"/>
                      <a:pt x="73" y="243"/>
                      <a:pt x="73" y="243"/>
                    </a:cubicBezTo>
                    <a:cubicBezTo>
                      <a:pt x="77" y="240"/>
                      <a:pt x="77" y="240"/>
                      <a:pt x="77" y="240"/>
                    </a:cubicBezTo>
                    <a:cubicBezTo>
                      <a:pt x="106" y="273"/>
                      <a:pt x="106" y="273"/>
                      <a:pt x="106" y="273"/>
                    </a:cubicBezTo>
                    <a:cubicBezTo>
                      <a:pt x="115" y="282"/>
                      <a:pt x="129" y="283"/>
                      <a:pt x="139" y="275"/>
                    </a:cubicBezTo>
                    <a:cubicBezTo>
                      <a:pt x="149" y="266"/>
                      <a:pt x="149" y="251"/>
                      <a:pt x="141" y="242"/>
                    </a:cubicBezTo>
                    <a:cubicBezTo>
                      <a:pt x="138" y="239"/>
                      <a:pt x="138" y="239"/>
                      <a:pt x="138" y="239"/>
                    </a:cubicBezTo>
                    <a:cubicBezTo>
                      <a:pt x="138" y="239"/>
                      <a:pt x="138" y="239"/>
                      <a:pt x="138" y="239"/>
                    </a:cubicBezTo>
                    <a:cubicBezTo>
                      <a:pt x="112" y="209"/>
                      <a:pt x="112" y="209"/>
                      <a:pt x="112" y="209"/>
                    </a:cubicBezTo>
                    <a:cubicBezTo>
                      <a:pt x="128" y="194"/>
                      <a:pt x="128" y="194"/>
                      <a:pt x="128" y="194"/>
                    </a:cubicBezTo>
                    <a:cubicBezTo>
                      <a:pt x="129" y="194"/>
                      <a:pt x="130" y="193"/>
                      <a:pt x="131" y="193"/>
                    </a:cubicBezTo>
                    <a:cubicBezTo>
                      <a:pt x="197" y="178"/>
                      <a:pt x="257" y="188"/>
                      <a:pt x="257" y="188"/>
                    </a:cubicBezTo>
                    <a:cubicBezTo>
                      <a:pt x="174" y="0"/>
                      <a:pt x="174" y="0"/>
                      <a:pt x="174" y="0"/>
                    </a:cubicBezTo>
                    <a:cubicBezTo>
                      <a:pt x="161" y="54"/>
                      <a:pt x="86" y="108"/>
                      <a:pt x="55" y="128"/>
                    </a:cubicBez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57" name="Freeform 27"/>
              <p:cNvSpPr/>
              <p:nvPr/>
            </p:nvSpPr>
            <p:spPr bwMode="auto">
              <a:xfrm>
                <a:off x="1446213" y="3295650"/>
                <a:ext cx="423863" cy="865187"/>
              </a:xfrm>
              <a:custGeom>
                <a:avLst/>
                <a:gdLst>
                  <a:gd name="T0" fmla="*/ 0 w 267"/>
                  <a:gd name="T1" fmla="*/ 16 h 545"/>
                  <a:gd name="T2" fmla="*/ 233 w 267"/>
                  <a:gd name="T3" fmla="*/ 545 h 545"/>
                  <a:gd name="T4" fmla="*/ 267 w 267"/>
                  <a:gd name="T5" fmla="*/ 531 h 545"/>
                  <a:gd name="T6" fmla="*/ 32 w 267"/>
                  <a:gd name="T7" fmla="*/ 0 h 545"/>
                  <a:gd name="T8" fmla="*/ 0 w 267"/>
                  <a:gd name="T9" fmla="*/ 16 h 545"/>
                </a:gdLst>
                <a:ahLst/>
                <a:cxnLst>
                  <a:cxn ang="0">
                    <a:pos x="T0" y="T1"/>
                  </a:cxn>
                  <a:cxn ang="0">
                    <a:pos x="T2" y="T3"/>
                  </a:cxn>
                  <a:cxn ang="0">
                    <a:pos x="T4" y="T5"/>
                  </a:cxn>
                  <a:cxn ang="0">
                    <a:pos x="T6" y="T7"/>
                  </a:cxn>
                  <a:cxn ang="0">
                    <a:pos x="T8" y="T9"/>
                  </a:cxn>
                </a:cxnLst>
                <a:rect l="0" t="0" r="r" b="b"/>
                <a:pathLst>
                  <a:path w="267" h="545">
                    <a:moveTo>
                      <a:pt x="0" y="16"/>
                    </a:moveTo>
                    <a:lnTo>
                      <a:pt x="233" y="545"/>
                    </a:lnTo>
                    <a:lnTo>
                      <a:pt x="267" y="531"/>
                    </a:lnTo>
                    <a:lnTo>
                      <a:pt x="32" y="0"/>
                    </a:lnTo>
                    <a:lnTo>
                      <a:pt x="0" y="16"/>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58" name="Freeform 28"/>
              <p:cNvSpPr/>
              <p:nvPr/>
            </p:nvSpPr>
            <p:spPr bwMode="auto">
              <a:xfrm>
                <a:off x="544513" y="4021138"/>
                <a:ext cx="257175" cy="339725"/>
              </a:xfrm>
              <a:custGeom>
                <a:avLst/>
                <a:gdLst>
                  <a:gd name="T0" fmla="*/ 30 w 61"/>
                  <a:gd name="T1" fmla="*/ 10 h 81"/>
                  <a:gd name="T2" fmla="*/ 28 w 61"/>
                  <a:gd name="T3" fmla="*/ 0 h 81"/>
                  <a:gd name="T4" fmla="*/ 17 w 61"/>
                  <a:gd name="T5" fmla="*/ 5 h 81"/>
                  <a:gd name="T6" fmla="*/ 1 w 61"/>
                  <a:gd name="T7" fmla="*/ 32 h 81"/>
                  <a:gd name="T8" fmla="*/ 15 w 61"/>
                  <a:gd name="T9" fmla="*/ 26 h 81"/>
                  <a:gd name="T10" fmla="*/ 21 w 61"/>
                  <a:gd name="T11" fmla="*/ 28 h 81"/>
                  <a:gd name="T12" fmla="*/ 21 w 61"/>
                  <a:gd name="T13" fmla="*/ 29 h 81"/>
                  <a:gd name="T14" fmla="*/ 22 w 61"/>
                  <a:gd name="T15" fmla="*/ 29 h 81"/>
                  <a:gd name="T16" fmla="*/ 19 w 61"/>
                  <a:gd name="T17" fmla="*/ 35 h 81"/>
                  <a:gd name="T18" fmla="*/ 4 w 61"/>
                  <a:gd name="T19" fmla="*/ 42 h 81"/>
                  <a:gd name="T20" fmla="*/ 6 w 61"/>
                  <a:gd name="T21" fmla="*/ 47 h 81"/>
                  <a:gd name="T22" fmla="*/ 21 w 61"/>
                  <a:gd name="T23" fmla="*/ 40 h 81"/>
                  <a:gd name="T24" fmla="*/ 27 w 61"/>
                  <a:gd name="T25" fmla="*/ 42 h 81"/>
                  <a:gd name="T26" fmla="*/ 28 w 61"/>
                  <a:gd name="T27" fmla="*/ 43 h 81"/>
                  <a:gd name="T28" fmla="*/ 28 w 61"/>
                  <a:gd name="T29" fmla="*/ 43 h 81"/>
                  <a:gd name="T30" fmla="*/ 25 w 61"/>
                  <a:gd name="T31" fmla="*/ 49 h 81"/>
                  <a:gd name="T32" fmla="*/ 10 w 61"/>
                  <a:gd name="T33" fmla="*/ 56 h 81"/>
                  <a:gd name="T34" fmla="*/ 12 w 61"/>
                  <a:gd name="T35" fmla="*/ 61 h 81"/>
                  <a:gd name="T36" fmla="*/ 28 w 61"/>
                  <a:gd name="T37" fmla="*/ 54 h 81"/>
                  <a:gd name="T38" fmla="*/ 34 w 61"/>
                  <a:gd name="T39" fmla="*/ 56 h 81"/>
                  <a:gd name="T40" fmla="*/ 34 w 61"/>
                  <a:gd name="T41" fmla="*/ 56 h 81"/>
                  <a:gd name="T42" fmla="*/ 34 w 61"/>
                  <a:gd name="T43" fmla="*/ 57 h 81"/>
                  <a:gd name="T44" fmla="*/ 31 w 61"/>
                  <a:gd name="T45" fmla="*/ 63 h 81"/>
                  <a:gd name="T46" fmla="*/ 17 w 61"/>
                  <a:gd name="T47" fmla="*/ 69 h 81"/>
                  <a:gd name="T48" fmla="*/ 48 w 61"/>
                  <a:gd name="T49" fmla="*/ 76 h 81"/>
                  <a:gd name="T50" fmla="*/ 61 w 61"/>
                  <a:gd name="T51" fmla="*/ 71 h 81"/>
                  <a:gd name="T52" fmla="*/ 53 w 61"/>
                  <a:gd name="T53" fmla="*/ 61 h 81"/>
                  <a:gd name="T54" fmla="*/ 30 w 61"/>
                  <a:gd name="T55" fmla="*/ 1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1" h="81">
                    <a:moveTo>
                      <a:pt x="30" y="10"/>
                    </a:moveTo>
                    <a:cubicBezTo>
                      <a:pt x="29" y="6"/>
                      <a:pt x="28" y="3"/>
                      <a:pt x="28" y="0"/>
                    </a:cubicBezTo>
                    <a:cubicBezTo>
                      <a:pt x="17" y="5"/>
                      <a:pt x="17" y="5"/>
                      <a:pt x="17" y="5"/>
                    </a:cubicBezTo>
                    <a:cubicBezTo>
                      <a:pt x="6" y="10"/>
                      <a:pt x="0" y="21"/>
                      <a:pt x="1" y="32"/>
                    </a:cubicBezTo>
                    <a:cubicBezTo>
                      <a:pt x="15" y="26"/>
                      <a:pt x="15" y="26"/>
                      <a:pt x="15" y="26"/>
                    </a:cubicBezTo>
                    <a:cubicBezTo>
                      <a:pt x="18" y="25"/>
                      <a:pt x="20" y="26"/>
                      <a:pt x="21" y="28"/>
                    </a:cubicBezTo>
                    <a:cubicBezTo>
                      <a:pt x="21" y="29"/>
                      <a:pt x="21" y="29"/>
                      <a:pt x="21" y="29"/>
                    </a:cubicBezTo>
                    <a:cubicBezTo>
                      <a:pt x="21" y="29"/>
                      <a:pt x="22" y="29"/>
                      <a:pt x="22" y="29"/>
                    </a:cubicBezTo>
                    <a:cubicBezTo>
                      <a:pt x="23" y="31"/>
                      <a:pt x="22" y="34"/>
                      <a:pt x="19" y="35"/>
                    </a:cubicBezTo>
                    <a:cubicBezTo>
                      <a:pt x="4" y="42"/>
                      <a:pt x="4" y="42"/>
                      <a:pt x="4" y="42"/>
                    </a:cubicBezTo>
                    <a:cubicBezTo>
                      <a:pt x="6" y="47"/>
                      <a:pt x="6" y="47"/>
                      <a:pt x="6" y="47"/>
                    </a:cubicBezTo>
                    <a:cubicBezTo>
                      <a:pt x="21" y="40"/>
                      <a:pt x="21" y="40"/>
                      <a:pt x="21" y="40"/>
                    </a:cubicBezTo>
                    <a:cubicBezTo>
                      <a:pt x="24" y="39"/>
                      <a:pt x="26" y="40"/>
                      <a:pt x="27" y="42"/>
                    </a:cubicBezTo>
                    <a:cubicBezTo>
                      <a:pt x="27" y="42"/>
                      <a:pt x="27" y="43"/>
                      <a:pt x="28" y="43"/>
                    </a:cubicBezTo>
                    <a:cubicBezTo>
                      <a:pt x="28" y="43"/>
                      <a:pt x="28" y="43"/>
                      <a:pt x="28" y="43"/>
                    </a:cubicBezTo>
                    <a:cubicBezTo>
                      <a:pt x="29" y="45"/>
                      <a:pt x="28" y="48"/>
                      <a:pt x="25" y="49"/>
                    </a:cubicBezTo>
                    <a:cubicBezTo>
                      <a:pt x="10" y="56"/>
                      <a:pt x="10" y="56"/>
                      <a:pt x="10" y="56"/>
                    </a:cubicBezTo>
                    <a:cubicBezTo>
                      <a:pt x="12" y="61"/>
                      <a:pt x="12" y="61"/>
                      <a:pt x="12" y="61"/>
                    </a:cubicBezTo>
                    <a:cubicBezTo>
                      <a:pt x="28" y="54"/>
                      <a:pt x="28" y="54"/>
                      <a:pt x="28" y="54"/>
                    </a:cubicBezTo>
                    <a:cubicBezTo>
                      <a:pt x="30" y="53"/>
                      <a:pt x="33" y="54"/>
                      <a:pt x="34" y="56"/>
                    </a:cubicBezTo>
                    <a:cubicBezTo>
                      <a:pt x="34" y="56"/>
                      <a:pt x="34" y="56"/>
                      <a:pt x="34" y="56"/>
                    </a:cubicBezTo>
                    <a:cubicBezTo>
                      <a:pt x="34" y="57"/>
                      <a:pt x="34" y="57"/>
                      <a:pt x="34" y="57"/>
                    </a:cubicBezTo>
                    <a:cubicBezTo>
                      <a:pt x="35" y="59"/>
                      <a:pt x="34" y="62"/>
                      <a:pt x="31" y="63"/>
                    </a:cubicBezTo>
                    <a:cubicBezTo>
                      <a:pt x="17" y="69"/>
                      <a:pt x="17" y="69"/>
                      <a:pt x="17" y="69"/>
                    </a:cubicBezTo>
                    <a:cubicBezTo>
                      <a:pt x="24" y="78"/>
                      <a:pt x="37" y="81"/>
                      <a:pt x="48" y="76"/>
                    </a:cubicBezTo>
                    <a:cubicBezTo>
                      <a:pt x="61" y="71"/>
                      <a:pt x="61" y="71"/>
                      <a:pt x="61" y="71"/>
                    </a:cubicBezTo>
                    <a:cubicBezTo>
                      <a:pt x="58" y="68"/>
                      <a:pt x="55" y="65"/>
                      <a:pt x="53" y="61"/>
                    </a:cubicBezTo>
                    <a:lnTo>
                      <a:pt x="30" y="10"/>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grpSp>
        <p:sp>
          <p:nvSpPr>
            <p:cNvPr id="39" name="Freeform 52"/>
            <p:cNvSpPr/>
            <p:nvPr/>
          </p:nvSpPr>
          <p:spPr bwMode="auto">
            <a:xfrm>
              <a:off x="4156381" y="2029034"/>
              <a:ext cx="453417" cy="546356"/>
            </a:xfrm>
            <a:custGeom>
              <a:avLst/>
              <a:gdLst>
                <a:gd name="T0" fmla="*/ 60 w 146"/>
                <a:gd name="T1" fmla="*/ 173 h 176"/>
                <a:gd name="T2" fmla="*/ 40 w 146"/>
                <a:gd name="T3" fmla="*/ 173 h 176"/>
                <a:gd name="T4" fmla="*/ 38 w 146"/>
                <a:gd name="T5" fmla="*/ 172 h 176"/>
                <a:gd name="T6" fmla="*/ 17 w 146"/>
                <a:gd name="T7" fmla="*/ 122 h 176"/>
                <a:gd name="T8" fmla="*/ 40 w 146"/>
                <a:gd name="T9" fmla="*/ 62 h 176"/>
                <a:gd name="T10" fmla="*/ 55 w 146"/>
                <a:gd name="T11" fmla="*/ 24 h 176"/>
                <a:gd name="T12" fmla="*/ 103 w 146"/>
                <a:gd name="T13" fmla="*/ 9 h 176"/>
                <a:gd name="T14" fmla="*/ 141 w 146"/>
                <a:gd name="T15" fmla="*/ 53 h 176"/>
                <a:gd name="T16" fmla="*/ 108 w 146"/>
                <a:gd name="T17" fmla="*/ 142 h 176"/>
                <a:gd name="T18" fmla="*/ 98 w 146"/>
                <a:gd name="T19" fmla="*/ 146 h 176"/>
                <a:gd name="T20" fmla="*/ 94 w 146"/>
                <a:gd name="T21" fmla="*/ 137 h 176"/>
                <a:gd name="T22" fmla="*/ 127 w 146"/>
                <a:gd name="T23" fmla="*/ 49 h 176"/>
                <a:gd name="T24" fmla="*/ 98 w 146"/>
                <a:gd name="T25" fmla="*/ 23 h 176"/>
                <a:gd name="T26" fmla="*/ 69 w 146"/>
                <a:gd name="T27" fmla="*/ 30 h 176"/>
                <a:gd name="T28" fmla="*/ 54 w 146"/>
                <a:gd name="T29" fmla="*/ 67 h 176"/>
                <a:gd name="T30" fmla="*/ 30 w 146"/>
                <a:gd name="T31" fmla="*/ 127 h 176"/>
                <a:gd name="T32" fmla="*/ 44 w 146"/>
                <a:gd name="T33" fmla="*/ 159 h 176"/>
                <a:gd name="T34" fmla="*/ 45 w 146"/>
                <a:gd name="T35" fmla="*/ 159 h 176"/>
                <a:gd name="T36" fmla="*/ 61 w 146"/>
                <a:gd name="T37" fmla="*/ 151 h 176"/>
                <a:gd name="T38" fmla="*/ 67 w 146"/>
                <a:gd name="T39" fmla="*/ 135 h 176"/>
                <a:gd name="T40" fmla="*/ 93 w 146"/>
                <a:gd name="T41" fmla="*/ 68 h 176"/>
                <a:gd name="T42" fmla="*/ 91 w 146"/>
                <a:gd name="T43" fmla="*/ 58 h 176"/>
                <a:gd name="T44" fmla="*/ 82 w 146"/>
                <a:gd name="T45" fmla="*/ 67 h 176"/>
                <a:gd name="T46" fmla="*/ 57 w 146"/>
                <a:gd name="T47" fmla="*/ 130 h 176"/>
                <a:gd name="T48" fmla="*/ 48 w 146"/>
                <a:gd name="T49" fmla="*/ 134 h 176"/>
                <a:gd name="T50" fmla="*/ 44 w 146"/>
                <a:gd name="T51" fmla="*/ 124 h 176"/>
                <a:gd name="T52" fmla="*/ 68 w 146"/>
                <a:gd name="T53" fmla="*/ 62 h 176"/>
                <a:gd name="T54" fmla="*/ 96 w 146"/>
                <a:gd name="T55" fmla="*/ 44 h 176"/>
                <a:gd name="T56" fmla="*/ 107 w 146"/>
                <a:gd name="T57" fmla="*/ 72 h 176"/>
                <a:gd name="T58" fmla="*/ 80 w 146"/>
                <a:gd name="T59" fmla="*/ 141 h 176"/>
                <a:gd name="T60" fmla="*/ 74 w 146"/>
                <a:gd name="T61" fmla="*/ 156 h 176"/>
                <a:gd name="T62" fmla="*/ 60 w 146"/>
                <a:gd name="T63" fmla="*/ 17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6" h="176">
                  <a:moveTo>
                    <a:pt x="60" y="173"/>
                  </a:moveTo>
                  <a:cubicBezTo>
                    <a:pt x="54" y="176"/>
                    <a:pt x="47" y="176"/>
                    <a:pt x="40" y="173"/>
                  </a:cubicBezTo>
                  <a:cubicBezTo>
                    <a:pt x="38" y="172"/>
                    <a:pt x="38" y="172"/>
                    <a:pt x="38" y="172"/>
                  </a:cubicBezTo>
                  <a:cubicBezTo>
                    <a:pt x="31" y="169"/>
                    <a:pt x="0" y="160"/>
                    <a:pt x="17" y="122"/>
                  </a:cubicBezTo>
                  <a:cubicBezTo>
                    <a:pt x="24" y="106"/>
                    <a:pt x="31" y="84"/>
                    <a:pt x="40" y="62"/>
                  </a:cubicBezTo>
                  <a:cubicBezTo>
                    <a:pt x="45" y="50"/>
                    <a:pt x="50" y="37"/>
                    <a:pt x="55" y="24"/>
                  </a:cubicBezTo>
                  <a:cubicBezTo>
                    <a:pt x="64" y="1"/>
                    <a:pt x="78" y="0"/>
                    <a:pt x="103" y="9"/>
                  </a:cubicBezTo>
                  <a:cubicBezTo>
                    <a:pt x="133" y="20"/>
                    <a:pt x="146" y="39"/>
                    <a:pt x="141" y="53"/>
                  </a:cubicBezTo>
                  <a:cubicBezTo>
                    <a:pt x="135" y="73"/>
                    <a:pt x="109" y="139"/>
                    <a:pt x="108" y="142"/>
                  </a:cubicBezTo>
                  <a:cubicBezTo>
                    <a:pt x="106" y="146"/>
                    <a:pt x="102" y="148"/>
                    <a:pt x="98" y="146"/>
                  </a:cubicBezTo>
                  <a:cubicBezTo>
                    <a:pt x="95" y="145"/>
                    <a:pt x="93" y="141"/>
                    <a:pt x="94" y="137"/>
                  </a:cubicBezTo>
                  <a:cubicBezTo>
                    <a:pt x="94" y="136"/>
                    <a:pt x="121" y="68"/>
                    <a:pt x="127" y="49"/>
                  </a:cubicBezTo>
                  <a:cubicBezTo>
                    <a:pt x="129" y="45"/>
                    <a:pt x="124" y="32"/>
                    <a:pt x="98" y="23"/>
                  </a:cubicBezTo>
                  <a:cubicBezTo>
                    <a:pt x="83" y="17"/>
                    <a:pt x="76" y="10"/>
                    <a:pt x="69" y="30"/>
                  </a:cubicBezTo>
                  <a:cubicBezTo>
                    <a:pt x="64" y="42"/>
                    <a:pt x="59" y="55"/>
                    <a:pt x="54" y="67"/>
                  </a:cubicBezTo>
                  <a:cubicBezTo>
                    <a:pt x="45" y="90"/>
                    <a:pt x="37" y="111"/>
                    <a:pt x="30" y="127"/>
                  </a:cubicBezTo>
                  <a:cubicBezTo>
                    <a:pt x="20" y="152"/>
                    <a:pt x="36" y="155"/>
                    <a:pt x="44" y="159"/>
                  </a:cubicBezTo>
                  <a:cubicBezTo>
                    <a:pt x="45" y="159"/>
                    <a:pt x="45" y="159"/>
                    <a:pt x="45" y="159"/>
                  </a:cubicBezTo>
                  <a:cubicBezTo>
                    <a:pt x="52" y="162"/>
                    <a:pt x="56" y="161"/>
                    <a:pt x="61" y="151"/>
                  </a:cubicBezTo>
                  <a:cubicBezTo>
                    <a:pt x="62" y="148"/>
                    <a:pt x="64" y="142"/>
                    <a:pt x="67" y="135"/>
                  </a:cubicBezTo>
                  <a:cubicBezTo>
                    <a:pt x="75" y="115"/>
                    <a:pt x="91" y="77"/>
                    <a:pt x="93" y="68"/>
                  </a:cubicBezTo>
                  <a:cubicBezTo>
                    <a:pt x="94" y="65"/>
                    <a:pt x="94" y="59"/>
                    <a:pt x="91" y="58"/>
                  </a:cubicBezTo>
                  <a:cubicBezTo>
                    <a:pt x="87" y="56"/>
                    <a:pt x="83" y="65"/>
                    <a:pt x="82" y="67"/>
                  </a:cubicBezTo>
                  <a:cubicBezTo>
                    <a:pt x="72" y="95"/>
                    <a:pt x="58" y="130"/>
                    <a:pt x="57" y="130"/>
                  </a:cubicBezTo>
                  <a:cubicBezTo>
                    <a:pt x="56" y="134"/>
                    <a:pt x="52" y="135"/>
                    <a:pt x="48" y="134"/>
                  </a:cubicBezTo>
                  <a:cubicBezTo>
                    <a:pt x="44" y="132"/>
                    <a:pt x="42" y="128"/>
                    <a:pt x="44" y="124"/>
                  </a:cubicBezTo>
                  <a:cubicBezTo>
                    <a:pt x="44" y="124"/>
                    <a:pt x="58" y="90"/>
                    <a:pt x="68" y="62"/>
                  </a:cubicBezTo>
                  <a:cubicBezTo>
                    <a:pt x="75" y="45"/>
                    <a:pt x="87" y="41"/>
                    <a:pt x="96" y="44"/>
                  </a:cubicBezTo>
                  <a:cubicBezTo>
                    <a:pt x="106" y="47"/>
                    <a:pt x="110" y="62"/>
                    <a:pt x="107" y="72"/>
                  </a:cubicBezTo>
                  <a:cubicBezTo>
                    <a:pt x="105" y="81"/>
                    <a:pt x="93" y="111"/>
                    <a:pt x="80" y="141"/>
                  </a:cubicBezTo>
                  <a:cubicBezTo>
                    <a:pt x="78" y="148"/>
                    <a:pt x="75" y="154"/>
                    <a:pt x="74" y="156"/>
                  </a:cubicBezTo>
                  <a:cubicBezTo>
                    <a:pt x="71" y="165"/>
                    <a:pt x="66" y="171"/>
                    <a:pt x="60" y="173"/>
                  </a:cubicBezTo>
                  <a:close/>
                </a:path>
              </a:pathLst>
            </a:custGeom>
            <a:solidFill>
              <a:schemeClr val="accent2"/>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40" name="Freeform 52"/>
            <p:cNvSpPr/>
            <p:nvPr/>
          </p:nvSpPr>
          <p:spPr bwMode="auto">
            <a:xfrm>
              <a:off x="7244549" y="1499499"/>
              <a:ext cx="403418" cy="486108"/>
            </a:xfrm>
            <a:custGeom>
              <a:avLst/>
              <a:gdLst>
                <a:gd name="T0" fmla="*/ 60 w 146"/>
                <a:gd name="T1" fmla="*/ 173 h 176"/>
                <a:gd name="T2" fmla="*/ 40 w 146"/>
                <a:gd name="T3" fmla="*/ 173 h 176"/>
                <a:gd name="T4" fmla="*/ 38 w 146"/>
                <a:gd name="T5" fmla="*/ 172 h 176"/>
                <a:gd name="T6" fmla="*/ 17 w 146"/>
                <a:gd name="T7" fmla="*/ 122 h 176"/>
                <a:gd name="T8" fmla="*/ 40 w 146"/>
                <a:gd name="T9" fmla="*/ 62 h 176"/>
                <a:gd name="T10" fmla="*/ 55 w 146"/>
                <a:gd name="T11" fmla="*/ 24 h 176"/>
                <a:gd name="T12" fmla="*/ 103 w 146"/>
                <a:gd name="T13" fmla="*/ 9 h 176"/>
                <a:gd name="T14" fmla="*/ 141 w 146"/>
                <a:gd name="T15" fmla="*/ 53 h 176"/>
                <a:gd name="T16" fmla="*/ 108 w 146"/>
                <a:gd name="T17" fmla="*/ 142 h 176"/>
                <a:gd name="T18" fmla="*/ 98 w 146"/>
                <a:gd name="T19" fmla="*/ 146 h 176"/>
                <a:gd name="T20" fmla="*/ 94 w 146"/>
                <a:gd name="T21" fmla="*/ 137 h 176"/>
                <a:gd name="T22" fmla="*/ 127 w 146"/>
                <a:gd name="T23" fmla="*/ 49 h 176"/>
                <a:gd name="T24" fmla="*/ 98 w 146"/>
                <a:gd name="T25" fmla="*/ 23 h 176"/>
                <a:gd name="T26" fmla="*/ 69 w 146"/>
                <a:gd name="T27" fmla="*/ 30 h 176"/>
                <a:gd name="T28" fmla="*/ 54 w 146"/>
                <a:gd name="T29" fmla="*/ 67 h 176"/>
                <a:gd name="T30" fmla="*/ 30 w 146"/>
                <a:gd name="T31" fmla="*/ 127 h 176"/>
                <a:gd name="T32" fmla="*/ 44 w 146"/>
                <a:gd name="T33" fmla="*/ 159 h 176"/>
                <a:gd name="T34" fmla="*/ 45 w 146"/>
                <a:gd name="T35" fmla="*/ 159 h 176"/>
                <a:gd name="T36" fmla="*/ 61 w 146"/>
                <a:gd name="T37" fmla="*/ 151 h 176"/>
                <a:gd name="T38" fmla="*/ 67 w 146"/>
                <a:gd name="T39" fmla="*/ 135 h 176"/>
                <a:gd name="T40" fmla="*/ 93 w 146"/>
                <a:gd name="T41" fmla="*/ 68 h 176"/>
                <a:gd name="T42" fmla="*/ 91 w 146"/>
                <a:gd name="T43" fmla="*/ 58 h 176"/>
                <a:gd name="T44" fmla="*/ 82 w 146"/>
                <a:gd name="T45" fmla="*/ 67 h 176"/>
                <a:gd name="T46" fmla="*/ 57 w 146"/>
                <a:gd name="T47" fmla="*/ 130 h 176"/>
                <a:gd name="T48" fmla="*/ 48 w 146"/>
                <a:gd name="T49" fmla="*/ 134 h 176"/>
                <a:gd name="T50" fmla="*/ 44 w 146"/>
                <a:gd name="T51" fmla="*/ 124 h 176"/>
                <a:gd name="T52" fmla="*/ 68 w 146"/>
                <a:gd name="T53" fmla="*/ 62 h 176"/>
                <a:gd name="T54" fmla="*/ 96 w 146"/>
                <a:gd name="T55" fmla="*/ 44 h 176"/>
                <a:gd name="T56" fmla="*/ 107 w 146"/>
                <a:gd name="T57" fmla="*/ 72 h 176"/>
                <a:gd name="T58" fmla="*/ 80 w 146"/>
                <a:gd name="T59" fmla="*/ 141 h 176"/>
                <a:gd name="T60" fmla="*/ 74 w 146"/>
                <a:gd name="T61" fmla="*/ 156 h 176"/>
                <a:gd name="T62" fmla="*/ 60 w 146"/>
                <a:gd name="T63" fmla="*/ 17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6" h="176">
                  <a:moveTo>
                    <a:pt x="60" y="173"/>
                  </a:moveTo>
                  <a:cubicBezTo>
                    <a:pt x="54" y="176"/>
                    <a:pt x="47" y="176"/>
                    <a:pt x="40" y="173"/>
                  </a:cubicBezTo>
                  <a:cubicBezTo>
                    <a:pt x="38" y="172"/>
                    <a:pt x="38" y="172"/>
                    <a:pt x="38" y="172"/>
                  </a:cubicBezTo>
                  <a:cubicBezTo>
                    <a:pt x="31" y="169"/>
                    <a:pt x="0" y="160"/>
                    <a:pt x="17" y="122"/>
                  </a:cubicBezTo>
                  <a:cubicBezTo>
                    <a:pt x="24" y="106"/>
                    <a:pt x="31" y="84"/>
                    <a:pt x="40" y="62"/>
                  </a:cubicBezTo>
                  <a:cubicBezTo>
                    <a:pt x="45" y="50"/>
                    <a:pt x="50" y="37"/>
                    <a:pt x="55" y="24"/>
                  </a:cubicBezTo>
                  <a:cubicBezTo>
                    <a:pt x="64" y="1"/>
                    <a:pt x="78" y="0"/>
                    <a:pt x="103" y="9"/>
                  </a:cubicBezTo>
                  <a:cubicBezTo>
                    <a:pt x="133" y="20"/>
                    <a:pt x="146" y="39"/>
                    <a:pt x="141" y="53"/>
                  </a:cubicBezTo>
                  <a:cubicBezTo>
                    <a:pt x="135" y="73"/>
                    <a:pt x="109" y="139"/>
                    <a:pt x="108" y="142"/>
                  </a:cubicBezTo>
                  <a:cubicBezTo>
                    <a:pt x="106" y="146"/>
                    <a:pt x="102" y="148"/>
                    <a:pt x="98" y="146"/>
                  </a:cubicBezTo>
                  <a:cubicBezTo>
                    <a:pt x="95" y="145"/>
                    <a:pt x="93" y="141"/>
                    <a:pt x="94" y="137"/>
                  </a:cubicBezTo>
                  <a:cubicBezTo>
                    <a:pt x="94" y="136"/>
                    <a:pt x="121" y="68"/>
                    <a:pt x="127" y="49"/>
                  </a:cubicBezTo>
                  <a:cubicBezTo>
                    <a:pt x="129" y="45"/>
                    <a:pt x="124" y="32"/>
                    <a:pt x="98" y="23"/>
                  </a:cubicBezTo>
                  <a:cubicBezTo>
                    <a:pt x="83" y="17"/>
                    <a:pt x="76" y="10"/>
                    <a:pt x="69" y="30"/>
                  </a:cubicBezTo>
                  <a:cubicBezTo>
                    <a:pt x="64" y="42"/>
                    <a:pt x="59" y="55"/>
                    <a:pt x="54" y="67"/>
                  </a:cubicBezTo>
                  <a:cubicBezTo>
                    <a:pt x="45" y="90"/>
                    <a:pt x="37" y="111"/>
                    <a:pt x="30" y="127"/>
                  </a:cubicBezTo>
                  <a:cubicBezTo>
                    <a:pt x="20" y="152"/>
                    <a:pt x="36" y="155"/>
                    <a:pt x="44" y="159"/>
                  </a:cubicBezTo>
                  <a:cubicBezTo>
                    <a:pt x="45" y="159"/>
                    <a:pt x="45" y="159"/>
                    <a:pt x="45" y="159"/>
                  </a:cubicBezTo>
                  <a:cubicBezTo>
                    <a:pt x="52" y="162"/>
                    <a:pt x="56" y="161"/>
                    <a:pt x="61" y="151"/>
                  </a:cubicBezTo>
                  <a:cubicBezTo>
                    <a:pt x="62" y="148"/>
                    <a:pt x="64" y="142"/>
                    <a:pt x="67" y="135"/>
                  </a:cubicBezTo>
                  <a:cubicBezTo>
                    <a:pt x="75" y="115"/>
                    <a:pt x="91" y="77"/>
                    <a:pt x="93" y="68"/>
                  </a:cubicBezTo>
                  <a:cubicBezTo>
                    <a:pt x="94" y="65"/>
                    <a:pt x="94" y="59"/>
                    <a:pt x="91" y="58"/>
                  </a:cubicBezTo>
                  <a:cubicBezTo>
                    <a:pt x="87" y="56"/>
                    <a:pt x="83" y="65"/>
                    <a:pt x="82" y="67"/>
                  </a:cubicBezTo>
                  <a:cubicBezTo>
                    <a:pt x="72" y="95"/>
                    <a:pt x="58" y="130"/>
                    <a:pt x="57" y="130"/>
                  </a:cubicBezTo>
                  <a:cubicBezTo>
                    <a:pt x="56" y="134"/>
                    <a:pt x="52" y="135"/>
                    <a:pt x="48" y="134"/>
                  </a:cubicBezTo>
                  <a:cubicBezTo>
                    <a:pt x="44" y="132"/>
                    <a:pt x="42" y="128"/>
                    <a:pt x="44" y="124"/>
                  </a:cubicBezTo>
                  <a:cubicBezTo>
                    <a:pt x="44" y="124"/>
                    <a:pt x="58" y="90"/>
                    <a:pt x="68" y="62"/>
                  </a:cubicBezTo>
                  <a:cubicBezTo>
                    <a:pt x="75" y="45"/>
                    <a:pt x="87" y="41"/>
                    <a:pt x="96" y="44"/>
                  </a:cubicBezTo>
                  <a:cubicBezTo>
                    <a:pt x="106" y="47"/>
                    <a:pt x="110" y="62"/>
                    <a:pt x="107" y="72"/>
                  </a:cubicBezTo>
                  <a:cubicBezTo>
                    <a:pt x="105" y="81"/>
                    <a:pt x="93" y="111"/>
                    <a:pt x="80" y="141"/>
                  </a:cubicBezTo>
                  <a:cubicBezTo>
                    <a:pt x="78" y="148"/>
                    <a:pt x="75" y="154"/>
                    <a:pt x="74" y="156"/>
                  </a:cubicBezTo>
                  <a:cubicBezTo>
                    <a:pt x="71" y="165"/>
                    <a:pt x="66" y="171"/>
                    <a:pt x="60" y="173"/>
                  </a:cubicBezTo>
                  <a:close/>
                </a:path>
              </a:pathLst>
            </a:custGeom>
            <a:solidFill>
              <a:schemeClr val="accent2"/>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41" name="Freeform 9"/>
            <p:cNvSpPr>
              <a:spLocks noEditPoints="1"/>
            </p:cNvSpPr>
            <p:nvPr/>
          </p:nvSpPr>
          <p:spPr bwMode="auto">
            <a:xfrm>
              <a:off x="4439420" y="3198859"/>
              <a:ext cx="754129" cy="754325"/>
            </a:xfrm>
            <a:custGeom>
              <a:avLst/>
              <a:gdLst>
                <a:gd name="T0" fmla="*/ 122 w 243"/>
                <a:gd name="T1" fmla="*/ 0 h 243"/>
                <a:gd name="T2" fmla="*/ 0 w 243"/>
                <a:gd name="T3" fmla="*/ 121 h 243"/>
                <a:gd name="T4" fmla="*/ 122 w 243"/>
                <a:gd name="T5" fmla="*/ 243 h 243"/>
                <a:gd name="T6" fmla="*/ 243 w 243"/>
                <a:gd name="T7" fmla="*/ 121 h 243"/>
                <a:gd name="T8" fmla="*/ 122 w 243"/>
                <a:gd name="T9" fmla="*/ 0 h 243"/>
                <a:gd name="T10" fmla="*/ 154 w 243"/>
                <a:gd name="T11" fmla="*/ 121 h 243"/>
                <a:gd name="T12" fmla="*/ 133 w 243"/>
                <a:gd name="T13" fmla="*/ 121 h 243"/>
                <a:gd name="T14" fmla="*/ 133 w 243"/>
                <a:gd name="T15" fmla="*/ 196 h 243"/>
                <a:gd name="T16" fmla="*/ 102 w 243"/>
                <a:gd name="T17" fmla="*/ 196 h 243"/>
                <a:gd name="T18" fmla="*/ 102 w 243"/>
                <a:gd name="T19" fmla="*/ 121 h 243"/>
                <a:gd name="T20" fmla="*/ 87 w 243"/>
                <a:gd name="T21" fmla="*/ 121 h 243"/>
                <a:gd name="T22" fmla="*/ 87 w 243"/>
                <a:gd name="T23" fmla="*/ 94 h 243"/>
                <a:gd name="T24" fmla="*/ 102 w 243"/>
                <a:gd name="T25" fmla="*/ 94 h 243"/>
                <a:gd name="T26" fmla="*/ 102 w 243"/>
                <a:gd name="T27" fmla="*/ 77 h 243"/>
                <a:gd name="T28" fmla="*/ 133 w 243"/>
                <a:gd name="T29" fmla="*/ 46 h 243"/>
                <a:gd name="T30" fmla="*/ 156 w 243"/>
                <a:gd name="T31" fmla="*/ 46 h 243"/>
                <a:gd name="T32" fmla="*/ 156 w 243"/>
                <a:gd name="T33" fmla="*/ 72 h 243"/>
                <a:gd name="T34" fmla="*/ 140 w 243"/>
                <a:gd name="T35" fmla="*/ 72 h 243"/>
                <a:gd name="T36" fmla="*/ 133 w 243"/>
                <a:gd name="T37" fmla="*/ 79 h 243"/>
                <a:gd name="T38" fmla="*/ 133 w 243"/>
                <a:gd name="T39" fmla="*/ 94 h 243"/>
                <a:gd name="T40" fmla="*/ 157 w 243"/>
                <a:gd name="T41" fmla="*/ 94 h 243"/>
                <a:gd name="T42" fmla="*/ 154 w 243"/>
                <a:gd name="T43" fmla="*/ 121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43">
                  <a:moveTo>
                    <a:pt x="122" y="0"/>
                  </a:moveTo>
                  <a:cubicBezTo>
                    <a:pt x="55" y="0"/>
                    <a:pt x="0" y="54"/>
                    <a:pt x="0" y="121"/>
                  </a:cubicBezTo>
                  <a:cubicBezTo>
                    <a:pt x="0" y="188"/>
                    <a:pt x="55" y="243"/>
                    <a:pt x="122" y="243"/>
                  </a:cubicBezTo>
                  <a:cubicBezTo>
                    <a:pt x="189" y="243"/>
                    <a:pt x="243" y="188"/>
                    <a:pt x="243" y="121"/>
                  </a:cubicBezTo>
                  <a:cubicBezTo>
                    <a:pt x="243" y="54"/>
                    <a:pt x="189" y="0"/>
                    <a:pt x="122" y="0"/>
                  </a:cubicBezTo>
                  <a:close/>
                  <a:moveTo>
                    <a:pt x="154" y="121"/>
                  </a:moveTo>
                  <a:cubicBezTo>
                    <a:pt x="133" y="121"/>
                    <a:pt x="133" y="121"/>
                    <a:pt x="133" y="121"/>
                  </a:cubicBezTo>
                  <a:cubicBezTo>
                    <a:pt x="133" y="154"/>
                    <a:pt x="133" y="196"/>
                    <a:pt x="133" y="196"/>
                  </a:cubicBezTo>
                  <a:cubicBezTo>
                    <a:pt x="102" y="196"/>
                    <a:pt x="102" y="196"/>
                    <a:pt x="102" y="196"/>
                  </a:cubicBezTo>
                  <a:cubicBezTo>
                    <a:pt x="102" y="196"/>
                    <a:pt x="102" y="155"/>
                    <a:pt x="102" y="121"/>
                  </a:cubicBezTo>
                  <a:cubicBezTo>
                    <a:pt x="87" y="121"/>
                    <a:pt x="87" y="121"/>
                    <a:pt x="87" y="121"/>
                  </a:cubicBezTo>
                  <a:cubicBezTo>
                    <a:pt x="87" y="94"/>
                    <a:pt x="87" y="94"/>
                    <a:pt x="87" y="94"/>
                  </a:cubicBezTo>
                  <a:cubicBezTo>
                    <a:pt x="102" y="94"/>
                    <a:pt x="102" y="94"/>
                    <a:pt x="102" y="94"/>
                  </a:cubicBezTo>
                  <a:cubicBezTo>
                    <a:pt x="102" y="77"/>
                    <a:pt x="102" y="77"/>
                    <a:pt x="102" y="77"/>
                  </a:cubicBezTo>
                  <a:cubicBezTo>
                    <a:pt x="102" y="65"/>
                    <a:pt x="108" y="46"/>
                    <a:pt x="133" y="46"/>
                  </a:cubicBezTo>
                  <a:cubicBezTo>
                    <a:pt x="156" y="46"/>
                    <a:pt x="156" y="46"/>
                    <a:pt x="156" y="46"/>
                  </a:cubicBezTo>
                  <a:cubicBezTo>
                    <a:pt x="156" y="72"/>
                    <a:pt x="156" y="72"/>
                    <a:pt x="156" y="72"/>
                  </a:cubicBezTo>
                  <a:cubicBezTo>
                    <a:pt x="156" y="72"/>
                    <a:pt x="142" y="72"/>
                    <a:pt x="140" y="72"/>
                  </a:cubicBezTo>
                  <a:cubicBezTo>
                    <a:pt x="137" y="72"/>
                    <a:pt x="133" y="73"/>
                    <a:pt x="133" y="79"/>
                  </a:cubicBezTo>
                  <a:cubicBezTo>
                    <a:pt x="133" y="94"/>
                    <a:pt x="133" y="94"/>
                    <a:pt x="133" y="94"/>
                  </a:cubicBezTo>
                  <a:cubicBezTo>
                    <a:pt x="157" y="94"/>
                    <a:pt x="157" y="94"/>
                    <a:pt x="157" y="94"/>
                  </a:cubicBezTo>
                  <a:lnTo>
                    <a:pt x="154" y="121"/>
                  </a:lnTo>
                  <a:close/>
                </a:path>
              </a:pathLst>
            </a:custGeom>
            <a:solidFill>
              <a:schemeClr val="accent5"/>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42" name="Freeform 36"/>
            <p:cNvSpPr/>
            <p:nvPr/>
          </p:nvSpPr>
          <p:spPr bwMode="auto">
            <a:xfrm>
              <a:off x="6866310" y="2681137"/>
              <a:ext cx="436972" cy="580431"/>
            </a:xfrm>
            <a:custGeom>
              <a:avLst/>
              <a:gdLst>
                <a:gd name="T0" fmla="*/ 3 w 141"/>
                <a:gd name="T1" fmla="*/ 157 h 187"/>
                <a:gd name="T2" fmla="*/ 3 w 141"/>
                <a:gd name="T3" fmla="*/ 155 h 187"/>
                <a:gd name="T4" fmla="*/ 36 w 141"/>
                <a:gd name="T5" fmla="*/ 131 h 187"/>
                <a:gd name="T6" fmla="*/ 38 w 141"/>
                <a:gd name="T7" fmla="*/ 130 h 187"/>
                <a:gd name="T8" fmla="*/ 60 w 141"/>
                <a:gd name="T9" fmla="*/ 139 h 187"/>
                <a:gd name="T10" fmla="*/ 87 w 141"/>
                <a:gd name="T11" fmla="*/ 105 h 187"/>
                <a:gd name="T12" fmla="*/ 99 w 141"/>
                <a:gd name="T13" fmla="*/ 65 h 187"/>
                <a:gd name="T14" fmla="*/ 79 w 141"/>
                <a:gd name="T15" fmla="*/ 50 h 187"/>
                <a:gd name="T16" fmla="*/ 80 w 141"/>
                <a:gd name="T17" fmla="*/ 10 h 187"/>
                <a:gd name="T18" fmla="*/ 82 w 141"/>
                <a:gd name="T19" fmla="*/ 8 h 187"/>
                <a:gd name="T20" fmla="*/ 96 w 141"/>
                <a:gd name="T21" fmla="*/ 0 h 187"/>
                <a:gd name="T22" fmla="*/ 100 w 141"/>
                <a:gd name="T23" fmla="*/ 1 h 187"/>
                <a:gd name="T24" fmla="*/ 123 w 141"/>
                <a:gd name="T25" fmla="*/ 15 h 187"/>
                <a:gd name="T26" fmla="*/ 113 w 141"/>
                <a:gd name="T27" fmla="*/ 123 h 187"/>
                <a:gd name="T28" fmla="*/ 32 w 141"/>
                <a:gd name="T29" fmla="*/ 187 h 187"/>
                <a:gd name="T30" fmla="*/ 32 w 141"/>
                <a:gd name="T31" fmla="*/ 187 h 187"/>
                <a:gd name="T32" fmla="*/ 31 w 141"/>
                <a:gd name="T33" fmla="*/ 187 h 187"/>
                <a:gd name="T34" fmla="*/ 7 w 141"/>
                <a:gd name="T35" fmla="*/ 176 h 187"/>
                <a:gd name="T36" fmla="*/ 3 w 141"/>
                <a:gd name="T37" fmla="*/ 15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1" h="187">
                  <a:moveTo>
                    <a:pt x="3" y="157"/>
                  </a:moveTo>
                  <a:cubicBezTo>
                    <a:pt x="3" y="155"/>
                    <a:pt x="3" y="155"/>
                    <a:pt x="3" y="155"/>
                  </a:cubicBezTo>
                  <a:cubicBezTo>
                    <a:pt x="4" y="148"/>
                    <a:pt x="33" y="131"/>
                    <a:pt x="36" y="131"/>
                  </a:cubicBezTo>
                  <a:cubicBezTo>
                    <a:pt x="38" y="130"/>
                    <a:pt x="38" y="130"/>
                    <a:pt x="38" y="130"/>
                  </a:cubicBezTo>
                  <a:cubicBezTo>
                    <a:pt x="42" y="130"/>
                    <a:pt x="48" y="133"/>
                    <a:pt x="60" y="139"/>
                  </a:cubicBezTo>
                  <a:cubicBezTo>
                    <a:pt x="70" y="132"/>
                    <a:pt x="82" y="114"/>
                    <a:pt x="87" y="105"/>
                  </a:cubicBezTo>
                  <a:cubicBezTo>
                    <a:pt x="92" y="94"/>
                    <a:pt x="99" y="77"/>
                    <a:pt x="99" y="65"/>
                  </a:cubicBezTo>
                  <a:cubicBezTo>
                    <a:pt x="86" y="58"/>
                    <a:pt x="80" y="55"/>
                    <a:pt x="79" y="50"/>
                  </a:cubicBezTo>
                  <a:cubicBezTo>
                    <a:pt x="78" y="48"/>
                    <a:pt x="76" y="14"/>
                    <a:pt x="80" y="10"/>
                  </a:cubicBezTo>
                  <a:cubicBezTo>
                    <a:pt x="82" y="8"/>
                    <a:pt x="82" y="8"/>
                    <a:pt x="82" y="8"/>
                  </a:cubicBezTo>
                  <a:cubicBezTo>
                    <a:pt x="85" y="5"/>
                    <a:pt x="89" y="0"/>
                    <a:pt x="96" y="0"/>
                  </a:cubicBezTo>
                  <a:cubicBezTo>
                    <a:pt x="97" y="0"/>
                    <a:pt x="99" y="0"/>
                    <a:pt x="100" y="1"/>
                  </a:cubicBezTo>
                  <a:cubicBezTo>
                    <a:pt x="105" y="2"/>
                    <a:pt x="117" y="7"/>
                    <a:pt x="123" y="15"/>
                  </a:cubicBezTo>
                  <a:cubicBezTo>
                    <a:pt x="127" y="20"/>
                    <a:pt x="141" y="70"/>
                    <a:pt x="113" y="123"/>
                  </a:cubicBezTo>
                  <a:cubicBezTo>
                    <a:pt x="85" y="174"/>
                    <a:pt x="39" y="187"/>
                    <a:pt x="32" y="187"/>
                  </a:cubicBezTo>
                  <a:cubicBezTo>
                    <a:pt x="32" y="187"/>
                    <a:pt x="32" y="187"/>
                    <a:pt x="32" y="187"/>
                  </a:cubicBezTo>
                  <a:cubicBezTo>
                    <a:pt x="31" y="187"/>
                    <a:pt x="31" y="187"/>
                    <a:pt x="31" y="187"/>
                  </a:cubicBezTo>
                  <a:cubicBezTo>
                    <a:pt x="21" y="186"/>
                    <a:pt x="11" y="179"/>
                    <a:pt x="7" y="176"/>
                  </a:cubicBezTo>
                  <a:cubicBezTo>
                    <a:pt x="0" y="171"/>
                    <a:pt x="2" y="162"/>
                    <a:pt x="3" y="157"/>
                  </a:cubicBezTo>
                  <a:close/>
                </a:path>
              </a:pathLst>
            </a:custGeom>
            <a:solidFill>
              <a:schemeClr val="accent5"/>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43" name="Freeform 38"/>
            <p:cNvSpPr>
              <a:spLocks noEditPoints="1"/>
            </p:cNvSpPr>
            <p:nvPr/>
          </p:nvSpPr>
          <p:spPr bwMode="auto">
            <a:xfrm>
              <a:off x="5522505" y="3084149"/>
              <a:ext cx="604948" cy="614504"/>
            </a:xfrm>
            <a:custGeom>
              <a:avLst/>
              <a:gdLst>
                <a:gd name="T0" fmla="*/ 190 w 195"/>
                <a:gd name="T1" fmla="*/ 120 h 198"/>
                <a:gd name="T2" fmla="*/ 192 w 195"/>
                <a:gd name="T3" fmla="*/ 100 h 198"/>
                <a:gd name="T4" fmla="*/ 99 w 195"/>
                <a:gd name="T5" fmla="*/ 7 h 198"/>
                <a:gd name="T6" fmla="*/ 83 w 195"/>
                <a:gd name="T7" fmla="*/ 8 h 198"/>
                <a:gd name="T8" fmla="*/ 54 w 195"/>
                <a:gd name="T9" fmla="*/ 0 h 198"/>
                <a:gd name="T10" fmla="*/ 0 w 195"/>
                <a:gd name="T11" fmla="*/ 54 h 198"/>
                <a:gd name="T12" fmla="*/ 7 w 195"/>
                <a:gd name="T13" fmla="*/ 81 h 198"/>
                <a:gd name="T14" fmla="*/ 5 w 195"/>
                <a:gd name="T15" fmla="*/ 100 h 198"/>
                <a:gd name="T16" fmla="*/ 99 w 195"/>
                <a:gd name="T17" fmla="*/ 193 h 198"/>
                <a:gd name="T18" fmla="*/ 116 w 195"/>
                <a:gd name="T19" fmla="*/ 192 h 198"/>
                <a:gd name="T20" fmla="*/ 141 w 195"/>
                <a:gd name="T21" fmla="*/ 198 h 198"/>
                <a:gd name="T22" fmla="*/ 195 w 195"/>
                <a:gd name="T23" fmla="*/ 144 h 198"/>
                <a:gd name="T24" fmla="*/ 190 w 195"/>
                <a:gd name="T25" fmla="*/ 120 h 198"/>
                <a:gd name="T26" fmla="*/ 146 w 195"/>
                <a:gd name="T27" fmla="*/ 145 h 198"/>
                <a:gd name="T28" fmla="*/ 127 w 195"/>
                <a:gd name="T29" fmla="*/ 159 h 198"/>
                <a:gd name="T30" fmla="*/ 98 w 195"/>
                <a:gd name="T31" fmla="*/ 164 h 198"/>
                <a:gd name="T32" fmla="*/ 65 w 195"/>
                <a:gd name="T33" fmla="*/ 157 h 198"/>
                <a:gd name="T34" fmla="*/ 49 w 195"/>
                <a:gd name="T35" fmla="*/ 144 h 198"/>
                <a:gd name="T36" fmla="*/ 44 w 195"/>
                <a:gd name="T37" fmla="*/ 127 h 198"/>
                <a:gd name="T38" fmla="*/ 47 w 195"/>
                <a:gd name="T39" fmla="*/ 118 h 198"/>
                <a:gd name="T40" fmla="*/ 57 w 195"/>
                <a:gd name="T41" fmla="*/ 114 h 198"/>
                <a:gd name="T42" fmla="*/ 65 w 195"/>
                <a:gd name="T43" fmla="*/ 117 h 198"/>
                <a:gd name="T44" fmla="*/ 71 w 195"/>
                <a:gd name="T45" fmla="*/ 125 h 198"/>
                <a:gd name="T46" fmla="*/ 76 w 195"/>
                <a:gd name="T47" fmla="*/ 135 h 198"/>
                <a:gd name="T48" fmla="*/ 84 w 195"/>
                <a:gd name="T49" fmla="*/ 141 h 198"/>
                <a:gd name="T50" fmla="*/ 98 w 195"/>
                <a:gd name="T51" fmla="*/ 143 h 198"/>
                <a:gd name="T52" fmla="*/ 116 w 195"/>
                <a:gd name="T53" fmla="*/ 138 h 198"/>
                <a:gd name="T54" fmla="*/ 123 w 195"/>
                <a:gd name="T55" fmla="*/ 127 h 198"/>
                <a:gd name="T56" fmla="*/ 120 w 195"/>
                <a:gd name="T57" fmla="*/ 118 h 198"/>
                <a:gd name="T58" fmla="*/ 110 w 195"/>
                <a:gd name="T59" fmla="*/ 112 h 198"/>
                <a:gd name="T60" fmla="*/ 93 w 195"/>
                <a:gd name="T61" fmla="*/ 108 h 198"/>
                <a:gd name="T62" fmla="*/ 68 w 195"/>
                <a:gd name="T63" fmla="*/ 101 h 198"/>
                <a:gd name="T64" fmla="*/ 52 w 195"/>
                <a:gd name="T65" fmla="*/ 89 h 198"/>
                <a:gd name="T66" fmla="*/ 46 w 195"/>
                <a:gd name="T67" fmla="*/ 70 h 198"/>
                <a:gd name="T68" fmla="*/ 52 w 195"/>
                <a:gd name="T69" fmla="*/ 51 h 198"/>
                <a:gd name="T70" fmla="*/ 71 w 195"/>
                <a:gd name="T71" fmla="*/ 39 h 198"/>
                <a:gd name="T72" fmla="*/ 98 w 195"/>
                <a:gd name="T73" fmla="*/ 35 h 198"/>
                <a:gd name="T74" fmla="*/ 120 w 195"/>
                <a:gd name="T75" fmla="*/ 37 h 198"/>
                <a:gd name="T76" fmla="*/ 135 w 195"/>
                <a:gd name="T77" fmla="*/ 45 h 198"/>
                <a:gd name="T78" fmla="*/ 144 w 195"/>
                <a:gd name="T79" fmla="*/ 55 h 198"/>
                <a:gd name="T80" fmla="*/ 147 w 195"/>
                <a:gd name="T81" fmla="*/ 66 h 198"/>
                <a:gd name="T82" fmla="*/ 143 w 195"/>
                <a:gd name="T83" fmla="*/ 75 h 198"/>
                <a:gd name="T84" fmla="*/ 134 w 195"/>
                <a:gd name="T85" fmla="*/ 79 h 198"/>
                <a:gd name="T86" fmla="*/ 126 w 195"/>
                <a:gd name="T87" fmla="*/ 76 h 198"/>
                <a:gd name="T88" fmla="*/ 120 w 195"/>
                <a:gd name="T89" fmla="*/ 69 h 198"/>
                <a:gd name="T90" fmla="*/ 112 w 195"/>
                <a:gd name="T91" fmla="*/ 59 h 198"/>
                <a:gd name="T92" fmla="*/ 96 w 195"/>
                <a:gd name="T93" fmla="*/ 55 h 198"/>
                <a:gd name="T94" fmla="*/ 80 w 195"/>
                <a:gd name="T95" fmla="*/ 59 h 198"/>
                <a:gd name="T96" fmla="*/ 74 w 195"/>
                <a:gd name="T97" fmla="*/ 68 h 198"/>
                <a:gd name="T98" fmla="*/ 76 w 195"/>
                <a:gd name="T99" fmla="*/ 73 h 198"/>
                <a:gd name="T100" fmla="*/ 82 w 195"/>
                <a:gd name="T101" fmla="*/ 78 h 198"/>
                <a:gd name="T102" fmla="*/ 89 w 195"/>
                <a:gd name="T103" fmla="*/ 81 h 198"/>
                <a:gd name="T104" fmla="*/ 102 w 195"/>
                <a:gd name="T105" fmla="*/ 84 h 198"/>
                <a:gd name="T106" fmla="*/ 123 w 195"/>
                <a:gd name="T107" fmla="*/ 89 h 198"/>
                <a:gd name="T108" fmla="*/ 139 w 195"/>
                <a:gd name="T109" fmla="*/ 96 h 198"/>
                <a:gd name="T110" fmla="*/ 149 w 195"/>
                <a:gd name="T111" fmla="*/ 108 h 198"/>
                <a:gd name="T112" fmla="*/ 153 w 195"/>
                <a:gd name="T113" fmla="*/ 124 h 198"/>
                <a:gd name="T114" fmla="*/ 146 w 195"/>
                <a:gd name="T115" fmla="*/ 145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5" h="198">
                  <a:moveTo>
                    <a:pt x="190" y="120"/>
                  </a:moveTo>
                  <a:cubicBezTo>
                    <a:pt x="191" y="114"/>
                    <a:pt x="192" y="107"/>
                    <a:pt x="192" y="100"/>
                  </a:cubicBezTo>
                  <a:cubicBezTo>
                    <a:pt x="192" y="49"/>
                    <a:pt x="150" y="7"/>
                    <a:pt x="99" y="7"/>
                  </a:cubicBezTo>
                  <a:cubicBezTo>
                    <a:pt x="93" y="7"/>
                    <a:pt x="88" y="7"/>
                    <a:pt x="83" y="8"/>
                  </a:cubicBezTo>
                  <a:cubicBezTo>
                    <a:pt x="74" y="3"/>
                    <a:pt x="64" y="0"/>
                    <a:pt x="54" y="0"/>
                  </a:cubicBezTo>
                  <a:cubicBezTo>
                    <a:pt x="24" y="0"/>
                    <a:pt x="0" y="24"/>
                    <a:pt x="0" y="54"/>
                  </a:cubicBezTo>
                  <a:cubicBezTo>
                    <a:pt x="0" y="64"/>
                    <a:pt x="2" y="73"/>
                    <a:pt x="7" y="81"/>
                  </a:cubicBezTo>
                  <a:cubicBezTo>
                    <a:pt x="6" y="87"/>
                    <a:pt x="5" y="94"/>
                    <a:pt x="5" y="100"/>
                  </a:cubicBezTo>
                  <a:cubicBezTo>
                    <a:pt x="5" y="152"/>
                    <a:pt x="47" y="193"/>
                    <a:pt x="99" y="193"/>
                  </a:cubicBezTo>
                  <a:cubicBezTo>
                    <a:pt x="104" y="193"/>
                    <a:pt x="110" y="193"/>
                    <a:pt x="116" y="192"/>
                  </a:cubicBezTo>
                  <a:cubicBezTo>
                    <a:pt x="123" y="196"/>
                    <a:pt x="132" y="198"/>
                    <a:pt x="141" y="198"/>
                  </a:cubicBezTo>
                  <a:cubicBezTo>
                    <a:pt x="171" y="198"/>
                    <a:pt x="195" y="174"/>
                    <a:pt x="195" y="144"/>
                  </a:cubicBezTo>
                  <a:cubicBezTo>
                    <a:pt x="195" y="136"/>
                    <a:pt x="193" y="127"/>
                    <a:pt x="190" y="120"/>
                  </a:cubicBezTo>
                  <a:close/>
                  <a:moveTo>
                    <a:pt x="146" y="145"/>
                  </a:moveTo>
                  <a:cubicBezTo>
                    <a:pt x="142" y="151"/>
                    <a:pt x="136" y="156"/>
                    <a:pt x="127" y="159"/>
                  </a:cubicBezTo>
                  <a:cubicBezTo>
                    <a:pt x="119" y="163"/>
                    <a:pt x="109" y="164"/>
                    <a:pt x="98" y="164"/>
                  </a:cubicBezTo>
                  <a:cubicBezTo>
                    <a:pt x="85" y="164"/>
                    <a:pt x="74" y="162"/>
                    <a:pt x="65" y="157"/>
                  </a:cubicBezTo>
                  <a:cubicBezTo>
                    <a:pt x="59" y="154"/>
                    <a:pt x="53" y="149"/>
                    <a:pt x="49" y="144"/>
                  </a:cubicBezTo>
                  <a:cubicBezTo>
                    <a:pt x="46" y="138"/>
                    <a:pt x="44" y="132"/>
                    <a:pt x="44" y="127"/>
                  </a:cubicBezTo>
                  <a:cubicBezTo>
                    <a:pt x="44" y="123"/>
                    <a:pt x="45" y="120"/>
                    <a:pt x="47" y="118"/>
                  </a:cubicBezTo>
                  <a:cubicBezTo>
                    <a:pt x="50" y="116"/>
                    <a:pt x="53" y="114"/>
                    <a:pt x="57" y="114"/>
                  </a:cubicBezTo>
                  <a:cubicBezTo>
                    <a:pt x="60" y="114"/>
                    <a:pt x="63" y="115"/>
                    <a:pt x="65" y="117"/>
                  </a:cubicBezTo>
                  <a:cubicBezTo>
                    <a:pt x="68" y="119"/>
                    <a:pt x="69" y="122"/>
                    <a:pt x="71" y="125"/>
                  </a:cubicBezTo>
                  <a:cubicBezTo>
                    <a:pt x="72" y="129"/>
                    <a:pt x="74" y="132"/>
                    <a:pt x="76" y="135"/>
                  </a:cubicBezTo>
                  <a:cubicBezTo>
                    <a:pt x="78" y="137"/>
                    <a:pt x="81" y="139"/>
                    <a:pt x="84" y="141"/>
                  </a:cubicBezTo>
                  <a:cubicBezTo>
                    <a:pt x="87" y="142"/>
                    <a:pt x="92" y="143"/>
                    <a:pt x="98" y="143"/>
                  </a:cubicBezTo>
                  <a:cubicBezTo>
                    <a:pt x="105" y="143"/>
                    <a:pt x="112" y="142"/>
                    <a:pt x="116" y="138"/>
                  </a:cubicBezTo>
                  <a:cubicBezTo>
                    <a:pt x="121" y="135"/>
                    <a:pt x="123" y="131"/>
                    <a:pt x="123" y="127"/>
                  </a:cubicBezTo>
                  <a:cubicBezTo>
                    <a:pt x="123" y="123"/>
                    <a:pt x="122" y="120"/>
                    <a:pt x="120" y="118"/>
                  </a:cubicBezTo>
                  <a:cubicBezTo>
                    <a:pt x="117" y="115"/>
                    <a:pt x="114" y="114"/>
                    <a:pt x="110" y="112"/>
                  </a:cubicBezTo>
                  <a:cubicBezTo>
                    <a:pt x="105" y="111"/>
                    <a:pt x="100" y="110"/>
                    <a:pt x="93" y="108"/>
                  </a:cubicBezTo>
                  <a:cubicBezTo>
                    <a:pt x="83" y="106"/>
                    <a:pt x="75" y="104"/>
                    <a:pt x="68" y="101"/>
                  </a:cubicBezTo>
                  <a:cubicBezTo>
                    <a:pt x="61" y="98"/>
                    <a:pt x="56" y="94"/>
                    <a:pt x="52" y="89"/>
                  </a:cubicBezTo>
                  <a:cubicBezTo>
                    <a:pt x="48" y="84"/>
                    <a:pt x="46" y="78"/>
                    <a:pt x="46" y="70"/>
                  </a:cubicBezTo>
                  <a:cubicBezTo>
                    <a:pt x="46" y="63"/>
                    <a:pt x="48" y="57"/>
                    <a:pt x="52" y="51"/>
                  </a:cubicBezTo>
                  <a:cubicBezTo>
                    <a:pt x="57" y="46"/>
                    <a:pt x="63" y="42"/>
                    <a:pt x="71" y="39"/>
                  </a:cubicBezTo>
                  <a:cubicBezTo>
                    <a:pt x="78" y="36"/>
                    <a:pt x="87" y="35"/>
                    <a:pt x="98" y="35"/>
                  </a:cubicBezTo>
                  <a:cubicBezTo>
                    <a:pt x="106" y="35"/>
                    <a:pt x="114" y="35"/>
                    <a:pt x="120" y="37"/>
                  </a:cubicBezTo>
                  <a:cubicBezTo>
                    <a:pt x="126" y="39"/>
                    <a:pt x="131" y="42"/>
                    <a:pt x="135" y="45"/>
                  </a:cubicBezTo>
                  <a:cubicBezTo>
                    <a:pt x="139" y="48"/>
                    <a:pt x="142" y="52"/>
                    <a:pt x="144" y="55"/>
                  </a:cubicBezTo>
                  <a:cubicBezTo>
                    <a:pt x="146" y="59"/>
                    <a:pt x="147" y="62"/>
                    <a:pt x="147" y="66"/>
                  </a:cubicBezTo>
                  <a:cubicBezTo>
                    <a:pt x="147" y="69"/>
                    <a:pt x="146" y="72"/>
                    <a:pt x="143" y="75"/>
                  </a:cubicBezTo>
                  <a:cubicBezTo>
                    <a:pt x="141" y="78"/>
                    <a:pt x="137" y="79"/>
                    <a:pt x="134" y="79"/>
                  </a:cubicBezTo>
                  <a:cubicBezTo>
                    <a:pt x="130" y="79"/>
                    <a:pt x="128" y="78"/>
                    <a:pt x="126" y="76"/>
                  </a:cubicBezTo>
                  <a:cubicBezTo>
                    <a:pt x="124" y="75"/>
                    <a:pt x="122" y="72"/>
                    <a:pt x="120" y="69"/>
                  </a:cubicBezTo>
                  <a:cubicBezTo>
                    <a:pt x="118" y="65"/>
                    <a:pt x="115" y="61"/>
                    <a:pt x="112" y="59"/>
                  </a:cubicBezTo>
                  <a:cubicBezTo>
                    <a:pt x="109" y="56"/>
                    <a:pt x="103" y="55"/>
                    <a:pt x="96" y="55"/>
                  </a:cubicBezTo>
                  <a:cubicBezTo>
                    <a:pt x="89" y="55"/>
                    <a:pt x="84" y="56"/>
                    <a:pt x="80" y="59"/>
                  </a:cubicBezTo>
                  <a:cubicBezTo>
                    <a:pt x="76" y="62"/>
                    <a:pt x="74" y="65"/>
                    <a:pt x="74" y="68"/>
                  </a:cubicBezTo>
                  <a:cubicBezTo>
                    <a:pt x="74" y="70"/>
                    <a:pt x="75" y="72"/>
                    <a:pt x="76" y="73"/>
                  </a:cubicBezTo>
                  <a:cubicBezTo>
                    <a:pt x="77" y="75"/>
                    <a:pt x="79" y="76"/>
                    <a:pt x="82" y="78"/>
                  </a:cubicBezTo>
                  <a:cubicBezTo>
                    <a:pt x="84" y="79"/>
                    <a:pt x="87" y="80"/>
                    <a:pt x="89" y="81"/>
                  </a:cubicBezTo>
                  <a:cubicBezTo>
                    <a:pt x="92" y="81"/>
                    <a:pt x="96" y="82"/>
                    <a:pt x="102" y="84"/>
                  </a:cubicBezTo>
                  <a:cubicBezTo>
                    <a:pt x="110" y="85"/>
                    <a:pt x="117" y="87"/>
                    <a:pt x="123" y="89"/>
                  </a:cubicBezTo>
                  <a:cubicBezTo>
                    <a:pt x="129" y="91"/>
                    <a:pt x="134" y="94"/>
                    <a:pt x="139" y="96"/>
                  </a:cubicBezTo>
                  <a:cubicBezTo>
                    <a:pt x="143" y="99"/>
                    <a:pt x="147" y="103"/>
                    <a:pt x="149" y="108"/>
                  </a:cubicBezTo>
                  <a:cubicBezTo>
                    <a:pt x="152" y="112"/>
                    <a:pt x="153" y="118"/>
                    <a:pt x="153" y="124"/>
                  </a:cubicBezTo>
                  <a:cubicBezTo>
                    <a:pt x="153" y="132"/>
                    <a:pt x="151" y="139"/>
                    <a:pt x="146" y="145"/>
                  </a:cubicBezTo>
                  <a:close/>
                </a:path>
              </a:pathLst>
            </a:custGeom>
            <a:solidFill>
              <a:schemeClr val="accent3"/>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44" name="Freeform 44"/>
            <p:cNvSpPr>
              <a:spLocks noEditPoints="1"/>
            </p:cNvSpPr>
            <p:nvPr/>
          </p:nvSpPr>
          <p:spPr bwMode="auto">
            <a:xfrm>
              <a:off x="4609798" y="2231128"/>
              <a:ext cx="599074" cy="601580"/>
            </a:xfrm>
            <a:custGeom>
              <a:avLst/>
              <a:gdLst>
                <a:gd name="T0" fmla="*/ 192 w 193"/>
                <a:gd name="T1" fmla="*/ 81 h 194"/>
                <a:gd name="T2" fmla="*/ 191 w 193"/>
                <a:gd name="T3" fmla="*/ 77 h 194"/>
                <a:gd name="T4" fmla="*/ 188 w 193"/>
                <a:gd name="T5" fmla="*/ 75 h 194"/>
                <a:gd name="T6" fmla="*/ 162 w 193"/>
                <a:gd name="T7" fmla="*/ 71 h 194"/>
                <a:gd name="T8" fmla="*/ 157 w 193"/>
                <a:gd name="T9" fmla="*/ 54 h 194"/>
                <a:gd name="T10" fmla="*/ 151 w 193"/>
                <a:gd name="T11" fmla="*/ 34 h 194"/>
                <a:gd name="T12" fmla="*/ 104 w 193"/>
                <a:gd name="T13" fmla="*/ 0 h 194"/>
                <a:gd name="T14" fmla="*/ 61 w 193"/>
                <a:gd name="T15" fmla="*/ 0 h 194"/>
                <a:gd name="T16" fmla="*/ 0 w 193"/>
                <a:gd name="T17" fmla="*/ 61 h 194"/>
                <a:gd name="T18" fmla="*/ 0 w 193"/>
                <a:gd name="T19" fmla="*/ 133 h 194"/>
                <a:gd name="T20" fmla="*/ 61 w 193"/>
                <a:gd name="T21" fmla="*/ 194 h 194"/>
                <a:gd name="T22" fmla="*/ 131 w 193"/>
                <a:gd name="T23" fmla="*/ 194 h 194"/>
                <a:gd name="T24" fmla="*/ 192 w 193"/>
                <a:gd name="T25" fmla="*/ 133 h 194"/>
                <a:gd name="T26" fmla="*/ 193 w 193"/>
                <a:gd name="T27" fmla="*/ 83 h 194"/>
                <a:gd name="T28" fmla="*/ 192 w 193"/>
                <a:gd name="T29" fmla="*/ 81 h 194"/>
                <a:gd name="T30" fmla="*/ 62 w 193"/>
                <a:gd name="T31" fmla="*/ 50 h 194"/>
                <a:gd name="T32" fmla="*/ 96 w 193"/>
                <a:gd name="T33" fmla="*/ 50 h 194"/>
                <a:gd name="T34" fmla="*/ 108 w 193"/>
                <a:gd name="T35" fmla="*/ 62 h 194"/>
                <a:gd name="T36" fmla="*/ 96 w 193"/>
                <a:gd name="T37" fmla="*/ 73 h 194"/>
                <a:gd name="T38" fmla="*/ 62 w 193"/>
                <a:gd name="T39" fmla="*/ 73 h 194"/>
                <a:gd name="T40" fmla="*/ 50 w 193"/>
                <a:gd name="T41" fmla="*/ 62 h 194"/>
                <a:gd name="T42" fmla="*/ 62 w 193"/>
                <a:gd name="T43" fmla="*/ 50 h 194"/>
                <a:gd name="T44" fmla="*/ 131 w 193"/>
                <a:gd name="T45" fmla="*/ 143 h 194"/>
                <a:gd name="T46" fmla="*/ 62 w 193"/>
                <a:gd name="T47" fmla="*/ 143 h 194"/>
                <a:gd name="T48" fmla="*/ 50 w 193"/>
                <a:gd name="T49" fmla="*/ 132 h 194"/>
                <a:gd name="T50" fmla="*/ 62 w 193"/>
                <a:gd name="T51" fmla="*/ 120 h 194"/>
                <a:gd name="T52" fmla="*/ 131 w 193"/>
                <a:gd name="T53" fmla="*/ 120 h 194"/>
                <a:gd name="T54" fmla="*/ 142 w 193"/>
                <a:gd name="T55" fmla="*/ 132 h 194"/>
                <a:gd name="T56" fmla="*/ 131 w 193"/>
                <a:gd name="T57" fmla="*/ 14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93" h="194">
                  <a:moveTo>
                    <a:pt x="192" y="81"/>
                  </a:moveTo>
                  <a:cubicBezTo>
                    <a:pt x="191" y="77"/>
                    <a:pt x="191" y="77"/>
                    <a:pt x="191" y="77"/>
                  </a:cubicBezTo>
                  <a:cubicBezTo>
                    <a:pt x="188" y="75"/>
                    <a:pt x="188" y="75"/>
                    <a:pt x="188" y="75"/>
                  </a:cubicBezTo>
                  <a:cubicBezTo>
                    <a:pt x="184" y="72"/>
                    <a:pt x="166" y="75"/>
                    <a:pt x="162" y="71"/>
                  </a:cubicBezTo>
                  <a:cubicBezTo>
                    <a:pt x="158" y="68"/>
                    <a:pt x="158" y="62"/>
                    <a:pt x="157" y="54"/>
                  </a:cubicBezTo>
                  <a:cubicBezTo>
                    <a:pt x="155" y="39"/>
                    <a:pt x="153" y="39"/>
                    <a:pt x="151" y="34"/>
                  </a:cubicBezTo>
                  <a:cubicBezTo>
                    <a:pt x="143" y="16"/>
                    <a:pt x="120" y="2"/>
                    <a:pt x="104" y="0"/>
                  </a:cubicBezTo>
                  <a:cubicBezTo>
                    <a:pt x="61" y="0"/>
                    <a:pt x="61" y="0"/>
                    <a:pt x="61" y="0"/>
                  </a:cubicBezTo>
                  <a:cubicBezTo>
                    <a:pt x="28" y="0"/>
                    <a:pt x="0" y="28"/>
                    <a:pt x="0" y="61"/>
                  </a:cubicBezTo>
                  <a:cubicBezTo>
                    <a:pt x="0" y="133"/>
                    <a:pt x="0" y="133"/>
                    <a:pt x="0" y="133"/>
                  </a:cubicBezTo>
                  <a:cubicBezTo>
                    <a:pt x="0" y="166"/>
                    <a:pt x="28" y="194"/>
                    <a:pt x="61" y="194"/>
                  </a:cubicBezTo>
                  <a:cubicBezTo>
                    <a:pt x="131" y="194"/>
                    <a:pt x="131" y="194"/>
                    <a:pt x="131" y="194"/>
                  </a:cubicBezTo>
                  <a:cubicBezTo>
                    <a:pt x="165" y="194"/>
                    <a:pt x="192" y="166"/>
                    <a:pt x="192" y="133"/>
                  </a:cubicBezTo>
                  <a:cubicBezTo>
                    <a:pt x="193" y="83"/>
                    <a:pt x="193" y="83"/>
                    <a:pt x="193" y="83"/>
                  </a:cubicBezTo>
                  <a:lnTo>
                    <a:pt x="192" y="81"/>
                  </a:lnTo>
                  <a:close/>
                  <a:moveTo>
                    <a:pt x="62" y="50"/>
                  </a:moveTo>
                  <a:cubicBezTo>
                    <a:pt x="96" y="50"/>
                    <a:pt x="96" y="50"/>
                    <a:pt x="96" y="50"/>
                  </a:cubicBezTo>
                  <a:cubicBezTo>
                    <a:pt x="102" y="50"/>
                    <a:pt x="108" y="55"/>
                    <a:pt x="108" y="62"/>
                  </a:cubicBezTo>
                  <a:cubicBezTo>
                    <a:pt x="108" y="68"/>
                    <a:pt x="102" y="73"/>
                    <a:pt x="96" y="73"/>
                  </a:cubicBezTo>
                  <a:cubicBezTo>
                    <a:pt x="62" y="73"/>
                    <a:pt x="62" y="73"/>
                    <a:pt x="62" y="73"/>
                  </a:cubicBezTo>
                  <a:cubicBezTo>
                    <a:pt x="56" y="73"/>
                    <a:pt x="50" y="68"/>
                    <a:pt x="50" y="62"/>
                  </a:cubicBezTo>
                  <a:cubicBezTo>
                    <a:pt x="50" y="55"/>
                    <a:pt x="56" y="50"/>
                    <a:pt x="62" y="50"/>
                  </a:cubicBezTo>
                  <a:close/>
                  <a:moveTo>
                    <a:pt x="131" y="143"/>
                  </a:moveTo>
                  <a:cubicBezTo>
                    <a:pt x="62" y="143"/>
                    <a:pt x="62" y="143"/>
                    <a:pt x="62" y="143"/>
                  </a:cubicBezTo>
                  <a:cubicBezTo>
                    <a:pt x="56" y="143"/>
                    <a:pt x="50" y="138"/>
                    <a:pt x="50" y="132"/>
                  </a:cubicBezTo>
                  <a:cubicBezTo>
                    <a:pt x="50" y="125"/>
                    <a:pt x="56" y="120"/>
                    <a:pt x="62" y="120"/>
                  </a:cubicBezTo>
                  <a:cubicBezTo>
                    <a:pt x="131" y="120"/>
                    <a:pt x="131" y="120"/>
                    <a:pt x="131" y="120"/>
                  </a:cubicBezTo>
                  <a:cubicBezTo>
                    <a:pt x="137" y="120"/>
                    <a:pt x="142" y="125"/>
                    <a:pt x="142" y="132"/>
                  </a:cubicBezTo>
                  <a:cubicBezTo>
                    <a:pt x="142" y="138"/>
                    <a:pt x="137" y="143"/>
                    <a:pt x="131" y="143"/>
                  </a:cubicBezTo>
                  <a:close/>
                </a:path>
              </a:pathLst>
            </a:custGeom>
            <a:solidFill>
              <a:schemeClr val="accent5"/>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grpSp>
          <p:nvGrpSpPr>
            <p:cNvPr id="45" name="Group 76"/>
            <p:cNvGrpSpPr/>
            <p:nvPr/>
          </p:nvGrpSpPr>
          <p:grpSpPr>
            <a:xfrm>
              <a:off x="5460248" y="1039717"/>
              <a:ext cx="723588" cy="719075"/>
              <a:chOff x="2189163" y="538163"/>
              <a:chExt cx="977900" cy="971549"/>
            </a:xfrm>
            <a:solidFill>
              <a:schemeClr val="accent5"/>
            </a:solidFill>
          </p:grpSpPr>
          <p:sp>
            <p:nvSpPr>
              <p:cNvPr id="54" name="Freeform 50"/>
              <p:cNvSpPr/>
              <p:nvPr/>
            </p:nvSpPr>
            <p:spPr bwMode="auto">
              <a:xfrm>
                <a:off x="2189163" y="538163"/>
                <a:ext cx="733425" cy="677862"/>
              </a:xfrm>
              <a:custGeom>
                <a:avLst/>
                <a:gdLst>
                  <a:gd name="T0" fmla="*/ 75 w 175"/>
                  <a:gd name="T1" fmla="*/ 162 h 162"/>
                  <a:gd name="T2" fmla="*/ 87 w 175"/>
                  <a:gd name="T3" fmla="*/ 152 h 162"/>
                  <a:gd name="T4" fmla="*/ 76 w 175"/>
                  <a:gd name="T5" fmla="*/ 142 h 162"/>
                  <a:gd name="T6" fmla="*/ 69 w 175"/>
                  <a:gd name="T7" fmla="*/ 142 h 162"/>
                  <a:gd name="T8" fmla="*/ 37 w 175"/>
                  <a:gd name="T9" fmla="*/ 109 h 162"/>
                  <a:gd name="T10" fmla="*/ 70 w 175"/>
                  <a:gd name="T11" fmla="*/ 78 h 162"/>
                  <a:gd name="T12" fmla="*/ 114 w 175"/>
                  <a:gd name="T13" fmla="*/ 78 h 162"/>
                  <a:gd name="T14" fmla="*/ 146 w 175"/>
                  <a:gd name="T15" fmla="*/ 110 h 162"/>
                  <a:gd name="T16" fmla="*/ 146 w 175"/>
                  <a:gd name="T17" fmla="*/ 151 h 162"/>
                  <a:gd name="T18" fmla="*/ 158 w 175"/>
                  <a:gd name="T19" fmla="*/ 162 h 162"/>
                  <a:gd name="T20" fmla="*/ 163 w 175"/>
                  <a:gd name="T21" fmla="*/ 162 h 162"/>
                  <a:gd name="T22" fmla="*/ 175 w 175"/>
                  <a:gd name="T23" fmla="*/ 151 h 162"/>
                  <a:gd name="T24" fmla="*/ 175 w 175"/>
                  <a:gd name="T25" fmla="*/ 15 h 162"/>
                  <a:gd name="T26" fmla="*/ 117 w 175"/>
                  <a:gd name="T27" fmla="*/ 0 h 162"/>
                  <a:gd name="T28" fmla="*/ 0 w 175"/>
                  <a:gd name="T29" fmla="*/ 116 h 162"/>
                  <a:gd name="T30" fmla="*/ 10 w 175"/>
                  <a:gd name="T31" fmla="*/ 162 h 162"/>
                  <a:gd name="T32" fmla="*/ 75 w 175"/>
                  <a:gd name="T33"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5" h="162">
                    <a:moveTo>
                      <a:pt x="75" y="162"/>
                    </a:moveTo>
                    <a:cubicBezTo>
                      <a:pt x="82" y="162"/>
                      <a:pt x="87" y="158"/>
                      <a:pt x="87" y="152"/>
                    </a:cubicBezTo>
                    <a:cubicBezTo>
                      <a:pt x="87" y="147"/>
                      <a:pt x="82" y="143"/>
                      <a:pt x="76" y="142"/>
                    </a:cubicBezTo>
                    <a:cubicBezTo>
                      <a:pt x="69" y="142"/>
                      <a:pt x="69" y="142"/>
                      <a:pt x="69" y="142"/>
                    </a:cubicBezTo>
                    <a:cubicBezTo>
                      <a:pt x="52" y="141"/>
                      <a:pt x="37" y="126"/>
                      <a:pt x="37" y="109"/>
                    </a:cubicBezTo>
                    <a:cubicBezTo>
                      <a:pt x="37" y="92"/>
                      <a:pt x="52" y="78"/>
                      <a:pt x="70" y="78"/>
                    </a:cubicBezTo>
                    <a:cubicBezTo>
                      <a:pt x="114" y="78"/>
                      <a:pt x="114" y="78"/>
                      <a:pt x="114" y="78"/>
                    </a:cubicBezTo>
                    <a:cubicBezTo>
                      <a:pt x="132" y="78"/>
                      <a:pt x="146" y="92"/>
                      <a:pt x="146" y="110"/>
                    </a:cubicBezTo>
                    <a:cubicBezTo>
                      <a:pt x="146" y="151"/>
                      <a:pt x="146" y="151"/>
                      <a:pt x="146" y="151"/>
                    </a:cubicBezTo>
                    <a:cubicBezTo>
                      <a:pt x="146" y="157"/>
                      <a:pt x="152" y="162"/>
                      <a:pt x="158" y="162"/>
                    </a:cubicBezTo>
                    <a:cubicBezTo>
                      <a:pt x="163" y="162"/>
                      <a:pt x="163" y="162"/>
                      <a:pt x="163" y="162"/>
                    </a:cubicBezTo>
                    <a:cubicBezTo>
                      <a:pt x="169" y="162"/>
                      <a:pt x="175" y="157"/>
                      <a:pt x="175" y="151"/>
                    </a:cubicBezTo>
                    <a:cubicBezTo>
                      <a:pt x="175" y="15"/>
                      <a:pt x="175" y="15"/>
                      <a:pt x="175" y="15"/>
                    </a:cubicBezTo>
                    <a:cubicBezTo>
                      <a:pt x="158" y="5"/>
                      <a:pt x="138" y="0"/>
                      <a:pt x="117" y="0"/>
                    </a:cubicBezTo>
                    <a:cubicBezTo>
                      <a:pt x="52" y="0"/>
                      <a:pt x="0" y="52"/>
                      <a:pt x="0" y="116"/>
                    </a:cubicBezTo>
                    <a:cubicBezTo>
                      <a:pt x="0" y="132"/>
                      <a:pt x="4" y="148"/>
                      <a:pt x="10" y="162"/>
                    </a:cubicBezTo>
                    <a:lnTo>
                      <a:pt x="75" y="162"/>
                    </a:ln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55" name="Freeform 51"/>
              <p:cNvSpPr/>
              <p:nvPr/>
            </p:nvSpPr>
            <p:spPr bwMode="auto">
              <a:xfrm>
                <a:off x="2281238" y="666750"/>
                <a:ext cx="885825" cy="842962"/>
              </a:xfrm>
              <a:custGeom>
                <a:avLst/>
                <a:gdLst>
                  <a:gd name="T0" fmla="*/ 174 w 211"/>
                  <a:gd name="T1" fmla="*/ 0 h 201"/>
                  <a:gd name="T2" fmla="*/ 174 w 211"/>
                  <a:gd name="T3" fmla="*/ 120 h 201"/>
                  <a:gd name="T4" fmla="*/ 141 w 211"/>
                  <a:gd name="T5" fmla="*/ 152 h 201"/>
                  <a:gd name="T6" fmla="*/ 136 w 211"/>
                  <a:gd name="T7" fmla="*/ 152 h 201"/>
                  <a:gd name="T8" fmla="*/ 103 w 211"/>
                  <a:gd name="T9" fmla="*/ 120 h 201"/>
                  <a:gd name="T10" fmla="*/ 103 w 211"/>
                  <a:gd name="T11" fmla="*/ 79 h 201"/>
                  <a:gd name="T12" fmla="*/ 92 w 211"/>
                  <a:gd name="T13" fmla="*/ 67 h 201"/>
                  <a:gd name="T14" fmla="*/ 48 w 211"/>
                  <a:gd name="T15" fmla="*/ 67 h 201"/>
                  <a:gd name="T16" fmla="*/ 36 w 211"/>
                  <a:gd name="T17" fmla="*/ 78 h 201"/>
                  <a:gd name="T18" fmla="*/ 48 w 211"/>
                  <a:gd name="T19" fmla="*/ 90 h 201"/>
                  <a:gd name="T20" fmla="*/ 55 w 211"/>
                  <a:gd name="T21" fmla="*/ 90 h 201"/>
                  <a:gd name="T22" fmla="*/ 86 w 211"/>
                  <a:gd name="T23" fmla="*/ 122 h 201"/>
                  <a:gd name="T24" fmla="*/ 53 w 211"/>
                  <a:gd name="T25" fmla="*/ 152 h 201"/>
                  <a:gd name="T26" fmla="*/ 0 w 211"/>
                  <a:gd name="T27" fmla="*/ 152 h 201"/>
                  <a:gd name="T28" fmla="*/ 95 w 211"/>
                  <a:gd name="T29" fmla="*/ 201 h 201"/>
                  <a:gd name="T30" fmla="*/ 211 w 211"/>
                  <a:gd name="T31" fmla="*/ 85 h 201"/>
                  <a:gd name="T32" fmla="*/ 174 w 211"/>
                  <a:gd name="T33" fmla="*/ 0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1" h="201">
                    <a:moveTo>
                      <a:pt x="174" y="0"/>
                    </a:moveTo>
                    <a:cubicBezTo>
                      <a:pt x="174" y="120"/>
                      <a:pt x="174" y="120"/>
                      <a:pt x="174" y="120"/>
                    </a:cubicBezTo>
                    <a:cubicBezTo>
                      <a:pt x="174" y="138"/>
                      <a:pt x="159" y="152"/>
                      <a:pt x="141" y="152"/>
                    </a:cubicBezTo>
                    <a:cubicBezTo>
                      <a:pt x="136" y="152"/>
                      <a:pt x="136" y="152"/>
                      <a:pt x="136" y="152"/>
                    </a:cubicBezTo>
                    <a:cubicBezTo>
                      <a:pt x="118" y="152"/>
                      <a:pt x="103" y="138"/>
                      <a:pt x="103" y="120"/>
                    </a:cubicBezTo>
                    <a:cubicBezTo>
                      <a:pt x="103" y="79"/>
                      <a:pt x="103" y="79"/>
                      <a:pt x="103" y="79"/>
                    </a:cubicBezTo>
                    <a:cubicBezTo>
                      <a:pt x="103" y="73"/>
                      <a:pt x="98" y="67"/>
                      <a:pt x="92" y="67"/>
                    </a:cubicBezTo>
                    <a:cubicBezTo>
                      <a:pt x="48" y="67"/>
                      <a:pt x="48" y="67"/>
                      <a:pt x="48" y="67"/>
                    </a:cubicBezTo>
                    <a:cubicBezTo>
                      <a:pt x="42" y="67"/>
                      <a:pt x="36" y="72"/>
                      <a:pt x="36" y="78"/>
                    </a:cubicBezTo>
                    <a:cubicBezTo>
                      <a:pt x="36" y="84"/>
                      <a:pt x="42" y="90"/>
                      <a:pt x="48" y="90"/>
                    </a:cubicBezTo>
                    <a:cubicBezTo>
                      <a:pt x="55" y="90"/>
                      <a:pt x="55" y="90"/>
                      <a:pt x="55" y="90"/>
                    </a:cubicBezTo>
                    <a:cubicBezTo>
                      <a:pt x="73" y="91"/>
                      <a:pt x="87" y="106"/>
                      <a:pt x="86" y="122"/>
                    </a:cubicBezTo>
                    <a:cubicBezTo>
                      <a:pt x="86" y="139"/>
                      <a:pt x="71" y="152"/>
                      <a:pt x="53" y="152"/>
                    </a:cubicBezTo>
                    <a:cubicBezTo>
                      <a:pt x="0" y="152"/>
                      <a:pt x="0" y="152"/>
                      <a:pt x="0" y="152"/>
                    </a:cubicBezTo>
                    <a:cubicBezTo>
                      <a:pt x="21" y="182"/>
                      <a:pt x="55" y="201"/>
                      <a:pt x="95" y="201"/>
                    </a:cubicBezTo>
                    <a:cubicBezTo>
                      <a:pt x="159" y="201"/>
                      <a:pt x="211" y="149"/>
                      <a:pt x="211" y="85"/>
                    </a:cubicBezTo>
                    <a:cubicBezTo>
                      <a:pt x="211" y="51"/>
                      <a:pt x="197" y="21"/>
                      <a:pt x="174" y="0"/>
                    </a:cubicBezTo>
                    <a:close/>
                  </a:path>
                </a:pathLst>
              </a:custGeom>
              <a:grpFill/>
              <a:ln>
                <a:noFill/>
              </a:ln>
            </p:spPr>
            <p:txBody>
              <a:bodyPr vert="horz" wrap="square" lIns="45720" tIns="22860" rIns="45720" bIns="2286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grpSp>
        <p:sp>
          <p:nvSpPr>
            <p:cNvPr id="46" name="Freeform 36"/>
            <p:cNvSpPr/>
            <p:nvPr/>
          </p:nvSpPr>
          <p:spPr bwMode="auto">
            <a:xfrm>
              <a:off x="6227010" y="1922497"/>
              <a:ext cx="569112" cy="518949"/>
            </a:xfrm>
            <a:custGeom>
              <a:avLst/>
              <a:gdLst>
                <a:gd name="T0" fmla="*/ 189 w 255"/>
                <a:gd name="T1" fmla="*/ 10 h 233"/>
                <a:gd name="T2" fmla="*/ 104 w 255"/>
                <a:gd name="T3" fmla="*/ 16 h 233"/>
                <a:gd name="T4" fmla="*/ 18 w 255"/>
                <a:gd name="T5" fmla="*/ 30 h 233"/>
                <a:gd name="T6" fmla="*/ 6 w 255"/>
                <a:gd name="T7" fmla="*/ 30 h 233"/>
                <a:gd name="T8" fmla="*/ 3 w 255"/>
                <a:gd name="T9" fmla="*/ 46 h 233"/>
                <a:gd name="T10" fmla="*/ 115 w 255"/>
                <a:gd name="T11" fmla="*/ 228 h 233"/>
                <a:gd name="T12" fmla="*/ 124 w 255"/>
                <a:gd name="T13" fmla="*/ 233 h 233"/>
                <a:gd name="T14" fmla="*/ 130 w 255"/>
                <a:gd name="T15" fmla="*/ 231 h 233"/>
                <a:gd name="T16" fmla="*/ 134 w 255"/>
                <a:gd name="T17" fmla="*/ 216 h 233"/>
                <a:gd name="T18" fmla="*/ 84 w 255"/>
                <a:gd name="T19" fmla="*/ 135 h 233"/>
                <a:gd name="T20" fmla="*/ 170 w 255"/>
                <a:gd name="T21" fmla="*/ 121 h 233"/>
                <a:gd name="T22" fmla="*/ 255 w 255"/>
                <a:gd name="T23" fmla="*/ 115 h 233"/>
                <a:gd name="T24" fmla="*/ 189 w 255"/>
                <a:gd name="T25" fmla="*/ 10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5" h="233">
                  <a:moveTo>
                    <a:pt x="189" y="10"/>
                  </a:moveTo>
                  <a:cubicBezTo>
                    <a:pt x="189" y="10"/>
                    <a:pt x="146" y="31"/>
                    <a:pt x="104" y="16"/>
                  </a:cubicBezTo>
                  <a:cubicBezTo>
                    <a:pt x="58" y="0"/>
                    <a:pt x="37" y="6"/>
                    <a:pt x="18" y="30"/>
                  </a:cubicBezTo>
                  <a:cubicBezTo>
                    <a:pt x="14" y="28"/>
                    <a:pt x="10" y="28"/>
                    <a:pt x="6" y="30"/>
                  </a:cubicBezTo>
                  <a:cubicBezTo>
                    <a:pt x="1" y="33"/>
                    <a:pt x="0" y="40"/>
                    <a:pt x="3" y="46"/>
                  </a:cubicBezTo>
                  <a:cubicBezTo>
                    <a:pt x="115" y="228"/>
                    <a:pt x="115" y="228"/>
                    <a:pt x="115" y="228"/>
                  </a:cubicBezTo>
                  <a:cubicBezTo>
                    <a:pt x="117" y="231"/>
                    <a:pt x="121" y="233"/>
                    <a:pt x="124" y="233"/>
                  </a:cubicBezTo>
                  <a:cubicBezTo>
                    <a:pt x="126" y="233"/>
                    <a:pt x="128" y="232"/>
                    <a:pt x="130" y="231"/>
                  </a:cubicBezTo>
                  <a:cubicBezTo>
                    <a:pt x="135" y="228"/>
                    <a:pt x="137" y="221"/>
                    <a:pt x="134" y="216"/>
                  </a:cubicBezTo>
                  <a:cubicBezTo>
                    <a:pt x="84" y="135"/>
                    <a:pt x="84" y="135"/>
                    <a:pt x="84" y="135"/>
                  </a:cubicBezTo>
                  <a:cubicBezTo>
                    <a:pt x="104" y="111"/>
                    <a:pt x="124" y="105"/>
                    <a:pt x="170" y="121"/>
                  </a:cubicBezTo>
                  <a:cubicBezTo>
                    <a:pt x="213" y="135"/>
                    <a:pt x="255" y="115"/>
                    <a:pt x="255" y="115"/>
                  </a:cubicBezTo>
                  <a:lnTo>
                    <a:pt x="189" y="10"/>
                  </a:lnTo>
                  <a:close/>
                </a:path>
              </a:pathLst>
            </a:custGeom>
            <a:solidFill>
              <a:schemeClr val="accent5"/>
            </a:solidFill>
            <a:ln>
              <a:noFill/>
            </a:ln>
          </p:spPr>
          <p:txBody>
            <a:bodyPr vert="horz" wrap="square" lIns="91422" tIns="45711" rIns="91422" bIns="45711"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d-ID" sz="900">
                <a:solidFill>
                  <a:srgbClr val="262626"/>
                </a:solidFill>
              </a:endParaRPr>
            </a:p>
          </p:txBody>
        </p:sp>
        <p:sp>
          <p:nvSpPr>
            <p:cNvPr id="47" name="Freeform 326"/>
            <p:cNvSpPr>
              <a:spLocks noChangeArrowheads="1"/>
            </p:cNvSpPr>
            <p:nvPr/>
          </p:nvSpPr>
          <p:spPr bwMode="auto">
            <a:xfrm>
              <a:off x="7402135" y="3080623"/>
              <a:ext cx="519016" cy="495399"/>
            </a:xfrm>
            <a:custGeom>
              <a:avLst/>
              <a:gdLst>
                <a:gd name="T0" fmla="*/ 1347 w 1348"/>
                <a:gd name="T1" fmla="*/ 786 h 1289"/>
                <a:gd name="T2" fmla="*/ 1347 w 1348"/>
                <a:gd name="T3" fmla="*/ 1288 h 1289"/>
                <a:gd name="T4" fmla="*/ 1054 w 1348"/>
                <a:gd name="T5" fmla="*/ 1288 h 1289"/>
                <a:gd name="T6" fmla="*/ 1054 w 1348"/>
                <a:gd name="T7" fmla="*/ 819 h 1289"/>
                <a:gd name="T8" fmla="*/ 912 w 1348"/>
                <a:gd name="T9" fmla="*/ 627 h 1289"/>
                <a:gd name="T10" fmla="*/ 761 w 1348"/>
                <a:gd name="T11" fmla="*/ 736 h 1289"/>
                <a:gd name="T12" fmla="*/ 753 w 1348"/>
                <a:gd name="T13" fmla="*/ 803 h 1289"/>
                <a:gd name="T14" fmla="*/ 753 w 1348"/>
                <a:gd name="T15" fmla="*/ 1288 h 1289"/>
                <a:gd name="T16" fmla="*/ 468 w 1348"/>
                <a:gd name="T17" fmla="*/ 1288 h 1289"/>
                <a:gd name="T18" fmla="*/ 468 w 1348"/>
                <a:gd name="T19" fmla="*/ 418 h 1289"/>
                <a:gd name="T20" fmla="*/ 753 w 1348"/>
                <a:gd name="T21" fmla="*/ 418 h 1289"/>
                <a:gd name="T22" fmla="*/ 753 w 1348"/>
                <a:gd name="T23" fmla="*/ 543 h 1289"/>
                <a:gd name="T24" fmla="*/ 1012 w 1348"/>
                <a:gd name="T25" fmla="*/ 401 h 1289"/>
                <a:gd name="T26" fmla="*/ 1347 w 1348"/>
                <a:gd name="T27" fmla="*/ 786 h 1289"/>
                <a:gd name="T28" fmla="*/ 167 w 1348"/>
                <a:gd name="T29" fmla="*/ 0 h 1289"/>
                <a:gd name="T30" fmla="*/ 0 w 1348"/>
                <a:gd name="T31" fmla="*/ 151 h 1289"/>
                <a:gd name="T32" fmla="*/ 159 w 1348"/>
                <a:gd name="T33" fmla="*/ 301 h 1289"/>
                <a:gd name="T34" fmla="*/ 167 w 1348"/>
                <a:gd name="T35" fmla="*/ 301 h 1289"/>
                <a:gd name="T36" fmla="*/ 326 w 1348"/>
                <a:gd name="T37" fmla="*/ 151 h 1289"/>
                <a:gd name="T38" fmla="*/ 167 w 1348"/>
                <a:gd name="T39" fmla="*/ 0 h 1289"/>
                <a:gd name="T40" fmla="*/ 17 w 1348"/>
                <a:gd name="T41" fmla="*/ 1288 h 1289"/>
                <a:gd name="T42" fmla="*/ 310 w 1348"/>
                <a:gd name="T43" fmla="*/ 1288 h 1289"/>
                <a:gd name="T44" fmla="*/ 310 w 1348"/>
                <a:gd name="T45" fmla="*/ 418 h 1289"/>
                <a:gd name="T46" fmla="*/ 17 w 1348"/>
                <a:gd name="T47" fmla="*/ 418 h 1289"/>
                <a:gd name="T48" fmla="*/ 17 w 1348"/>
                <a:gd name="T49" fmla="*/ 1288 h 1289"/>
                <a:gd name="T50" fmla="*/ 17 w 1348"/>
                <a:gd name="T51" fmla="*/ 1288 h 1289"/>
                <a:gd name="T52" fmla="*/ 17 w 1348"/>
                <a:gd name="T53" fmla="*/ 1288 h 1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348" h="1289">
                  <a:moveTo>
                    <a:pt x="1347" y="786"/>
                  </a:moveTo>
                  <a:cubicBezTo>
                    <a:pt x="1347" y="1288"/>
                    <a:pt x="1347" y="1288"/>
                    <a:pt x="1347" y="1288"/>
                  </a:cubicBezTo>
                  <a:cubicBezTo>
                    <a:pt x="1054" y="1288"/>
                    <a:pt x="1054" y="1288"/>
                    <a:pt x="1054" y="1288"/>
                  </a:cubicBezTo>
                  <a:cubicBezTo>
                    <a:pt x="1054" y="819"/>
                    <a:pt x="1054" y="819"/>
                    <a:pt x="1054" y="819"/>
                  </a:cubicBezTo>
                  <a:cubicBezTo>
                    <a:pt x="1054" y="702"/>
                    <a:pt x="1020" y="627"/>
                    <a:pt x="912" y="627"/>
                  </a:cubicBezTo>
                  <a:cubicBezTo>
                    <a:pt x="836" y="627"/>
                    <a:pt x="786" y="677"/>
                    <a:pt x="761" y="736"/>
                  </a:cubicBezTo>
                  <a:cubicBezTo>
                    <a:pt x="761" y="752"/>
                    <a:pt x="753" y="777"/>
                    <a:pt x="753" y="803"/>
                  </a:cubicBezTo>
                  <a:cubicBezTo>
                    <a:pt x="753" y="1288"/>
                    <a:pt x="753" y="1288"/>
                    <a:pt x="753" y="1288"/>
                  </a:cubicBezTo>
                  <a:cubicBezTo>
                    <a:pt x="468" y="1288"/>
                    <a:pt x="468" y="1288"/>
                    <a:pt x="468" y="1288"/>
                  </a:cubicBezTo>
                  <a:cubicBezTo>
                    <a:pt x="468" y="1288"/>
                    <a:pt x="468" y="502"/>
                    <a:pt x="468" y="418"/>
                  </a:cubicBezTo>
                  <a:cubicBezTo>
                    <a:pt x="753" y="418"/>
                    <a:pt x="753" y="418"/>
                    <a:pt x="753" y="418"/>
                  </a:cubicBezTo>
                  <a:cubicBezTo>
                    <a:pt x="753" y="543"/>
                    <a:pt x="753" y="543"/>
                    <a:pt x="753" y="543"/>
                  </a:cubicBezTo>
                  <a:cubicBezTo>
                    <a:pt x="795" y="485"/>
                    <a:pt x="862" y="401"/>
                    <a:pt x="1012" y="401"/>
                  </a:cubicBezTo>
                  <a:cubicBezTo>
                    <a:pt x="1204" y="401"/>
                    <a:pt x="1347" y="527"/>
                    <a:pt x="1347" y="786"/>
                  </a:cubicBezTo>
                  <a:close/>
                  <a:moveTo>
                    <a:pt x="167" y="0"/>
                  </a:moveTo>
                  <a:cubicBezTo>
                    <a:pt x="67" y="0"/>
                    <a:pt x="0" y="67"/>
                    <a:pt x="0" y="151"/>
                  </a:cubicBezTo>
                  <a:cubicBezTo>
                    <a:pt x="0" y="234"/>
                    <a:pt x="67" y="301"/>
                    <a:pt x="159" y="301"/>
                  </a:cubicBezTo>
                  <a:cubicBezTo>
                    <a:pt x="167" y="301"/>
                    <a:pt x="167" y="301"/>
                    <a:pt x="167" y="301"/>
                  </a:cubicBezTo>
                  <a:cubicBezTo>
                    <a:pt x="268" y="301"/>
                    <a:pt x="326" y="234"/>
                    <a:pt x="326" y="151"/>
                  </a:cubicBezTo>
                  <a:cubicBezTo>
                    <a:pt x="326" y="67"/>
                    <a:pt x="268" y="0"/>
                    <a:pt x="167" y="0"/>
                  </a:cubicBezTo>
                  <a:close/>
                  <a:moveTo>
                    <a:pt x="17" y="1288"/>
                  </a:moveTo>
                  <a:cubicBezTo>
                    <a:pt x="310" y="1288"/>
                    <a:pt x="310" y="1288"/>
                    <a:pt x="310" y="1288"/>
                  </a:cubicBezTo>
                  <a:cubicBezTo>
                    <a:pt x="310" y="418"/>
                    <a:pt x="310" y="418"/>
                    <a:pt x="310" y="418"/>
                  </a:cubicBezTo>
                  <a:cubicBezTo>
                    <a:pt x="17" y="418"/>
                    <a:pt x="17" y="418"/>
                    <a:pt x="17" y="418"/>
                  </a:cubicBezTo>
                  <a:lnTo>
                    <a:pt x="17" y="1288"/>
                  </a:lnTo>
                  <a:close/>
                  <a:moveTo>
                    <a:pt x="17" y="1288"/>
                  </a:moveTo>
                  <a:lnTo>
                    <a:pt x="17" y="1288"/>
                  </a:lnTo>
                  <a:close/>
                </a:path>
              </a:pathLst>
            </a:custGeom>
            <a:solidFill>
              <a:schemeClr val="accent1"/>
            </a:solidFill>
            <a:ln>
              <a:noFill/>
            </a:ln>
            <a:effectLst/>
          </p:spPr>
          <p:txBody>
            <a:bodyPr wrap="none" lIns="121893" tIns="60946" rIns="121893" bIns="6094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900" dirty="0">
                <a:solidFill>
                  <a:srgbClr val="262626"/>
                </a:solidFill>
                <a:ea typeface="宋体" panose="02010600030101010101" pitchFamily="2" charset="-122"/>
              </a:endParaRPr>
            </a:p>
          </p:txBody>
        </p:sp>
        <p:sp>
          <p:nvSpPr>
            <p:cNvPr id="48" name="AutoShape 64"/>
            <p:cNvSpPr/>
            <p:nvPr/>
          </p:nvSpPr>
          <p:spPr bwMode="auto">
            <a:xfrm>
              <a:off x="6826373" y="3359711"/>
              <a:ext cx="362621" cy="3612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263" y="0"/>
                  </a:moveTo>
                  <a:cubicBezTo>
                    <a:pt x="20630" y="0"/>
                    <a:pt x="20946" y="161"/>
                    <a:pt x="21208" y="481"/>
                  </a:cubicBezTo>
                  <a:cubicBezTo>
                    <a:pt x="21470" y="798"/>
                    <a:pt x="21599" y="1177"/>
                    <a:pt x="21599" y="1618"/>
                  </a:cubicBezTo>
                  <a:lnTo>
                    <a:pt x="21599" y="19981"/>
                  </a:lnTo>
                  <a:cubicBezTo>
                    <a:pt x="21599" y="20422"/>
                    <a:pt x="21470" y="20801"/>
                    <a:pt x="21208" y="21121"/>
                  </a:cubicBezTo>
                  <a:cubicBezTo>
                    <a:pt x="20946" y="21441"/>
                    <a:pt x="20630" y="21599"/>
                    <a:pt x="20263" y="21599"/>
                  </a:cubicBezTo>
                  <a:lnTo>
                    <a:pt x="1346" y="21599"/>
                  </a:lnTo>
                  <a:cubicBezTo>
                    <a:pt x="979" y="21599"/>
                    <a:pt x="663" y="21441"/>
                    <a:pt x="399" y="21121"/>
                  </a:cubicBezTo>
                  <a:cubicBezTo>
                    <a:pt x="132" y="20801"/>
                    <a:pt x="0" y="20422"/>
                    <a:pt x="0" y="19981"/>
                  </a:cubicBezTo>
                  <a:lnTo>
                    <a:pt x="0" y="1618"/>
                  </a:lnTo>
                  <a:cubicBezTo>
                    <a:pt x="0" y="1177"/>
                    <a:pt x="132" y="798"/>
                    <a:pt x="399" y="481"/>
                  </a:cubicBezTo>
                  <a:cubicBezTo>
                    <a:pt x="663" y="161"/>
                    <a:pt x="979" y="0"/>
                    <a:pt x="1346" y="0"/>
                  </a:cubicBezTo>
                  <a:lnTo>
                    <a:pt x="20263" y="0"/>
                  </a:lnTo>
                  <a:close/>
                  <a:moveTo>
                    <a:pt x="19805" y="2252"/>
                  </a:moveTo>
                  <a:lnTo>
                    <a:pt x="8590" y="2252"/>
                  </a:lnTo>
                  <a:lnTo>
                    <a:pt x="8426" y="3545"/>
                  </a:lnTo>
                  <a:lnTo>
                    <a:pt x="1804" y="3545"/>
                  </a:lnTo>
                  <a:lnTo>
                    <a:pt x="1804" y="5501"/>
                  </a:lnTo>
                  <a:lnTo>
                    <a:pt x="19805" y="5501"/>
                  </a:lnTo>
                  <a:lnTo>
                    <a:pt x="19805" y="2252"/>
                  </a:lnTo>
                  <a:close/>
                  <a:moveTo>
                    <a:pt x="19805" y="17746"/>
                  </a:moveTo>
                  <a:lnTo>
                    <a:pt x="1804" y="17746"/>
                  </a:lnTo>
                  <a:lnTo>
                    <a:pt x="1804" y="19350"/>
                  </a:lnTo>
                  <a:lnTo>
                    <a:pt x="19805" y="19350"/>
                  </a:lnTo>
                  <a:lnTo>
                    <a:pt x="19805" y="17746"/>
                  </a:lnTo>
                  <a:close/>
                  <a:moveTo>
                    <a:pt x="3116" y="2743"/>
                  </a:moveTo>
                  <a:lnTo>
                    <a:pt x="6820" y="2743"/>
                  </a:lnTo>
                  <a:lnTo>
                    <a:pt x="6820" y="1436"/>
                  </a:lnTo>
                  <a:lnTo>
                    <a:pt x="3116" y="1436"/>
                  </a:lnTo>
                  <a:lnTo>
                    <a:pt x="3116" y="2743"/>
                  </a:lnTo>
                  <a:close/>
                  <a:moveTo>
                    <a:pt x="6529" y="11631"/>
                  </a:moveTo>
                  <a:cubicBezTo>
                    <a:pt x="6529" y="12342"/>
                    <a:pt x="6639" y="13011"/>
                    <a:pt x="6862" y="13634"/>
                  </a:cubicBezTo>
                  <a:cubicBezTo>
                    <a:pt x="7084" y="14257"/>
                    <a:pt x="7388" y="14800"/>
                    <a:pt x="7775" y="15264"/>
                  </a:cubicBezTo>
                  <a:cubicBezTo>
                    <a:pt x="8162" y="15731"/>
                    <a:pt x="8617" y="16095"/>
                    <a:pt x="9134" y="16359"/>
                  </a:cubicBezTo>
                  <a:cubicBezTo>
                    <a:pt x="9655" y="16630"/>
                    <a:pt x="10211" y="16762"/>
                    <a:pt x="10806" y="16762"/>
                  </a:cubicBezTo>
                  <a:cubicBezTo>
                    <a:pt x="11398" y="16762"/>
                    <a:pt x="11954" y="16630"/>
                    <a:pt x="12470" y="16359"/>
                  </a:cubicBezTo>
                  <a:cubicBezTo>
                    <a:pt x="12984" y="16095"/>
                    <a:pt x="13435" y="15731"/>
                    <a:pt x="13824" y="15264"/>
                  </a:cubicBezTo>
                  <a:cubicBezTo>
                    <a:pt x="14211" y="14800"/>
                    <a:pt x="14515" y="14257"/>
                    <a:pt x="14737" y="13634"/>
                  </a:cubicBezTo>
                  <a:cubicBezTo>
                    <a:pt x="14960" y="13011"/>
                    <a:pt x="15070" y="12342"/>
                    <a:pt x="15070" y="11631"/>
                  </a:cubicBezTo>
                  <a:cubicBezTo>
                    <a:pt x="15070" y="10917"/>
                    <a:pt x="14960" y="10250"/>
                    <a:pt x="14737" y="9625"/>
                  </a:cubicBezTo>
                  <a:cubicBezTo>
                    <a:pt x="14515" y="9002"/>
                    <a:pt x="14211" y="8461"/>
                    <a:pt x="13824" y="8003"/>
                  </a:cubicBezTo>
                  <a:cubicBezTo>
                    <a:pt x="13435" y="7542"/>
                    <a:pt x="12982" y="7178"/>
                    <a:pt x="12463" y="6914"/>
                  </a:cubicBezTo>
                  <a:cubicBezTo>
                    <a:pt x="11944" y="6646"/>
                    <a:pt x="11391" y="6511"/>
                    <a:pt x="10806" y="6511"/>
                  </a:cubicBezTo>
                  <a:cubicBezTo>
                    <a:pt x="10211" y="6511"/>
                    <a:pt x="9655" y="6646"/>
                    <a:pt x="9134" y="6914"/>
                  </a:cubicBezTo>
                  <a:cubicBezTo>
                    <a:pt x="8617" y="7178"/>
                    <a:pt x="8162" y="7542"/>
                    <a:pt x="7775" y="8003"/>
                  </a:cubicBezTo>
                  <a:cubicBezTo>
                    <a:pt x="7388" y="8461"/>
                    <a:pt x="7084" y="9002"/>
                    <a:pt x="6862" y="9625"/>
                  </a:cubicBezTo>
                  <a:cubicBezTo>
                    <a:pt x="6639" y="10250"/>
                    <a:pt x="6529" y="10917"/>
                    <a:pt x="6529" y="11631"/>
                  </a:cubicBezTo>
                  <a:moveTo>
                    <a:pt x="13724" y="11631"/>
                  </a:moveTo>
                  <a:cubicBezTo>
                    <a:pt x="13724" y="12109"/>
                    <a:pt x="13648" y="12565"/>
                    <a:pt x="13501" y="12999"/>
                  </a:cubicBezTo>
                  <a:cubicBezTo>
                    <a:pt x="13352" y="13434"/>
                    <a:pt x="13146" y="13813"/>
                    <a:pt x="12879" y="14127"/>
                  </a:cubicBezTo>
                  <a:cubicBezTo>
                    <a:pt x="12612" y="14439"/>
                    <a:pt x="12301" y="14688"/>
                    <a:pt x="11942" y="14870"/>
                  </a:cubicBezTo>
                  <a:cubicBezTo>
                    <a:pt x="11582" y="15052"/>
                    <a:pt x="11205" y="15144"/>
                    <a:pt x="10806" y="15144"/>
                  </a:cubicBezTo>
                  <a:cubicBezTo>
                    <a:pt x="10407" y="15144"/>
                    <a:pt x="10025" y="15052"/>
                    <a:pt x="9662" y="14870"/>
                  </a:cubicBezTo>
                  <a:cubicBezTo>
                    <a:pt x="9300" y="14688"/>
                    <a:pt x="8987" y="14439"/>
                    <a:pt x="8725" y="14127"/>
                  </a:cubicBezTo>
                  <a:cubicBezTo>
                    <a:pt x="8463" y="13813"/>
                    <a:pt x="8257" y="13440"/>
                    <a:pt x="8103" y="13008"/>
                  </a:cubicBezTo>
                  <a:cubicBezTo>
                    <a:pt x="7951" y="12579"/>
                    <a:pt x="7875" y="12118"/>
                    <a:pt x="7875" y="11631"/>
                  </a:cubicBezTo>
                  <a:cubicBezTo>
                    <a:pt x="7875" y="11152"/>
                    <a:pt x="7951" y="10700"/>
                    <a:pt x="8103" y="10265"/>
                  </a:cubicBezTo>
                  <a:cubicBezTo>
                    <a:pt x="8257" y="9836"/>
                    <a:pt x="8463" y="9460"/>
                    <a:pt x="8725" y="9140"/>
                  </a:cubicBezTo>
                  <a:cubicBezTo>
                    <a:pt x="8987" y="8823"/>
                    <a:pt x="9298" y="8576"/>
                    <a:pt x="9657" y="8394"/>
                  </a:cubicBezTo>
                  <a:cubicBezTo>
                    <a:pt x="10015" y="8218"/>
                    <a:pt x="10399" y="8130"/>
                    <a:pt x="10806" y="8130"/>
                  </a:cubicBezTo>
                  <a:cubicBezTo>
                    <a:pt x="11205" y="8130"/>
                    <a:pt x="11582" y="8218"/>
                    <a:pt x="11942" y="8394"/>
                  </a:cubicBezTo>
                  <a:cubicBezTo>
                    <a:pt x="12301" y="8576"/>
                    <a:pt x="12612" y="8823"/>
                    <a:pt x="12879" y="9140"/>
                  </a:cubicBezTo>
                  <a:cubicBezTo>
                    <a:pt x="13146" y="9460"/>
                    <a:pt x="13352" y="9836"/>
                    <a:pt x="13501" y="10265"/>
                  </a:cubicBezTo>
                  <a:cubicBezTo>
                    <a:pt x="13648" y="10700"/>
                    <a:pt x="13724" y="11152"/>
                    <a:pt x="13724" y="11631"/>
                  </a:cubicBezTo>
                  <a:moveTo>
                    <a:pt x="9692" y="11631"/>
                  </a:moveTo>
                  <a:cubicBezTo>
                    <a:pt x="9692" y="11246"/>
                    <a:pt x="9799" y="10929"/>
                    <a:pt x="10020" y="10682"/>
                  </a:cubicBezTo>
                  <a:cubicBezTo>
                    <a:pt x="10238" y="10432"/>
                    <a:pt x="10500" y="10309"/>
                    <a:pt x="10806" y="10309"/>
                  </a:cubicBezTo>
                  <a:lnTo>
                    <a:pt x="10806" y="10280"/>
                  </a:lnTo>
                  <a:cubicBezTo>
                    <a:pt x="10945" y="10280"/>
                    <a:pt x="11065" y="10224"/>
                    <a:pt x="11163" y="10109"/>
                  </a:cubicBezTo>
                  <a:cubicBezTo>
                    <a:pt x="11261" y="9998"/>
                    <a:pt x="11310" y="9862"/>
                    <a:pt x="11310" y="9704"/>
                  </a:cubicBezTo>
                  <a:cubicBezTo>
                    <a:pt x="11310" y="9533"/>
                    <a:pt x="11261" y="9392"/>
                    <a:pt x="11163" y="9275"/>
                  </a:cubicBezTo>
                  <a:cubicBezTo>
                    <a:pt x="11065" y="9157"/>
                    <a:pt x="10945" y="9096"/>
                    <a:pt x="10806" y="9096"/>
                  </a:cubicBezTo>
                  <a:cubicBezTo>
                    <a:pt x="10228" y="9096"/>
                    <a:pt x="9733" y="9348"/>
                    <a:pt x="9322" y="9848"/>
                  </a:cubicBezTo>
                  <a:cubicBezTo>
                    <a:pt x="8913" y="10350"/>
                    <a:pt x="8708" y="10943"/>
                    <a:pt x="8708" y="11628"/>
                  </a:cubicBezTo>
                  <a:cubicBezTo>
                    <a:pt x="8708" y="11777"/>
                    <a:pt x="8757" y="11913"/>
                    <a:pt x="8854" y="12027"/>
                  </a:cubicBezTo>
                  <a:cubicBezTo>
                    <a:pt x="8952" y="12147"/>
                    <a:pt x="9063" y="12206"/>
                    <a:pt x="9187" y="12206"/>
                  </a:cubicBezTo>
                  <a:cubicBezTo>
                    <a:pt x="9329" y="12206"/>
                    <a:pt x="9447" y="12148"/>
                    <a:pt x="9545" y="12027"/>
                  </a:cubicBezTo>
                  <a:cubicBezTo>
                    <a:pt x="9643" y="11916"/>
                    <a:pt x="9692" y="11780"/>
                    <a:pt x="9692" y="11631"/>
                  </a:cubicBezTo>
                </a:path>
              </a:pathLst>
            </a:custGeom>
            <a:solidFill>
              <a:schemeClr val="accent3"/>
            </a:solidFill>
            <a:ln>
              <a:noFill/>
            </a:ln>
            <a:effectLst/>
          </p:spPr>
          <p:txBody>
            <a:bodyPr lIns="50789" tIns="50789" rIns="50789" bIns="50789"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defRPr/>
              </a:pPr>
              <a:endParaRPr lang="es-ES" sz="2900" dirty="0">
                <a:solidFill>
                  <a:srgbClr val="44CEB9"/>
                </a:solidFill>
                <a:effectLst>
                  <a:outerShdw blurRad="38100" dist="38100" dir="2700000" algn="tl">
                    <a:srgbClr val="000000"/>
                  </a:outerShdw>
                </a:effectLst>
                <a:latin typeface="Gill Sans" charset="0"/>
                <a:cs typeface="Gill Sans" charset="0"/>
                <a:sym typeface="Gill Sans" charset="0"/>
              </a:endParaRPr>
            </a:p>
          </p:txBody>
        </p:sp>
        <p:sp>
          <p:nvSpPr>
            <p:cNvPr id="49" name="Freeform 234"/>
            <p:cNvSpPr>
              <a:spLocks noChangeArrowheads="1"/>
            </p:cNvSpPr>
            <p:nvPr/>
          </p:nvSpPr>
          <p:spPr bwMode="auto">
            <a:xfrm>
              <a:off x="6966994" y="1525002"/>
              <a:ext cx="262285" cy="377024"/>
            </a:xfrm>
            <a:custGeom>
              <a:avLst/>
              <a:gdLst>
                <a:gd name="T0" fmla="*/ 499 w 667"/>
                <a:gd name="T1" fmla="*/ 52 h 959"/>
                <a:gd name="T2" fmla="*/ 551 w 667"/>
                <a:gd name="T3" fmla="*/ 104 h 959"/>
                <a:gd name="T4" fmla="*/ 593 w 667"/>
                <a:gd name="T5" fmla="*/ 219 h 959"/>
                <a:gd name="T6" fmla="*/ 562 w 667"/>
                <a:gd name="T7" fmla="*/ 323 h 959"/>
                <a:gd name="T8" fmla="*/ 478 w 667"/>
                <a:gd name="T9" fmla="*/ 396 h 959"/>
                <a:gd name="T10" fmla="*/ 437 w 667"/>
                <a:gd name="T11" fmla="*/ 459 h 959"/>
                <a:gd name="T12" fmla="*/ 478 w 667"/>
                <a:gd name="T13" fmla="*/ 511 h 959"/>
                <a:gd name="T14" fmla="*/ 572 w 667"/>
                <a:gd name="T15" fmla="*/ 583 h 959"/>
                <a:gd name="T16" fmla="*/ 624 w 667"/>
                <a:gd name="T17" fmla="*/ 667 h 959"/>
                <a:gd name="T18" fmla="*/ 614 w 667"/>
                <a:gd name="T19" fmla="*/ 812 h 959"/>
                <a:gd name="T20" fmla="*/ 437 w 667"/>
                <a:gd name="T21" fmla="*/ 937 h 959"/>
                <a:gd name="T22" fmla="*/ 166 w 667"/>
                <a:gd name="T23" fmla="*/ 948 h 959"/>
                <a:gd name="T24" fmla="*/ 20 w 667"/>
                <a:gd name="T25" fmla="*/ 844 h 959"/>
                <a:gd name="T26" fmla="*/ 20 w 667"/>
                <a:gd name="T27" fmla="*/ 698 h 959"/>
                <a:gd name="T28" fmla="*/ 166 w 667"/>
                <a:gd name="T29" fmla="*/ 594 h 959"/>
                <a:gd name="T30" fmla="*/ 301 w 667"/>
                <a:gd name="T31" fmla="*/ 573 h 959"/>
                <a:gd name="T32" fmla="*/ 333 w 667"/>
                <a:gd name="T33" fmla="*/ 531 h 959"/>
                <a:gd name="T34" fmla="*/ 322 w 667"/>
                <a:gd name="T35" fmla="*/ 459 h 959"/>
                <a:gd name="T36" fmla="*/ 312 w 667"/>
                <a:gd name="T37" fmla="*/ 438 h 959"/>
                <a:gd name="T38" fmla="*/ 197 w 667"/>
                <a:gd name="T39" fmla="*/ 417 h 959"/>
                <a:gd name="T40" fmla="*/ 83 w 667"/>
                <a:gd name="T41" fmla="*/ 313 h 959"/>
                <a:gd name="T42" fmla="*/ 93 w 667"/>
                <a:gd name="T43" fmla="*/ 156 h 959"/>
                <a:gd name="T44" fmla="*/ 270 w 667"/>
                <a:gd name="T45" fmla="*/ 21 h 959"/>
                <a:gd name="T46" fmla="*/ 666 w 667"/>
                <a:gd name="T47" fmla="*/ 0 h 959"/>
                <a:gd name="T48" fmla="*/ 551 w 667"/>
                <a:gd name="T49" fmla="*/ 771 h 959"/>
                <a:gd name="T50" fmla="*/ 520 w 667"/>
                <a:gd name="T51" fmla="*/ 687 h 959"/>
                <a:gd name="T52" fmla="*/ 406 w 667"/>
                <a:gd name="T53" fmla="*/ 604 h 959"/>
                <a:gd name="T54" fmla="*/ 374 w 667"/>
                <a:gd name="T55" fmla="*/ 604 h 959"/>
                <a:gd name="T56" fmla="*/ 322 w 667"/>
                <a:gd name="T57" fmla="*/ 604 h 959"/>
                <a:gd name="T58" fmla="*/ 239 w 667"/>
                <a:gd name="T59" fmla="*/ 625 h 959"/>
                <a:gd name="T60" fmla="*/ 166 w 667"/>
                <a:gd name="T61" fmla="*/ 656 h 959"/>
                <a:gd name="T62" fmla="*/ 124 w 667"/>
                <a:gd name="T63" fmla="*/ 750 h 959"/>
                <a:gd name="T64" fmla="*/ 187 w 667"/>
                <a:gd name="T65" fmla="*/ 854 h 959"/>
                <a:gd name="T66" fmla="*/ 353 w 667"/>
                <a:gd name="T67" fmla="*/ 906 h 959"/>
                <a:gd name="T68" fmla="*/ 551 w 667"/>
                <a:gd name="T69" fmla="*/ 771 h 959"/>
                <a:gd name="T70" fmla="*/ 468 w 667"/>
                <a:gd name="T71" fmla="*/ 323 h 959"/>
                <a:gd name="T72" fmla="*/ 468 w 667"/>
                <a:gd name="T73" fmla="*/ 198 h 959"/>
                <a:gd name="T74" fmla="*/ 385 w 667"/>
                <a:gd name="T75" fmla="*/ 73 h 959"/>
                <a:gd name="T76" fmla="*/ 260 w 667"/>
                <a:gd name="T77" fmla="*/ 63 h 959"/>
                <a:gd name="T78" fmla="*/ 197 w 667"/>
                <a:gd name="T79" fmla="*/ 136 h 959"/>
                <a:gd name="T80" fmla="*/ 197 w 667"/>
                <a:gd name="T81" fmla="*/ 250 h 959"/>
                <a:gd name="T82" fmla="*/ 281 w 667"/>
                <a:gd name="T83" fmla="*/ 375 h 959"/>
                <a:gd name="T84" fmla="*/ 406 w 667"/>
                <a:gd name="T85" fmla="*/ 396 h 959"/>
                <a:gd name="T86" fmla="*/ 437 w 667"/>
                <a:gd name="T87" fmla="*/ 365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67" h="959">
                  <a:moveTo>
                    <a:pt x="583" y="52"/>
                  </a:moveTo>
                  <a:cubicBezTo>
                    <a:pt x="499" y="52"/>
                    <a:pt x="499" y="52"/>
                    <a:pt x="499" y="52"/>
                  </a:cubicBezTo>
                  <a:cubicBezTo>
                    <a:pt x="520" y="73"/>
                    <a:pt x="520" y="73"/>
                    <a:pt x="520" y="73"/>
                  </a:cubicBezTo>
                  <a:cubicBezTo>
                    <a:pt x="531" y="84"/>
                    <a:pt x="541" y="94"/>
                    <a:pt x="551" y="104"/>
                  </a:cubicBezTo>
                  <a:cubicBezTo>
                    <a:pt x="562" y="125"/>
                    <a:pt x="572" y="136"/>
                    <a:pt x="583" y="156"/>
                  </a:cubicBezTo>
                  <a:cubicBezTo>
                    <a:pt x="593" y="177"/>
                    <a:pt x="593" y="198"/>
                    <a:pt x="593" y="219"/>
                  </a:cubicBezTo>
                  <a:cubicBezTo>
                    <a:pt x="593" y="240"/>
                    <a:pt x="593" y="261"/>
                    <a:pt x="583" y="281"/>
                  </a:cubicBezTo>
                  <a:cubicBezTo>
                    <a:pt x="572" y="292"/>
                    <a:pt x="572" y="313"/>
                    <a:pt x="562" y="323"/>
                  </a:cubicBezTo>
                  <a:cubicBezTo>
                    <a:pt x="551" y="344"/>
                    <a:pt x="531" y="354"/>
                    <a:pt x="520" y="365"/>
                  </a:cubicBezTo>
                  <a:cubicBezTo>
                    <a:pt x="478" y="396"/>
                    <a:pt x="478" y="396"/>
                    <a:pt x="478" y="396"/>
                  </a:cubicBezTo>
                  <a:cubicBezTo>
                    <a:pt x="468" y="406"/>
                    <a:pt x="458" y="417"/>
                    <a:pt x="458" y="417"/>
                  </a:cubicBezTo>
                  <a:cubicBezTo>
                    <a:pt x="447" y="427"/>
                    <a:pt x="437" y="438"/>
                    <a:pt x="437" y="459"/>
                  </a:cubicBezTo>
                  <a:cubicBezTo>
                    <a:pt x="437" y="469"/>
                    <a:pt x="447" y="479"/>
                    <a:pt x="458" y="490"/>
                  </a:cubicBezTo>
                  <a:cubicBezTo>
                    <a:pt x="468" y="500"/>
                    <a:pt x="478" y="511"/>
                    <a:pt x="478" y="511"/>
                  </a:cubicBezTo>
                  <a:cubicBezTo>
                    <a:pt x="531" y="542"/>
                    <a:pt x="531" y="542"/>
                    <a:pt x="531" y="542"/>
                  </a:cubicBezTo>
                  <a:cubicBezTo>
                    <a:pt x="541" y="552"/>
                    <a:pt x="562" y="573"/>
                    <a:pt x="572" y="583"/>
                  </a:cubicBezTo>
                  <a:cubicBezTo>
                    <a:pt x="583" y="594"/>
                    <a:pt x="593" y="604"/>
                    <a:pt x="603" y="614"/>
                  </a:cubicBezTo>
                  <a:cubicBezTo>
                    <a:pt x="614" y="635"/>
                    <a:pt x="614" y="646"/>
                    <a:pt x="624" y="667"/>
                  </a:cubicBezTo>
                  <a:cubicBezTo>
                    <a:pt x="624" y="677"/>
                    <a:pt x="635" y="698"/>
                    <a:pt x="635" y="719"/>
                  </a:cubicBezTo>
                  <a:cubicBezTo>
                    <a:pt x="635" y="750"/>
                    <a:pt x="624" y="781"/>
                    <a:pt x="614" y="812"/>
                  </a:cubicBezTo>
                  <a:cubicBezTo>
                    <a:pt x="593" y="833"/>
                    <a:pt x="572" y="864"/>
                    <a:pt x="541" y="885"/>
                  </a:cubicBezTo>
                  <a:cubicBezTo>
                    <a:pt x="520" y="906"/>
                    <a:pt x="478" y="927"/>
                    <a:pt x="437" y="937"/>
                  </a:cubicBezTo>
                  <a:cubicBezTo>
                    <a:pt x="395" y="948"/>
                    <a:pt x="343" y="958"/>
                    <a:pt x="291" y="958"/>
                  </a:cubicBezTo>
                  <a:cubicBezTo>
                    <a:pt x="239" y="958"/>
                    <a:pt x="197" y="958"/>
                    <a:pt x="166" y="948"/>
                  </a:cubicBezTo>
                  <a:cubicBezTo>
                    <a:pt x="124" y="937"/>
                    <a:pt x="93" y="917"/>
                    <a:pt x="72" y="906"/>
                  </a:cubicBezTo>
                  <a:cubicBezTo>
                    <a:pt x="51" y="885"/>
                    <a:pt x="31" y="864"/>
                    <a:pt x="20" y="844"/>
                  </a:cubicBezTo>
                  <a:cubicBezTo>
                    <a:pt x="10" y="823"/>
                    <a:pt x="0" y="802"/>
                    <a:pt x="0" y="781"/>
                  </a:cubicBezTo>
                  <a:cubicBezTo>
                    <a:pt x="0" y="760"/>
                    <a:pt x="10" y="729"/>
                    <a:pt x="20" y="698"/>
                  </a:cubicBezTo>
                  <a:cubicBezTo>
                    <a:pt x="41" y="677"/>
                    <a:pt x="62" y="646"/>
                    <a:pt x="103" y="625"/>
                  </a:cubicBezTo>
                  <a:cubicBezTo>
                    <a:pt x="124" y="614"/>
                    <a:pt x="145" y="604"/>
                    <a:pt x="166" y="594"/>
                  </a:cubicBezTo>
                  <a:cubicBezTo>
                    <a:pt x="197" y="594"/>
                    <a:pt x="218" y="583"/>
                    <a:pt x="239" y="583"/>
                  </a:cubicBezTo>
                  <a:cubicBezTo>
                    <a:pt x="260" y="573"/>
                    <a:pt x="281" y="573"/>
                    <a:pt x="301" y="573"/>
                  </a:cubicBezTo>
                  <a:cubicBezTo>
                    <a:pt x="322" y="573"/>
                    <a:pt x="343" y="573"/>
                    <a:pt x="353" y="573"/>
                  </a:cubicBezTo>
                  <a:cubicBezTo>
                    <a:pt x="353" y="552"/>
                    <a:pt x="343" y="542"/>
                    <a:pt x="333" y="531"/>
                  </a:cubicBezTo>
                  <a:cubicBezTo>
                    <a:pt x="322" y="521"/>
                    <a:pt x="322" y="500"/>
                    <a:pt x="322" y="479"/>
                  </a:cubicBezTo>
                  <a:cubicBezTo>
                    <a:pt x="322" y="469"/>
                    <a:pt x="322" y="459"/>
                    <a:pt x="322" y="459"/>
                  </a:cubicBezTo>
                  <a:cubicBezTo>
                    <a:pt x="322" y="448"/>
                    <a:pt x="333" y="438"/>
                    <a:pt x="333" y="438"/>
                  </a:cubicBezTo>
                  <a:cubicBezTo>
                    <a:pt x="322" y="438"/>
                    <a:pt x="322" y="438"/>
                    <a:pt x="312" y="438"/>
                  </a:cubicBezTo>
                  <a:cubicBezTo>
                    <a:pt x="301" y="438"/>
                    <a:pt x="301" y="438"/>
                    <a:pt x="291" y="438"/>
                  </a:cubicBezTo>
                  <a:cubicBezTo>
                    <a:pt x="260" y="438"/>
                    <a:pt x="218" y="427"/>
                    <a:pt x="197" y="417"/>
                  </a:cubicBezTo>
                  <a:cubicBezTo>
                    <a:pt x="166" y="406"/>
                    <a:pt x="145" y="396"/>
                    <a:pt x="124" y="375"/>
                  </a:cubicBezTo>
                  <a:cubicBezTo>
                    <a:pt x="103" y="354"/>
                    <a:pt x="93" y="334"/>
                    <a:pt x="83" y="313"/>
                  </a:cubicBezTo>
                  <a:cubicBezTo>
                    <a:pt x="72" y="292"/>
                    <a:pt x="62" y="261"/>
                    <a:pt x="62" y="240"/>
                  </a:cubicBezTo>
                  <a:cubicBezTo>
                    <a:pt x="62" y="209"/>
                    <a:pt x="72" y="177"/>
                    <a:pt x="93" y="156"/>
                  </a:cubicBezTo>
                  <a:cubicBezTo>
                    <a:pt x="103" y="125"/>
                    <a:pt x="124" y="94"/>
                    <a:pt x="156" y="73"/>
                  </a:cubicBezTo>
                  <a:cubicBezTo>
                    <a:pt x="187" y="42"/>
                    <a:pt x="228" y="21"/>
                    <a:pt x="270" y="21"/>
                  </a:cubicBezTo>
                  <a:cubicBezTo>
                    <a:pt x="312" y="11"/>
                    <a:pt x="353" y="0"/>
                    <a:pt x="395" y="0"/>
                  </a:cubicBezTo>
                  <a:cubicBezTo>
                    <a:pt x="666" y="0"/>
                    <a:pt x="666" y="0"/>
                    <a:pt x="666" y="0"/>
                  </a:cubicBezTo>
                  <a:lnTo>
                    <a:pt x="583" y="52"/>
                  </a:lnTo>
                  <a:close/>
                  <a:moveTo>
                    <a:pt x="551" y="771"/>
                  </a:moveTo>
                  <a:cubicBezTo>
                    <a:pt x="551" y="750"/>
                    <a:pt x="541" y="739"/>
                    <a:pt x="541" y="729"/>
                  </a:cubicBezTo>
                  <a:cubicBezTo>
                    <a:pt x="531" y="708"/>
                    <a:pt x="531" y="698"/>
                    <a:pt x="520" y="687"/>
                  </a:cubicBezTo>
                  <a:cubicBezTo>
                    <a:pt x="510" y="677"/>
                    <a:pt x="489" y="667"/>
                    <a:pt x="468" y="646"/>
                  </a:cubicBezTo>
                  <a:cubicBezTo>
                    <a:pt x="458" y="635"/>
                    <a:pt x="426" y="625"/>
                    <a:pt x="406" y="604"/>
                  </a:cubicBezTo>
                  <a:lnTo>
                    <a:pt x="395" y="604"/>
                  </a:lnTo>
                  <a:cubicBezTo>
                    <a:pt x="374" y="604"/>
                    <a:pt x="374" y="604"/>
                    <a:pt x="374" y="604"/>
                  </a:cubicBezTo>
                  <a:cubicBezTo>
                    <a:pt x="374" y="604"/>
                    <a:pt x="364" y="604"/>
                    <a:pt x="353" y="604"/>
                  </a:cubicBezTo>
                  <a:cubicBezTo>
                    <a:pt x="343" y="604"/>
                    <a:pt x="333" y="604"/>
                    <a:pt x="322" y="604"/>
                  </a:cubicBezTo>
                  <a:cubicBezTo>
                    <a:pt x="312" y="604"/>
                    <a:pt x="291" y="604"/>
                    <a:pt x="281" y="614"/>
                  </a:cubicBezTo>
                  <a:cubicBezTo>
                    <a:pt x="260" y="614"/>
                    <a:pt x="249" y="614"/>
                    <a:pt x="239" y="625"/>
                  </a:cubicBezTo>
                  <a:cubicBezTo>
                    <a:pt x="228" y="625"/>
                    <a:pt x="218" y="625"/>
                    <a:pt x="208" y="635"/>
                  </a:cubicBezTo>
                  <a:cubicBezTo>
                    <a:pt x="187" y="635"/>
                    <a:pt x="176" y="646"/>
                    <a:pt x="166" y="656"/>
                  </a:cubicBezTo>
                  <a:cubicBezTo>
                    <a:pt x="156" y="667"/>
                    <a:pt x="145" y="677"/>
                    <a:pt x="135" y="698"/>
                  </a:cubicBezTo>
                  <a:cubicBezTo>
                    <a:pt x="124" y="708"/>
                    <a:pt x="124" y="729"/>
                    <a:pt x="124" y="750"/>
                  </a:cubicBezTo>
                  <a:cubicBezTo>
                    <a:pt x="124" y="771"/>
                    <a:pt x="124" y="792"/>
                    <a:pt x="135" y="812"/>
                  </a:cubicBezTo>
                  <a:cubicBezTo>
                    <a:pt x="145" y="833"/>
                    <a:pt x="166" y="844"/>
                    <a:pt x="187" y="854"/>
                  </a:cubicBezTo>
                  <a:cubicBezTo>
                    <a:pt x="208" y="875"/>
                    <a:pt x="228" y="885"/>
                    <a:pt x="260" y="896"/>
                  </a:cubicBezTo>
                  <a:cubicBezTo>
                    <a:pt x="281" y="896"/>
                    <a:pt x="322" y="906"/>
                    <a:pt x="353" y="906"/>
                  </a:cubicBezTo>
                  <a:cubicBezTo>
                    <a:pt x="416" y="906"/>
                    <a:pt x="468" y="885"/>
                    <a:pt x="499" y="864"/>
                  </a:cubicBezTo>
                  <a:cubicBezTo>
                    <a:pt x="531" y="844"/>
                    <a:pt x="551" y="802"/>
                    <a:pt x="551" y="771"/>
                  </a:cubicBezTo>
                  <a:close/>
                  <a:moveTo>
                    <a:pt x="437" y="365"/>
                  </a:moveTo>
                  <a:cubicBezTo>
                    <a:pt x="458" y="354"/>
                    <a:pt x="468" y="334"/>
                    <a:pt x="468" y="323"/>
                  </a:cubicBezTo>
                  <a:cubicBezTo>
                    <a:pt x="468" y="302"/>
                    <a:pt x="478" y="292"/>
                    <a:pt x="478" y="271"/>
                  </a:cubicBezTo>
                  <a:cubicBezTo>
                    <a:pt x="478" y="250"/>
                    <a:pt x="468" y="229"/>
                    <a:pt x="468" y="198"/>
                  </a:cubicBezTo>
                  <a:cubicBezTo>
                    <a:pt x="458" y="177"/>
                    <a:pt x="447" y="146"/>
                    <a:pt x="437" y="125"/>
                  </a:cubicBezTo>
                  <a:cubicBezTo>
                    <a:pt x="416" y="104"/>
                    <a:pt x="406" y="84"/>
                    <a:pt x="385" y="73"/>
                  </a:cubicBezTo>
                  <a:cubicBezTo>
                    <a:pt x="364" y="52"/>
                    <a:pt x="333" y="42"/>
                    <a:pt x="312" y="42"/>
                  </a:cubicBezTo>
                  <a:cubicBezTo>
                    <a:pt x="291" y="42"/>
                    <a:pt x="270" y="52"/>
                    <a:pt x="260" y="63"/>
                  </a:cubicBezTo>
                  <a:cubicBezTo>
                    <a:pt x="239" y="63"/>
                    <a:pt x="228" y="73"/>
                    <a:pt x="218" y="84"/>
                  </a:cubicBezTo>
                  <a:cubicBezTo>
                    <a:pt x="208" y="104"/>
                    <a:pt x="197" y="115"/>
                    <a:pt x="197" y="136"/>
                  </a:cubicBezTo>
                  <a:cubicBezTo>
                    <a:pt x="187" y="146"/>
                    <a:pt x="187" y="167"/>
                    <a:pt x="187" y="177"/>
                  </a:cubicBezTo>
                  <a:cubicBezTo>
                    <a:pt x="187" y="198"/>
                    <a:pt x="187" y="219"/>
                    <a:pt x="197" y="250"/>
                  </a:cubicBezTo>
                  <a:cubicBezTo>
                    <a:pt x="208" y="271"/>
                    <a:pt x="208" y="302"/>
                    <a:pt x="228" y="323"/>
                  </a:cubicBezTo>
                  <a:cubicBezTo>
                    <a:pt x="239" y="344"/>
                    <a:pt x="260" y="365"/>
                    <a:pt x="281" y="375"/>
                  </a:cubicBezTo>
                  <a:cubicBezTo>
                    <a:pt x="301" y="396"/>
                    <a:pt x="322" y="396"/>
                    <a:pt x="353" y="396"/>
                  </a:cubicBezTo>
                  <a:cubicBezTo>
                    <a:pt x="364" y="396"/>
                    <a:pt x="385" y="396"/>
                    <a:pt x="406" y="396"/>
                  </a:cubicBezTo>
                  <a:cubicBezTo>
                    <a:pt x="416" y="386"/>
                    <a:pt x="426" y="375"/>
                    <a:pt x="437" y="365"/>
                  </a:cubicBezTo>
                  <a:close/>
                  <a:moveTo>
                    <a:pt x="437" y="365"/>
                  </a:moveTo>
                  <a:lnTo>
                    <a:pt x="437" y="365"/>
                  </a:lnTo>
                  <a:close/>
                </a:path>
              </a:pathLst>
            </a:custGeom>
            <a:solidFill>
              <a:schemeClr val="accent1"/>
            </a:solidFill>
            <a:ln>
              <a:noFill/>
            </a:ln>
            <a:effectLst/>
          </p:spPr>
          <p:txBody>
            <a:bodyPr wrap="none" lIns="121893" tIns="60946" rIns="121893" bIns="6094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900" dirty="0">
                <a:solidFill>
                  <a:srgbClr val="262626"/>
                </a:solidFill>
                <a:ea typeface="宋体" panose="02010600030101010101" pitchFamily="2" charset="-122"/>
              </a:endParaRPr>
            </a:p>
          </p:txBody>
        </p:sp>
        <p:sp>
          <p:nvSpPr>
            <p:cNvPr id="50" name="Freeform 238"/>
            <p:cNvSpPr>
              <a:spLocks noChangeArrowheads="1"/>
            </p:cNvSpPr>
            <p:nvPr/>
          </p:nvSpPr>
          <p:spPr bwMode="auto">
            <a:xfrm>
              <a:off x="5034109" y="1568611"/>
              <a:ext cx="326442" cy="635869"/>
            </a:xfrm>
            <a:custGeom>
              <a:avLst/>
              <a:gdLst>
                <a:gd name="T0" fmla="*/ 502 w 503"/>
                <a:gd name="T1" fmla="*/ 351 h 980"/>
                <a:gd name="T2" fmla="*/ 318 w 503"/>
                <a:gd name="T3" fmla="*/ 351 h 980"/>
                <a:gd name="T4" fmla="*/ 318 w 503"/>
                <a:gd name="T5" fmla="*/ 260 h 980"/>
                <a:gd name="T6" fmla="*/ 368 w 503"/>
                <a:gd name="T7" fmla="*/ 176 h 980"/>
                <a:gd name="T8" fmla="*/ 485 w 503"/>
                <a:gd name="T9" fmla="*/ 176 h 980"/>
                <a:gd name="T10" fmla="*/ 485 w 503"/>
                <a:gd name="T11" fmla="*/ 0 h 980"/>
                <a:gd name="T12" fmla="*/ 284 w 503"/>
                <a:gd name="T13" fmla="*/ 0 h 980"/>
                <a:gd name="T14" fmla="*/ 117 w 503"/>
                <a:gd name="T15" fmla="*/ 168 h 980"/>
                <a:gd name="T16" fmla="*/ 117 w 503"/>
                <a:gd name="T17" fmla="*/ 351 h 980"/>
                <a:gd name="T18" fmla="*/ 0 w 503"/>
                <a:gd name="T19" fmla="*/ 351 h 980"/>
                <a:gd name="T20" fmla="*/ 0 w 503"/>
                <a:gd name="T21" fmla="*/ 494 h 980"/>
                <a:gd name="T22" fmla="*/ 117 w 503"/>
                <a:gd name="T23" fmla="*/ 494 h 980"/>
                <a:gd name="T24" fmla="*/ 117 w 503"/>
                <a:gd name="T25" fmla="*/ 979 h 980"/>
                <a:gd name="T26" fmla="*/ 318 w 503"/>
                <a:gd name="T27" fmla="*/ 979 h 980"/>
                <a:gd name="T28" fmla="*/ 318 w 503"/>
                <a:gd name="T29" fmla="*/ 494 h 980"/>
                <a:gd name="T30" fmla="*/ 451 w 503"/>
                <a:gd name="T31" fmla="*/ 494 h 980"/>
                <a:gd name="T32" fmla="*/ 502 w 503"/>
                <a:gd name="T33" fmla="*/ 351 h 980"/>
                <a:gd name="T34" fmla="*/ 502 w 503"/>
                <a:gd name="T35" fmla="*/ 351 h 980"/>
                <a:gd name="T36" fmla="*/ 502 w 503"/>
                <a:gd name="T37" fmla="*/ 351 h 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3" h="980">
                  <a:moveTo>
                    <a:pt x="502" y="351"/>
                  </a:moveTo>
                  <a:cubicBezTo>
                    <a:pt x="318" y="351"/>
                    <a:pt x="318" y="351"/>
                    <a:pt x="318" y="351"/>
                  </a:cubicBezTo>
                  <a:cubicBezTo>
                    <a:pt x="318" y="260"/>
                    <a:pt x="318" y="260"/>
                    <a:pt x="318" y="260"/>
                  </a:cubicBezTo>
                  <a:cubicBezTo>
                    <a:pt x="318" y="260"/>
                    <a:pt x="309" y="176"/>
                    <a:pt x="368" y="176"/>
                  </a:cubicBezTo>
                  <a:cubicBezTo>
                    <a:pt x="485" y="176"/>
                    <a:pt x="485" y="176"/>
                    <a:pt x="485" y="176"/>
                  </a:cubicBezTo>
                  <a:cubicBezTo>
                    <a:pt x="485" y="0"/>
                    <a:pt x="485" y="0"/>
                    <a:pt x="485" y="0"/>
                  </a:cubicBezTo>
                  <a:cubicBezTo>
                    <a:pt x="284" y="0"/>
                    <a:pt x="284" y="0"/>
                    <a:pt x="284" y="0"/>
                  </a:cubicBezTo>
                  <a:cubicBezTo>
                    <a:pt x="284" y="0"/>
                    <a:pt x="117" y="0"/>
                    <a:pt x="117" y="168"/>
                  </a:cubicBezTo>
                  <a:cubicBezTo>
                    <a:pt x="117" y="209"/>
                    <a:pt x="117" y="268"/>
                    <a:pt x="117" y="351"/>
                  </a:cubicBezTo>
                  <a:cubicBezTo>
                    <a:pt x="0" y="351"/>
                    <a:pt x="0" y="351"/>
                    <a:pt x="0" y="351"/>
                  </a:cubicBezTo>
                  <a:cubicBezTo>
                    <a:pt x="0" y="494"/>
                    <a:pt x="0" y="494"/>
                    <a:pt x="0" y="494"/>
                  </a:cubicBezTo>
                  <a:cubicBezTo>
                    <a:pt x="117" y="494"/>
                    <a:pt x="117" y="494"/>
                    <a:pt x="117" y="494"/>
                  </a:cubicBezTo>
                  <a:cubicBezTo>
                    <a:pt x="117" y="719"/>
                    <a:pt x="117" y="979"/>
                    <a:pt x="117" y="979"/>
                  </a:cubicBezTo>
                  <a:cubicBezTo>
                    <a:pt x="318" y="979"/>
                    <a:pt x="318" y="979"/>
                    <a:pt x="318" y="979"/>
                  </a:cubicBezTo>
                  <a:cubicBezTo>
                    <a:pt x="318" y="494"/>
                    <a:pt x="318" y="494"/>
                    <a:pt x="318" y="494"/>
                  </a:cubicBezTo>
                  <a:cubicBezTo>
                    <a:pt x="451" y="494"/>
                    <a:pt x="451" y="494"/>
                    <a:pt x="451" y="494"/>
                  </a:cubicBezTo>
                  <a:lnTo>
                    <a:pt x="502" y="351"/>
                  </a:lnTo>
                  <a:close/>
                  <a:moveTo>
                    <a:pt x="502" y="351"/>
                  </a:moveTo>
                  <a:lnTo>
                    <a:pt x="502" y="351"/>
                  </a:lnTo>
                  <a:close/>
                </a:path>
              </a:pathLst>
            </a:custGeom>
            <a:solidFill>
              <a:schemeClr val="accent3"/>
            </a:solidFill>
            <a:ln>
              <a:noFill/>
            </a:ln>
            <a:effectLst/>
          </p:spPr>
          <p:txBody>
            <a:bodyPr wrap="none" lIns="121893" tIns="60946" rIns="121893" bIns="60946"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900" dirty="0">
                <a:solidFill>
                  <a:srgbClr val="262626"/>
                </a:solidFill>
                <a:ea typeface="宋体" panose="02010600030101010101" pitchFamily="2" charset="-122"/>
              </a:endParaRPr>
            </a:p>
          </p:txBody>
        </p:sp>
        <p:grpSp>
          <p:nvGrpSpPr>
            <p:cNvPr id="51" name="Group 26"/>
            <p:cNvGrpSpPr/>
            <p:nvPr/>
          </p:nvGrpSpPr>
          <p:grpSpPr bwMode="auto">
            <a:xfrm>
              <a:off x="4976600" y="3952151"/>
              <a:ext cx="312658" cy="455209"/>
              <a:chOff x="4294188" y="1712913"/>
              <a:chExt cx="285750" cy="415925"/>
            </a:xfrm>
            <a:solidFill>
              <a:schemeClr val="accent3"/>
            </a:solidFill>
          </p:grpSpPr>
          <p:sp>
            <p:nvSpPr>
              <p:cNvPr id="52" name="Freeform 166"/>
              <p:cNvSpPr>
                <a:spLocks noChangeArrowheads="1"/>
              </p:cNvSpPr>
              <p:nvPr/>
            </p:nvSpPr>
            <p:spPr bwMode="auto">
              <a:xfrm>
                <a:off x="4294188" y="1712913"/>
                <a:ext cx="285750" cy="415925"/>
              </a:xfrm>
              <a:custGeom>
                <a:avLst/>
                <a:gdLst>
                  <a:gd name="T0" fmla="*/ 396 w 793"/>
                  <a:gd name="T1" fmla="*/ 146 h 1157"/>
                  <a:gd name="T2" fmla="*/ 553 w 793"/>
                  <a:gd name="T3" fmla="*/ 209 h 1157"/>
                  <a:gd name="T4" fmla="*/ 615 w 793"/>
                  <a:gd name="T5" fmla="*/ 365 h 1157"/>
                  <a:gd name="T6" fmla="*/ 553 w 793"/>
                  <a:gd name="T7" fmla="*/ 511 h 1157"/>
                  <a:gd name="T8" fmla="*/ 396 w 793"/>
                  <a:gd name="T9" fmla="*/ 709 h 1157"/>
                  <a:gd name="T10" fmla="*/ 240 w 793"/>
                  <a:gd name="T11" fmla="*/ 511 h 1157"/>
                  <a:gd name="T12" fmla="*/ 178 w 793"/>
                  <a:gd name="T13" fmla="*/ 365 h 1157"/>
                  <a:gd name="T14" fmla="*/ 240 w 793"/>
                  <a:gd name="T15" fmla="*/ 209 h 1157"/>
                  <a:gd name="T16" fmla="*/ 396 w 793"/>
                  <a:gd name="T17" fmla="*/ 146 h 1157"/>
                  <a:gd name="T18" fmla="*/ 396 w 793"/>
                  <a:gd name="T19" fmla="*/ 0 h 1157"/>
                  <a:gd name="T20" fmla="*/ 136 w 793"/>
                  <a:gd name="T21" fmla="*/ 105 h 1157"/>
                  <a:gd name="T22" fmla="*/ 136 w 793"/>
                  <a:gd name="T23" fmla="*/ 615 h 1157"/>
                  <a:gd name="T24" fmla="*/ 396 w 793"/>
                  <a:gd name="T25" fmla="*/ 1156 h 1157"/>
                  <a:gd name="T26" fmla="*/ 646 w 793"/>
                  <a:gd name="T27" fmla="*/ 615 h 1157"/>
                  <a:gd name="T28" fmla="*/ 646 w 793"/>
                  <a:gd name="T29" fmla="*/ 105 h 1157"/>
                  <a:gd name="T30" fmla="*/ 396 w 793"/>
                  <a:gd name="T31" fmla="*/ 0 h 1157"/>
                  <a:gd name="T32" fmla="*/ 396 w 793"/>
                  <a:gd name="T33" fmla="*/ 146 h 1157"/>
                  <a:gd name="T34" fmla="*/ 396 w 793"/>
                  <a:gd name="T35" fmla="*/ 0 h 1157"/>
                  <a:gd name="T36" fmla="*/ 396 w 793"/>
                  <a:gd name="T37" fmla="*/ 0 h 1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93" h="1157">
                    <a:moveTo>
                      <a:pt x="396" y="146"/>
                    </a:moveTo>
                    <a:cubicBezTo>
                      <a:pt x="448" y="146"/>
                      <a:pt x="511" y="167"/>
                      <a:pt x="553" y="209"/>
                    </a:cubicBezTo>
                    <a:cubicBezTo>
                      <a:pt x="584" y="250"/>
                      <a:pt x="615" y="302"/>
                      <a:pt x="615" y="365"/>
                    </a:cubicBezTo>
                    <a:cubicBezTo>
                      <a:pt x="615" y="417"/>
                      <a:pt x="584" y="469"/>
                      <a:pt x="553" y="511"/>
                    </a:cubicBezTo>
                    <a:cubicBezTo>
                      <a:pt x="542" y="521"/>
                      <a:pt x="469" y="594"/>
                      <a:pt x="396" y="709"/>
                    </a:cubicBezTo>
                    <a:cubicBezTo>
                      <a:pt x="323" y="594"/>
                      <a:pt x="250" y="521"/>
                      <a:pt x="240" y="511"/>
                    </a:cubicBezTo>
                    <a:cubicBezTo>
                      <a:pt x="198" y="469"/>
                      <a:pt x="178" y="417"/>
                      <a:pt x="178" y="365"/>
                    </a:cubicBezTo>
                    <a:cubicBezTo>
                      <a:pt x="178" y="302"/>
                      <a:pt x="198" y="250"/>
                      <a:pt x="240" y="209"/>
                    </a:cubicBezTo>
                    <a:cubicBezTo>
                      <a:pt x="282" y="167"/>
                      <a:pt x="334" y="146"/>
                      <a:pt x="396" y="146"/>
                    </a:cubicBezTo>
                    <a:lnTo>
                      <a:pt x="396" y="0"/>
                    </a:lnTo>
                    <a:cubicBezTo>
                      <a:pt x="303" y="0"/>
                      <a:pt x="209" y="32"/>
                      <a:pt x="136" y="105"/>
                    </a:cubicBezTo>
                    <a:cubicBezTo>
                      <a:pt x="0" y="250"/>
                      <a:pt x="0" y="480"/>
                      <a:pt x="136" y="615"/>
                    </a:cubicBezTo>
                    <a:cubicBezTo>
                      <a:pt x="136" y="615"/>
                      <a:pt x="396" y="865"/>
                      <a:pt x="396" y="1156"/>
                    </a:cubicBezTo>
                    <a:cubicBezTo>
                      <a:pt x="396" y="865"/>
                      <a:pt x="646" y="615"/>
                      <a:pt x="646" y="615"/>
                    </a:cubicBezTo>
                    <a:cubicBezTo>
                      <a:pt x="792" y="480"/>
                      <a:pt x="792" y="250"/>
                      <a:pt x="646" y="105"/>
                    </a:cubicBezTo>
                    <a:cubicBezTo>
                      <a:pt x="584" y="32"/>
                      <a:pt x="490" y="0"/>
                      <a:pt x="396" y="0"/>
                    </a:cubicBezTo>
                    <a:lnTo>
                      <a:pt x="396" y="146"/>
                    </a:lnTo>
                    <a:close/>
                    <a:moveTo>
                      <a:pt x="396" y="0"/>
                    </a:moveTo>
                    <a:lnTo>
                      <a:pt x="396" y="0"/>
                    </a:lnTo>
                    <a:close/>
                  </a:path>
                </a:pathLst>
              </a:custGeom>
              <a:grp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900" dirty="0">
                  <a:solidFill>
                    <a:srgbClr val="262626"/>
                  </a:solidFill>
                  <a:ea typeface="宋体" panose="02010600030101010101" pitchFamily="2" charset="-122"/>
                </a:endParaRPr>
              </a:p>
            </p:txBody>
          </p:sp>
          <p:sp>
            <p:nvSpPr>
              <p:cNvPr id="53" name="Freeform 167"/>
              <p:cNvSpPr>
                <a:spLocks noChangeArrowheads="1"/>
              </p:cNvSpPr>
              <p:nvPr/>
            </p:nvSpPr>
            <p:spPr bwMode="auto">
              <a:xfrm>
                <a:off x="4410075" y="1817688"/>
                <a:ext cx="52388" cy="52387"/>
              </a:xfrm>
              <a:custGeom>
                <a:avLst/>
                <a:gdLst>
                  <a:gd name="T0" fmla="*/ 146 w 147"/>
                  <a:gd name="T1" fmla="*/ 73 h 147"/>
                  <a:gd name="T2" fmla="*/ 73 w 147"/>
                  <a:gd name="T3" fmla="*/ 146 h 147"/>
                  <a:gd name="T4" fmla="*/ 0 w 147"/>
                  <a:gd name="T5" fmla="*/ 73 h 147"/>
                  <a:gd name="T6" fmla="*/ 73 w 147"/>
                  <a:gd name="T7" fmla="*/ 0 h 147"/>
                  <a:gd name="T8" fmla="*/ 146 w 147"/>
                  <a:gd name="T9" fmla="*/ 73 h 147"/>
                  <a:gd name="T10" fmla="*/ 146 w 147"/>
                  <a:gd name="T11" fmla="*/ 73 h 147"/>
                  <a:gd name="T12" fmla="*/ 146 w 147"/>
                  <a:gd name="T13" fmla="*/ 73 h 147"/>
                </a:gdLst>
                <a:ahLst/>
                <a:cxnLst>
                  <a:cxn ang="0">
                    <a:pos x="T0" y="T1"/>
                  </a:cxn>
                  <a:cxn ang="0">
                    <a:pos x="T2" y="T3"/>
                  </a:cxn>
                  <a:cxn ang="0">
                    <a:pos x="T4" y="T5"/>
                  </a:cxn>
                  <a:cxn ang="0">
                    <a:pos x="T6" y="T7"/>
                  </a:cxn>
                  <a:cxn ang="0">
                    <a:pos x="T8" y="T9"/>
                  </a:cxn>
                  <a:cxn ang="0">
                    <a:pos x="T10" y="T11"/>
                  </a:cxn>
                  <a:cxn ang="0">
                    <a:pos x="T12" y="T13"/>
                  </a:cxn>
                </a:cxnLst>
                <a:rect l="0" t="0" r="r" b="b"/>
                <a:pathLst>
                  <a:path w="147" h="147">
                    <a:moveTo>
                      <a:pt x="146" y="73"/>
                    </a:moveTo>
                    <a:cubicBezTo>
                      <a:pt x="146" y="104"/>
                      <a:pt x="115" y="146"/>
                      <a:pt x="73" y="146"/>
                    </a:cubicBezTo>
                    <a:cubicBezTo>
                      <a:pt x="32" y="146"/>
                      <a:pt x="0" y="104"/>
                      <a:pt x="0" y="73"/>
                    </a:cubicBezTo>
                    <a:cubicBezTo>
                      <a:pt x="0" y="31"/>
                      <a:pt x="32" y="0"/>
                      <a:pt x="73" y="0"/>
                    </a:cubicBezTo>
                    <a:cubicBezTo>
                      <a:pt x="115" y="0"/>
                      <a:pt x="146" y="31"/>
                      <a:pt x="146" y="73"/>
                    </a:cubicBezTo>
                    <a:close/>
                    <a:moveTo>
                      <a:pt x="146" y="73"/>
                    </a:moveTo>
                    <a:lnTo>
                      <a:pt x="146" y="73"/>
                    </a:lnTo>
                    <a:close/>
                  </a:path>
                </a:pathLst>
              </a:custGeom>
              <a:grp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900" dirty="0">
                  <a:solidFill>
                    <a:srgbClr val="262626"/>
                  </a:solidFill>
                  <a:ea typeface="宋体" panose="02010600030101010101" pitchFamily="2" charset="-122"/>
                </a:endParaRPr>
              </a:p>
            </p:txBody>
          </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bwMode="auto">
          <a:xfrm>
            <a:off x="126363" y="388833"/>
            <a:ext cx="4819993" cy="768328"/>
          </a:xfrm>
          <a:prstGeom prst="roundRect">
            <a:avLst/>
          </a:prstGeom>
          <a:gradFill flip="none" rotWithShape="1">
            <a:gsLst>
              <a:gs pos="30000">
                <a:srgbClr val="FFC000"/>
              </a:gs>
              <a:gs pos="80750">
                <a:srgbClr val="FFC000"/>
              </a:gs>
              <a:gs pos="0">
                <a:srgbClr val="FFC000">
                  <a:alpha val="0"/>
                </a:srgbClr>
              </a:gs>
              <a:gs pos="100000">
                <a:srgbClr val="FFC000">
                  <a:alpha val="0"/>
                </a:srgbClr>
              </a:gs>
            </a:gsLst>
            <a:lin ang="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2" name="文本占位符 1"/>
          <p:cNvSpPr>
            <a:spLocks noGrp="1"/>
          </p:cNvSpPr>
          <p:nvPr>
            <p:ph type="body" sz="quarter" idx="4294967295"/>
          </p:nvPr>
        </p:nvSpPr>
        <p:spPr>
          <a:xfrm>
            <a:off x="679399" y="641736"/>
            <a:ext cx="3554413" cy="457200"/>
          </a:xfrm>
        </p:spPr>
        <p:txBody>
          <a:bodyPr>
            <a:normAutofit fontScale="85000" lnSpcReduction="20000"/>
          </a:bodyPr>
          <a:lstStyle/>
          <a:p>
            <a:pPr algn="ctr"/>
            <a:r>
              <a:rPr lang="zh-CN" altLang="en-US" sz="3600" b="1" spc="600" dirty="0" smtClean="0">
                <a:solidFill>
                  <a:srgbClr val="002060"/>
                </a:solidFill>
                <a:latin typeface="微软雅黑" panose="020B0503020204020204" charset="-122"/>
                <a:ea typeface="微软雅黑" panose="020B0503020204020204" charset="-122"/>
              </a:rPr>
              <a:t>南信大一键通</a:t>
            </a:r>
            <a:endParaRPr lang="zh-CN" altLang="en-US" sz="3600" b="1" spc="600" dirty="0">
              <a:solidFill>
                <a:srgbClr val="002060"/>
              </a:solidFill>
              <a:latin typeface="微软雅黑" panose="020B0503020204020204" charset="-122"/>
              <a:ea typeface="微软雅黑" panose="020B0503020204020204" charset="-122"/>
            </a:endParaRPr>
          </a:p>
        </p:txBody>
      </p:sp>
      <p:sp>
        <p:nvSpPr>
          <p:cNvPr id="4" name="矩形 3"/>
          <p:cNvSpPr/>
          <p:nvPr/>
        </p:nvSpPr>
        <p:spPr>
          <a:xfrm>
            <a:off x="7181850" y="0"/>
            <a:ext cx="5010149" cy="6858000"/>
          </a:xfrm>
          <a:prstGeom prst="rect">
            <a:avLst/>
          </a:prstGeom>
          <a:solidFill>
            <a:srgbClr val="FFC000">
              <a:alpha val="7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C000"/>
              </a:solidFill>
              <a:effectLst/>
              <a:uLnTx/>
              <a:uFillTx/>
              <a:latin typeface="等线" panose="02010600030101010101" pitchFamily="2" charset="-122"/>
              <a:ea typeface="等线" panose="02010600030101010101" pitchFamily="2" charset="-122"/>
              <a:cs typeface="+mn-cs"/>
            </a:endParaRPr>
          </a:p>
        </p:txBody>
      </p:sp>
      <p:pic>
        <p:nvPicPr>
          <p:cNvPr id="32" name="图片 31" descr="图片包含 游戏机&#10;&#10;描述已自动生成"/>
          <p:cNvPicPr>
            <a:picLocks noChangeAspect="1"/>
          </p:cNvPicPr>
          <p:nvPr/>
        </p:nvPicPr>
        <p:blipFill>
          <a:blip r:embed="rId1" cstate="print">
            <a:alphaModFix amt="12000"/>
            <a:extLst>
              <a:ext uri="{28A0092B-C50C-407E-A947-70E740481C1C}">
                <a14:useLocalDpi xmlns:a14="http://schemas.microsoft.com/office/drawing/2010/main" val="0"/>
              </a:ext>
            </a:extLst>
          </a:blip>
          <a:stretch>
            <a:fillRect/>
          </a:stretch>
        </p:blipFill>
        <p:spPr>
          <a:xfrm>
            <a:off x="6070898" y="-879415"/>
            <a:ext cx="9363075" cy="9161715"/>
          </a:xfrm>
          <a:prstGeom prst="rect">
            <a:avLst/>
          </a:prstGeom>
        </p:spPr>
      </p:pic>
      <p:grpSp>
        <p:nvGrpSpPr>
          <p:cNvPr id="8" name="PA_组合 2"/>
          <p:cNvGrpSpPr/>
          <p:nvPr>
            <p:custDataLst>
              <p:tags r:id="rId2"/>
            </p:custDataLst>
          </p:nvPr>
        </p:nvGrpSpPr>
        <p:grpSpPr>
          <a:xfrm>
            <a:off x="658312" y="2819451"/>
            <a:ext cx="5290617" cy="757130"/>
            <a:chOff x="576653" y="2819451"/>
            <a:chExt cx="5290617" cy="757130"/>
          </a:xfrm>
        </p:grpSpPr>
        <p:sp>
          <p:nvSpPr>
            <p:cNvPr id="9" name="Freeform 21"/>
            <p:cNvSpPr>
              <a:spLocks noEditPoints="1"/>
            </p:cNvSpPr>
            <p:nvPr/>
          </p:nvSpPr>
          <p:spPr bwMode="auto">
            <a:xfrm>
              <a:off x="576653" y="2924974"/>
              <a:ext cx="322515" cy="298003"/>
            </a:xfrm>
            <a:custGeom>
              <a:avLst/>
              <a:gdLst>
                <a:gd name="T0" fmla="*/ 3482 w 3556"/>
                <a:gd name="T1" fmla="*/ 27 h 3289"/>
                <a:gd name="T2" fmla="*/ 3357 w 3556"/>
                <a:gd name="T3" fmla="*/ 49 h 3289"/>
                <a:gd name="T4" fmla="*/ 111 w 3556"/>
                <a:gd name="T5" fmla="*/ 1764 h 3289"/>
                <a:gd name="T6" fmla="*/ 98 w 3556"/>
                <a:gd name="T7" fmla="*/ 1984 h 3289"/>
                <a:gd name="T8" fmla="*/ 1133 w 3556"/>
                <a:gd name="T9" fmla="*/ 2324 h 3289"/>
                <a:gd name="T10" fmla="*/ 1169 w 3556"/>
                <a:gd name="T11" fmla="*/ 2333 h 3289"/>
                <a:gd name="T12" fmla="*/ 1225 w 3556"/>
                <a:gd name="T13" fmla="*/ 2309 h 3289"/>
                <a:gd name="T14" fmla="*/ 1247 w 3556"/>
                <a:gd name="T15" fmla="*/ 2253 h 3289"/>
                <a:gd name="T16" fmla="*/ 1181 w 3556"/>
                <a:gd name="T17" fmla="*/ 2174 h 3289"/>
                <a:gd name="T18" fmla="*/ 250 w 3556"/>
                <a:gd name="T19" fmla="*/ 1871 h 3289"/>
                <a:gd name="T20" fmla="*/ 3161 w 3556"/>
                <a:gd name="T21" fmla="*/ 293 h 3289"/>
                <a:gd name="T22" fmla="*/ 1540 w 3556"/>
                <a:gd name="T23" fmla="*/ 2204 h 3289"/>
                <a:gd name="T24" fmla="*/ 1440 w 3556"/>
                <a:gd name="T25" fmla="*/ 2456 h 3289"/>
                <a:gd name="T26" fmla="*/ 1441 w 3556"/>
                <a:gd name="T27" fmla="*/ 3212 h 3289"/>
                <a:gd name="T28" fmla="*/ 1518 w 3556"/>
                <a:gd name="T29" fmla="*/ 3289 h 3289"/>
                <a:gd name="T30" fmla="*/ 1572 w 3556"/>
                <a:gd name="T31" fmla="*/ 3266 h 3289"/>
                <a:gd name="T32" fmla="*/ 1595 w 3556"/>
                <a:gd name="T33" fmla="*/ 3211 h 3289"/>
                <a:gd name="T34" fmla="*/ 1595 w 3556"/>
                <a:gd name="T35" fmla="*/ 3209 h 3289"/>
                <a:gd name="T36" fmla="*/ 1595 w 3556"/>
                <a:gd name="T37" fmla="*/ 2470 h 3289"/>
                <a:gd name="T38" fmla="*/ 1637 w 3556"/>
                <a:gd name="T39" fmla="*/ 2334 h 3289"/>
                <a:gd name="T40" fmla="*/ 3343 w 3556"/>
                <a:gd name="T41" fmla="*/ 321 h 3289"/>
                <a:gd name="T42" fmla="*/ 2872 w 3556"/>
                <a:gd name="T43" fmla="*/ 2758 h 3289"/>
                <a:gd name="T44" fmla="*/ 2830 w 3556"/>
                <a:gd name="T45" fmla="*/ 2785 h 3289"/>
                <a:gd name="T46" fmla="*/ 1838 w 3556"/>
                <a:gd name="T47" fmla="*/ 2472 h 3289"/>
                <a:gd name="T48" fmla="*/ 1806 w 3556"/>
                <a:gd name="T49" fmla="*/ 2465 h 3289"/>
                <a:gd name="T50" fmla="*/ 1727 w 3556"/>
                <a:gd name="T51" fmla="*/ 2545 h 3289"/>
                <a:gd name="T52" fmla="*/ 1783 w 3556"/>
                <a:gd name="T53" fmla="*/ 2621 h 3289"/>
                <a:gd name="T54" fmla="*/ 1782 w 3556"/>
                <a:gd name="T55" fmla="*/ 2622 h 3289"/>
                <a:gd name="T56" fmla="*/ 2796 w 3556"/>
                <a:gd name="T57" fmla="*/ 2943 h 3289"/>
                <a:gd name="T58" fmla="*/ 3024 w 3556"/>
                <a:gd name="T59" fmla="*/ 2791 h 3289"/>
                <a:gd name="T60" fmla="*/ 3530 w 3556"/>
                <a:gd name="T61" fmla="*/ 171 h 3289"/>
                <a:gd name="T62" fmla="*/ 3482 w 3556"/>
                <a:gd name="T63" fmla="*/ 27 h 3289"/>
                <a:gd name="T64" fmla="*/ 3482 w 3556"/>
                <a:gd name="T65" fmla="*/ 27 h 3289"/>
                <a:gd name="T66" fmla="*/ 3482 w 3556"/>
                <a:gd name="T67" fmla="*/ 27 h 3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56" h="3289">
                  <a:moveTo>
                    <a:pt x="3482" y="27"/>
                  </a:moveTo>
                  <a:cubicBezTo>
                    <a:pt x="3427" y="0"/>
                    <a:pt x="3357" y="49"/>
                    <a:pt x="3357" y="49"/>
                  </a:cubicBezTo>
                  <a:cubicBezTo>
                    <a:pt x="3357" y="49"/>
                    <a:pt x="222" y="1703"/>
                    <a:pt x="111" y="1764"/>
                  </a:cubicBezTo>
                  <a:cubicBezTo>
                    <a:pt x="0" y="1825"/>
                    <a:pt x="5" y="1953"/>
                    <a:pt x="98" y="1984"/>
                  </a:cubicBezTo>
                  <a:cubicBezTo>
                    <a:pt x="1133" y="2324"/>
                    <a:pt x="1133" y="2324"/>
                    <a:pt x="1133" y="2324"/>
                  </a:cubicBezTo>
                  <a:cubicBezTo>
                    <a:pt x="1144" y="2329"/>
                    <a:pt x="1156" y="2333"/>
                    <a:pt x="1169" y="2333"/>
                  </a:cubicBezTo>
                  <a:cubicBezTo>
                    <a:pt x="1190" y="2333"/>
                    <a:pt x="1210" y="2324"/>
                    <a:pt x="1225" y="2309"/>
                  </a:cubicBezTo>
                  <a:cubicBezTo>
                    <a:pt x="1239" y="2294"/>
                    <a:pt x="1248" y="2274"/>
                    <a:pt x="1247" y="2253"/>
                  </a:cubicBezTo>
                  <a:cubicBezTo>
                    <a:pt x="1248" y="2214"/>
                    <a:pt x="1219" y="2181"/>
                    <a:pt x="1181" y="2174"/>
                  </a:cubicBezTo>
                  <a:cubicBezTo>
                    <a:pt x="250" y="1871"/>
                    <a:pt x="250" y="1871"/>
                    <a:pt x="250" y="1871"/>
                  </a:cubicBezTo>
                  <a:cubicBezTo>
                    <a:pt x="3161" y="293"/>
                    <a:pt x="3161" y="293"/>
                    <a:pt x="3161" y="293"/>
                  </a:cubicBezTo>
                  <a:cubicBezTo>
                    <a:pt x="3161" y="293"/>
                    <a:pt x="1604" y="2129"/>
                    <a:pt x="1540" y="2204"/>
                  </a:cubicBezTo>
                  <a:cubicBezTo>
                    <a:pt x="1476" y="2279"/>
                    <a:pt x="1440" y="2357"/>
                    <a:pt x="1440" y="2456"/>
                  </a:cubicBezTo>
                  <a:cubicBezTo>
                    <a:pt x="1440" y="2554"/>
                    <a:pt x="1441" y="3212"/>
                    <a:pt x="1441" y="3212"/>
                  </a:cubicBezTo>
                  <a:cubicBezTo>
                    <a:pt x="1441" y="3255"/>
                    <a:pt x="1475" y="3289"/>
                    <a:pt x="1518" y="3289"/>
                  </a:cubicBezTo>
                  <a:cubicBezTo>
                    <a:pt x="1538" y="3289"/>
                    <a:pt x="1558" y="3281"/>
                    <a:pt x="1572" y="3266"/>
                  </a:cubicBezTo>
                  <a:cubicBezTo>
                    <a:pt x="1587" y="3252"/>
                    <a:pt x="1595" y="3232"/>
                    <a:pt x="1595" y="3211"/>
                  </a:cubicBezTo>
                  <a:cubicBezTo>
                    <a:pt x="1595" y="3209"/>
                    <a:pt x="1595" y="3209"/>
                    <a:pt x="1595" y="3209"/>
                  </a:cubicBezTo>
                  <a:cubicBezTo>
                    <a:pt x="1595" y="3156"/>
                    <a:pt x="1596" y="2520"/>
                    <a:pt x="1595" y="2470"/>
                  </a:cubicBezTo>
                  <a:cubicBezTo>
                    <a:pt x="1592" y="2418"/>
                    <a:pt x="1615" y="2361"/>
                    <a:pt x="1637" y="2334"/>
                  </a:cubicBezTo>
                  <a:cubicBezTo>
                    <a:pt x="1660" y="2308"/>
                    <a:pt x="3343" y="321"/>
                    <a:pt x="3343" y="321"/>
                  </a:cubicBezTo>
                  <a:cubicBezTo>
                    <a:pt x="2872" y="2758"/>
                    <a:pt x="2872" y="2758"/>
                    <a:pt x="2872" y="2758"/>
                  </a:cubicBezTo>
                  <a:cubicBezTo>
                    <a:pt x="2868" y="2782"/>
                    <a:pt x="2852" y="2793"/>
                    <a:pt x="2830" y="2785"/>
                  </a:cubicBezTo>
                  <a:cubicBezTo>
                    <a:pt x="2804" y="2777"/>
                    <a:pt x="1923" y="2499"/>
                    <a:pt x="1838" y="2472"/>
                  </a:cubicBezTo>
                  <a:cubicBezTo>
                    <a:pt x="1828" y="2468"/>
                    <a:pt x="1817" y="2465"/>
                    <a:pt x="1806" y="2465"/>
                  </a:cubicBezTo>
                  <a:cubicBezTo>
                    <a:pt x="1762" y="2465"/>
                    <a:pt x="1727" y="2501"/>
                    <a:pt x="1727" y="2545"/>
                  </a:cubicBezTo>
                  <a:cubicBezTo>
                    <a:pt x="1727" y="2580"/>
                    <a:pt x="1749" y="2610"/>
                    <a:pt x="1783" y="2621"/>
                  </a:cubicBezTo>
                  <a:cubicBezTo>
                    <a:pt x="1782" y="2622"/>
                    <a:pt x="1782" y="2622"/>
                    <a:pt x="1782" y="2622"/>
                  </a:cubicBezTo>
                  <a:cubicBezTo>
                    <a:pt x="1782" y="2622"/>
                    <a:pt x="2705" y="2915"/>
                    <a:pt x="2796" y="2943"/>
                  </a:cubicBezTo>
                  <a:cubicBezTo>
                    <a:pt x="2898" y="2973"/>
                    <a:pt x="3003" y="2907"/>
                    <a:pt x="3024" y="2791"/>
                  </a:cubicBezTo>
                  <a:cubicBezTo>
                    <a:pt x="3042" y="2695"/>
                    <a:pt x="3523" y="215"/>
                    <a:pt x="3530" y="171"/>
                  </a:cubicBezTo>
                  <a:cubicBezTo>
                    <a:pt x="3537" y="126"/>
                    <a:pt x="3556" y="63"/>
                    <a:pt x="3482" y="27"/>
                  </a:cubicBezTo>
                  <a:close/>
                  <a:moveTo>
                    <a:pt x="3482" y="27"/>
                  </a:moveTo>
                  <a:cubicBezTo>
                    <a:pt x="3482" y="27"/>
                    <a:pt x="3482" y="27"/>
                    <a:pt x="3482" y="27"/>
                  </a:cubicBezTo>
                </a:path>
              </a:pathLst>
            </a:custGeom>
            <a:solidFill>
              <a:srgbClr val="EAC342"/>
            </a:solidFill>
            <a:ln>
              <a:solidFill>
                <a:srgbClr val="FED600"/>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black"/>
                </a:solidFill>
                <a:effectLst/>
                <a:uLnTx/>
                <a:uFillTx/>
                <a:latin typeface="方正风雅宋简体" panose="02000000000000000000" charset="-122"/>
                <a:ea typeface="方正风雅宋简体" panose="02000000000000000000" charset="-122"/>
                <a:cs typeface="微软雅黑" panose="020B0503020204020204" charset="-122"/>
              </a:endParaRPr>
            </a:p>
          </p:txBody>
        </p:sp>
        <p:sp>
          <p:nvSpPr>
            <p:cNvPr id="10" name="矩形 9"/>
            <p:cNvSpPr/>
            <p:nvPr/>
          </p:nvSpPr>
          <p:spPr>
            <a:xfrm>
              <a:off x="963363" y="2819451"/>
              <a:ext cx="4903907" cy="757130"/>
            </a:xfrm>
            <a:prstGeom prst="rect">
              <a:avLst/>
            </a:prstGeom>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FFC000"/>
                  </a:solidFill>
                  <a:effectLst/>
                  <a:uLnTx/>
                  <a:uFillTx/>
                  <a:latin typeface="微软雅黑" panose="020B0503020204020204" charset="-122"/>
                  <a:ea typeface="微软雅黑" panose="020B0503020204020204" charset="-122"/>
                  <a:cs typeface="微软雅黑" panose="020B0503020204020204" charset="-122"/>
                </a:rPr>
                <a:t>便捷</a:t>
              </a:r>
              <a:endParaRPr kumimoji="0" lang="en-US" altLang="zh-CN" sz="2000" b="1" i="0" u="none" strike="noStrike" kern="1200" cap="none" spc="0" normalizeH="0" baseline="0" noProof="0" dirty="0">
                <a:ln>
                  <a:noFill/>
                </a:ln>
                <a:solidFill>
                  <a:srgbClr val="FFC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smtClean="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大事小事，随手一键通回馈，相关部门六小时内回复</a:t>
              </a:r>
              <a:endPar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1" name="PA_组合 4"/>
          <p:cNvGrpSpPr/>
          <p:nvPr>
            <p:custDataLst>
              <p:tags r:id="rId3"/>
            </p:custDataLst>
          </p:nvPr>
        </p:nvGrpSpPr>
        <p:grpSpPr>
          <a:xfrm>
            <a:off x="704656" y="4858057"/>
            <a:ext cx="4672442" cy="1052596"/>
            <a:chOff x="622997" y="4634629"/>
            <a:chExt cx="4672442" cy="1052596"/>
          </a:xfrm>
        </p:grpSpPr>
        <p:sp>
          <p:nvSpPr>
            <p:cNvPr id="12" name="矩形 11"/>
            <p:cNvSpPr/>
            <p:nvPr/>
          </p:nvSpPr>
          <p:spPr>
            <a:xfrm>
              <a:off x="963362" y="4634629"/>
              <a:ext cx="4332077" cy="1052596"/>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2000" b="1" dirty="0">
                  <a:solidFill>
                    <a:srgbClr val="FFC000"/>
                  </a:solidFill>
                  <a:latin typeface="微软雅黑" panose="020B0503020204020204" charset="-122"/>
                  <a:ea typeface="微软雅黑" panose="020B0503020204020204" charset="-122"/>
                  <a:cs typeface="微软雅黑" panose="020B0503020204020204" charset="-122"/>
                </a:rPr>
                <a:t>安全</a:t>
              </a:r>
              <a:endParaRPr lang="en-US" altLang="zh-CN" sz="2000" b="1" dirty="0">
                <a:solidFill>
                  <a:srgbClr val="FFC000"/>
                </a:solidFill>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smtClean="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咨询问题有实名与匿名两种方式，亦有公开与非公开两种形式，最大限度保护同学。</a:t>
              </a:r>
              <a:endParaRPr kumimoji="0" lang="en-US" altLang="zh-CN"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 name="Freeform 25"/>
            <p:cNvSpPr>
              <a:spLocks noEditPoints="1"/>
            </p:cNvSpPr>
            <p:nvPr/>
          </p:nvSpPr>
          <p:spPr bwMode="auto">
            <a:xfrm>
              <a:off x="622997" y="4743910"/>
              <a:ext cx="229826" cy="299606"/>
            </a:xfrm>
            <a:custGeom>
              <a:avLst/>
              <a:gdLst>
                <a:gd name="T0" fmla="*/ 982 w 1943"/>
                <a:gd name="T1" fmla="*/ 2369 h 2369"/>
                <a:gd name="T2" fmla="*/ 949 w 1943"/>
                <a:gd name="T3" fmla="*/ 2359 h 2369"/>
                <a:gd name="T4" fmla="*/ 313 w 1943"/>
                <a:gd name="T5" fmla="*/ 1929 h 2369"/>
                <a:gd name="T6" fmla="*/ 309 w 1943"/>
                <a:gd name="T7" fmla="*/ 1926 h 2369"/>
                <a:gd name="T8" fmla="*/ 82 w 1943"/>
                <a:gd name="T9" fmla="*/ 1648 h 2369"/>
                <a:gd name="T10" fmla="*/ 0 w 1943"/>
                <a:gd name="T11" fmla="*/ 1305 h 2369"/>
                <a:gd name="T12" fmla="*/ 0 w 1943"/>
                <a:gd name="T13" fmla="*/ 234 h 2369"/>
                <a:gd name="T14" fmla="*/ 50 w 1943"/>
                <a:gd name="T15" fmla="*/ 177 h 2369"/>
                <a:gd name="T16" fmla="*/ 965 w 1943"/>
                <a:gd name="T17" fmla="*/ 1 h 2369"/>
                <a:gd name="T18" fmla="*/ 988 w 1943"/>
                <a:gd name="T19" fmla="*/ 1 h 2369"/>
                <a:gd name="T20" fmla="*/ 1899 w 1943"/>
                <a:gd name="T21" fmla="*/ 177 h 2369"/>
                <a:gd name="T22" fmla="*/ 1943 w 1943"/>
                <a:gd name="T23" fmla="*/ 234 h 2369"/>
                <a:gd name="T24" fmla="*/ 1943 w 1943"/>
                <a:gd name="T25" fmla="*/ 1306 h 2369"/>
                <a:gd name="T26" fmla="*/ 1867 w 1943"/>
                <a:gd name="T27" fmla="*/ 1649 h 2369"/>
                <a:gd name="T28" fmla="*/ 1647 w 1943"/>
                <a:gd name="T29" fmla="*/ 1926 h 2369"/>
                <a:gd name="T30" fmla="*/ 1644 w 1943"/>
                <a:gd name="T31" fmla="*/ 1929 h 2369"/>
                <a:gd name="T32" fmla="*/ 1014 w 1943"/>
                <a:gd name="T33" fmla="*/ 2359 h 2369"/>
                <a:gd name="T34" fmla="*/ 982 w 1943"/>
                <a:gd name="T35" fmla="*/ 2369 h 2369"/>
                <a:gd name="T36" fmla="*/ 380 w 1943"/>
                <a:gd name="T37" fmla="*/ 1833 h 2369"/>
                <a:gd name="T38" fmla="*/ 981 w 1943"/>
                <a:gd name="T39" fmla="*/ 2240 h 2369"/>
                <a:gd name="T40" fmla="*/ 1577 w 1943"/>
                <a:gd name="T41" fmla="*/ 1833 h 2369"/>
                <a:gd name="T42" fmla="*/ 1763 w 1943"/>
                <a:gd name="T43" fmla="*/ 1597 h 2369"/>
                <a:gd name="T44" fmla="*/ 1828 w 1943"/>
                <a:gd name="T45" fmla="*/ 1306 h 2369"/>
                <a:gd name="T46" fmla="*/ 1828 w 1943"/>
                <a:gd name="T47" fmla="*/ 283 h 2369"/>
                <a:gd name="T48" fmla="*/ 971 w 1943"/>
                <a:gd name="T49" fmla="*/ 118 h 2369"/>
                <a:gd name="T50" fmla="*/ 115 w 1943"/>
                <a:gd name="T51" fmla="*/ 283 h 2369"/>
                <a:gd name="T52" fmla="*/ 115 w 1943"/>
                <a:gd name="T53" fmla="*/ 1305 h 2369"/>
                <a:gd name="T54" fmla="*/ 186 w 1943"/>
                <a:gd name="T55" fmla="*/ 1597 h 2369"/>
                <a:gd name="T56" fmla="*/ 380 w 1943"/>
                <a:gd name="T57" fmla="*/ 1833 h 2369"/>
                <a:gd name="T58" fmla="*/ 887 w 1943"/>
                <a:gd name="T59" fmla="*/ 1523 h 2369"/>
                <a:gd name="T60" fmla="*/ 1487 w 1943"/>
                <a:gd name="T61" fmla="*/ 923 h 2369"/>
                <a:gd name="T62" fmla="*/ 1487 w 1943"/>
                <a:gd name="T63" fmla="*/ 840 h 2369"/>
                <a:gd name="T64" fmla="*/ 1404 w 1943"/>
                <a:gd name="T65" fmla="*/ 840 h 2369"/>
                <a:gd name="T66" fmla="*/ 846 w 1943"/>
                <a:gd name="T67" fmla="*/ 1399 h 2369"/>
                <a:gd name="T68" fmla="*/ 559 w 1943"/>
                <a:gd name="T69" fmla="*/ 1112 h 2369"/>
                <a:gd name="T70" fmla="*/ 476 w 1943"/>
                <a:gd name="T71" fmla="*/ 1112 h 2369"/>
                <a:gd name="T72" fmla="*/ 476 w 1943"/>
                <a:gd name="T73" fmla="*/ 1195 h 2369"/>
                <a:gd name="T74" fmla="*/ 804 w 1943"/>
                <a:gd name="T75" fmla="*/ 1523 h 2369"/>
                <a:gd name="T76" fmla="*/ 846 w 1943"/>
                <a:gd name="T77" fmla="*/ 1540 h 2369"/>
                <a:gd name="T78" fmla="*/ 887 w 1943"/>
                <a:gd name="T79" fmla="*/ 1523 h 2369"/>
                <a:gd name="T80" fmla="*/ 887 w 1943"/>
                <a:gd name="T81" fmla="*/ 1523 h 2369"/>
                <a:gd name="T82" fmla="*/ 887 w 1943"/>
                <a:gd name="T83" fmla="*/ 1523 h 2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943" h="2369">
                  <a:moveTo>
                    <a:pt x="982" y="2369"/>
                  </a:moveTo>
                  <a:cubicBezTo>
                    <a:pt x="970" y="2369"/>
                    <a:pt x="958" y="2366"/>
                    <a:pt x="949" y="2359"/>
                  </a:cubicBezTo>
                  <a:cubicBezTo>
                    <a:pt x="313" y="1929"/>
                    <a:pt x="313" y="1929"/>
                    <a:pt x="313" y="1929"/>
                  </a:cubicBezTo>
                  <a:cubicBezTo>
                    <a:pt x="312" y="1928"/>
                    <a:pt x="310" y="1927"/>
                    <a:pt x="309" y="1926"/>
                  </a:cubicBezTo>
                  <a:cubicBezTo>
                    <a:pt x="213" y="1850"/>
                    <a:pt x="136" y="1757"/>
                    <a:pt x="82" y="1648"/>
                  </a:cubicBezTo>
                  <a:cubicBezTo>
                    <a:pt x="29" y="1540"/>
                    <a:pt x="0" y="1424"/>
                    <a:pt x="0" y="1305"/>
                  </a:cubicBezTo>
                  <a:cubicBezTo>
                    <a:pt x="0" y="234"/>
                    <a:pt x="0" y="234"/>
                    <a:pt x="0" y="234"/>
                  </a:cubicBezTo>
                  <a:cubicBezTo>
                    <a:pt x="0" y="206"/>
                    <a:pt x="22" y="182"/>
                    <a:pt x="50" y="177"/>
                  </a:cubicBezTo>
                  <a:cubicBezTo>
                    <a:pt x="965" y="1"/>
                    <a:pt x="965" y="1"/>
                    <a:pt x="965" y="1"/>
                  </a:cubicBezTo>
                  <a:cubicBezTo>
                    <a:pt x="973" y="0"/>
                    <a:pt x="981" y="0"/>
                    <a:pt x="988" y="1"/>
                  </a:cubicBezTo>
                  <a:cubicBezTo>
                    <a:pt x="1899" y="177"/>
                    <a:pt x="1899" y="177"/>
                    <a:pt x="1899" y="177"/>
                  </a:cubicBezTo>
                  <a:cubicBezTo>
                    <a:pt x="1927" y="182"/>
                    <a:pt x="1943" y="206"/>
                    <a:pt x="1943" y="234"/>
                  </a:cubicBezTo>
                  <a:cubicBezTo>
                    <a:pt x="1943" y="1306"/>
                    <a:pt x="1943" y="1306"/>
                    <a:pt x="1943" y="1306"/>
                  </a:cubicBezTo>
                  <a:cubicBezTo>
                    <a:pt x="1943" y="1426"/>
                    <a:pt x="1920" y="1541"/>
                    <a:pt x="1867" y="1649"/>
                  </a:cubicBezTo>
                  <a:cubicBezTo>
                    <a:pt x="1815" y="1757"/>
                    <a:pt x="1742" y="1850"/>
                    <a:pt x="1647" y="1926"/>
                  </a:cubicBezTo>
                  <a:cubicBezTo>
                    <a:pt x="1646" y="1927"/>
                    <a:pt x="1645" y="1928"/>
                    <a:pt x="1644" y="1929"/>
                  </a:cubicBezTo>
                  <a:cubicBezTo>
                    <a:pt x="1014" y="2359"/>
                    <a:pt x="1014" y="2359"/>
                    <a:pt x="1014" y="2359"/>
                  </a:cubicBezTo>
                  <a:cubicBezTo>
                    <a:pt x="1004" y="2366"/>
                    <a:pt x="993" y="2369"/>
                    <a:pt x="982" y="2369"/>
                  </a:cubicBezTo>
                  <a:close/>
                  <a:moveTo>
                    <a:pt x="380" y="1833"/>
                  </a:moveTo>
                  <a:cubicBezTo>
                    <a:pt x="981" y="2240"/>
                    <a:pt x="981" y="2240"/>
                    <a:pt x="981" y="2240"/>
                  </a:cubicBezTo>
                  <a:cubicBezTo>
                    <a:pt x="1577" y="1833"/>
                    <a:pt x="1577" y="1833"/>
                    <a:pt x="1577" y="1833"/>
                  </a:cubicBezTo>
                  <a:cubicBezTo>
                    <a:pt x="1658" y="1768"/>
                    <a:pt x="1719" y="1689"/>
                    <a:pt x="1763" y="1597"/>
                  </a:cubicBezTo>
                  <a:cubicBezTo>
                    <a:pt x="1808" y="1506"/>
                    <a:pt x="1828" y="1408"/>
                    <a:pt x="1828" y="1306"/>
                  </a:cubicBezTo>
                  <a:cubicBezTo>
                    <a:pt x="1828" y="283"/>
                    <a:pt x="1828" y="283"/>
                    <a:pt x="1828" y="283"/>
                  </a:cubicBezTo>
                  <a:cubicBezTo>
                    <a:pt x="971" y="118"/>
                    <a:pt x="971" y="118"/>
                    <a:pt x="971" y="118"/>
                  </a:cubicBezTo>
                  <a:cubicBezTo>
                    <a:pt x="115" y="283"/>
                    <a:pt x="115" y="283"/>
                    <a:pt x="115" y="283"/>
                  </a:cubicBezTo>
                  <a:cubicBezTo>
                    <a:pt x="115" y="1305"/>
                    <a:pt x="115" y="1305"/>
                    <a:pt x="115" y="1305"/>
                  </a:cubicBezTo>
                  <a:cubicBezTo>
                    <a:pt x="115" y="1406"/>
                    <a:pt x="141" y="1505"/>
                    <a:pt x="186" y="1597"/>
                  </a:cubicBezTo>
                  <a:cubicBezTo>
                    <a:pt x="231" y="1689"/>
                    <a:pt x="299" y="1768"/>
                    <a:pt x="380" y="1833"/>
                  </a:cubicBezTo>
                  <a:close/>
                  <a:moveTo>
                    <a:pt x="887" y="1523"/>
                  </a:moveTo>
                  <a:cubicBezTo>
                    <a:pt x="1487" y="923"/>
                    <a:pt x="1487" y="923"/>
                    <a:pt x="1487" y="923"/>
                  </a:cubicBezTo>
                  <a:cubicBezTo>
                    <a:pt x="1510" y="900"/>
                    <a:pt x="1510" y="863"/>
                    <a:pt x="1487" y="840"/>
                  </a:cubicBezTo>
                  <a:cubicBezTo>
                    <a:pt x="1464" y="817"/>
                    <a:pt x="1427" y="817"/>
                    <a:pt x="1404" y="840"/>
                  </a:cubicBezTo>
                  <a:cubicBezTo>
                    <a:pt x="846" y="1399"/>
                    <a:pt x="846" y="1399"/>
                    <a:pt x="846" y="1399"/>
                  </a:cubicBezTo>
                  <a:cubicBezTo>
                    <a:pt x="559" y="1112"/>
                    <a:pt x="559" y="1112"/>
                    <a:pt x="559" y="1112"/>
                  </a:cubicBezTo>
                  <a:cubicBezTo>
                    <a:pt x="536" y="1089"/>
                    <a:pt x="499" y="1089"/>
                    <a:pt x="476" y="1112"/>
                  </a:cubicBezTo>
                  <a:cubicBezTo>
                    <a:pt x="453" y="1135"/>
                    <a:pt x="453" y="1172"/>
                    <a:pt x="476" y="1195"/>
                  </a:cubicBezTo>
                  <a:cubicBezTo>
                    <a:pt x="804" y="1523"/>
                    <a:pt x="804" y="1523"/>
                    <a:pt x="804" y="1523"/>
                  </a:cubicBezTo>
                  <a:cubicBezTo>
                    <a:pt x="815" y="1534"/>
                    <a:pt x="830" y="1540"/>
                    <a:pt x="846" y="1540"/>
                  </a:cubicBezTo>
                  <a:cubicBezTo>
                    <a:pt x="861" y="1540"/>
                    <a:pt x="876" y="1535"/>
                    <a:pt x="887" y="1523"/>
                  </a:cubicBezTo>
                  <a:close/>
                  <a:moveTo>
                    <a:pt x="887" y="1523"/>
                  </a:moveTo>
                  <a:cubicBezTo>
                    <a:pt x="887" y="1523"/>
                    <a:pt x="887" y="1523"/>
                    <a:pt x="887" y="1523"/>
                  </a:cubicBezTo>
                </a:path>
              </a:pathLst>
            </a:custGeom>
            <a:solidFill>
              <a:srgbClr val="FFC000"/>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EAC342"/>
                </a:solidFill>
                <a:effectLst/>
                <a:uLnTx/>
                <a:uFillTx/>
                <a:latin typeface="方正风雅宋简体" panose="02000000000000000000" charset="-122"/>
                <a:ea typeface="方正风雅宋简体" panose="02000000000000000000" charset="-122"/>
                <a:cs typeface="微软雅黑" panose="020B0503020204020204" charset="-122"/>
              </a:endParaRPr>
            </a:p>
          </p:txBody>
        </p:sp>
      </p:grpSp>
      <p:grpSp>
        <p:nvGrpSpPr>
          <p:cNvPr id="27" name="组合 26"/>
          <p:cNvGrpSpPr/>
          <p:nvPr/>
        </p:nvGrpSpPr>
        <p:grpSpPr>
          <a:xfrm>
            <a:off x="658210" y="3752577"/>
            <a:ext cx="4825425" cy="1052596"/>
            <a:chOff x="658210" y="3752577"/>
            <a:chExt cx="4825425" cy="1052596"/>
          </a:xfrm>
        </p:grpSpPr>
        <p:sp>
          <p:nvSpPr>
            <p:cNvPr id="28" name="矩形 27"/>
            <p:cNvSpPr/>
            <p:nvPr/>
          </p:nvSpPr>
          <p:spPr>
            <a:xfrm>
              <a:off x="1045022" y="3752577"/>
              <a:ext cx="4438613" cy="1052596"/>
            </a:xfrm>
            <a:prstGeom prst="rect">
              <a:avLst/>
            </a:prstGeom>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1" i="0" u="none" strike="noStrike" kern="1200" cap="none" spc="0" normalizeH="0" baseline="0" noProof="0" dirty="0" smtClean="0">
                  <a:ln>
                    <a:noFill/>
                  </a:ln>
                  <a:solidFill>
                    <a:srgbClr val="FFC000"/>
                  </a:solidFill>
                  <a:effectLst/>
                  <a:uLnTx/>
                  <a:uFillTx/>
                  <a:latin typeface="微软雅黑" panose="020B0503020204020204" charset="-122"/>
                  <a:ea typeface="微软雅黑" panose="020B0503020204020204" charset="-122"/>
                  <a:cs typeface="微软雅黑" panose="020B0503020204020204" charset="-122"/>
                </a:rPr>
                <a:t>权威</a:t>
              </a:r>
              <a:endParaRPr kumimoji="0" lang="en-US" altLang="zh-CN" sz="2000" b="1" i="0" u="none" strike="noStrike" kern="1200" cap="none" spc="0" normalizeH="0" baseline="0" noProof="0" dirty="0">
                <a:ln>
                  <a:noFill/>
                </a:ln>
                <a:solidFill>
                  <a:srgbClr val="FFC000"/>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smtClean="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校长每周定时了解学生问题，开会讨论。每一次咨询都可能给信大留下自己的痕迹。</a:t>
              </a:r>
              <a:endParaRPr kumimoji="0" lang="zh-CN" altLang="en-US" sz="1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29" name="图形 28"/>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8210" y="3852255"/>
              <a:ext cx="348894" cy="348894"/>
            </a:xfrm>
            <a:prstGeom prst="rect">
              <a:avLst/>
            </a:prstGeom>
          </p:spPr>
        </p:pic>
      </p:grpSp>
      <p:grpSp>
        <p:nvGrpSpPr>
          <p:cNvPr id="6" name="组合 5"/>
          <p:cNvGrpSpPr/>
          <p:nvPr/>
        </p:nvGrpSpPr>
        <p:grpSpPr>
          <a:xfrm>
            <a:off x="5595994" y="819378"/>
            <a:ext cx="5076929" cy="6906672"/>
            <a:chOff x="5595994" y="819378"/>
            <a:chExt cx="5076929" cy="6906672"/>
          </a:xfrm>
        </p:grpSpPr>
        <p:sp>
          <p:nvSpPr>
            <p:cNvPr id="23" name="矩形 23"/>
            <p:cNvSpPr/>
            <p:nvPr/>
          </p:nvSpPr>
          <p:spPr>
            <a:xfrm rot="8602909">
              <a:off x="6435949" y="1403973"/>
              <a:ext cx="4236974" cy="6322077"/>
            </a:xfrm>
            <a:custGeom>
              <a:avLst/>
              <a:gdLst>
                <a:gd name="connsiteX0" fmla="*/ 0 w 3977979"/>
                <a:gd name="connsiteY0" fmla="*/ 0 h 4814420"/>
                <a:gd name="connsiteX1" fmla="*/ 3977979 w 3977979"/>
                <a:gd name="connsiteY1" fmla="*/ 0 h 4814420"/>
                <a:gd name="connsiteX2" fmla="*/ 3977979 w 3977979"/>
                <a:gd name="connsiteY2" fmla="*/ 4814420 h 4814420"/>
                <a:gd name="connsiteX3" fmla="*/ 0 w 3977979"/>
                <a:gd name="connsiteY3" fmla="*/ 4814420 h 4814420"/>
                <a:gd name="connsiteX4" fmla="*/ 0 w 3977979"/>
                <a:gd name="connsiteY4" fmla="*/ 0 h 4814420"/>
                <a:gd name="connsiteX0-1" fmla="*/ 0 w 3998016"/>
                <a:gd name="connsiteY0-2" fmla="*/ 0 h 4814420"/>
                <a:gd name="connsiteX1-3" fmla="*/ 3977979 w 3998016"/>
                <a:gd name="connsiteY1-4" fmla="*/ 0 h 4814420"/>
                <a:gd name="connsiteX2-5" fmla="*/ 3998016 w 3998016"/>
                <a:gd name="connsiteY2-6" fmla="*/ 2767797 h 4814420"/>
                <a:gd name="connsiteX3-7" fmla="*/ 0 w 3998016"/>
                <a:gd name="connsiteY3-8" fmla="*/ 4814420 h 4814420"/>
                <a:gd name="connsiteX4-9" fmla="*/ 0 w 3998016"/>
                <a:gd name="connsiteY4-10" fmla="*/ 0 h 481442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998016" h="4814420">
                  <a:moveTo>
                    <a:pt x="0" y="0"/>
                  </a:moveTo>
                  <a:lnTo>
                    <a:pt x="3977979" y="0"/>
                  </a:lnTo>
                  <a:lnTo>
                    <a:pt x="3998016" y="2767797"/>
                  </a:lnTo>
                  <a:lnTo>
                    <a:pt x="0" y="4814420"/>
                  </a:lnTo>
                  <a:lnTo>
                    <a:pt x="0" y="0"/>
                  </a:lnTo>
                  <a:close/>
                </a:path>
              </a:pathLst>
            </a:custGeom>
            <a:gradFill>
              <a:gsLst>
                <a:gs pos="0">
                  <a:sysClr val="windowText" lastClr="000000">
                    <a:alpha val="0"/>
                  </a:sysClr>
                </a:gs>
                <a:gs pos="100000">
                  <a:sysClr val="windowText" lastClr="000000">
                    <a:alpha val="55000"/>
                  </a:sysClr>
                </a:gs>
              </a:gsLst>
              <a:lin ang="5400000" scaled="1"/>
            </a:gradFill>
            <a:ln w="12700" cap="flat" cmpd="sng" algn="ctr">
              <a:noFill/>
              <a:prstDash val="solid"/>
              <a:miter lim="800000"/>
            </a:ln>
            <a:effectLst>
              <a:softEdge rad="368300"/>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华文细黑" panose="02010600040101010101" pitchFamily="2" charset="-122"/>
                <a:ea typeface="华文细黑" panose="02010600040101010101" pitchFamily="2" charset="-122"/>
                <a:cs typeface="+mn-cs"/>
              </a:endParaRPr>
            </a:p>
          </p:txBody>
        </p:sp>
        <p:grpSp>
          <p:nvGrpSpPr>
            <p:cNvPr id="3" name="组合 2"/>
            <p:cNvGrpSpPr/>
            <p:nvPr/>
          </p:nvGrpSpPr>
          <p:grpSpPr>
            <a:xfrm>
              <a:off x="5595994" y="819378"/>
              <a:ext cx="3220674" cy="5812926"/>
              <a:chOff x="5595994" y="819378"/>
              <a:chExt cx="3220674" cy="5812926"/>
            </a:xfrm>
          </p:grpSpPr>
          <p:pic>
            <p:nvPicPr>
              <p:cNvPr id="25" name="Picture 13"/>
              <p:cNvPicPr>
                <a:picLocks noChangeAspect="1"/>
              </p:cNvPicPr>
              <p:nvPr/>
            </p:nvPicPr>
            <p:blipFill rotWithShape="1">
              <a:blip r:embed="rId6" cstate="print">
                <a:extLst>
                  <a:ext uri="{28A0092B-C50C-407E-A947-70E740481C1C}">
                    <a14:useLocalDpi xmlns:a14="http://schemas.microsoft.com/office/drawing/2010/main" val="0"/>
                  </a:ext>
                </a:extLst>
              </a:blip>
              <a:srcRect/>
              <a:stretch>
                <a:fillRect/>
              </a:stretch>
            </p:blipFill>
            <p:spPr>
              <a:xfrm>
                <a:off x="5595994" y="819378"/>
                <a:ext cx="3220674" cy="5812926"/>
              </a:xfrm>
              <a:prstGeom prst="rect">
                <a:avLst/>
              </a:prstGeom>
            </p:spPr>
          </p:pic>
          <p:pic>
            <p:nvPicPr>
              <p:cNvPr id="34" name="图片 33" descr="手机屏幕截图&#10;&#10;描述已自动生成"/>
              <p:cNvPicPr>
                <a:picLocks noChangeAspect="1"/>
              </p:cNvPicPr>
              <p:nvPr/>
            </p:nvPicPr>
            <p:blipFill rotWithShape="1">
              <a:blip r:embed="rId7" cstate="print">
                <a:extLst>
                  <a:ext uri="{28A0092B-C50C-407E-A947-70E740481C1C}">
                    <a14:useLocalDpi xmlns:a14="http://schemas.microsoft.com/office/drawing/2010/main" val="0"/>
                  </a:ext>
                </a:extLst>
              </a:blip>
              <a:srcRect l="426" t="275" r="-82" b="14378"/>
              <a:stretch>
                <a:fillRect/>
              </a:stretch>
            </p:blipFill>
            <p:spPr>
              <a:xfrm>
                <a:off x="6045724" y="1663652"/>
                <a:ext cx="2286300" cy="4075582"/>
              </a:xfrm>
              <a:prstGeom prst="rect">
                <a:avLst/>
              </a:prstGeom>
            </p:spPr>
          </p:pic>
        </p:grpSp>
      </p:grpSp>
      <p:grpSp>
        <p:nvGrpSpPr>
          <p:cNvPr id="17" name="组合 16"/>
          <p:cNvGrpSpPr/>
          <p:nvPr/>
        </p:nvGrpSpPr>
        <p:grpSpPr>
          <a:xfrm>
            <a:off x="663700" y="1952578"/>
            <a:ext cx="3558159" cy="551798"/>
            <a:chOff x="663700" y="1952578"/>
            <a:chExt cx="3558159" cy="551798"/>
          </a:xfrm>
        </p:grpSpPr>
        <p:grpSp>
          <p:nvGrpSpPr>
            <p:cNvPr id="14" name="PA_组合 1"/>
            <p:cNvGrpSpPr/>
            <p:nvPr>
              <p:custDataLst>
                <p:tags r:id="rId8"/>
              </p:custDataLst>
            </p:nvPr>
          </p:nvGrpSpPr>
          <p:grpSpPr>
            <a:xfrm>
              <a:off x="663700" y="1952578"/>
              <a:ext cx="3558159" cy="551798"/>
              <a:chOff x="582041" y="1952578"/>
              <a:chExt cx="3558159" cy="551798"/>
            </a:xfrm>
          </p:grpSpPr>
          <p:sp>
            <p:nvSpPr>
              <p:cNvPr id="15" name="TextBox 13"/>
              <p:cNvSpPr txBox="1"/>
              <p:nvPr/>
            </p:nvSpPr>
            <p:spPr>
              <a:xfrm>
                <a:off x="961612" y="1952578"/>
                <a:ext cx="223949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300" normalizeH="0" baseline="0" noProof="0" dirty="0" smtClean="0">
                    <a:ln>
                      <a:noFill/>
                    </a:ln>
                    <a:solidFill>
                      <a:srgbClr val="FFC000"/>
                    </a:solidFill>
                    <a:effectLst/>
                    <a:uLnTx/>
                    <a:uFillTx/>
                    <a:latin typeface="微软雅黑" panose="020B0503020204020204" charset="-122"/>
                    <a:ea typeface="微软雅黑" panose="020B0503020204020204" charset="-122"/>
                    <a:cs typeface="微软雅黑" panose="020B0503020204020204" charset="-122"/>
                  </a:rPr>
                  <a:t>一键通平台</a:t>
                </a:r>
                <a:endParaRPr kumimoji="0" lang="zh-CN" altLang="en-US" sz="2800" b="1" i="0" u="none" strike="noStrike" kern="1200" cap="none" spc="300" normalizeH="0" baseline="0" noProof="0" dirty="0">
                  <a:ln>
                    <a:noFill/>
                  </a:ln>
                  <a:solidFill>
                    <a:srgbClr val="FFC000"/>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6" name="直接连接符 15"/>
              <p:cNvCxnSpPr/>
              <p:nvPr/>
            </p:nvCxnSpPr>
            <p:spPr>
              <a:xfrm>
                <a:off x="582041" y="2504376"/>
                <a:ext cx="3558159" cy="0"/>
              </a:xfrm>
              <a:prstGeom prst="line">
                <a:avLst/>
              </a:prstGeom>
              <a:noFill/>
              <a:ln w="3175" cap="flat" cmpd="sng" algn="ctr">
                <a:solidFill>
                  <a:schemeClr val="bg1">
                    <a:lumMod val="65000"/>
                  </a:schemeClr>
                </a:solidFill>
                <a:prstDash val="dash"/>
                <a:miter lim="800000"/>
              </a:ln>
              <a:effectLst/>
            </p:spPr>
          </p:cxnSp>
          <p:sp>
            <p:nvSpPr>
              <p:cNvPr id="20" name="Freeform 39"/>
              <p:cNvSpPr>
                <a:spLocks noEditPoints="1"/>
              </p:cNvSpPr>
              <p:nvPr/>
            </p:nvSpPr>
            <p:spPr bwMode="auto">
              <a:xfrm>
                <a:off x="857468" y="2149969"/>
                <a:ext cx="14288" cy="14288"/>
              </a:xfrm>
              <a:custGeom>
                <a:avLst/>
                <a:gdLst>
                  <a:gd name="T0" fmla="*/ 0 w 112"/>
                  <a:gd name="T1" fmla="*/ 56 h 112"/>
                  <a:gd name="T2" fmla="*/ 56 w 112"/>
                  <a:gd name="T3" fmla="*/ 112 h 112"/>
                  <a:gd name="T4" fmla="*/ 112 w 112"/>
                  <a:gd name="T5" fmla="*/ 56 h 112"/>
                  <a:gd name="T6" fmla="*/ 56 w 112"/>
                  <a:gd name="T7" fmla="*/ 0 h 112"/>
                  <a:gd name="T8" fmla="*/ 0 w 112"/>
                  <a:gd name="T9" fmla="*/ 56 h 112"/>
                  <a:gd name="T10" fmla="*/ 0 w 112"/>
                  <a:gd name="T11" fmla="*/ 56 h 112"/>
                  <a:gd name="T12" fmla="*/ 0 w 112"/>
                  <a:gd name="T13" fmla="*/ 56 h 112"/>
                </a:gdLst>
                <a:ahLst/>
                <a:cxnLst>
                  <a:cxn ang="0">
                    <a:pos x="T0" y="T1"/>
                  </a:cxn>
                  <a:cxn ang="0">
                    <a:pos x="T2" y="T3"/>
                  </a:cxn>
                  <a:cxn ang="0">
                    <a:pos x="T4" y="T5"/>
                  </a:cxn>
                  <a:cxn ang="0">
                    <a:pos x="T6" y="T7"/>
                  </a:cxn>
                  <a:cxn ang="0">
                    <a:pos x="T8" y="T9"/>
                  </a:cxn>
                  <a:cxn ang="0">
                    <a:pos x="T10" y="T11"/>
                  </a:cxn>
                  <a:cxn ang="0">
                    <a:pos x="T12" y="T13"/>
                  </a:cxn>
                </a:cxnLst>
                <a:rect l="0" t="0" r="r" b="b"/>
                <a:pathLst>
                  <a:path w="112" h="112">
                    <a:moveTo>
                      <a:pt x="0" y="56"/>
                    </a:moveTo>
                    <a:cubicBezTo>
                      <a:pt x="0" y="87"/>
                      <a:pt x="25" y="112"/>
                      <a:pt x="56" y="112"/>
                    </a:cubicBezTo>
                    <a:cubicBezTo>
                      <a:pt x="87" y="112"/>
                      <a:pt x="112" y="87"/>
                      <a:pt x="112" y="56"/>
                    </a:cubicBezTo>
                    <a:cubicBezTo>
                      <a:pt x="112" y="25"/>
                      <a:pt x="87" y="0"/>
                      <a:pt x="56" y="0"/>
                    </a:cubicBezTo>
                    <a:cubicBezTo>
                      <a:pt x="25" y="0"/>
                      <a:pt x="0" y="25"/>
                      <a:pt x="0" y="56"/>
                    </a:cubicBezTo>
                    <a:close/>
                    <a:moveTo>
                      <a:pt x="0" y="56"/>
                    </a:moveTo>
                    <a:cubicBezTo>
                      <a:pt x="0" y="56"/>
                      <a:pt x="0" y="56"/>
                      <a:pt x="0" y="56"/>
                    </a:cubicBezTo>
                  </a:path>
                </a:pathLst>
              </a:custGeom>
              <a:solidFill>
                <a:srgbClr val="397F5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方正风雅宋简体" panose="02000000000000000000" charset="-122"/>
                  <a:ea typeface="方正风雅宋简体" panose="02000000000000000000" charset="-122"/>
                  <a:cs typeface="微软雅黑" panose="020B0503020204020204" charset="-122"/>
                </a:endParaRPr>
              </a:p>
            </p:txBody>
          </p:sp>
        </p:grpSp>
        <p:sp>
          <p:nvSpPr>
            <p:cNvPr id="7" name="五角星 6"/>
            <p:cNvSpPr/>
            <p:nvPr/>
          </p:nvSpPr>
          <p:spPr>
            <a:xfrm>
              <a:off x="694198" y="2021801"/>
              <a:ext cx="302448" cy="312516"/>
            </a:xfrm>
            <a:prstGeom prst="star5">
              <a:avLst/>
            </a:prstGeom>
            <a:noFill/>
            <a:ln w="15875">
              <a:solidFill>
                <a:srgbClr val="FED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图片 43"/>
          <p:cNvPicPr>
            <a:picLocks noChangeAspect="1"/>
          </p:cNvPicPr>
          <p:nvPr/>
        </p:nvPicPr>
        <p:blipFill>
          <a:blip r:embed="rId1">
            <a:extLst>
              <a:ext uri="{28A0092B-C50C-407E-A947-70E740481C1C}">
                <a14:useLocalDpi xmlns:a14="http://schemas.microsoft.com/office/drawing/2010/main" val="0"/>
              </a:ext>
            </a:extLst>
          </a:blip>
          <a:srcRect l="29279" t="15240" r="28516" b="21389"/>
          <a:stretch>
            <a:fillRect/>
          </a:stretch>
        </p:blipFill>
        <p:spPr>
          <a:xfrm>
            <a:off x="3133343" y="1543104"/>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p:spPr>
      </p:pic>
      <p:sp>
        <p:nvSpPr>
          <p:cNvPr id="2" name="圆角矩形 1"/>
          <p:cNvSpPr/>
          <p:nvPr/>
        </p:nvSpPr>
        <p:spPr bwMode="auto">
          <a:xfrm>
            <a:off x="2758440" y="618490"/>
            <a:ext cx="7188186" cy="768350"/>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endParaRPr lang="zh-CN" altLang="en-US">
              <a:sym typeface="+mn-lt"/>
            </a:endParaRPr>
          </a:p>
        </p:txBody>
      </p:sp>
      <p:sp>
        <p:nvSpPr>
          <p:cNvPr id="3" name="文本框 2"/>
          <p:cNvSpPr txBox="1"/>
          <p:nvPr/>
        </p:nvSpPr>
        <p:spPr>
          <a:xfrm>
            <a:off x="2780781" y="670512"/>
            <a:ext cx="7103335" cy="707886"/>
          </a:xfrm>
          <a:prstGeom prst="rect">
            <a:avLst/>
          </a:prstGeom>
          <a:noFill/>
        </p:spPr>
        <p:txBody>
          <a:bodyPr vert="horz" wrap="square" rtlCol="0">
            <a:spAutoFit/>
          </a:bodyPr>
          <a:lstStyle/>
          <a:p>
            <a:r>
              <a:rPr lang="en-US" altLang="zh-CN" sz="4000" b="1" dirty="0" smtClean="0">
                <a:solidFill>
                  <a:srgbClr val="002060"/>
                </a:solidFill>
                <a:latin typeface="方正清刻本悦宋简体" panose="02000000000000000000" pitchFamily="2" charset="-122"/>
                <a:ea typeface="方正清刻本悦宋简体" panose="02000000000000000000" pitchFamily="2" charset="-122"/>
                <a:sym typeface="+mn-lt"/>
              </a:rPr>
              <a:t>NO.10</a:t>
            </a:r>
            <a:r>
              <a:rPr lang="zh-CN" altLang="en-US" sz="4000" b="1" dirty="0" smtClean="0">
                <a:solidFill>
                  <a:srgbClr val="002060"/>
                </a:solidFill>
                <a:latin typeface="方正清刻本悦宋简体" panose="02000000000000000000" pitchFamily="2" charset="-122"/>
                <a:ea typeface="方正清刻本悦宋简体" panose="02000000000000000000" pitchFamily="2" charset="-122"/>
                <a:sym typeface="+mn-lt"/>
              </a:rPr>
              <a:t> 最杰出：人才辈出育栋梁</a:t>
            </a:r>
            <a:endParaRPr lang="zh-CN" altLang="en-US" sz="4000" b="1" dirty="0">
              <a:solidFill>
                <a:srgbClr val="002060"/>
              </a:solidFill>
              <a:latin typeface="方正清刻本悦宋简体" panose="02000000000000000000" pitchFamily="2" charset="-122"/>
              <a:ea typeface="方正清刻本悦宋简体" panose="02000000000000000000" pitchFamily="2" charset="-122"/>
              <a:sym typeface="+mn-lt"/>
            </a:endParaRPr>
          </a:p>
        </p:txBody>
      </p:sp>
      <p:pic>
        <p:nvPicPr>
          <p:cNvPr id="16" name="图片 15"/>
          <p:cNvPicPr>
            <a:picLocks noChangeAspect="1"/>
          </p:cNvPicPr>
          <p:nvPr/>
        </p:nvPicPr>
        <p:blipFill>
          <a:blip r:embed="rId2">
            <a:extLst>
              <a:ext uri="{28A0092B-C50C-407E-A947-70E740481C1C}">
                <a14:useLocalDpi xmlns:a14="http://schemas.microsoft.com/office/drawing/2010/main" val="0"/>
              </a:ext>
            </a:extLst>
          </a:blip>
          <a:srcRect l="21618" r="29364" b="26184"/>
          <a:stretch>
            <a:fillRect/>
          </a:stretch>
        </p:blipFill>
        <p:spPr>
          <a:xfrm>
            <a:off x="1088935" y="1543104"/>
            <a:ext cx="1583740" cy="1589982"/>
          </a:xfrm>
          <a:custGeom>
            <a:avLst/>
            <a:gdLst>
              <a:gd name="connsiteX0" fmla="*/ 791870 w 1583740"/>
              <a:gd name="connsiteY0" fmla="*/ 0 h 1589982"/>
              <a:gd name="connsiteX1" fmla="*/ 1583740 w 1583740"/>
              <a:gd name="connsiteY1" fmla="*/ 794991 h 1589982"/>
              <a:gd name="connsiteX2" fmla="*/ 791870 w 1583740"/>
              <a:gd name="connsiteY2" fmla="*/ 1589982 h 1589982"/>
              <a:gd name="connsiteX3" fmla="*/ 0 w 1583740"/>
              <a:gd name="connsiteY3" fmla="*/ 794991 h 1589982"/>
              <a:gd name="connsiteX4" fmla="*/ 791870 w 1583740"/>
              <a:gd name="connsiteY4" fmla="*/ 0 h 15899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3740" h="1589982">
                <a:moveTo>
                  <a:pt x="791870" y="0"/>
                </a:moveTo>
                <a:cubicBezTo>
                  <a:pt x="1229208" y="0"/>
                  <a:pt x="1583740" y="355930"/>
                  <a:pt x="1583740" y="794991"/>
                </a:cubicBezTo>
                <a:cubicBezTo>
                  <a:pt x="1583740" y="1234052"/>
                  <a:pt x="1229208" y="1589982"/>
                  <a:pt x="791870" y="1589982"/>
                </a:cubicBezTo>
                <a:cubicBezTo>
                  <a:pt x="354532" y="1589982"/>
                  <a:pt x="0" y="1234052"/>
                  <a:pt x="0" y="794991"/>
                </a:cubicBezTo>
                <a:cubicBezTo>
                  <a:pt x="0" y="355930"/>
                  <a:pt x="354532" y="0"/>
                  <a:pt x="791870" y="0"/>
                </a:cubicBezTo>
                <a:close/>
              </a:path>
            </a:pathLst>
          </a:custGeom>
          <a:effectLst>
            <a:outerShdw blurRad="50800" dist="38100" dir="2700000" algn="tl" rotWithShape="0">
              <a:prstClr val="black">
                <a:alpha val="40000"/>
              </a:prstClr>
            </a:outerShdw>
          </a:effectLst>
        </p:spPr>
      </p:pic>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rcRect l="36829" t="11836" r="17994" b="20397"/>
          <a:stretch>
            <a:fillRect/>
          </a:stretch>
        </p:blipFill>
        <p:spPr>
          <a:xfrm>
            <a:off x="5187976" y="1543104"/>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pic>
        <p:nvPicPr>
          <p:cNvPr id="23" name="图片 22"/>
          <p:cNvPicPr>
            <a:picLocks noChangeAspect="1"/>
          </p:cNvPicPr>
          <p:nvPr/>
        </p:nvPicPr>
        <p:blipFill>
          <a:blip r:embed="rId4">
            <a:extLst>
              <a:ext uri="{28A0092B-C50C-407E-A947-70E740481C1C}">
                <a14:useLocalDpi xmlns:a14="http://schemas.microsoft.com/office/drawing/2010/main" val="0"/>
              </a:ext>
            </a:extLst>
          </a:blip>
          <a:srcRect l="3254" t="3537" r="3254" b="19325"/>
          <a:stretch>
            <a:fillRect/>
          </a:stretch>
        </p:blipFill>
        <p:spPr>
          <a:xfrm>
            <a:off x="7222679" y="1543104"/>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pic>
        <p:nvPicPr>
          <p:cNvPr id="27" name="图片 26"/>
          <p:cNvPicPr>
            <a:picLocks noChangeAspect="1"/>
          </p:cNvPicPr>
          <p:nvPr/>
        </p:nvPicPr>
        <p:blipFill>
          <a:blip r:embed="rId5">
            <a:extLst>
              <a:ext uri="{28A0092B-C50C-407E-A947-70E740481C1C}">
                <a14:useLocalDpi xmlns:a14="http://schemas.microsoft.com/office/drawing/2010/main" val="0"/>
              </a:ext>
            </a:extLst>
          </a:blip>
          <a:srcRect l="24494" r="24494" b="31984"/>
          <a:stretch>
            <a:fillRect/>
          </a:stretch>
        </p:blipFill>
        <p:spPr>
          <a:xfrm>
            <a:off x="9261749" y="1548744"/>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sp>
        <p:nvSpPr>
          <p:cNvPr id="52" name="文本框 51"/>
          <p:cNvSpPr txBox="1"/>
          <p:nvPr/>
        </p:nvSpPr>
        <p:spPr>
          <a:xfrm>
            <a:off x="1480695" y="3191079"/>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吴国雄</a:t>
            </a:r>
            <a:endParaRPr lang="zh-CN" altLang="en-US" sz="1600" b="1" dirty="0">
              <a:solidFill>
                <a:srgbClr val="FFC000"/>
              </a:solidFill>
              <a:effectLst>
                <a:outerShdw blurRad="38100" dist="38100" dir="2700000" algn="tl">
                  <a:srgbClr val="000000">
                    <a:alpha val="43137"/>
                  </a:srgbClr>
                </a:outerShdw>
              </a:effectLst>
            </a:endParaRPr>
          </a:p>
        </p:txBody>
      </p:sp>
      <p:sp>
        <p:nvSpPr>
          <p:cNvPr id="53" name="文本框 52"/>
          <p:cNvSpPr txBox="1"/>
          <p:nvPr/>
        </p:nvSpPr>
        <p:spPr>
          <a:xfrm>
            <a:off x="3571970" y="3191079"/>
            <a:ext cx="652743"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颜 宏</a:t>
            </a:r>
            <a:endParaRPr lang="zh-CN" altLang="en-US" sz="1600" b="1" dirty="0">
              <a:solidFill>
                <a:srgbClr val="FFC000"/>
              </a:solidFill>
              <a:effectLst>
                <a:outerShdw blurRad="38100" dist="38100" dir="2700000" algn="tl">
                  <a:srgbClr val="000000">
                    <a:alpha val="43137"/>
                  </a:srgbClr>
                </a:outerShdw>
              </a:effectLst>
            </a:endParaRPr>
          </a:p>
        </p:txBody>
      </p:sp>
      <p:sp>
        <p:nvSpPr>
          <p:cNvPr id="54" name="文本框 53"/>
          <p:cNvSpPr txBox="1"/>
          <p:nvPr/>
        </p:nvSpPr>
        <p:spPr>
          <a:xfrm>
            <a:off x="7614569" y="3204800"/>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潘剑翔</a:t>
            </a:r>
            <a:endParaRPr lang="zh-CN" altLang="en-US" sz="1600" b="1" dirty="0">
              <a:solidFill>
                <a:srgbClr val="FFC000"/>
              </a:solidFill>
              <a:effectLst>
                <a:outerShdw blurRad="38100" dist="38100" dir="2700000" algn="tl">
                  <a:srgbClr val="000000">
                    <a:alpha val="43137"/>
                  </a:srgbClr>
                </a:outerShdw>
              </a:effectLst>
            </a:endParaRPr>
          </a:p>
        </p:txBody>
      </p:sp>
      <p:sp>
        <p:nvSpPr>
          <p:cNvPr id="55" name="文本框 54"/>
          <p:cNvSpPr txBox="1"/>
          <p:nvPr/>
        </p:nvSpPr>
        <p:spPr>
          <a:xfrm>
            <a:off x="5641616" y="3191079"/>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许健明</a:t>
            </a:r>
            <a:endParaRPr lang="zh-CN" altLang="en-US" sz="1600" b="1" dirty="0">
              <a:solidFill>
                <a:srgbClr val="FFC000"/>
              </a:solidFill>
              <a:effectLst>
                <a:outerShdw blurRad="38100" dist="38100" dir="2700000" algn="tl">
                  <a:srgbClr val="000000">
                    <a:alpha val="43137"/>
                  </a:srgbClr>
                </a:outerShdw>
              </a:effectLst>
            </a:endParaRPr>
          </a:p>
        </p:txBody>
      </p:sp>
      <p:sp>
        <p:nvSpPr>
          <p:cNvPr id="56" name="文本框 55"/>
          <p:cNvSpPr txBox="1"/>
          <p:nvPr/>
        </p:nvSpPr>
        <p:spPr>
          <a:xfrm>
            <a:off x="9689132" y="3207709"/>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徐祥德</a:t>
            </a:r>
            <a:endParaRPr lang="zh-CN" altLang="en-US" sz="1600" b="1" dirty="0">
              <a:solidFill>
                <a:srgbClr val="FFC000"/>
              </a:solidFill>
              <a:effectLst>
                <a:outerShdw blurRad="38100" dist="38100" dir="2700000" algn="tl">
                  <a:srgbClr val="000000">
                    <a:alpha val="43137"/>
                  </a:srgbClr>
                </a:outerShdw>
              </a:effectLst>
            </a:endParaRPr>
          </a:p>
        </p:txBody>
      </p:sp>
      <p:sp>
        <p:nvSpPr>
          <p:cNvPr id="62" name="文本框 61"/>
          <p:cNvSpPr txBox="1"/>
          <p:nvPr/>
        </p:nvSpPr>
        <p:spPr>
          <a:xfrm>
            <a:off x="1235804" y="3502775"/>
            <a:ext cx="1306290" cy="276999"/>
          </a:xfrm>
          <a:prstGeom prst="rect">
            <a:avLst/>
          </a:prstGeom>
          <a:noFill/>
        </p:spPr>
        <p:txBody>
          <a:bodyPr wrap="square" rtlCol="0">
            <a:spAutoFit/>
          </a:bodyPr>
          <a:lstStyle/>
          <a:p>
            <a:r>
              <a:rPr lang="zh-CN" altLang="en-US" sz="1200" dirty="0" smtClean="0">
                <a:solidFill>
                  <a:srgbClr val="FFC000"/>
                </a:solidFill>
              </a:rPr>
              <a:t>中国科学院院士</a:t>
            </a:r>
            <a:endParaRPr lang="zh-CN" altLang="en-US" sz="1200" dirty="0">
              <a:solidFill>
                <a:srgbClr val="FFC000"/>
              </a:solidFill>
            </a:endParaRPr>
          </a:p>
        </p:txBody>
      </p:sp>
      <p:sp>
        <p:nvSpPr>
          <p:cNvPr id="63" name="文本框 62"/>
          <p:cNvSpPr txBox="1"/>
          <p:nvPr/>
        </p:nvSpPr>
        <p:spPr>
          <a:xfrm>
            <a:off x="3062516" y="3494253"/>
            <a:ext cx="1725653" cy="461665"/>
          </a:xfrm>
          <a:prstGeom prst="rect">
            <a:avLst/>
          </a:prstGeom>
          <a:noFill/>
        </p:spPr>
        <p:txBody>
          <a:bodyPr wrap="square" rtlCol="0">
            <a:spAutoFit/>
          </a:bodyPr>
          <a:lstStyle/>
          <a:p>
            <a:r>
              <a:rPr lang="zh-CN" altLang="en-US" sz="1200" dirty="0" smtClean="0">
                <a:solidFill>
                  <a:srgbClr val="FFC000"/>
                </a:solidFill>
              </a:rPr>
              <a:t>曾任中国气象局副局长世界气象组织副秘书长</a:t>
            </a:r>
            <a:endParaRPr lang="zh-CN" altLang="en-US" sz="1200" dirty="0">
              <a:solidFill>
                <a:srgbClr val="FFC000"/>
              </a:solidFill>
            </a:endParaRPr>
          </a:p>
        </p:txBody>
      </p:sp>
      <p:sp>
        <p:nvSpPr>
          <p:cNvPr id="64" name="文本框 63"/>
          <p:cNvSpPr txBox="1"/>
          <p:nvPr/>
        </p:nvSpPr>
        <p:spPr>
          <a:xfrm>
            <a:off x="5429208" y="3494252"/>
            <a:ext cx="1306290" cy="276999"/>
          </a:xfrm>
          <a:prstGeom prst="rect">
            <a:avLst/>
          </a:prstGeom>
          <a:noFill/>
        </p:spPr>
        <p:txBody>
          <a:bodyPr wrap="square" rtlCol="0">
            <a:spAutoFit/>
          </a:bodyPr>
          <a:lstStyle/>
          <a:p>
            <a:r>
              <a:rPr lang="zh-CN" altLang="en-US" sz="1200" dirty="0" smtClean="0">
                <a:solidFill>
                  <a:srgbClr val="FFC000"/>
                </a:solidFill>
              </a:rPr>
              <a:t>中国科学院院士</a:t>
            </a:r>
            <a:endParaRPr lang="zh-CN" altLang="en-US" sz="1200" dirty="0">
              <a:solidFill>
                <a:srgbClr val="FFC000"/>
              </a:solidFill>
            </a:endParaRPr>
          </a:p>
        </p:txBody>
      </p:sp>
      <p:sp>
        <p:nvSpPr>
          <p:cNvPr id="65" name="文本框 64"/>
          <p:cNvSpPr txBox="1"/>
          <p:nvPr/>
        </p:nvSpPr>
        <p:spPr>
          <a:xfrm>
            <a:off x="7071450" y="3494252"/>
            <a:ext cx="2081072" cy="461665"/>
          </a:xfrm>
          <a:prstGeom prst="rect">
            <a:avLst/>
          </a:prstGeom>
          <a:noFill/>
        </p:spPr>
        <p:txBody>
          <a:bodyPr wrap="square" rtlCol="0">
            <a:spAutoFit/>
          </a:bodyPr>
          <a:lstStyle/>
          <a:p>
            <a:r>
              <a:rPr lang="zh-CN" altLang="en-US" sz="1200" dirty="0" smtClean="0">
                <a:solidFill>
                  <a:srgbClr val="FFC000"/>
                </a:solidFill>
              </a:rPr>
              <a:t>“神州一号”至“神州六号”气象水文保障专家组组长、总参</a:t>
            </a:r>
            <a:endParaRPr lang="zh-CN" altLang="en-US" sz="1200" dirty="0">
              <a:solidFill>
                <a:srgbClr val="FFC000"/>
              </a:solidFill>
            </a:endParaRPr>
          </a:p>
        </p:txBody>
      </p:sp>
      <p:sp>
        <p:nvSpPr>
          <p:cNvPr id="66" name="文本框 65"/>
          <p:cNvSpPr txBox="1"/>
          <p:nvPr/>
        </p:nvSpPr>
        <p:spPr>
          <a:xfrm>
            <a:off x="9468957" y="3510883"/>
            <a:ext cx="1306290" cy="276999"/>
          </a:xfrm>
          <a:prstGeom prst="rect">
            <a:avLst/>
          </a:prstGeom>
          <a:noFill/>
        </p:spPr>
        <p:txBody>
          <a:bodyPr wrap="square" rtlCol="0">
            <a:spAutoFit/>
          </a:bodyPr>
          <a:lstStyle/>
          <a:p>
            <a:r>
              <a:rPr lang="zh-CN" altLang="en-US" sz="1200" dirty="0" smtClean="0">
                <a:solidFill>
                  <a:srgbClr val="FFC000"/>
                </a:solidFill>
              </a:rPr>
              <a:t>中国科学院院士</a:t>
            </a:r>
            <a:endParaRPr lang="zh-CN" altLang="en-US" sz="1200" dirty="0">
              <a:solidFill>
                <a:srgbClr val="FFC000"/>
              </a:solidFill>
            </a:endParaRPr>
          </a:p>
        </p:txBody>
      </p:sp>
      <p:grpSp>
        <p:nvGrpSpPr>
          <p:cNvPr id="72" name="组合 71"/>
          <p:cNvGrpSpPr/>
          <p:nvPr/>
        </p:nvGrpSpPr>
        <p:grpSpPr>
          <a:xfrm>
            <a:off x="1003624" y="3955917"/>
            <a:ext cx="10189223" cy="2852220"/>
            <a:chOff x="1282227" y="4197328"/>
            <a:chExt cx="10189223" cy="2852220"/>
          </a:xfrm>
        </p:grpSpPr>
        <p:pic>
          <p:nvPicPr>
            <p:cNvPr id="38" name="图片 37"/>
            <p:cNvPicPr>
              <a:picLocks noChangeAspect="1"/>
            </p:cNvPicPr>
            <p:nvPr/>
          </p:nvPicPr>
          <p:blipFill>
            <a:blip r:embed="rId6" cstate="print">
              <a:extLst>
                <a:ext uri="{28A0092B-C50C-407E-A947-70E740481C1C}">
                  <a14:useLocalDpi xmlns:a14="http://schemas.microsoft.com/office/drawing/2010/main" val="0"/>
                </a:ext>
              </a:extLst>
            </a:blip>
            <a:srcRect l="33223" t="10939" r="36395" b="43470"/>
            <a:stretch>
              <a:fillRect/>
            </a:stretch>
          </p:blipFill>
          <p:spPr>
            <a:xfrm>
              <a:off x="9554047" y="4197328"/>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pic>
          <p:nvPicPr>
            <p:cNvPr id="32" name="图片 31"/>
            <p:cNvPicPr>
              <a:picLocks noChangeAspect="1"/>
            </p:cNvPicPr>
            <p:nvPr/>
          </p:nvPicPr>
          <p:blipFill>
            <a:blip r:embed="rId7">
              <a:extLst>
                <a:ext uri="{28A0092B-C50C-407E-A947-70E740481C1C}">
                  <a14:useLocalDpi xmlns:a14="http://schemas.microsoft.com/office/drawing/2010/main" val="0"/>
                </a:ext>
              </a:extLst>
            </a:blip>
            <a:srcRect l="7313" t="5994" r="1713" b="21310"/>
            <a:stretch>
              <a:fillRect/>
            </a:stretch>
          </p:blipFill>
          <p:spPr>
            <a:xfrm>
              <a:off x="1307950" y="4197328"/>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pic>
          <p:nvPicPr>
            <p:cNvPr id="41" name="图片 40"/>
            <p:cNvPicPr>
              <a:picLocks noChangeAspect="1"/>
            </p:cNvPicPr>
            <p:nvPr/>
          </p:nvPicPr>
          <p:blipFill>
            <a:blip r:embed="rId8">
              <a:extLst>
                <a:ext uri="{28A0092B-C50C-407E-A947-70E740481C1C}">
                  <a14:useLocalDpi xmlns:a14="http://schemas.microsoft.com/office/drawing/2010/main" val="0"/>
                </a:ext>
              </a:extLst>
            </a:blip>
            <a:srcRect l="31411" t="16144" r="31477" b="34373"/>
            <a:stretch>
              <a:fillRect/>
            </a:stretch>
          </p:blipFill>
          <p:spPr>
            <a:xfrm>
              <a:off x="3405232" y="4197328"/>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pic>
          <p:nvPicPr>
            <p:cNvPr id="47" name="图片 46"/>
            <p:cNvPicPr>
              <a:picLocks noChangeAspect="1"/>
            </p:cNvPicPr>
            <p:nvPr/>
          </p:nvPicPr>
          <p:blipFill>
            <a:blip r:embed="rId9" cstate="print">
              <a:extLst>
                <a:ext uri="{28A0092B-C50C-407E-A947-70E740481C1C}">
                  <a14:useLocalDpi xmlns:a14="http://schemas.microsoft.com/office/drawing/2010/main" val="0"/>
                </a:ext>
              </a:extLst>
            </a:blip>
            <a:srcRect l="22447" t="35743" r="8362" b="18038"/>
            <a:stretch>
              <a:fillRect/>
            </a:stretch>
          </p:blipFill>
          <p:spPr>
            <a:xfrm>
              <a:off x="5459865" y="4197328"/>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pic>
          <p:nvPicPr>
            <p:cNvPr id="50" name="图片 49"/>
            <p:cNvPicPr>
              <a:picLocks noChangeAspect="1"/>
            </p:cNvPicPr>
            <p:nvPr/>
          </p:nvPicPr>
          <p:blipFill>
            <a:blip r:embed="rId10">
              <a:extLst>
                <a:ext uri="{28A0092B-C50C-407E-A947-70E740481C1C}">
                  <a14:useLocalDpi xmlns:a14="http://schemas.microsoft.com/office/drawing/2010/main" val="0"/>
                </a:ext>
              </a:extLst>
            </a:blip>
            <a:srcRect l="32871" t="7387" r="24021" b="30735"/>
            <a:stretch>
              <a:fillRect/>
            </a:stretch>
          </p:blipFill>
          <p:spPr>
            <a:xfrm>
              <a:off x="7514498" y="4197328"/>
              <a:ext cx="1584000" cy="1584000"/>
            </a:xfrm>
            <a:custGeom>
              <a:avLst/>
              <a:gdLst>
                <a:gd name="connsiteX0" fmla="*/ 792000 w 1584000"/>
                <a:gd name="connsiteY0" fmla="*/ 0 h 1584000"/>
                <a:gd name="connsiteX1" fmla="*/ 1584000 w 1584000"/>
                <a:gd name="connsiteY1" fmla="*/ 792000 h 1584000"/>
                <a:gd name="connsiteX2" fmla="*/ 792000 w 1584000"/>
                <a:gd name="connsiteY2" fmla="*/ 1584000 h 1584000"/>
                <a:gd name="connsiteX3" fmla="*/ 0 w 1584000"/>
                <a:gd name="connsiteY3" fmla="*/ 792000 h 1584000"/>
                <a:gd name="connsiteX4" fmla="*/ 792000 w 1584000"/>
                <a:gd name="connsiteY4" fmla="*/ 0 h 15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4000" h="1584000">
                  <a:moveTo>
                    <a:pt x="792000" y="0"/>
                  </a:moveTo>
                  <a:cubicBezTo>
                    <a:pt x="1229410" y="0"/>
                    <a:pt x="1584000" y="354590"/>
                    <a:pt x="1584000" y="792000"/>
                  </a:cubicBezTo>
                  <a:cubicBezTo>
                    <a:pt x="1584000" y="1229410"/>
                    <a:pt x="1229410" y="1584000"/>
                    <a:pt x="792000" y="1584000"/>
                  </a:cubicBezTo>
                  <a:cubicBezTo>
                    <a:pt x="354590" y="1584000"/>
                    <a:pt x="0" y="1229410"/>
                    <a:pt x="0" y="792000"/>
                  </a:cubicBezTo>
                  <a:cubicBezTo>
                    <a:pt x="0" y="354590"/>
                    <a:pt x="354590" y="0"/>
                    <a:pt x="792000" y="0"/>
                  </a:cubicBezTo>
                  <a:close/>
                </a:path>
              </a:pathLst>
            </a:custGeom>
            <a:effectLst>
              <a:outerShdw blurRad="50800" dist="38100" dir="2700000" algn="tl" rotWithShape="0">
                <a:prstClr val="black">
                  <a:alpha val="40000"/>
                </a:prstClr>
              </a:outerShdw>
            </a:effectLst>
          </p:spPr>
        </p:pic>
        <p:sp>
          <p:nvSpPr>
            <p:cNvPr id="57" name="文本框 56"/>
            <p:cNvSpPr txBox="1"/>
            <p:nvPr/>
          </p:nvSpPr>
          <p:spPr>
            <a:xfrm>
              <a:off x="1685244" y="5924955"/>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朱云来</a:t>
              </a:r>
              <a:endParaRPr lang="zh-CN" altLang="en-US" sz="1600" b="1" dirty="0">
                <a:solidFill>
                  <a:srgbClr val="FFC000"/>
                </a:solidFill>
                <a:effectLst>
                  <a:outerShdw blurRad="38100" dist="38100" dir="2700000" algn="tl">
                    <a:srgbClr val="000000">
                      <a:alpha val="43137"/>
                    </a:srgbClr>
                  </a:outerShdw>
                </a:effectLst>
              </a:endParaRPr>
            </a:p>
          </p:txBody>
        </p:sp>
        <p:sp>
          <p:nvSpPr>
            <p:cNvPr id="58" name="文本框 57"/>
            <p:cNvSpPr txBox="1"/>
            <p:nvPr/>
          </p:nvSpPr>
          <p:spPr>
            <a:xfrm>
              <a:off x="3770120" y="5924955"/>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陈镜明</a:t>
              </a:r>
              <a:endParaRPr lang="zh-CN" altLang="en-US" sz="1600" b="1" dirty="0">
                <a:solidFill>
                  <a:srgbClr val="FFC000"/>
                </a:solidFill>
                <a:effectLst>
                  <a:outerShdw blurRad="38100" dist="38100" dir="2700000" algn="tl">
                    <a:srgbClr val="000000">
                      <a:alpha val="43137"/>
                    </a:srgbClr>
                  </a:outerShdw>
                </a:effectLst>
              </a:endParaRPr>
            </a:p>
          </p:txBody>
        </p:sp>
        <p:sp>
          <p:nvSpPr>
            <p:cNvPr id="59" name="文本框 58"/>
            <p:cNvSpPr txBox="1"/>
            <p:nvPr/>
          </p:nvSpPr>
          <p:spPr>
            <a:xfrm>
              <a:off x="5900601" y="5924955"/>
              <a:ext cx="710451"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假  拉</a:t>
              </a:r>
              <a:endParaRPr lang="zh-CN" altLang="en-US" sz="1600" b="1" dirty="0">
                <a:solidFill>
                  <a:srgbClr val="FFC000"/>
                </a:solidFill>
                <a:effectLst>
                  <a:outerShdw blurRad="38100" dist="38100" dir="2700000" algn="tl">
                    <a:srgbClr val="000000">
                      <a:alpha val="43137"/>
                    </a:srgbClr>
                  </a:outerShdw>
                </a:effectLst>
              </a:endParaRPr>
            </a:p>
          </p:txBody>
        </p:sp>
        <p:sp>
          <p:nvSpPr>
            <p:cNvPr id="60" name="文本框 59"/>
            <p:cNvSpPr txBox="1"/>
            <p:nvPr/>
          </p:nvSpPr>
          <p:spPr>
            <a:xfrm>
              <a:off x="7976226" y="5924955"/>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李旭辉</a:t>
              </a:r>
              <a:endParaRPr lang="zh-CN" altLang="en-US" sz="1600" b="1" dirty="0">
                <a:solidFill>
                  <a:srgbClr val="FFC000"/>
                </a:solidFill>
                <a:effectLst>
                  <a:outerShdw blurRad="38100" dist="38100" dir="2700000" algn="tl">
                    <a:srgbClr val="000000">
                      <a:alpha val="43137"/>
                    </a:srgbClr>
                  </a:outerShdw>
                </a:effectLst>
              </a:endParaRPr>
            </a:p>
          </p:txBody>
        </p:sp>
        <p:sp>
          <p:nvSpPr>
            <p:cNvPr id="61" name="文本框 60"/>
            <p:cNvSpPr txBox="1"/>
            <p:nvPr/>
          </p:nvSpPr>
          <p:spPr>
            <a:xfrm>
              <a:off x="9961021" y="5884448"/>
              <a:ext cx="800219" cy="338554"/>
            </a:xfrm>
            <a:prstGeom prst="rect">
              <a:avLst/>
            </a:prstGeom>
            <a:noFill/>
          </p:spPr>
          <p:txBody>
            <a:bodyPr wrap="none" rtlCol="0">
              <a:spAutoFit/>
            </a:bodyPr>
            <a:lstStyle/>
            <a:p>
              <a:r>
                <a:rPr lang="zh-CN" altLang="en-US" sz="1600" b="1" dirty="0" smtClean="0">
                  <a:solidFill>
                    <a:srgbClr val="FFC000"/>
                  </a:solidFill>
                  <a:effectLst>
                    <a:outerShdw blurRad="38100" dist="38100" dir="2700000" algn="tl">
                      <a:srgbClr val="000000">
                        <a:alpha val="43137"/>
                      </a:srgbClr>
                    </a:outerShdw>
                  </a:effectLst>
                </a:rPr>
                <a:t>邢文革</a:t>
              </a:r>
              <a:endParaRPr lang="zh-CN" altLang="en-US" sz="1600" b="1" dirty="0">
                <a:solidFill>
                  <a:srgbClr val="FFC000"/>
                </a:solidFill>
                <a:effectLst>
                  <a:outerShdw blurRad="38100" dist="38100" dir="2700000" algn="tl">
                    <a:srgbClr val="000000">
                      <a:alpha val="43137"/>
                    </a:srgbClr>
                  </a:outerShdw>
                </a:effectLst>
              </a:endParaRPr>
            </a:p>
          </p:txBody>
        </p:sp>
        <p:sp>
          <p:nvSpPr>
            <p:cNvPr id="67" name="文本框 66"/>
            <p:cNvSpPr txBox="1"/>
            <p:nvPr/>
          </p:nvSpPr>
          <p:spPr>
            <a:xfrm>
              <a:off x="1282227" y="6259058"/>
              <a:ext cx="1754359" cy="461665"/>
            </a:xfrm>
            <a:prstGeom prst="rect">
              <a:avLst/>
            </a:prstGeom>
            <a:noFill/>
          </p:spPr>
          <p:txBody>
            <a:bodyPr wrap="square" rtlCol="0">
              <a:spAutoFit/>
            </a:bodyPr>
            <a:lstStyle/>
            <a:p>
              <a:pPr algn="ctr"/>
              <a:r>
                <a:rPr lang="zh-CN" altLang="en-US" sz="1200" dirty="0" smtClean="0">
                  <a:solidFill>
                    <a:srgbClr val="FFC000"/>
                  </a:solidFill>
                </a:rPr>
                <a:t>中国国际金融有限公司首席执行官</a:t>
              </a:r>
              <a:endParaRPr lang="zh-CN" altLang="en-US" sz="1200" dirty="0">
                <a:solidFill>
                  <a:srgbClr val="FFC000"/>
                </a:solidFill>
              </a:endParaRPr>
            </a:p>
          </p:txBody>
        </p:sp>
        <p:sp>
          <p:nvSpPr>
            <p:cNvPr id="68" name="文本框 67"/>
            <p:cNvSpPr txBox="1"/>
            <p:nvPr/>
          </p:nvSpPr>
          <p:spPr>
            <a:xfrm>
              <a:off x="3362804" y="6259058"/>
              <a:ext cx="1719992" cy="461665"/>
            </a:xfrm>
            <a:prstGeom prst="rect">
              <a:avLst/>
            </a:prstGeom>
            <a:noFill/>
          </p:spPr>
          <p:txBody>
            <a:bodyPr wrap="square" rtlCol="0">
              <a:spAutoFit/>
            </a:bodyPr>
            <a:lstStyle/>
            <a:p>
              <a:pPr algn="ctr"/>
              <a:r>
                <a:rPr lang="zh-CN" altLang="en-US" sz="1200" dirty="0" smtClean="0">
                  <a:solidFill>
                    <a:srgbClr val="FFC000"/>
                  </a:solidFill>
                </a:rPr>
                <a:t>加拿大多伦多大学教授</a:t>
              </a:r>
              <a:endParaRPr lang="en-US" altLang="zh-CN" sz="1200" dirty="0" smtClean="0">
                <a:solidFill>
                  <a:srgbClr val="FFC000"/>
                </a:solidFill>
              </a:endParaRPr>
            </a:p>
            <a:p>
              <a:pPr algn="ctr"/>
              <a:r>
                <a:rPr lang="zh-CN" altLang="en-US" sz="1200" dirty="0">
                  <a:solidFill>
                    <a:srgbClr val="FFC000"/>
                  </a:solidFill>
                </a:rPr>
                <a:t>加拿</a:t>
              </a:r>
              <a:r>
                <a:rPr lang="zh-CN" altLang="en-US" sz="1200" dirty="0" smtClean="0">
                  <a:solidFill>
                    <a:srgbClr val="FFC000"/>
                  </a:solidFill>
                </a:rPr>
                <a:t>大皇家科学院院士</a:t>
              </a:r>
              <a:endParaRPr lang="zh-CN" altLang="en-US" sz="1200" dirty="0">
                <a:solidFill>
                  <a:srgbClr val="FFC000"/>
                </a:solidFill>
              </a:endParaRPr>
            </a:p>
          </p:txBody>
        </p:sp>
        <p:sp>
          <p:nvSpPr>
            <p:cNvPr id="69" name="文本框 68"/>
            <p:cNvSpPr txBox="1"/>
            <p:nvPr/>
          </p:nvSpPr>
          <p:spPr>
            <a:xfrm>
              <a:off x="5472246" y="6259058"/>
              <a:ext cx="1719992" cy="276999"/>
            </a:xfrm>
            <a:prstGeom prst="rect">
              <a:avLst/>
            </a:prstGeom>
            <a:noFill/>
          </p:spPr>
          <p:txBody>
            <a:bodyPr wrap="square" rtlCol="0">
              <a:spAutoFit/>
            </a:bodyPr>
            <a:lstStyle/>
            <a:p>
              <a:pPr algn="ctr"/>
              <a:r>
                <a:rPr lang="zh-CN" altLang="en-US" sz="1200" dirty="0" smtClean="0">
                  <a:solidFill>
                    <a:srgbClr val="FFC000"/>
                  </a:solidFill>
                </a:rPr>
                <a:t>“中国十大杰出青年”</a:t>
              </a:r>
              <a:endParaRPr lang="zh-CN" altLang="en-US" sz="1200" dirty="0">
                <a:solidFill>
                  <a:srgbClr val="FFC000"/>
                </a:solidFill>
              </a:endParaRPr>
            </a:p>
          </p:txBody>
        </p:sp>
        <p:sp>
          <p:nvSpPr>
            <p:cNvPr id="70" name="文本框 69"/>
            <p:cNvSpPr txBox="1"/>
            <p:nvPr/>
          </p:nvSpPr>
          <p:spPr>
            <a:xfrm>
              <a:off x="7581688" y="6259058"/>
              <a:ext cx="1719992" cy="461665"/>
            </a:xfrm>
            <a:prstGeom prst="rect">
              <a:avLst/>
            </a:prstGeom>
            <a:noFill/>
          </p:spPr>
          <p:txBody>
            <a:bodyPr wrap="square" rtlCol="0">
              <a:spAutoFit/>
            </a:bodyPr>
            <a:lstStyle/>
            <a:p>
              <a:pPr algn="ctr"/>
              <a:r>
                <a:rPr lang="zh-CN" altLang="en-US" sz="1200" dirty="0" smtClean="0">
                  <a:solidFill>
                    <a:srgbClr val="FFC000"/>
                  </a:solidFill>
                </a:rPr>
                <a:t>世界著名微气象学家</a:t>
              </a:r>
              <a:endParaRPr lang="en-US" altLang="zh-CN" sz="1200" dirty="0" smtClean="0">
                <a:solidFill>
                  <a:srgbClr val="FFC000"/>
                </a:solidFill>
              </a:endParaRPr>
            </a:p>
            <a:p>
              <a:pPr algn="ctr"/>
              <a:r>
                <a:rPr lang="zh-CN" altLang="en-US" sz="1200" dirty="0">
                  <a:solidFill>
                    <a:srgbClr val="FFC000"/>
                  </a:solidFill>
                </a:rPr>
                <a:t>美</a:t>
              </a:r>
              <a:r>
                <a:rPr lang="zh-CN" altLang="en-US" sz="1200" dirty="0" smtClean="0">
                  <a:solidFill>
                    <a:srgbClr val="FFC000"/>
                  </a:solidFill>
                </a:rPr>
                <a:t>国耶鲁大学终身教授</a:t>
              </a:r>
              <a:endParaRPr lang="zh-CN" altLang="en-US" sz="1200" dirty="0">
                <a:solidFill>
                  <a:srgbClr val="FFC000"/>
                </a:solidFill>
              </a:endParaRPr>
            </a:p>
          </p:txBody>
        </p:sp>
        <p:sp>
          <p:nvSpPr>
            <p:cNvPr id="71" name="文本框 70"/>
            <p:cNvSpPr txBox="1"/>
            <p:nvPr/>
          </p:nvSpPr>
          <p:spPr>
            <a:xfrm>
              <a:off x="9362008" y="6218551"/>
              <a:ext cx="2109442" cy="830997"/>
            </a:xfrm>
            <a:prstGeom prst="rect">
              <a:avLst/>
            </a:prstGeom>
            <a:noFill/>
          </p:spPr>
          <p:txBody>
            <a:bodyPr wrap="square" rtlCol="0">
              <a:spAutoFit/>
            </a:bodyPr>
            <a:lstStyle/>
            <a:p>
              <a:pPr algn="ctr"/>
              <a:r>
                <a:rPr lang="zh-CN" altLang="en-US" sz="1200" dirty="0">
                  <a:solidFill>
                    <a:srgbClr val="FFC000"/>
                  </a:solidFill>
                </a:rPr>
                <a:t>中</a:t>
              </a:r>
              <a:r>
                <a:rPr lang="zh-CN" altLang="en-US" sz="1200" dirty="0" smtClean="0">
                  <a:solidFill>
                    <a:srgbClr val="FFC000"/>
                  </a:solidFill>
                </a:rPr>
                <a:t>国电科首席科学家</a:t>
              </a:r>
              <a:endParaRPr lang="en-US" altLang="zh-CN" sz="1200" dirty="0" smtClean="0">
                <a:solidFill>
                  <a:srgbClr val="FFC000"/>
                </a:solidFill>
              </a:endParaRPr>
            </a:p>
            <a:p>
              <a:pPr algn="ctr"/>
              <a:r>
                <a:rPr lang="zh-CN" altLang="en-US" sz="1200" dirty="0">
                  <a:solidFill>
                    <a:srgbClr val="FFC000"/>
                  </a:solidFill>
                </a:rPr>
                <a:t>第十</a:t>
              </a:r>
              <a:r>
                <a:rPr lang="zh-CN" altLang="en-US" sz="1200" dirty="0" smtClean="0">
                  <a:solidFill>
                    <a:srgbClr val="FFC000"/>
                  </a:solidFill>
                </a:rPr>
                <a:t>四研究所首席专家</a:t>
              </a:r>
              <a:endParaRPr lang="en-US" altLang="zh-CN" sz="1200" dirty="0" smtClean="0">
                <a:solidFill>
                  <a:srgbClr val="FFC000"/>
                </a:solidFill>
              </a:endParaRPr>
            </a:p>
            <a:p>
              <a:pPr algn="ctr"/>
              <a:r>
                <a:rPr lang="zh-CN" altLang="en-US" sz="1200" dirty="0" smtClean="0">
                  <a:solidFill>
                    <a:srgbClr val="FFC000"/>
                  </a:solidFill>
                </a:rPr>
                <a:t>“中华神盾”舰载雷达负责人</a:t>
              </a:r>
              <a:endParaRPr lang="en-US" altLang="zh-CN" sz="1200" dirty="0" smtClean="0">
                <a:solidFill>
                  <a:srgbClr val="FFC000"/>
                </a:solidFill>
              </a:endParaRPr>
            </a:p>
            <a:p>
              <a:pPr algn="ctr"/>
              <a:r>
                <a:rPr lang="zh-CN" altLang="en-US" sz="1200" dirty="0" smtClean="0">
                  <a:solidFill>
                    <a:srgbClr val="FFC000"/>
                  </a:solidFill>
                </a:rPr>
                <a:t>“央企楷模”</a:t>
              </a:r>
              <a:endParaRPr lang="en-US" altLang="zh-CN" sz="1200" dirty="0" smtClean="0">
                <a:solidFill>
                  <a:srgbClr val="FFC000"/>
                </a:solidFill>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25000"/>
                    </a14:imgEffect>
                    <a14:imgEffect>
                      <a14:sharpenSoften amount="35000"/>
                    </a14:imgEffect>
                  </a14:imgLayer>
                </a14:imgProps>
              </a:ext>
              <a:ext uri="{28A0092B-C50C-407E-A947-70E740481C1C}">
                <a14:useLocalDpi xmlns:a14="http://schemas.microsoft.com/office/drawing/2010/main" val="0"/>
              </a:ext>
            </a:extLst>
          </a:blip>
          <a:srcRect b="6970"/>
          <a:stretch>
            <a:fillRect/>
          </a:stretch>
        </p:blipFill>
        <p:spPr>
          <a:xfrm>
            <a:off x="584473" y="25699"/>
            <a:ext cx="5313719" cy="3263605"/>
          </a:xfrm>
          <a:prstGeom prst="rect">
            <a:avLst/>
          </a:prstGeom>
        </p:spPr>
      </p:pic>
      <p:grpSp>
        <p:nvGrpSpPr>
          <p:cNvPr id="4" name="组合 3"/>
          <p:cNvGrpSpPr/>
          <p:nvPr/>
        </p:nvGrpSpPr>
        <p:grpSpPr>
          <a:xfrm>
            <a:off x="-33100" y="-37844"/>
            <a:ext cx="12432944" cy="7098940"/>
            <a:chOff x="997096" y="-14753"/>
            <a:chExt cx="10337504" cy="6895844"/>
          </a:xfrm>
        </p:grpSpPr>
        <p:pic>
          <p:nvPicPr>
            <p:cNvPr id="6" name="图片 5" descr="组织学生赴安徽写生-170310"/>
            <p:cNvPicPr>
              <a:picLocks noChangeAspect="1"/>
            </p:cNvPicPr>
            <p:nvPr/>
          </p:nvPicPr>
          <p:blipFill>
            <a:blip r:embed="rId3"/>
            <a:stretch>
              <a:fillRect/>
            </a:stretch>
          </p:blipFill>
          <p:spPr>
            <a:xfrm>
              <a:off x="5889988" y="3650528"/>
              <a:ext cx="4778013" cy="3207473"/>
            </a:xfrm>
            <a:prstGeom prst="rect">
              <a:avLst/>
            </a:prstGeom>
          </p:spPr>
        </p:pic>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10584" y="3661634"/>
              <a:ext cx="4418148" cy="3219457"/>
            </a:xfrm>
            <a:prstGeom prst="rect">
              <a:avLst/>
            </a:prstGeom>
          </p:spPr>
        </p:pic>
        <p:pic>
          <p:nvPicPr>
            <p:cNvPr id="3" name="Picture 3" descr="气象楼"/>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3180" y="-14753"/>
              <a:ext cx="4734821" cy="320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997096" y="3188863"/>
              <a:ext cx="10337504" cy="568045"/>
            </a:xfrm>
            <a:prstGeom prst="rect">
              <a:avLst/>
            </a:prstGeom>
            <a:solidFill>
              <a:srgbClr val="FFC000"/>
            </a:solidFill>
            <a:ln w="9525">
              <a:noFill/>
            </a:ln>
          </p:spPr>
          <p:txBody>
            <a:bodyPr wrap="square" anchor="t">
              <a:spAutoFit/>
            </a:bodyPr>
            <a:lstStyle/>
            <a:p>
              <a:pPr algn="ctr" eaLnBrk="0" hangingPunct="0">
                <a:spcBef>
                  <a:spcPct val="50000"/>
                </a:spcBef>
                <a:buClr>
                  <a:srgbClr val="00B0F0"/>
                </a:buClr>
              </a:pPr>
              <a:r>
                <a:rPr lang="zh-CN" altLang="en-US" sz="3200" b="1" spc="600" dirty="0" smtClean="0">
                  <a:solidFill>
                    <a:srgbClr val="002060"/>
                  </a:solidFill>
                  <a:ea typeface="方正清刻本悦宋简体" panose="02000000000000000000" pitchFamily="2" charset="-122"/>
                  <a:sym typeface="+mn-lt"/>
                </a:rPr>
                <a:t>我</a:t>
              </a:r>
              <a:r>
                <a:rPr lang="zh-CN" altLang="en-US" sz="3200" b="1" spc="600" dirty="0">
                  <a:solidFill>
                    <a:srgbClr val="002060"/>
                  </a:solidFill>
                  <a:ea typeface="方正清刻本悦宋简体" panose="02000000000000000000" pitchFamily="2" charset="-122"/>
                  <a:sym typeface="+mn-lt"/>
                </a:rPr>
                <a:t>们在南信大等你！</a:t>
              </a:r>
              <a:endParaRPr lang="zh-CN" altLang="en-US" sz="3200" b="1" spc="600" dirty="0">
                <a:solidFill>
                  <a:srgbClr val="002060"/>
                </a:solidFill>
                <a:ea typeface="方正清刻本悦宋简体" panose="02000000000000000000" pitchFamily="2" charset="-122"/>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平行四边形 18"/>
          <p:cNvSpPr/>
          <p:nvPr/>
        </p:nvSpPr>
        <p:spPr>
          <a:xfrm>
            <a:off x="4140200" y="0"/>
            <a:ext cx="4642504" cy="7419340"/>
          </a:xfrm>
          <a:prstGeom prst="parallelogram">
            <a:avLst>
              <a:gd name="adj" fmla="val 0"/>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rgbClr val="D3A617"/>
              </a:solidFill>
            </a:endParaRPr>
          </a:p>
        </p:txBody>
      </p:sp>
      <p:cxnSp>
        <p:nvCxnSpPr>
          <p:cNvPr id="10" name="直接连接符 9"/>
          <p:cNvCxnSpPr/>
          <p:nvPr/>
        </p:nvCxnSpPr>
        <p:spPr>
          <a:xfrm>
            <a:off x="1098447" y="3348227"/>
            <a:ext cx="2227314" cy="0"/>
          </a:xfrm>
          <a:prstGeom prst="line">
            <a:avLst/>
          </a:prstGeom>
          <a:ln>
            <a:no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098447" y="3793023"/>
            <a:ext cx="2227314" cy="0"/>
          </a:xfrm>
          <a:prstGeom prst="line">
            <a:avLst/>
          </a:prstGeom>
          <a:ln>
            <a:no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4066434" y="1143000"/>
            <a:ext cx="4775306" cy="5142289"/>
            <a:chOff x="3616219" y="1143000"/>
            <a:chExt cx="4775306" cy="5142289"/>
          </a:xfrm>
        </p:grpSpPr>
        <p:pic>
          <p:nvPicPr>
            <p:cNvPr id="4" name="图片 3" descr="图片包含 游戏, 文字, 室内, 黑色&#10;&#10;描述已自动生成"/>
            <p:cNvPicPr>
              <a:picLocks noChangeAspect="1"/>
            </p:cNvPicPr>
            <p:nvPr/>
          </p:nvPicPr>
          <p:blipFill>
            <a:blip r:embed="rId1"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800475" y="1143000"/>
              <a:ext cx="4591050" cy="4572000"/>
            </a:xfrm>
            <a:prstGeom prst="rect">
              <a:avLst/>
            </a:prstGeom>
          </p:spPr>
        </p:pic>
        <p:pic>
          <p:nvPicPr>
            <p:cNvPr id="26" name="图片 25" descr="图片包含 游戏机&#10;&#10;描述已自动生成"/>
            <p:cNvPicPr>
              <a:picLocks noChangeAspect="1"/>
            </p:cNvPicPr>
            <p:nvPr/>
          </p:nvPicPr>
          <p:blipFill>
            <a:blip r:embed="rId2" cstate="print">
              <a:alphaModFix amt="70000"/>
              <a:biLevel thresh="25000"/>
              <a:extLst>
                <a:ext uri="{28A0092B-C50C-407E-A947-70E740481C1C}">
                  <a14:useLocalDpi xmlns:a14="http://schemas.microsoft.com/office/drawing/2010/main" val="0"/>
                </a:ext>
              </a:extLst>
            </a:blip>
            <a:stretch>
              <a:fillRect/>
            </a:stretch>
          </p:blipFill>
          <p:spPr>
            <a:xfrm>
              <a:off x="5412439" y="2820678"/>
              <a:ext cx="1174668" cy="1149404"/>
            </a:xfrm>
            <a:prstGeom prst="rect">
              <a:avLst/>
            </a:prstGeom>
          </p:spPr>
        </p:pic>
        <p:sp>
          <p:nvSpPr>
            <p:cNvPr id="27" name="文本框 26"/>
            <p:cNvSpPr txBox="1"/>
            <p:nvPr/>
          </p:nvSpPr>
          <p:spPr>
            <a:xfrm>
              <a:off x="3616219" y="5701724"/>
              <a:ext cx="4591050" cy="5835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lang="en-US" altLang="zh-CN" sz="3200" dirty="0">
                  <a:solidFill>
                    <a:schemeClr val="bg1"/>
                  </a:solidFill>
                  <a:latin typeface="方正大标宋简体" panose="02000000000000000000" charset="-122"/>
                  <a:ea typeface="方正大标宋简体" panose="02000000000000000000" charset="-122"/>
                </a:rPr>
                <a:t>2021</a:t>
              </a:r>
              <a:r>
                <a:rPr lang="en-US" altLang="zh-CN" sz="3200" b="1" dirty="0">
                  <a:solidFill>
                    <a:schemeClr val="bg1"/>
                  </a:solidFill>
                  <a:latin typeface="方正大标宋简体" panose="02000000000000000000" charset="-122"/>
                  <a:ea typeface="方正大标宋简体" panose="02000000000000000000" charset="-122"/>
                </a:rPr>
                <a:t>NUIST</a:t>
              </a:r>
              <a:r>
                <a:rPr lang="zh-CN" altLang="en-US" sz="3200" dirty="0">
                  <a:solidFill>
                    <a:schemeClr val="bg1"/>
                  </a:solidFill>
                  <a:latin typeface="方正大标宋简体" panose="02000000000000000000" charset="-122"/>
                  <a:ea typeface="方正大标宋简体" panose="02000000000000000000" charset="-122"/>
                </a:rPr>
                <a:t>招生咨询群</a:t>
              </a:r>
              <a:endParaRPr kumimoji="0" lang="zh-CN" altLang="en-US" sz="3200" b="0" i="0" u="none" strike="noStrike" kern="1200" cap="none" spc="0" normalizeH="0" baseline="0" noProof="0" dirty="0">
                <a:ln>
                  <a:noFill/>
                </a:ln>
                <a:solidFill>
                  <a:schemeClr val="bg1"/>
                </a:solidFill>
                <a:effectLst/>
                <a:uLnTx/>
                <a:uFillTx/>
                <a:latin typeface="方正大标宋简体" panose="02000000000000000000" charset="-122"/>
                <a:ea typeface="方正大标宋简体" panose="02000000000000000000" charset="-122"/>
              </a:endParaRPr>
            </a:p>
          </p:txBody>
        </p:sp>
      </p:grpSp>
      <p:grpSp>
        <p:nvGrpSpPr>
          <p:cNvPr id="23" name="组合 22"/>
          <p:cNvGrpSpPr/>
          <p:nvPr/>
        </p:nvGrpSpPr>
        <p:grpSpPr>
          <a:xfrm>
            <a:off x="505447" y="1854601"/>
            <a:ext cx="3708360" cy="3148797"/>
            <a:chOff x="75102" y="1609308"/>
            <a:chExt cx="3708360" cy="3148797"/>
          </a:xfrm>
        </p:grpSpPr>
        <p:pic>
          <p:nvPicPr>
            <p:cNvPr id="36" name="图片 35" descr="图片包含 游戏机&#10;&#10;描述已自动生成"/>
            <p:cNvPicPr>
              <a:picLocks noChangeAspect="1"/>
            </p:cNvPicPr>
            <p:nvPr/>
          </p:nvPicPr>
          <p:blipFill>
            <a:blip r:embed="rId3" cstate="print">
              <a:alphaModFix amt="70000"/>
              <a:biLevel thresh="25000"/>
              <a:extLst>
                <a:ext uri="{28A0092B-C50C-407E-A947-70E740481C1C}">
                  <a14:useLocalDpi xmlns:a14="http://schemas.microsoft.com/office/drawing/2010/main" val="0"/>
                </a:ext>
              </a:extLst>
            </a:blip>
            <a:stretch>
              <a:fillRect/>
            </a:stretch>
          </p:blipFill>
          <p:spPr>
            <a:xfrm>
              <a:off x="619427" y="1609308"/>
              <a:ext cx="2475987" cy="2422739"/>
            </a:xfrm>
            <a:prstGeom prst="rect">
              <a:avLst/>
            </a:prstGeom>
          </p:spPr>
        </p:pic>
        <p:pic>
          <p:nvPicPr>
            <p:cNvPr id="22" name="图片 21" descr="图片包含 桌子, 黑色, 男人&#10;&#10;描述已自动生成"/>
            <p:cNvPicPr>
              <a:picLocks noChangeAspect="1"/>
            </p:cNvPicPr>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75102" y="3983409"/>
              <a:ext cx="3708360" cy="774696"/>
            </a:xfrm>
            <a:prstGeom prst="rect">
              <a:avLst/>
            </a:prstGeom>
          </p:spPr>
        </p:pic>
      </p:grpSp>
      <p:pic>
        <p:nvPicPr>
          <p:cNvPr id="15" name="图片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62808" y="748898"/>
            <a:ext cx="4966746" cy="689111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0"/>
                <a:lumOff val="100000"/>
              </a:schemeClr>
            </a:gs>
            <a:gs pos="100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9" name="组合 8"/>
          <p:cNvGrpSpPr/>
          <p:nvPr/>
        </p:nvGrpSpPr>
        <p:grpSpPr>
          <a:xfrm>
            <a:off x="-50624" y="742971"/>
            <a:ext cx="12242624" cy="5715401"/>
            <a:chOff x="-50624" y="742971"/>
            <a:chExt cx="12242624" cy="5715401"/>
          </a:xfrm>
        </p:grpSpPr>
        <p:sp>
          <p:nvSpPr>
            <p:cNvPr id="16" name="文本框 15"/>
            <p:cNvSpPr txBox="1"/>
            <p:nvPr/>
          </p:nvSpPr>
          <p:spPr>
            <a:xfrm>
              <a:off x="1877168" y="742971"/>
              <a:ext cx="8968496" cy="830997"/>
            </a:xfrm>
            <a:prstGeom prst="rect">
              <a:avLst/>
            </a:prstGeom>
            <a:noFill/>
          </p:spPr>
          <p:txBody>
            <a:bodyPr wrap="square" rtlCol="0">
              <a:spAutoFit/>
            </a:bodyPr>
            <a:lstStyle/>
            <a:p>
              <a:r>
                <a:rPr lang="en-US" altLang="zh-CN" sz="4800" b="1" dirty="0">
                  <a:ln w="0"/>
                  <a:gradFill flip="none" rotWithShape="1">
                    <a:gsLst>
                      <a:gs pos="0">
                        <a:schemeClr val="accent4">
                          <a:lumMod val="0"/>
                          <a:lumOff val="100000"/>
                        </a:schemeClr>
                      </a:gs>
                      <a:gs pos="100000">
                        <a:schemeClr val="accent4">
                          <a:lumMod val="100000"/>
                        </a:schemeClr>
                      </a:gs>
                    </a:gsLst>
                    <a:path path="circle">
                      <a:fillToRect l="50000" t="-80000" r="50000" b="180000"/>
                    </a:path>
                    <a:tileRect/>
                  </a:gradFill>
                  <a:effectLst>
                    <a:outerShdw blurRad="38100" dist="19050" dir="2700000" algn="tl" rotWithShape="0">
                      <a:srgbClr val="FFC000">
                        <a:alpha val="40000"/>
                      </a:srgbClr>
                    </a:outerShdw>
                  </a:effectLst>
                  <a:ea typeface="方正清刻本悦宋简体" panose="02000000000000000000" pitchFamily="2" charset="-122"/>
                  <a:cs typeface="微软雅黑" panose="020B0503020204020204" charset="-122"/>
                  <a:sym typeface="+mn-lt"/>
                </a:rPr>
                <a:t>“</a:t>
              </a:r>
              <a:r>
                <a:rPr lang="zh-CN" altLang="en-US" sz="4800" b="1" dirty="0">
                  <a:ln w="0"/>
                  <a:gradFill flip="none" rotWithShape="1">
                    <a:gsLst>
                      <a:gs pos="0">
                        <a:schemeClr val="accent4">
                          <a:lumMod val="0"/>
                          <a:lumOff val="100000"/>
                        </a:schemeClr>
                      </a:gs>
                      <a:gs pos="100000">
                        <a:schemeClr val="accent4">
                          <a:lumMod val="100000"/>
                        </a:schemeClr>
                      </a:gs>
                    </a:gsLst>
                    <a:path path="circle">
                      <a:fillToRect l="50000" t="-80000" r="50000" b="180000"/>
                    </a:path>
                    <a:tileRect/>
                  </a:gradFill>
                  <a:effectLst>
                    <a:outerShdw blurRad="38100" dist="19050" dir="2700000" algn="tl" rotWithShape="0">
                      <a:srgbClr val="FFC000">
                        <a:alpha val="40000"/>
                      </a:srgbClr>
                    </a:outerShdw>
                  </a:effectLst>
                  <a:ea typeface="方正清刻本悦宋简体" panose="02000000000000000000" pitchFamily="2" charset="-122"/>
                  <a:cs typeface="微软雅黑" panose="020B0503020204020204" charset="-122"/>
                  <a:sym typeface="+mn-lt"/>
                </a:rPr>
                <a:t>最温暖”的大学</a:t>
              </a:r>
              <a:r>
                <a:rPr lang="en-US" altLang="zh-CN" sz="4800" b="1" dirty="0">
                  <a:ln w="0"/>
                  <a:gradFill flip="none" rotWithShape="1">
                    <a:gsLst>
                      <a:gs pos="0">
                        <a:schemeClr val="accent4">
                          <a:lumMod val="0"/>
                          <a:lumOff val="100000"/>
                        </a:schemeClr>
                      </a:gs>
                      <a:gs pos="100000">
                        <a:schemeClr val="accent4">
                          <a:lumMod val="100000"/>
                        </a:schemeClr>
                      </a:gs>
                    </a:gsLst>
                    <a:path path="circle">
                      <a:fillToRect l="50000" t="-80000" r="50000" b="180000"/>
                    </a:path>
                    <a:tileRect/>
                  </a:gradFill>
                  <a:effectLst>
                    <a:outerShdw blurRad="38100" dist="19050" dir="2700000" algn="tl" rotWithShape="0">
                      <a:srgbClr val="FFC000">
                        <a:alpha val="40000"/>
                      </a:srgbClr>
                    </a:outerShdw>
                  </a:effectLst>
                  <a:ea typeface="方正清刻本悦宋简体" panose="02000000000000000000" pitchFamily="2" charset="-122"/>
                  <a:cs typeface="微软雅黑" panose="020B0503020204020204" charset="-122"/>
                  <a:sym typeface="+mn-lt"/>
                </a:rPr>
                <a:t>——</a:t>
              </a:r>
              <a:r>
                <a:rPr lang="zh-CN" altLang="en-US" sz="4800" b="1" dirty="0">
                  <a:ln w="0"/>
                  <a:gradFill flip="none" rotWithShape="1">
                    <a:gsLst>
                      <a:gs pos="0">
                        <a:schemeClr val="accent4">
                          <a:lumMod val="0"/>
                          <a:lumOff val="100000"/>
                        </a:schemeClr>
                      </a:gs>
                      <a:gs pos="100000">
                        <a:schemeClr val="accent4">
                          <a:lumMod val="100000"/>
                        </a:schemeClr>
                      </a:gs>
                    </a:gsLst>
                    <a:path path="circle">
                      <a:fillToRect l="50000" t="-80000" r="50000" b="180000"/>
                    </a:path>
                    <a:tileRect/>
                  </a:gradFill>
                  <a:effectLst>
                    <a:outerShdw blurRad="38100" dist="19050" dir="2700000" algn="tl" rotWithShape="0">
                      <a:srgbClr val="FFC000">
                        <a:alpha val="40000"/>
                      </a:srgbClr>
                    </a:outerShdw>
                  </a:effectLst>
                  <a:ea typeface="方正清刻本悦宋简体" panose="02000000000000000000" pitchFamily="2" charset="-122"/>
                  <a:cs typeface="微软雅黑" panose="020B0503020204020204" charset="-122"/>
                  <a:sym typeface="+mn-lt"/>
                </a:rPr>
                <a:t>欢迎你</a:t>
              </a:r>
              <a:r>
                <a:rPr lang="zh-CN" altLang="en-US" sz="4800" dirty="0">
                  <a:ln w="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a:outerShdw blurRad="38100" dist="19050" dir="2700000" algn="tl" rotWithShape="0">
                      <a:schemeClr val="dk1">
                        <a:alpha val="40000"/>
                      </a:schemeClr>
                    </a:outerShdw>
                  </a:effectLst>
                  <a:ea typeface="方正清刻本悦宋简体" panose="02000000000000000000" pitchFamily="2" charset="-122"/>
                  <a:cs typeface="微软雅黑" panose="020B0503020204020204" charset="-122"/>
                  <a:sym typeface="+mn-lt"/>
                </a:rPr>
                <a:t>！</a:t>
              </a:r>
              <a:endParaRPr lang="zh-CN" altLang="en-US" sz="4800" dirty="0">
                <a:ln w="0"/>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a:outerShdw blurRad="38100" dist="19050" dir="2700000" algn="tl" rotWithShape="0">
                    <a:schemeClr val="dk1">
                      <a:alpha val="40000"/>
                    </a:schemeClr>
                  </a:outerShdw>
                </a:effectLst>
                <a:ea typeface="方正清刻本悦宋简体" panose="02000000000000000000" pitchFamily="2" charset="-122"/>
                <a:cs typeface="微软雅黑" panose="020B0503020204020204" charset="-122"/>
                <a:sym typeface="+mn-lt"/>
              </a:endParaRPr>
            </a:p>
          </p:txBody>
        </p:sp>
        <p:sp>
          <p:nvSpPr>
            <p:cNvPr id="7" name="矩形 6"/>
            <p:cNvSpPr/>
            <p:nvPr/>
          </p:nvSpPr>
          <p:spPr bwMode="auto">
            <a:xfrm>
              <a:off x="-50624" y="1819708"/>
              <a:ext cx="12242624" cy="3411082"/>
            </a:xfrm>
            <a:prstGeom prst="rect">
              <a:avLst/>
            </a:prstGeom>
            <a:solidFill>
              <a:schemeClr val="bg1">
                <a:alpha val="66000"/>
              </a:schemeClr>
            </a:solidFill>
            <a:ln w="12700" cap="flat" cmpd="sng" algn="ctr">
              <a:noFill/>
              <a:prstDash val="sysDash"/>
              <a:round/>
              <a:headEnd type="none" w="med" len="med"/>
              <a:tailEnd type="none" w="med" len="med"/>
            </a:ln>
          </p:spPr>
          <p:txBody>
            <a:bodyPr vert="horz" wrap="square" lIns="91440" tIns="45720" rIns="91440" bIns="45720" numCol="1" rtlCol="0" anchor="t" anchorCtr="0" compatLnSpc="1"/>
            <a:lstStyle/>
            <a:p>
              <a:endParaRPr lang="zh-CN" altLang="en-US">
                <a:sym typeface="+mn-lt"/>
              </a:endParaRPr>
            </a:p>
          </p:txBody>
        </p:sp>
        <p:grpSp>
          <p:nvGrpSpPr>
            <p:cNvPr id="4" name="组合 3"/>
            <p:cNvGrpSpPr/>
            <p:nvPr/>
          </p:nvGrpSpPr>
          <p:grpSpPr>
            <a:xfrm>
              <a:off x="786929" y="2008444"/>
              <a:ext cx="10673879" cy="3032338"/>
              <a:chOff x="2225137" y="2314486"/>
              <a:chExt cx="7932547" cy="2222431"/>
            </a:xfrm>
          </p:grpSpPr>
          <p:graphicFrame>
            <p:nvGraphicFramePr>
              <p:cNvPr id="2" name="图示 1"/>
              <p:cNvGraphicFramePr/>
              <p:nvPr/>
            </p:nvGraphicFramePr>
            <p:xfrm>
              <a:off x="2225137" y="2314486"/>
              <a:ext cx="3217991" cy="222243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pSp>
            <p:nvGrpSpPr>
              <p:cNvPr id="8" name="组合 7"/>
              <p:cNvGrpSpPr/>
              <p:nvPr/>
            </p:nvGrpSpPr>
            <p:grpSpPr>
              <a:xfrm>
                <a:off x="5640279" y="2562773"/>
                <a:ext cx="4517405" cy="1718502"/>
                <a:chOff x="4080918" y="4516298"/>
                <a:chExt cx="4517405" cy="1625608"/>
              </a:xfrm>
            </p:grpSpPr>
            <p:pic>
              <p:nvPicPr>
                <p:cNvPr id="17" name="图片 16" descr="南信大官方微信（微信号：nuist1960）"/>
                <p:cNvPicPr>
                  <a:picLocks noChangeAspect="1"/>
                </p:cNvPicPr>
                <p:nvPr/>
              </p:nvPicPr>
              <p:blipFill rotWithShape="1">
                <a:blip r:embed="rId6">
                  <a:duotone>
                    <a:schemeClr val="accent5">
                      <a:shade val="45000"/>
                      <a:satMod val="135000"/>
                    </a:schemeClr>
                    <a:prstClr val="white"/>
                  </a:duotone>
                </a:blip>
                <a:srcRect l="5603" t="5786" r="8156" b="7687"/>
                <a:stretch>
                  <a:fillRect/>
                </a:stretch>
              </p:blipFill>
              <p:spPr>
                <a:xfrm>
                  <a:off x="4092245" y="4516298"/>
                  <a:ext cx="1297732" cy="1252106"/>
                </a:xfrm>
                <a:prstGeom prst="rect">
                  <a:avLst/>
                </a:prstGeom>
              </p:spPr>
            </p:pic>
            <p:sp>
              <p:nvSpPr>
                <p:cNvPr id="18" name="文本框 17"/>
                <p:cNvSpPr txBox="1"/>
                <p:nvPr/>
              </p:nvSpPr>
              <p:spPr>
                <a:xfrm>
                  <a:off x="4080918" y="5833928"/>
                  <a:ext cx="1398877" cy="307978"/>
                </a:xfrm>
                <a:prstGeom prst="rect">
                  <a:avLst/>
                </a:prstGeom>
                <a:noFill/>
              </p:spPr>
              <p:txBody>
                <a:bodyPr wrap="square" rtlCol="0">
                  <a:spAutoFit/>
                </a:bodyPr>
                <a:lstStyle/>
                <a:p>
                  <a:r>
                    <a:rPr lang="zh-CN" altLang="en-US" sz="2400" b="1" dirty="0">
                      <a:solidFill>
                        <a:srgbClr val="333399"/>
                      </a:solidFill>
                      <a:ea typeface="方正清刻本悦宋简体" panose="02000000000000000000" pitchFamily="2" charset="-122"/>
                      <a:sym typeface="+mn-lt"/>
                    </a:rPr>
                    <a:t> 南信大官微</a:t>
                  </a:r>
                  <a:endParaRPr lang="zh-CN" altLang="en-US" sz="2400" b="1" dirty="0">
                    <a:solidFill>
                      <a:srgbClr val="333399"/>
                    </a:solidFill>
                    <a:ea typeface="方正清刻本悦宋简体" panose="02000000000000000000" pitchFamily="2" charset="-122"/>
                    <a:sym typeface="+mn-lt"/>
                  </a:endParaRPr>
                </a:p>
              </p:txBody>
            </p:sp>
            <p:sp>
              <p:nvSpPr>
                <p:cNvPr id="19" name="文本框 18"/>
                <p:cNvSpPr txBox="1"/>
                <p:nvPr/>
              </p:nvSpPr>
              <p:spPr>
                <a:xfrm>
                  <a:off x="7017053" y="5821521"/>
                  <a:ext cx="1581270" cy="320069"/>
                </a:xfrm>
                <a:prstGeom prst="rect">
                  <a:avLst/>
                </a:prstGeom>
                <a:noFill/>
              </p:spPr>
              <p:txBody>
                <a:bodyPr wrap="square" rtlCol="0">
                  <a:spAutoFit/>
                </a:bodyPr>
                <a:lstStyle/>
                <a:p>
                  <a:r>
                    <a:rPr lang="zh-CN" altLang="en-US" sz="2400" b="1" dirty="0">
                      <a:solidFill>
                        <a:srgbClr val="333399"/>
                      </a:solidFill>
                      <a:ea typeface="方正清刻本悦宋简体" panose="02000000000000000000" pitchFamily="2" charset="-122"/>
                      <a:sym typeface="+mn-lt"/>
                    </a:rPr>
                    <a:t>招生办小程序</a:t>
                  </a:r>
                  <a:endParaRPr lang="zh-CN" altLang="en-US" sz="2400" b="1" dirty="0">
                    <a:solidFill>
                      <a:srgbClr val="333399"/>
                    </a:solidFill>
                    <a:ea typeface="方正清刻本悦宋简体" panose="02000000000000000000" pitchFamily="2" charset="-122"/>
                    <a:sym typeface="+mn-lt"/>
                  </a:endParaRPr>
                </a:p>
              </p:txBody>
            </p:sp>
            <p:pic>
              <p:nvPicPr>
                <p:cNvPr id="22" name="图片 21"/>
                <p:cNvPicPr>
                  <a:picLocks noChangeAspect="1" noChangeArrowheads="1"/>
                </p:cNvPicPr>
                <p:nvPr/>
              </p:nvPicPr>
              <p:blipFill rotWithShape="1">
                <a:blip r:embed="rId7">
                  <a:duotone>
                    <a:schemeClr val="accent5">
                      <a:shade val="45000"/>
                      <a:satMod val="135000"/>
                    </a:schemeClr>
                    <a:prstClr val="white"/>
                  </a:duotone>
                  <a:extLst>
                    <a:ext uri="{28A0092B-C50C-407E-A947-70E740481C1C}">
                      <a14:useLocalDpi xmlns:a14="http://schemas.microsoft.com/office/drawing/2010/main" val="0"/>
                    </a:ext>
                  </a:extLst>
                </a:blip>
                <a:srcRect l="7668" t="7578" r="7646" b="6630"/>
                <a:stretch>
                  <a:fillRect/>
                </a:stretch>
              </p:blipFill>
              <p:spPr bwMode="auto">
                <a:xfrm>
                  <a:off x="5619966" y="4516298"/>
                  <a:ext cx="1296865" cy="1252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文本框 22"/>
                <p:cNvSpPr txBox="1"/>
                <p:nvPr/>
              </p:nvSpPr>
              <p:spPr>
                <a:xfrm>
                  <a:off x="5682378" y="5831710"/>
                  <a:ext cx="1241805" cy="307978"/>
                </a:xfrm>
                <a:prstGeom prst="rect">
                  <a:avLst/>
                </a:prstGeom>
                <a:noFill/>
              </p:spPr>
              <p:txBody>
                <a:bodyPr wrap="square" rtlCol="0">
                  <a:spAutoFit/>
                </a:bodyPr>
                <a:lstStyle/>
                <a:p>
                  <a:r>
                    <a:rPr lang="zh-CN" altLang="en-US" sz="2400" b="1" dirty="0">
                      <a:solidFill>
                        <a:srgbClr val="333399"/>
                      </a:solidFill>
                      <a:ea typeface="方正清刻本悦宋简体" panose="02000000000000000000" pitchFamily="2" charset="-122"/>
                      <a:sym typeface="+mn-lt"/>
                    </a:rPr>
                    <a:t>学工在线</a:t>
                  </a:r>
                  <a:endParaRPr lang="zh-CN" altLang="en-US" sz="2400" b="1" dirty="0">
                    <a:solidFill>
                      <a:srgbClr val="333399"/>
                    </a:solidFill>
                    <a:ea typeface="方正清刻本悦宋简体" panose="02000000000000000000" pitchFamily="2" charset="-122"/>
                    <a:sym typeface="+mn-lt"/>
                  </a:endParaRPr>
                </a:p>
              </p:txBody>
            </p:sp>
          </p:grpSp>
        </p:grpSp>
        <p:sp>
          <p:nvSpPr>
            <p:cNvPr id="3" name="文本框 2"/>
            <p:cNvSpPr txBox="1"/>
            <p:nvPr/>
          </p:nvSpPr>
          <p:spPr>
            <a:xfrm>
              <a:off x="3721823" y="5750486"/>
              <a:ext cx="4819076" cy="707886"/>
            </a:xfrm>
            <a:prstGeom prst="rect">
              <a:avLst/>
            </a:prstGeom>
            <a:noFill/>
          </p:spPr>
          <p:txBody>
            <a:bodyPr wrap="square" rtlCol="0">
              <a:spAutoFit/>
            </a:bodyPr>
            <a:lstStyle/>
            <a:p>
              <a:pPr algn="dist"/>
              <a:r>
                <a:rPr lang="en-US" altLang="zh-CN" sz="4000" b="1" dirty="0">
                  <a:gradFill flip="none" rotWithShape="1">
                    <a:gsLst>
                      <a:gs pos="0">
                        <a:schemeClr val="accent2">
                          <a:lumMod val="0"/>
                          <a:lumOff val="100000"/>
                        </a:schemeClr>
                      </a:gs>
                      <a:gs pos="35000">
                        <a:schemeClr val="accent2">
                          <a:lumMod val="0"/>
                          <a:lumOff val="100000"/>
                        </a:schemeClr>
                      </a:gs>
                      <a:gs pos="100000">
                        <a:srgbClr val="FFC000"/>
                      </a:gs>
                    </a:gsLst>
                    <a:path path="circle">
                      <a:fillToRect l="50000" t="-80000" r="50000" b="180000"/>
                    </a:path>
                    <a:tileRect/>
                  </a:gradFill>
                  <a:effectLst>
                    <a:outerShdw blurRad="38100" dist="38100" dir="2700000" algn="tl">
                      <a:srgbClr val="000000">
                        <a:alpha val="43137"/>
                      </a:srgbClr>
                    </a:outerShdw>
                  </a:effectLst>
                  <a:sym typeface="+mn-lt"/>
                </a:rPr>
                <a:t>THANK YOU</a:t>
              </a:r>
              <a:endParaRPr lang="zh-CN" altLang="en-US" sz="4000" b="1" dirty="0">
                <a:gradFill flip="none" rotWithShape="1">
                  <a:gsLst>
                    <a:gs pos="0">
                      <a:schemeClr val="accent2">
                        <a:lumMod val="0"/>
                        <a:lumOff val="100000"/>
                      </a:schemeClr>
                    </a:gs>
                    <a:gs pos="35000">
                      <a:schemeClr val="accent2">
                        <a:lumMod val="0"/>
                        <a:lumOff val="100000"/>
                      </a:schemeClr>
                    </a:gs>
                    <a:gs pos="100000">
                      <a:srgbClr val="FFC000"/>
                    </a:gs>
                  </a:gsLst>
                  <a:path path="circle">
                    <a:fillToRect l="50000" t="-80000" r="50000" b="180000"/>
                  </a:path>
                  <a:tileRect/>
                </a:gradFill>
                <a:effectLst>
                  <a:outerShdw blurRad="38100" dist="38100" dir="2700000" algn="tl">
                    <a:srgbClr val="000000">
                      <a:alpha val="43137"/>
                    </a:srgbClr>
                  </a:outerShdw>
                </a:effectLst>
                <a:sym typeface="+mn-lt"/>
              </a:endParaRPr>
            </a:p>
          </p:txBody>
        </p:sp>
        <p:sp>
          <p:nvSpPr>
            <p:cNvPr id="5" name="矩形 4"/>
            <p:cNvSpPr/>
            <p:nvPr/>
          </p:nvSpPr>
          <p:spPr>
            <a:xfrm>
              <a:off x="5397520" y="2347848"/>
              <a:ext cx="1746200" cy="1805583"/>
            </a:xfrm>
            <a:prstGeom prst="rect">
              <a:avLst/>
            </a:prstGeom>
            <a:noFill/>
            <a:ln>
              <a:solidFill>
                <a:srgbClr val="33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sp>
          <p:nvSpPr>
            <p:cNvPr id="15" name="矩形 14"/>
            <p:cNvSpPr/>
            <p:nvPr/>
          </p:nvSpPr>
          <p:spPr>
            <a:xfrm>
              <a:off x="7452026" y="2351954"/>
              <a:ext cx="1746200" cy="1801477"/>
            </a:xfrm>
            <a:prstGeom prst="rect">
              <a:avLst/>
            </a:prstGeom>
            <a:noFill/>
            <a:ln>
              <a:solidFill>
                <a:srgbClr val="33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pic>
          <p:nvPicPr>
            <p:cNvPr id="6" name="图片 5"/>
            <p:cNvPicPr>
              <a:picLocks noChangeAspect="1"/>
            </p:cNvPicPr>
            <p:nvPr/>
          </p:nvPicPr>
          <p:blipFill rotWithShape="1">
            <a:blip r:embed="rId8" cstate="print">
              <a:duotone>
                <a:schemeClr val="accent5">
                  <a:shade val="45000"/>
                  <a:satMod val="135000"/>
                </a:schemeClr>
                <a:prstClr val="white"/>
              </a:duotone>
              <a:extLst>
                <a:ext uri="{28A0092B-C50C-407E-A947-70E740481C1C}">
                  <a14:useLocalDpi xmlns:a14="http://schemas.microsoft.com/office/drawing/2010/main" val="0"/>
                </a:ext>
              </a:extLst>
            </a:blip>
            <a:srcRect l="5896" t="4168" r="4736" b="16389"/>
            <a:stretch>
              <a:fillRect/>
            </a:stretch>
          </p:blipFill>
          <p:spPr>
            <a:xfrm>
              <a:off x="9506531" y="2345628"/>
              <a:ext cx="1746201" cy="1805583"/>
            </a:xfrm>
            <a:prstGeom prst="rect">
              <a:avLst/>
            </a:prstGeom>
          </p:spPr>
        </p:pic>
        <p:sp>
          <p:nvSpPr>
            <p:cNvPr id="20" name="矩形 19"/>
            <p:cNvSpPr/>
            <p:nvPr/>
          </p:nvSpPr>
          <p:spPr>
            <a:xfrm>
              <a:off x="9506532" y="2351954"/>
              <a:ext cx="1746200" cy="1801477"/>
            </a:xfrm>
            <a:prstGeom prst="rect">
              <a:avLst/>
            </a:prstGeom>
            <a:noFill/>
            <a:ln>
              <a:solidFill>
                <a:srgbClr val="3333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ym typeface="+mn-lt"/>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2790.4535433070864,&quot;width&quot;:2851.7826771653545}"/>
</p:tagLst>
</file>

<file path=ppt/tags/tag2.xml><?xml version="1.0" encoding="utf-8"?>
<p:tagLst xmlns:p="http://schemas.openxmlformats.org/presentationml/2006/main">
  <p:tag name="KSO_WM_UNIT_TABLE_BEAUTIFY" val="smartTable{48549d7f-92bf-44de-971c-89d4b9d7bb63}"/>
</p:tagLst>
</file>

<file path=ppt/tags/tag3.xml><?xml version="1.0" encoding="utf-8"?>
<p:tagLst xmlns:p="http://schemas.openxmlformats.org/presentationml/2006/main">
  <p:tag name="KSO_WM_UNIT_TABLE_BEAUTIFY" val="smartTable{dd4e740c-c90f-4b85-be72-5a493e09b81a}"/>
</p:tagLst>
</file>

<file path=ppt/tags/tag4.xml><?xml version="1.0" encoding="utf-8"?>
<p:tagLst xmlns:p="http://schemas.openxmlformats.org/presentationml/2006/main">
  <p:tag name="KSO_WM_UNIT_PLACING_PICTURE_USER_VIEWPORT" val="{&quot;height&quot;:15840,&quot;width&quot;:8910}"/>
</p:tagLst>
</file>

<file path=ppt/tags/tag5.xml><?xml version="1.0" encoding="utf-8"?>
<p:tagLst xmlns:p="http://schemas.openxmlformats.org/presentationml/2006/main">
  <p:tag name="PA" val="v5.0.4"/>
</p:tagLst>
</file>

<file path=ppt/tags/tag6.xml><?xml version="1.0" encoding="utf-8"?>
<p:tagLst xmlns:p="http://schemas.openxmlformats.org/presentationml/2006/main">
  <p:tag name="PA" val="v5.0.4"/>
</p:tagLst>
</file>

<file path=ppt/tags/tag7.xml><?xml version="1.0" encoding="utf-8"?>
<p:tagLst xmlns:p="http://schemas.openxmlformats.org/presentationml/2006/main">
  <p:tag name="PA" val="v5.0.4"/>
</p:tagLst>
</file>

<file path=ppt/tags/tag8.xml><?xml version="1.0" encoding="utf-8"?>
<p:tagLst xmlns:p="http://schemas.openxmlformats.org/presentationml/2006/main">
  <p:tag name="PA" val="v5.0.4"/>
</p:tagLst>
</file>

<file path=ppt/tags/tag9.xml><?xml version="1.0" encoding="utf-8"?>
<p:tagLst xmlns:p="http://schemas.openxmlformats.org/presentationml/2006/main">
  <p:tag name="PA" val="v5.0.4"/>
</p:tagLst>
</file>

<file path=ppt/tags/tag10.xml><?xml version="1.0" encoding="utf-8"?>
<p:tagLst xmlns:p="http://schemas.openxmlformats.org/presentationml/2006/main">
  <p:tag name="PA" val="v5.0.4"/>
</p:tagLst>
</file>

<file path=ppt/tags/tag11.xml><?xml version="1.0" encoding="utf-8"?>
<p:tagLst xmlns:p="http://schemas.openxmlformats.org/presentationml/2006/main">
  <p:tag name="PA" val="v5.0.4"/>
</p:tagLst>
</file>

<file path=ppt/tags/tag12.xml><?xml version="1.0" encoding="utf-8"?>
<p:tagLst xmlns:p="http://schemas.openxmlformats.org/presentationml/2006/main">
  <p:tag name="PA" val="v5.0.4"/>
</p:tagLst>
</file>

<file path=ppt/tags/tag13.xml><?xml version="1.0" encoding="utf-8"?>
<p:tagLst xmlns:p="http://schemas.openxmlformats.org/presentationml/2006/main">
  <p:tag name="PA" val="v5.0.4"/>
</p:tagLst>
</file>

<file path=ppt/tags/tag14.xml><?xml version="1.0" encoding="utf-8"?>
<p:tagLst xmlns:p="http://schemas.openxmlformats.org/presentationml/2006/main">
  <p:tag name="PA" val="v5.0.4"/>
</p:tagLst>
</file>

<file path=ppt/tags/tag15.xml><?xml version="1.0" encoding="utf-8"?>
<p:tagLst xmlns:p="http://schemas.openxmlformats.org/presentationml/2006/main">
  <p:tag name="PA" val="v5.0.4"/>
</p:tagLst>
</file>

<file path=ppt/tags/tag16.xml><?xml version="1.0" encoding="utf-8"?>
<p:tagLst xmlns:p="http://schemas.openxmlformats.org/presentationml/2006/main">
  <p:tag name="PA" val="v5.0.4"/>
</p:tagLst>
</file>

<file path=ppt/tags/tag17.xml><?xml version="1.0" encoding="utf-8"?>
<p:tagLst xmlns:p="http://schemas.openxmlformats.org/presentationml/2006/main">
  <p:tag name="PA" val="v5.0.4"/>
</p:tagLst>
</file>

<file path=ppt/tags/tag18.xml><?xml version="1.0" encoding="utf-8"?>
<p:tagLst xmlns:p="http://schemas.openxmlformats.org/presentationml/2006/main">
  <p:tag name="PA" val="v5.0.4"/>
</p:tagLst>
</file>

<file path=ppt/tags/tag19.xml><?xml version="1.0" encoding="utf-8"?>
<p:tagLst xmlns:p="http://schemas.openxmlformats.org/presentationml/2006/main">
  <p:tag name="PA" val="v5.0.4"/>
</p:tagLst>
</file>

<file path=ppt/tags/tag20.xml><?xml version="1.0" encoding="utf-8"?>
<p:tagLst xmlns:p="http://schemas.openxmlformats.org/presentationml/2006/main">
  <p:tag name="PA" val="v5.0.4"/>
</p:tagLst>
</file>

<file path=ppt/tags/tag21.xml><?xml version="1.0" encoding="utf-8"?>
<p:tagLst xmlns:p="http://schemas.openxmlformats.org/presentationml/2006/main">
  <p:tag name="PA" val="v5.0.4"/>
</p:tagLst>
</file>

<file path=ppt/tags/tag22.xml><?xml version="1.0" encoding="utf-8"?>
<p:tagLst xmlns:p="http://schemas.openxmlformats.org/presentationml/2006/main">
  <p:tag name="PA" val="v5.0.4"/>
</p:tagLst>
</file>

<file path=ppt/tags/tag23.xml><?xml version="1.0" encoding="utf-8"?>
<p:tagLst xmlns:p="http://schemas.openxmlformats.org/presentationml/2006/main">
  <p:tag name="PA" val="v5.0.4"/>
</p:tagLst>
</file>

<file path=ppt/tags/tag24.xml><?xml version="1.0" encoding="utf-8"?>
<p:tagLst xmlns:p="http://schemas.openxmlformats.org/presentationml/2006/main">
  <p:tag name="PA" val="v5.0.4"/>
</p:tagLst>
</file>

<file path=ppt/tags/tag25.xml><?xml version="1.0" encoding="utf-8"?>
<p:tagLst xmlns:p="http://schemas.openxmlformats.org/presentationml/2006/main">
  <p:tag name="PA" val="v5.0.4"/>
</p:tagLst>
</file>

<file path=ppt/tags/tag26.xml><?xml version="1.0" encoding="utf-8"?>
<p:tagLst xmlns:p="http://schemas.openxmlformats.org/presentationml/2006/main">
  <p:tag name="PA" val="v5.0.4"/>
</p:tagLst>
</file>

<file path=ppt/tags/tag27.xml><?xml version="1.0" encoding="utf-8"?>
<p:tagLst xmlns:p="http://schemas.openxmlformats.org/presentationml/2006/main">
  <p:tag name="PA" val="v5.0.4"/>
</p:tagLst>
</file>

<file path=ppt/tags/tag28.xml><?xml version="1.0" encoding="utf-8"?>
<p:tagLst xmlns:p="http://schemas.openxmlformats.org/presentationml/2006/main">
  <p:tag name="PA" val="v5.0.4"/>
</p:tagLst>
</file>

<file path=ppt/tags/tag29.xml><?xml version="1.0" encoding="utf-8"?>
<p:tagLst xmlns:p="http://schemas.openxmlformats.org/presentationml/2006/main">
  <p:tag name="PA" val="v5.0.4"/>
</p:tagLst>
</file>

<file path=ppt/tags/tag30.xml><?xml version="1.0" encoding="utf-8"?>
<p:tagLst xmlns:p="http://schemas.openxmlformats.org/presentationml/2006/main">
  <p:tag name="PA" val="v5.0.4"/>
</p:tagLst>
</file>

<file path=ppt/tags/tag31.xml><?xml version="1.0" encoding="utf-8"?>
<p:tagLst xmlns:p="http://schemas.openxmlformats.org/presentationml/2006/main">
  <p:tag name="PA" val="v5.0.4"/>
</p:tagLst>
</file>

<file path=ppt/tags/tag32.xml><?xml version="1.0" encoding="utf-8"?>
<p:tagLst xmlns:p="http://schemas.openxmlformats.org/presentationml/2006/main">
  <p:tag name="PA" val="v5.0.4"/>
</p:tagLst>
</file>

<file path=ppt/tags/tag33.xml><?xml version="1.0" encoding="utf-8"?>
<p:tagLst xmlns:p="http://schemas.openxmlformats.org/presentationml/2006/main">
  <p:tag name="PA" val="v5.0.4"/>
</p:tagLst>
</file>

<file path=ppt/tags/tag34.xml><?xml version="1.0" encoding="utf-8"?>
<p:tagLst xmlns:p="http://schemas.openxmlformats.org/presentationml/2006/main">
  <p:tag name="PA" val="v5.0.4"/>
</p:tagLst>
</file>

<file path=ppt/tags/tag35.xml><?xml version="1.0" encoding="utf-8"?>
<p:tagLst xmlns:p="http://schemas.openxmlformats.org/presentationml/2006/main">
  <p:tag name="PA" val="v4.1.6"/>
</p:tagLst>
</file>

<file path=ppt/tags/tag36.xml><?xml version="1.0" encoding="utf-8"?>
<p:tagLst xmlns:p="http://schemas.openxmlformats.org/presentationml/2006/main">
  <p:tag name="PA" val="v4.1.6"/>
</p:tagLst>
</file>

<file path=ppt/tags/tag37.xml><?xml version="1.0" encoding="utf-8"?>
<p:tagLst xmlns:p="http://schemas.openxmlformats.org/presentationml/2006/main">
  <p:tag name="PA" val="v4.1.6"/>
</p:tagLst>
</file>

<file path=ppt/tags/tag38.xml><?xml version="1.0" encoding="utf-8"?>
<p:tagLst xmlns:p="http://schemas.openxmlformats.org/presentationml/2006/main">
  <p:tag name="ISLIDE.GUIDESSETTING" val="{&quot;Id&quot;:null,&quot;Name&quot;:&quot;无&quot;,&quot;HeaderHeight&quot;:0.0,&quot;FooterHeight&quot;:0.0,&quot;SideMargin&quot;:0.0,&quot;TopMargin&quot;:0.0,&quot;BottomMargin&quot;:0.0,&quot;IntervalMargin&quot;:0.0,&quot;SettingType&quot;:&quot;System&quot;}"/>
</p:tagLst>
</file>

<file path=ppt/theme/theme1.xml><?xml version="1.0" encoding="utf-8"?>
<a:theme xmlns:a="http://schemas.openxmlformats.org/drawingml/2006/main" name="标题与副标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l2ajhfcb">
      <a:majorFont>
        <a:latin typeface="Arial"/>
        <a:ea typeface=""/>
        <a:cs typeface=""/>
      </a:majorFont>
      <a:minorFont>
        <a:latin typeface="Arial"/>
        <a:ea typeface=""/>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3026</Words>
  <Application>WPS 演示</Application>
  <PresentationFormat>宽屏</PresentationFormat>
  <Paragraphs>598</Paragraphs>
  <Slides>36</Slides>
  <Notes>36</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36</vt:i4>
      </vt:variant>
    </vt:vector>
  </HeadingPairs>
  <TitlesOfParts>
    <vt:vector size="57" baseType="lpstr">
      <vt:lpstr>Arial</vt:lpstr>
      <vt:lpstr>宋体</vt:lpstr>
      <vt:lpstr>Wingdings</vt:lpstr>
      <vt:lpstr>黑体</vt:lpstr>
      <vt:lpstr>微软雅黑</vt:lpstr>
      <vt:lpstr>方正清刻本悦宋简体</vt:lpstr>
      <vt:lpstr>Century Gothic</vt:lpstr>
      <vt:lpstr>等线</vt:lpstr>
      <vt:lpstr>华文楷体</vt:lpstr>
      <vt:lpstr>楷体</vt:lpstr>
      <vt:lpstr>方正大标宋简体</vt:lpstr>
      <vt:lpstr>方正风雅宋简体</vt:lpstr>
      <vt:lpstr>Arial Unicode MS</vt:lpstr>
      <vt:lpstr>Perpetua Titling MT</vt:lpstr>
      <vt:lpstr>Times New Roman</vt:lpstr>
      <vt:lpstr>方正特雅宋_GBK</vt:lpstr>
      <vt:lpstr>Calibri</vt:lpstr>
      <vt:lpstr>Gill Sans</vt:lpstr>
      <vt:lpstr>华文细黑</vt:lpstr>
      <vt:lpstr>Segoe Print</vt:lpstr>
      <vt:lpstr>标题与副标题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Tencent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北京大学</dc:title>
  <dc:creator>edwardan(安韶坤)</dc:creator>
  <cp:lastModifiedBy>郝咏梅</cp:lastModifiedBy>
  <cp:revision>810</cp:revision>
  <cp:lastPrinted>2019-12-02T06:34:00Z</cp:lastPrinted>
  <dcterms:created xsi:type="dcterms:W3CDTF">2015-03-16T18:58:00Z</dcterms:created>
  <dcterms:modified xsi:type="dcterms:W3CDTF">2021-01-04T06:39:07Z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2052-11.1.0.10228</vt:lpwstr>
  </property>
</Properties>
</file>