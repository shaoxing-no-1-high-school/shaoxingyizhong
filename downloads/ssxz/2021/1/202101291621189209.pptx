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  <p:sldMasterId id="2147483660" r:id="rId3"/>
    <p:sldMasterId id="2147483666" r:id="rId4"/>
  </p:sldMasterIdLst>
  <p:notesMasterIdLst>
    <p:notesMasterId r:id="rId58"/>
  </p:notesMasterIdLst>
  <p:sldIdLst>
    <p:sldId id="256" r:id="rId5"/>
    <p:sldId id="259" r:id="rId6"/>
    <p:sldId id="331" r:id="rId7"/>
    <p:sldId id="333" r:id="rId8"/>
    <p:sldId id="265" r:id="rId9"/>
    <p:sldId id="266" r:id="rId10"/>
    <p:sldId id="267" r:id="rId11"/>
    <p:sldId id="269" r:id="rId12"/>
    <p:sldId id="272" r:id="rId13"/>
    <p:sldId id="273" r:id="rId14"/>
    <p:sldId id="274" r:id="rId15"/>
    <p:sldId id="275" r:id="rId16"/>
    <p:sldId id="276" r:id="rId17"/>
    <p:sldId id="278" r:id="rId18"/>
    <p:sldId id="281" r:id="rId19"/>
    <p:sldId id="283" r:id="rId20"/>
    <p:sldId id="284" r:id="rId21"/>
    <p:sldId id="285" r:id="rId22"/>
    <p:sldId id="288" r:id="rId23"/>
    <p:sldId id="332" r:id="rId24"/>
    <p:sldId id="291" r:id="rId25"/>
    <p:sldId id="292" r:id="rId26"/>
    <p:sldId id="293" r:id="rId27"/>
    <p:sldId id="295" r:id="rId28"/>
    <p:sldId id="296" r:id="rId29"/>
    <p:sldId id="297" r:id="rId30"/>
    <p:sldId id="299" r:id="rId31"/>
    <p:sldId id="300" r:id="rId32"/>
    <p:sldId id="302" r:id="rId33"/>
    <p:sldId id="303" r:id="rId34"/>
    <p:sldId id="305" r:id="rId35"/>
    <p:sldId id="306" r:id="rId36"/>
    <p:sldId id="307" r:id="rId37"/>
    <p:sldId id="308" r:id="rId38"/>
    <p:sldId id="310" r:id="rId39"/>
    <p:sldId id="311" r:id="rId40"/>
    <p:sldId id="313" r:id="rId41"/>
    <p:sldId id="312" r:id="rId42"/>
    <p:sldId id="315" r:id="rId43"/>
    <p:sldId id="318" r:id="rId44"/>
    <p:sldId id="320" r:id="rId45"/>
    <p:sldId id="324" r:id="rId46"/>
    <p:sldId id="325" r:id="rId47"/>
    <p:sldId id="339" r:id="rId48"/>
    <p:sldId id="334" r:id="rId49"/>
    <p:sldId id="335" r:id="rId50"/>
    <p:sldId id="336" r:id="rId51"/>
    <p:sldId id="337" r:id="rId52"/>
    <p:sldId id="279" r:id="rId53"/>
    <p:sldId id="270" r:id="rId54"/>
    <p:sldId id="327" r:id="rId55"/>
    <p:sldId id="328" r:id="rId56"/>
    <p:sldId id="329" r:id="rId57"/>
  </p:sldIdLst>
  <p:sldSz cx="12192000" cy="6858000"/>
  <p:notesSz cx="12192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725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61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4F74C0-424D-4D86-BFEB-B0374BFEA364}" type="datetimeFigureOut">
              <a:rPr lang="zh-CN" altLang="en-US" smtClean="0"/>
              <a:t>2021/1/18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0D967A-B2FF-4FF1-A88A-91E9F1C590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877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3043237" y="2754007"/>
            <a:ext cx="6105525" cy="0"/>
          </a:xfrm>
          <a:custGeom>
            <a:avLst/>
            <a:gdLst/>
            <a:ahLst/>
            <a:cxnLst/>
            <a:rect l="l" t="t" r="r" b="b"/>
            <a:pathLst>
              <a:path w="6105525">
                <a:moveTo>
                  <a:pt x="0" y="0"/>
                </a:moveTo>
                <a:lnTo>
                  <a:pt x="6105525" y="0"/>
                </a:lnTo>
              </a:path>
            </a:pathLst>
          </a:custGeom>
          <a:ln w="19050">
            <a:solidFill>
              <a:srgbClr val="00409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489200" y="3096895"/>
            <a:ext cx="7213600" cy="6343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1/18/2021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0045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306476" y="382676"/>
            <a:ext cx="11688965" cy="61477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004578"/>
                </a:solidFill>
                <a:latin typeface="Kozuka Mincho Pr6N B" panose="02020800000000000000" charset="-128"/>
                <a:cs typeface="Kozuka Mincho Pr6N B" panose="02020800000000000000" charset="-128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1/18/2021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004578"/>
                </a:solidFill>
                <a:latin typeface="Kozuka Mincho Pr6N B" panose="02020800000000000000" charset="-128"/>
                <a:cs typeface="Kozuka Mincho Pr6N B" panose="02020800000000000000" charset="-128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1/18/2021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0045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3386874" y="2849257"/>
            <a:ext cx="5418455" cy="0"/>
          </a:xfrm>
          <a:custGeom>
            <a:avLst/>
            <a:gdLst/>
            <a:ahLst/>
            <a:cxnLst/>
            <a:rect l="l" t="t" r="r" b="b"/>
            <a:pathLst>
              <a:path w="5418455">
                <a:moveTo>
                  <a:pt x="0" y="0"/>
                </a:moveTo>
                <a:lnTo>
                  <a:pt x="5418239" y="0"/>
                </a:lnTo>
              </a:path>
            </a:pathLst>
          </a:custGeom>
          <a:ln w="19050">
            <a:solidFill>
              <a:srgbClr val="00409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3386874" y="4266628"/>
            <a:ext cx="5418455" cy="0"/>
          </a:xfrm>
          <a:custGeom>
            <a:avLst/>
            <a:gdLst/>
            <a:ahLst/>
            <a:cxnLst/>
            <a:rect l="l" t="t" r="r" b="b"/>
            <a:pathLst>
              <a:path w="5418455">
                <a:moveTo>
                  <a:pt x="0" y="0"/>
                </a:moveTo>
                <a:lnTo>
                  <a:pt x="5418239" y="0"/>
                </a:lnTo>
              </a:path>
            </a:pathLst>
          </a:custGeom>
          <a:ln w="19050">
            <a:solidFill>
              <a:srgbClr val="00409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004578"/>
                </a:solidFill>
                <a:latin typeface="Kozuka Mincho Pr6N B" panose="02020800000000000000" charset="-128"/>
                <a:cs typeface="Kozuka Mincho Pr6N B" panose="02020800000000000000" charset="-128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1/18/2021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1/18/2021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043237" y="2754007"/>
            <a:ext cx="6105525" cy="0"/>
          </a:xfrm>
          <a:custGeom>
            <a:avLst/>
            <a:gdLst/>
            <a:ahLst/>
            <a:cxnLst/>
            <a:rect l="l" t="t" r="r" b="b"/>
            <a:pathLst>
              <a:path w="6105525">
                <a:moveTo>
                  <a:pt x="0" y="0"/>
                </a:moveTo>
                <a:lnTo>
                  <a:pt x="6105525" y="0"/>
                </a:lnTo>
              </a:path>
            </a:pathLst>
          </a:custGeom>
          <a:ln w="19050">
            <a:solidFill>
              <a:srgbClr val="004097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489200" y="3096895"/>
            <a:ext cx="7213600" cy="6343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1/18/2021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9074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004578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06476" y="382676"/>
            <a:ext cx="11688965" cy="61477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004578"/>
                </a:solidFill>
                <a:latin typeface="Kozuka Mincho Pr6N B" panose="02020800000000000000" charset="-128"/>
                <a:cs typeface="Kozuka Mincho Pr6N B" panose="02020800000000000000" charset="-128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1/18/2021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0747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004578"/>
                </a:solidFill>
                <a:latin typeface="Kozuka Mincho Pr6N B" panose="02020800000000000000" charset="-128"/>
                <a:cs typeface="Kozuka Mincho Pr6N B" panose="02020800000000000000" charset="-128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1/18/2021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126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004578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86874" y="2849257"/>
            <a:ext cx="5418455" cy="0"/>
          </a:xfrm>
          <a:custGeom>
            <a:avLst/>
            <a:gdLst/>
            <a:ahLst/>
            <a:cxnLst/>
            <a:rect l="l" t="t" r="r" b="b"/>
            <a:pathLst>
              <a:path w="5418455">
                <a:moveTo>
                  <a:pt x="0" y="0"/>
                </a:moveTo>
                <a:lnTo>
                  <a:pt x="5418239" y="0"/>
                </a:lnTo>
              </a:path>
            </a:pathLst>
          </a:custGeom>
          <a:ln w="19050">
            <a:solidFill>
              <a:srgbClr val="004097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3386874" y="4266628"/>
            <a:ext cx="5418455" cy="0"/>
          </a:xfrm>
          <a:custGeom>
            <a:avLst/>
            <a:gdLst/>
            <a:ahLst/>
            <a:cxnLst/>
            <a:rect l="l" t="t" r="r" b="b"/>
            <a:pathLst>
              <a:path w="5418455">
                <a:moveTo>
                  <a:pt x="0" y="0"/>
                </a:moveTo>
                <a:lnTo>
                  <a:pt x="5418239" y="0"/>
                </a:lnTo>
              </a:path>
            </a:pathLst>
          </a:custGeom>
          <a:ln w="19050">
            <a:solidFill>
              <a:srgbClr val="004097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004578"/>
                </a:solidFill>
                <a:latin typeface="Kozuka Mincho Pr6N B" panose="02020800000000000000" charset="-128"/>
                <a:cs typeface="Kozuka Mincho Pr6N B" panose="02020800000000000000" charset="-128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1/18/2021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0922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1/18/2021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7845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043237" y="2754007"/>
            <a:ext cx="6105525" cy="0"/>
          </a:xfrm>
          <a:custGeom>
            <a:avLst/>
            <a:gdLst/>
            <a:ahLst/>
            <a:cxnLst/>
            <a:rect l="l" t="t" r="r" b="b"/>
            <a:pathLst>
              <a:path w="6105525">
                <a:moveTo>
                  <a:pt x="0" y="0"/>
                </a:moveTo>
                <a:lnTo>
                  <a:pt x="6105525" y="0"/>
                </a:lnTo>
              </a:path>
            </a:pathLst>
          </a:custGeom>
          <a:ln w="19050">
            <a:solidFill>
              <a:srgbClr val="004097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489200" y="3096895"/>
            <a:ext cx="7213600" cy="6343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1/18/2021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15912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004578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06476" y="382676"/>
            <a:ext cx="11688965" cy="61477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004578"/>
                </a:solidFill>
                <a:latin typeface="Kozuka Mincho Pr6N B" panose="02020800000000000000" charset="-128"/>
                <a:cs typeface="Kozuka Mincho Pr6N B" panose="02020800000000000000" charset="-128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1/18/2021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0441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004578"/>
                </a:solidFill>
                <a:latin typeface="Kozuka Mincho Pr6N B" panose="02020800000000000000" charset="-128"/>
                <a:cs typeface="Kozuka Mincho Pr6N B" panose="02020800000000000000" charset="-128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1/18/2021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48935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004578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86874" y="2849257"/>
            <a:ext cx="5418455" cy="0"/>
          </a:xfrm>
          <a:custGeom>
            <a:avLst/>
            <a:gdLst/>
            <a:ahLst/>
            <a:cxnLst/>
            <a:rect l="l" t="t" r="r" b="b"/>
            <a:pathLst>
              <a:path w="5418455">
                <a:moveTo>
                  <a:pt x="0" y="0"/>
                </a:moveTo>
                <a:lnTo>
                  <a:pt x="5418239" y="0"/>
                </a:lnTo>
              </a:path>
            </a:pathLst>
          </a:custGeom>
          <a:ln w="19050">
            <a:solidFill>
              <a:srgbClr val="004097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3386874" y="4266628"/>
            <a:ext cx="5418455" cy="0"/>
          </a:xfrm>
          <a:custGeom>
            <a:avLst/>
            <a:gdLst/>
            <a:ahLst/>
            <a:cxnLst/>
            <a:rect l="l" t="t" r="r" b="b"/>
            <a:pathLst>
              <a:path w="5418455">
                <a:moveTo>
                  <a:pt x="0" y="0"/>
                </a:moveTo>
                <a:lnTo>
                  <a:pt x="5418239" y="0"/>
                </a:lnTo>
              </a:path>
            </a:pathLst>
          </a:custGeom>
          <a:ln w="19050">
            <a:solidFill>
              <a:srgbClr val="004097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004578"/>
                </a:solidFill>
                <a:latin typeface="Kozuka Mincho Pr6N B" panose="02020800000000000000" charset="-128"/>
                <a:cs typeface="Kozuka Mincho Pr6N B" panose="02020800000000000000" charset="-128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1/18/2021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3302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1/18/2021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58845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043237" y="2754007"/>
            <a:ext cx="6105525" cy="0"/>
          </a:xfrm>
          <a:custGeom>
            <a:avLst/>
            <a:gdLst/>
            <a:ahLst/>
            <a:cxnLst/>
            <a:rect l="l" t="t" r="r" b="b"/>
            <a:pathLst>
              <a:path w="6105525">
                <a:moveTo>
                  <a:pt x="0" y="0"/>
                </a:moveTo>
                <a:lnTo>
                  <a:pt x="6105525" y="0"/>
                </a:lnTo>
              </a:path>
            </a:pathLst>
          </a:custGeom>
          <a:ln w="19050">
            <a:solidFill>
              <a:srgbClr val="004097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489200" y="3096895"/>
            <a:ext cx="7213600" cy="6343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1/18/2021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56732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004578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06476" y="382676"/>
            <a:ext cx="11688965" cy="61477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004578"/>
                </a:solidFill>
                <a:latin typeface="Kozuka Mincho Pr6N B" panose="02020800000000000000" charset="-128"/>
                <a:cs typeface="Kozuka Mincho Pr6N B" panose="02020800000000000000" charset="-128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1/18/2021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66433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004578"/>
                </a:solidFill>
                <a:latin typeface="Kozuka Mincho Pr6N B" panose="02020800000000000000" charset="-128"/>
                <a:cs typeface="Kozuka Mincho Pr6N B" panose="02020800000000000000" charset="-128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1/18/2021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48504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004578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86874" y="2849257"/>
            <a:ext cx="5418455" cy="0"/>
          </a:xfrm>
          <a:custGeom>
            <a:avLst/>
            <a:gdLst/>
            <a:ahLst/>
            <a:cxnLst/>
            <a:rect l="l" t="t" r="r" b="b"/>
            <a:pathLst>
              <a:path w="5418455">
                <a:moveTo>
                  <a:pt x="0" y="0"/>
                </a:moveTo>
                <a:lnTo>
                  <a:pt x="5418239" y="0"/>
                </a:lnTo>
              </a:path>
            </a:pathLst>
          </a:custGeom>
          <a:ln w="19050">
            <a:solidFill>
              <a:srgbClr val="004097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3386874" y="4266628"/>
            <a:ext cx="5418455" cy="0"/>
          </a:xfrm>
          <a:custGeom>
            <a:avLst/>
            <a:gdLst/>
            <a:ahLst/>
            <a:cxnLst/>
            <a:rect l="l" t="t" r="r" b="b"/>
            <a:pathLst>
              <a:path w="5418455">
                <a:moveTo>
                  <a:pt x="0" y="0"/>
                </a:moveTo>
                <a:lnTo>
                  <a:pt x="5418239" y="0"/>
                </a:lnTo>
              </a:path>
            </a:pathLst>
          </a:custGeom>
          <a:ln w="19050">
            <a:solidFill>
              <a:srgbClr val="004097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004578"/>
                </a:solidFill>
                <a:latin typeface="Kozuka Mincho Pr6N B" panose="02020800000000000000" charset="-128"/>
                <a:cs typeface="Kozuka Mincho Pr6N B" panose="02020800000000000000" charset="-128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1/18/2021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15492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1/18/2021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86700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760230-1A61-46D5-B80C-C02368470E88}" type="datetimeFigureOut">
              <a:rPr lang="zh-CN" altLang="en-US"/>
              <a:pPr>
                <a:defRPr/>
              </a:pPr>
              <a:t>2021/1/18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BA5A74-EC19-4E47-A658-5A4B31DFE8F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3096228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60649" y="2616212"/>
            <a:ext cx="6361430" cy="3600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004578"/>
                </a:solidFill>
                <a:latin typeface="Kozuka Mincho Pr6N B" panose="02020800000000000000" charset="-128"/>
                <a:cs typeface="Kozuka Mincho Pr6N B" panose="02020800000000000000" charset="-128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371252" y="2692966"/>
            <a:ext cx="5449494" cy="2129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1/18/2021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60649" y="2616212"/>
            <a:ext cx="6361430" cy="3600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004578"/>
                </a:solidFill>
                <a:latin typeface="Kozuka Mincho Pr6N B" panose="02020800000000000000" charset="-128"/>
                <a:cs typeface="Kozuka Mincho Pr6N B" panose="02020800000000000000" charset="-128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371252" y="2692966"/>
            <a:ext cx="5449494" cy="2129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1/18/2021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993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60649" y="2616212"/>
            <a:ext cx="6361430" cy="3600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004578"/>
                </a:solidFill>
                <a:latin typeface="Kozuka Mincho Pr6N B" panose="02020800000000000000" charset="-128"/>
                <a:cs typeface="Kozuka Mincho Pr6N B" panose="02020800000000000000" charset="-128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371252" y="2692966"/>
            <a:ext cx="5449494" cy="2129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1/18/2021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8668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60649" y="2616212"/>
            <a:ext cx="6361430" cy="3600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004578"/>
                </a:solidFill>
                <a:latin typeface="Kozuka Mincho Pr6N B" panose="02020800000000000000" charset="-128"/>
                <a:cs typeface="Kozuka Mincho Pr6N B" panose="02020800000000000000" charset="-128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371252" y="2692966"/>
            <a:ext cx="5449494" cy="2129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1/18/2021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0913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3.png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2.jpeg"/><Relationship Id="rId11" Type="http://schemas.openxmlformats.org/officeDocument/2006/relationships/image" Target="../media/image13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17.png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3.png"/><Relationship Id="rId4" Type="http://schemas.openxmlformats.org/officeDocument/2006/relationships/image" Target="../media/image2.jpe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3.png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25.png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3.png"/><Relationship Id="rId4" Type="http://schemas.openxmlformats.org/officeDocument/2006/relationships/image" Target="../media/image22.png"/><Relationship Id="rId9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29.png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3.png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35.png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38.jpeg"/><Relationship Id="rId2" Type="http://schemas.openxmlformats.org/officeDocument/2006/relationships/audio" Target="../media/media14.m4a"/><Relationship Id="rId1" Type="http://schemas.microsoft.com/office/2007/relationships/media" Target="../media/media14.m4a"/><Relationship Id="rId6" Type="http://schemas.openxmlformats.org/officeDocument/2006/relationships/image" Target="../media/image37.jpeg"/><Relationship Id="rId5" Type="http://schemas.openxmlformats.org/officeDocument/2006/relationships/image" Target="../media/image36.png"/><Relationship Id="rId4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41.png"/><Relationship Id="rId2" Type="http://schemas.openxmlformats.org/officeDocument/2006/relationships/audio" Target="../media/media15.m4a"/><Relationship Id="rId1" Type="http://schemas.microsoft.com/office/2007/relationships/media" Target="../media/media15.m4a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3.png"/><Relationship Id="rId2" Type="http://schemas.openxmlformats.org/officeDocument/2006/relationships/audio" Target="../media/media16.m4a"/><Relationship Id="rId1" Type="http://schemas.microsoft.com/office/2007/relationships/media" Target="../media/media16.m4a"/><Relationship Id="rId6" Type="http://schemas.openxmlformats.org/officeDocument/2006/relationships/image" Target="../media/image43.png"/><Relationship Id="rId5" Type="http://schemas.openxmlformats.org/officeDocument/2006/relationships/image" Target="../media/image2.jpeg"/><Relationship Id="rId4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46.jpeg"/><Relationship Id="rId2" Type="http://schemas.openxmlformats.org/officeDocument/2006/relationships/audio" Target="../media/media17.m4a"/><Relationship Id="rId1" Type="http://schemas.microsoft.com/office/2007/relationships/media" Target="../media/media17.m4a"/><Relationship Id="rId6" Type="http://schemas.openxmlformats.org/officeDocument/2006/relationships/image" Target="../media/image45.jpeg"/><Relationship Id="rId5" Type="http://schemas.openxmlformats.org/officeDocument/2006/relationships/image" Target="../media/image44.jpeg"/><Relationship Id="rId4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18.m4a"/><Relationship Id="rId1" Type="http://schemas.microsoft.com/office/2007/relationships/media" Target="../media/media18.m4a"/><Relationship Id="rId6" Type="http://schemas.openxmlformats.org/officeDocument/2006/relationships/image" Target="../media/image3.png"/><Relationship Id="rId5" Type="http://schemas.openxmlformats.org/officeDocument/2006/relationships/image" Target="../media/image47.jpeg"/><Relationship Id="rId4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jpeg"/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50.jpeg"/><Relationship Id="rId2" Type="http://schemas.openxmlformats.org/officeDocument/2006/relationships/audio" Target="../media/media19.m4a"/><Relationship Id="rId1" Type="http://schemas.microsoft.com/office/2007/relationships/media" Target="../media/media19.m4a"/><Relationship Id="rId6" Type="http://schemas.openxmlformats.org/officeDocument/2006/relationships/image" Target="../media/image49.jpeg"/><Relationship Id="rId5" Type="http://schemas.openxmlformats.org/officeDocument/2006/relationships/image" Target="../media/image48.jpeg"/><Relationship Id="rId4" Type="http://schemas.openxmlformats.org/officeDocument/2006/relationships/image" Target="../media/image2.jpeg"/><Relationship Id="rId9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audio" Target="../media/media20.m4a"/><Relationship Id="rId1" Type="http://schemas.microsoft.com/office/2007/relationships/media" Target="../media/media20.m4a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18" Type="http://schemas.openxmlformats.org/officeDocument/2006/relationships/image" Target="../media/image65.png"/><Relationship Id="rId26" Type="http://schemas.openxmlformats.org/officeDocument/2006/relationships/image" Target="../media/image73.png"/><Relationship Id="rId3" Type="http://schemas.openxmlformats.org/officeDocument/2006/relationships/slideLayout" Target="../slideLayouts/slideLayout5.xml"/><Relationship Id="rId21" Type="http://schemas.openxmlformats.org/officeDocument/2006/relationships/image" Target="../media/image68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17" Type="http://schemas.openxmlformats.org/officeDocument/2006/relationships/image" Target="../media/image64.png"/><Relationship Id="rId25" Type="http://schemas.openxmlformats.org/officeDocument/2006/relationships/image" Target="../media/image72.png"/><Relationship Id="rId2" Type="http://schemas.openxmlformats.org/officeDocument/2006/relationships/audio" Target="../media/media21.m4a"/><Relationship Id="rId16" Type="http://schemas.openxmlformats.org/officeDocument/2006/relationships/image" Target="../media/image63.png"/><Relationship Id="rId20" Type="http://schemas.openxmlformats.org/officeDocument/2006/relationships/image" Target="../media/image67.png"/><Relationship Id="rId1" Type="http://schemas.microsoft.com/office/2007/relationships/media" Target="../media/media21.m4a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24" Type="http://schemas.openxmlformats.org/officeDocument/2006/relationships/image" Target="../media/image71.png"/><Relationship Id="rId5" Type="http://schemas.openxmlformats.org/officeDocument/2006/relationships/image" Target="../media/image52.png"/><Relationship Id="rId15" Type="http://schemas.openxmlformats.org/officeDocument/2006/relationships/image" Target="../media/image62.png"/><Relationship Id="rId23" Type="http://schemas.openxmlformats.org/officeDocument/2006/relationships/image" Target="../media/image70.png"/><Relationship Id="rId28" Type="http://schemas.openxmlformats.org/officeDocument/2006/relationships/image" Target="../media/image3.png"/><Relationship Id="rId10" Type="http://schemas.openxmlformats.org/officeDocument/2006/relationships/image" Target="../media/image57.png"/><Relationship Id="rId19" Type="http://schemas.openxmlformats.org/officeDocument/2006/relationships/image" Target="../media/image66.png"/><Relationship Id="rId4" Type="http://schemas.openxmlformats.org/officeDocument/2006/relationships/image" Target="../media/image2.jpeg"/><Relationship Id="rId9" Type="http://schemas.openxmlformats.org/officeDocument/2006/relationships/image" Target="../media/image56.png"/><Relationship Id="rId14" Type="http://schemas.openxmlformats.org/officeDocument/2006/relationships/image" Target="../media/image61.png"/><Relationship Id="rId22" Type="http://schemas.openxmlformats.org/officeDocument/2006/relationships/image" Target="../media/image69.png"/><Relationship Id="rId27" Type="http://schemas.openxmlformats.org/officeDocument/2006/relationships/image" Target="../media/image7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22.m4a"/><Relationship Id="rId1" Type="http://schemas.microsoft.com/office/2007/relationships/media" Target="../media/media22.m4a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23.m4a"/><Relationship Id="rId1" Type="http://schemas.microsoft.com/office/2007/relationships/media" Target="../media/media23.m4a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24.m4a"/><Relationship Id="rId1" Type="http://schemas.microsoft.com/office/2007/relationships/media" Target="../media/media24.m4a"/><Relationship Id="rId6" Type="http://schemas.openxmlformats.org/officeDocument/2006/relationships/image" Target="../media/image3.png"/><Relationship Id="rId5" Type="http://schemas.openxmlformats.org/officeDocument/2006/relationships/image" Target="../media/image75.jpeg"/><Relationship Id="rId4" Type="http://schemas.openxmlformats.org/officeDocument/2006/relationships/image" Target="../media/image2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25.m4a"/><Relationship Id="rId1" Type="http://schemas.microsoft.com/office/2007/relationships/media" Target="../media/media25.m4a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26.m4a"/><Relationship Id="rId1" Type="http://schemas.microsoft.com/office/2007/relationships/media" Target="../media/media26.m4a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27.m4a"/><Relationship Id="rId1" Type="http://schemas.microsoft.com/office/2007/relationships/media" Target="../media/media27.m4a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28.m4a"/><Relationship Id="rId1" Type="http://schemas.microsoft.com/office/2007/relationships/media" Target="../media/media28.m4a"/><Relationship Id="rId6" Type="http://schemas.openxmlformats.org/officeDocument/2006/relationships/image" Target="../media/image3.png"/><Relationship Id="rId5" Type="http://schemas.openxmlformats.org/officeDocument/2006/relationships/image" Target="../media/image76.jpeg"/><Relationship Id="rId4" Type="http://schemas.openxmlformats.org/officeDocument/2006/relationships/image" Target="../media/image2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29.m4a"/><Relationship Id="rId1" Type="http://schemas.microsoft.com/office/2007/relationships/media" Target="../media/media29.m4a"/><Relationship Id="rId6" Type="http://schemas.openxmlformats.org/officeDocument/2006/relationships/image" Target="../media/image3.png"/><Relationship Id="rId5" Type="http://schemas.openxmlformats.org/officeDocument/2006/relationships/image" Target="../media/image77.jpeg"/><Relationship Id="rId4" Type="http://schemas.openxmlformats.org/officeDocument/2006/relationships/image" Target="../media/image2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30.m4a"/><Relationship Id="rId1" Type="http://schemas.microsoft.com/office/2007/relationships/media" Target="../media/media30.m4a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31.m4a"/><Relationship Id="rId1" Type="http://schemas.microsoft.com/office/2007/relationships/media" Target="../media/media31.m4a"/><Relationship Id="rId6" Type="http://schemas.openxmlformats.org/officeDocument/2006/relationships/image" Target="../media/image3.png"/><Relationship Id="rId5" Type="http://schemas.openxmlformats.org/officeDocument/2006/relationships/image" Target="../media/image79.jpeg"/><Relationship Id="rId4" Type="http://schemas.openxmlformats.org/officeDocument/2006/relationships/image" Target="../media/image2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32.m4a"/><Relationship Id="rId1" Type="http://schemas.microsoft.com/office/2007/relationships/media" Target="../media/media32.m4a"/><Relationship Id="rId6" Type="http://schemas.openxmlformats.org/officeDocument/2006/relationships/image" Target="../media/image3.png"/><Relationship Id="rId5" Type="http://schemas.openxmlformats.org/officeDocument/2006/relationships/image" Target="../media/image80.jpeg"/><Relationship Id="rId4" Type="http://schemas.openxmlformats.org/officeDocument/2006/relationships/image" Target="../media/image2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33.m4a"/><Relationship Id="rId1" Type="http://schemas.microsoft.com/office/2007/relationships/media" Target="../media/media33.m4a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3.png"/><Relationship Id="rId2" Type="http://schemas.openxmlformats.org/officeDocument/2006/relationships/audio" Target="../media/media34.m4a"/><Relationship Id="rId1" Type="http://schemas.microsoft.com/office/2007/relationships/media" Target="../media/media34.m4a"/><Relationship Id="rId6" Type="http://schemas.openxmlformats.org/officeDocument/2006/relationships/image" Target="../media/image82.jpeg"/><Relationship Id="rId5" Type="http://schemas.openxmlformats.org/officeDocument/2006/relationships/image" Target="../media/image81.jpeg"/><Relationship Id="rId4" Type="http://schemas.openxmlformats.org/officeDocument/2006/relationships/image" Target="../media/image2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35.m4a"/><Relationship Id="rId1" Type="http://schemas.microsoft.com/office/2007/relationships/media" Target="../media/media35.m4a"/><Relationship Id="rId6" Type="http://schemas.openxmlformats.org/officeDocument/2006/relationships/image" Target="../media/image3.png"/><Relationship Id="rId5" Type="http://schemas.openxmlformats.org/officeDocument/2006/relationships/image" Target="../media/image83.jpeg"/><Relationship Id="rId4" Type="http://schemas.openxmlformats.org/officeDocument/2006/relationships/image" Target="../media/image2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36.m4a"/><Relationship Id="rId1" Type="http://schemas.microsoft.com/office/2007/relationships/media" Target="../media/media36.m4a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37.m4a"/><Relationship Id="rId1" Type="http://schemas.microsoft.com/office/2007/relationships/media" Target="../media/media37.m4a"/><Relationship Id="rId6" Type="http://schemas.openxmlformats.org/officeDocument/2006/relationships/image" Target="../media/image3.png"/><Relationship Id="rId5" Type="http://schemas.openxmlformats.org/officeDocument/2006/relationships/image" Target="../media/image84.jpeg"/><Relationship Id="rId4" Type="http://schemas.openxmlformats.org/officeDocument/2006/relationships/image" Target="../media/image2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38.m4a"/><Relationship Id="rId1" Type="http://schemas.microsoft.com/office/2007/relationships/media" Target="../media/media38.m4a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39.m4a"/><Relationship Id="rId1" Type="http://schemas.microsoft.com/office/2007/relationships/media" Target="../media/media39.m4a"/><Relationship Id="rId6" Type="http://schemas.openxmlformats.org/officeDocument/2006/relationships/image" Target="../media/image3.png"/><Relationship Id="rId5" Type="http://schemas.openxmlformats.org/officeDocument/2006/relationships/image" Target="../media/image85.jpeg"/><Relationship Id="rId4" Type="http://schemas.openxmlformats.org/officeDocument/2006/relationships/image" Target="../media/image2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0.m4a"/><Relationship Id="rId1" Type="http://schemas.microsoft.com/office/2007/relationships/media" Target="../media/media40.m4a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2.jpeg"/><Relationship Id="rId2" Type="http://schemas.openxmlformats.org/officeDocument/2006/relationships/audio" Target="../media/media41.m4a"/><Relationship Id="rId1" Type="http://schemas.microsoft.com/office/2007/relationships/media" Target="../media/media41.m4a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42.m4a"/><Relationship Id="rId1" Type="http://schemas.microsoft.com/office/2007/relationships/media" Target="../media/media42.m4a"/><Relationship Id="rId6" Type="http://schemas.openxmlformats.org/officeDocument/2006/relationships/image" Target="../media/image3.png"/><Relationship Id="rId5" Type="http://schemas.openxmlformats.org/officeDocument/2006/relationships/image" Target="../media/image89.emf"/><Relationship Id="rId4" Type="http://schemas.openxmlformats.org/officeDocument/2006/relationships/image" Target="../media/image2.jpe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93.png"/><Relationship Id="rId2" Type="http://schemas.openxmlformats.org/officeDocument/2006/relationships/audio" Target="../media/media43.m4a"/><Relationship Id="rId1" Type="http://schemas.microsoft.com/office/2007/relationships/media" Target="../media/media43.m4a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10" Type="http://schemas.openxmlformats.org/officeDocument/2006/relationships/image" Target="../media/image3.png"/><Relationship Id="rId4" Type="http://schemas.openxmlformats.org/officeDocument/2006/relationships/image" Target="../media/image90.png"/><Relationship Id="rId9" Type="http://schemas.openxmlformats.org/officeDocument/2006/relationships/image" Target="../media/image9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audio" Target="../media/media44.m4a"/><Relationship Id="rId1" Type="http://schemas.microsoft.com/office/2007/relationships/media" Target="../media/media44.m4a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slideLayout" Target="../slideLayouts/slideLayout20.xml"/><Relationship Id="rId7" Type="http://schemas.openxmlformats.org/officeDocument/2006/relationships/image" Target="../media/image98.png"/><Relationship Id="rId2" Type="http://schemas.openxmlformats.org/officeDocument/2006/relationships/audio" Target="../media/media45.m4a"/><Relationship Id="rId1" Type="http://schemas.microsoft.com/office/2007/relationships/media" Target="../media/media45.m4a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10" Type="http://schemas.openxmlformats.org/officeDocument/2006/relationships/image" Target="../media/image3.png"/><Relationship Id="rId4" Type="http://schemas.openxmlformats.org/officeDocument/2006/relationships/image" Target="../media/image95.png"/><Relationship Id="rId9" Type="http://schemas.openxmlformats.org/officeDocument/2006/relationships/image" Target="../media/image2.jpe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audio" Target="../media/media46.m4a"/><Relationship Id="rId1" Type="http://schemas.microsoft.com/office/2007/relationships/media" Target="../media/media46.m4a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7.m4a"/><Relationship Id="rId1" Type="http://schemas.microsoft.com/office/2007/relationships/media" Target="../media/media47.m4a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48.m4a"/><Relationship Id="rId1" Type="http://schemas.microsoft.com/office/2007/relationships/media" Target="../media/media48.m4a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image" Target="../media/image10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49.m4a"/><Relationship Id="rId1" Type="http://schemas.microsoft.com/office/2007/relationships/media" Target="../media/media49.m4a"/><Relationship Id="rId6" Type="http://schemas.openxmlformats.org/officeDocument/2006/relationships/image" Target="../media/image3.png"/><Relationship Id="rId5" Type="http://schemas.openxmlformats.org/officeDocument/2006/relationships/image" Target="../media/image101.png"/><Relationship Id="rId4" Type="http://schemas.openxmlformats.org/officeDocument/2006/relationships/image" Target="../media/image2.jpe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104.jpeg"/><Relationship Id="rId2" Type="http://schemas.openxmlformats.org/officeDocument/2006/relationships/audio" Target="../media/media50.m4a"/><Relationship Id="rId1" Type="http://schemas.microsoft.com/office/2007/relationships/media" Target="../media/media50.m4a"/><Relationship Id="rId6" Type="http://schemas.openxmlformats.org/officeDocument/2006/relationships/image" Target="../media/image103.jpeg"/><Relationship Id="rId5" Type="http://schemas.openxmlformats.org/officeDocument/2006/relationships/image" Target="../media/image102.jpeg"/><Relationship Id="rId4" Type="http://schemas.openxmlformats.org/officeDocument/2006/relationships/image" Target="../media/image2.jpeg"/><Relationship Id="rId9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.png"/><Relationship Id="rId2" Type="http://schemas.openxmlformats.org/officeDocument/2006/relationships/audio" Target="../media/media51.m4a"/><Relationship Id="rId1" Type="http://schemas.microsoft.com/office/2007/relationships/media" Target="../media/media51.m4a"/><Relationship Id="rId6" Type="http://schemas.openxmlformats.org/officeDocument/2006/relationships/image" Target="../media/image2.jpeg"/><Relationship Id="rId5" Type="http://schemas.openxmlformats.org/officeDocument/2006/relationships/hyperlink" Target="mailto:zsb@fjmu.edu.cn" TargetMode="External"/><Relationship Id="rId4" Type="http://schemas.openxmlformats.org/officeDocument/2006/relationships/hyperlink" Target="http://www.fjmu.edu.cn/zs" TargetMode="Externa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jpeg"/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107.png"/><Relationship Id="rId2" Type="http://schemas.openxmlformats.org/officeDocument/2006/relationships/audio" Target="../media/media52.m4a"/><Relationship Id="rId1" Type="http://schemas.microsoft.com/office/2007/relationships/media" Target="../media/media52.m4a"/><Relationship Id="rId6" Type="http://schemas.openxmlformats.org/officeDocument/2006/relationships/image" Target="../media/image106.jpeg"/><Relationship Id="rId5" Type="http://schemas.openxmlformats.org/officeDocument/2006/relationships/image" Target="../media/image2.jpeg"/><Relationship Id="rId10" Type="http://schemas.openxmlformats.org/officeDocument/2006/relationships/image" Target="../media/image3.png"/><Relationship Id="rId4" Type="http://schemas.openxmlformats.org/officeDocument/2006/relationships/image" Target="../media/image1.png"/><Relationship Id="rId9" Type="http://schemas.openxmlformats.org/officeDocument/2006/relationships/image" Target="../media/image10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997198" y="2819400"/>
            <a:ext cx="6197601" cy="1243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4625" algn="ctr">
              <a:lnSpc>
                <a:spcPct val="100000"/>
              </a:lnSpc>
              <a:spcBef>
                <a:spcPts val="95"/>
              </a:spcBef>
            </a:pPr>
            <a:r>
              <a:rPr lang="zh-CN" altLang="en-US" spc="-5" dirty="0">
                <a:latin typeface="微软雅黑" pitchFamily="34" charset="-122"/>
                <a:ea typeface="微软雅黑" pitchFamily="34" charset="-122"/>
              </a:rPr>
              <a:t>福建医科大学</a:t>
            </a:r>
            <a:br>
              <a:rPr lang="en-US" altLang="zh-CN" spc="-5" dirty="0">
                <a:latin typeface="微软雅黑" pitchFamily="34" charset="-122"/>
                <a:ea typeface="微软雅黑" pitchFamily="34" charset="-122"/>
              </a:rPr>
            </a:br>
            <a:r>
              <a:rPr spc="-5" dirty="0"/>
              <a:t>2</a:t>
            </a:r>
            <a:r>
              <a:rPr spc="-434" dirty="0"/>
              <a:t> </a:t>
            </a:r>
            <a:r>
              <a:rPr spc="-5" dirty="0"/>
              <a:t>0</a:t>
            </a:r>
            <a:r>
              <a:rPr spc="-430" dirty="0"/>
              <a:t> </a:t>
            </a:r>
            <a:r>
              <a:rPr spc="-5" dirty="0"/>
              <a:t>2</a:t>
            </a:r>
            <a:r>
              <a:rPr spc="-430" dirty="0"/>
              <a:t> </a:t>
            </a:r>
            <a:r>
              <a:rPr lang="en-US" spc="-430" dirty="0"/>
              <a:t>1</a:t>
            </a:r>
            <a:r>
              <a:rPr spc="-425" dirty="0"/>
              <a:t> </a:t>
            </a:r>
            <a:r>
              <a:rPr spc="790" dirty="0" err="1"/>
              <a:t>年寒假招生宣传</a:t>
            </a:r>
            <a:endParaRPr spc="-5" dirty="0"/>
          </a:p>
        </p:txBody>
      </p:sp>
      <p:sp>
        <p:nvSpPr>
          <p:cNvPr id="3" name="object 3"/>
          <p:cNvSpPr/>
          <p:nvPr/>
        </p:nvSpPr>
        <p:spPr>
          <a:xfrm>
            <a:off x="3043237" y="4171378"/>
            <a:ext cx="6105525" cy="0"/>
          </a:xfrm>
          <a:custGeom>
            <a:avLst/>
            <a:gdLst/>
            <a:ahLst/>
            <a:cxnLst/>
            <a:rect l="l" t="t" r="r" b="b"/>
            <a:pathLst>
              <a:path w="6105525">
                <a:moveTo>
                  <a:pt x="0" y="0"/>
                </a:moveTo>
                <a:lnTo>
                  <a:pt x="6105525" y="0"/>
                </a:lnTo>
              </a:path>
            </a:pathLst>
          </a:custGeom>
          <a:ln w="19050">
            <a:solidFill>
              <a:srgbClr val="00409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972811" y="676655"/>
            <a:ext cx="1848612" cy="17907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972811" y="4310240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勤奋</a:t>
            </a:r>
            <a:r>
              <a:rPr lang="en-US" altLang="zh-CN" dirty="0"/>
              <a:t>•</a:t>
            </a:r>
            <a:r>
              <a:rPr lang="zh-CN" altLang="en-US" dirty="0"/>
              <a:t>严谨</a:t>
            </a:r>
            <a:r>
              <a:rPr lang="en-US" altLang="zh-CN" dirty="0"/>
              <a:t>•</a:t>
            </a:r>
            <a:r>
              <a:rPr lang="zh-CN" altLang="en-US" dirty="0"/>
              <a:t>求实</a:t>
            </a:r>
            <a:r>
              <a:rPr lang="en-US" altLang="zh-CN" dirty="0"/>
              <a:t>•</a:t>
            </a:r>
            <a:r>
              <a:rPr lang="zh-CN" altLang="en-US" dirty="0"/>
              <a:t>创新</a:t>
            </a:r>
          </a:p>
        </p:txBody>
      </p:sp>
      <p:pic>
        <p:nvPicPr>
          <p:cNvPr id="6" name="音频 5">
            <a:hlinkClick r:id="" action="ppaction://media"/>
            <a:extLst>
              <a:ext uri="{FF2B5EF4-FFF2-40B4-BE49-F238E27FC236}">
                <a16:creationId xmlns:a16="http://schemas.microsoft.com/office/drawing/2014/main" id="{7350ECF9-763A-4C07-850E-97B1DAB7104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729"/>
    </mc:Choice>
    <mc:Fallback>
      <p:transition spd="slow" advTm="1472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19854" y="53640"/>
            <a:ext cx="8272780" cy="6858000"/>
          </a:xfrm>
          <a:custGeom>
            <a:avLst/>
            <a:gdLst/>
            <a:ahLst/>
            <a:cxnLst/>
            <a:rect l="l" t="t" r="r" b="b"/>
            <a:pathLst>
              <a:path w="8272780" h="6858000">
                <a:moveTo>
                  <a:pt x="0" y="6858000"/>
                </a:moveTo>
                <a:lnTo>
                  <a:pt x="8272272" y="6858000"/>
                </a:lnTo>
                <a:lnTo>
                  <a:pt x="827227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3919854" cy="6858000"/>
          </a:xfrm>
          <a:custGeom>
            <a:avLst/>
            <a:gdLst/>
            <a:ahLst/>
            <a:cxnLst/>
            <a:rect l="l" t="t" r="r" b="b"/>
            <a:pathLst>
              <a:path w="3919854" h="6858000">
                <a:moveTo>
                  <a:pt x="0" y="0"/>
                </a:moveTo>
                <a:lnTo>
                  <a:pt x="3919728" y="0"/>
                </a:lnTo>
                <a:lnTo>
                  <a:pt x="3919728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0045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53439" y="2159094"/>
            <a:ext cx="2147570" cy="1570355"/>
          </a:xfrm>
          <a:prstGeom prst="rect">
            <a:avLst/>
          </a:prstGeom>
        </p:spPr>
        <p:txBody>
          <a:bodyPr vert="horz" wrap="square" lIns="0" tIns="2076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35"/>
              </a:spcBef>
            </a:pPr>
            <a:r>
              <a:rPr sz="5400" spc="60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目</a:t>
            </a:r>
            <a:r>
              <a:rPr sz="54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录</a:t>
            </a:r>
            <a:endParaRPr sz="5400">
              <a:latin typeface="微软雅黑" panose="020B0503020204020204" charset="-122"/>
              <a:cs typeface="微软雅黑" panose="020B0503020204020204" charset="-122"/>
            </a:endParaRPr>
          </a:p>
          <a:p>
            <a:pPr marL="76835">
              <a:lnSpc>
                <a:spcPct val="100000"/>
              </a:lnSpc>
              <a:spcBef>
                <a:spcPts val="790"/>
              </a:spcBef>
            </a:pPr>
            <a:r>
              <a:rPr sz="2800" spc="13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CONTENTS</a:t>
            </a:r>
            <a:endParaRPr sz="2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41476" y="3904881"/>
            <a:ext cx="326390" cy="0"/>
          </a:xfrm>
          <a:custGeom>
            <a:avLst/>
            <a:gdLst/>
            <a:ahLst/>
            <a:cxnLst/>
            <a:rect l="l" t="t" r="r" b="b"/>
            <a:pathLst>
              <a:path w="326390">
                <a:moveTo>
                  <a:pt x="0" y="0"/>
                </a:moveTo>
                <a:lnTo>
                  <a:pt x="325856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946892" y="204215"/>
            <a:ext cx="1014983" cy="9845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751832" y="842644"/>
            <a:ext cx="713105" cy="687070"/>
          </a:xfrm>
          <a:custGeom>
            <a:avLst/>
            <a:gdLst/>
            <a:ahLst/>
            <a:cxnLst/>
            <a:rect l="l" t="t" r="r" b="b"/>
            <a:pathLst>
              <a:path w="713104" h="687069">
                <a:moveTo>
                  <a:pt x="356425" y="687069"/>
                </a:moveTo>
                <a:lnTo>
                  <a:pt x="308044" y="683933"/>
                </a:lnTo>
                <a:lnTo>
                  <a:pt x="261642" y="674795"/>
                </a:lnTo>
                <a:lnTo>
                  <a:pt x="217643" y="660064"/>
                </a:lnTo>
                <a:lnTo>
                  <a:pt x="176473" y="640147"/>
                </a:lnTo>
                <a:lnTo>
                  <a:pt x="138558" y="615452"/>
                </a:lnTo>
                <a:lnTo>
                  <a:pt x="104322" y="586385"/>
                </a:lnTo>
                <a:lnTo>
                  <a:pt x="74191" y="553356"/>
                </a:lnTo>
                <a:lnTo>
                  <a:pt x="48591" y="516771"/>
                </a:lnTo>
                <a:lnTo>
                  <a:pt x="27946" y="477038"/>
                </a:lnTo>
                <a:lnTo>
                  <a:pt x="12683" y="434564"/>
                </a:lnTo>
                <a:lnTo>
                  <a:pt x="3225" y="389758"/>
                </a:lnTo>
                <a:lnTo>
                  <a:pt x="0" y="343026"/>
                </a:lnTo>
                <a:lnTo>
                  <a:pt x="3225" y="296528"/>
                </a:lnTo>
                <a:lnTo>
                  <a:pt x="12683" y="251917"/>
                </a:lnTo>
                <a:lnTo>
                  <a:pt x="27946" y="209602"/>
                </a:lnTo>
                <a:lnTo>
                  <a:pt x="48591" y="169997"/>
                </a:lnTo>
                <a:lnTo>
                  <a:pt x="74191" y="133511"/>
                </a:lnTo>
                <a:lnTo>
                  <a:pt x="104322" y="100557"/>
                </a:lnTo>
                <a:lnTo>
                  <a:pt x="138558" y="71544"/>
                </a:lnTo>
                <a:lnTo>
                  <a:pt x="176473" y="46884"/>
                </a:lnTo>
                <a:lnTo>
                  <a:pt x="217643" y="26989"/>
                </a:lnTo>
                <a:lnTo>
                  <a:pt x="261642" y="12269"/>
                </a:lnTo>
                <a:lnTo>
                  <a:pt x="308044" y="3135"/>
                </a:lnTo>
                <a:lnTo>
                  <a:pt x="356425" y="0"/>
                </a:lnTo>
                <a:lnTo>
                  <a:pt x="404806" y="3136"/>
                </a:lnTo>
                <a:lnTo>
                  <a:pt x="451209" y="12271"/>
                </a:lnTo>
                <a:lnTo>
                  <a:pt x="495209" y="26997"/>
                </a:lnTo>
                <a:lnTo>
                  <a:pt x="536382" y="46903"/>
                </a:lnTo>
                <a:lnTo>
                  <a:pt x="574301" y="71580"/>
                </a:lnTo>
                <a:lnTo>
                  <a:pt x="608544" y="100620"/>
                </a:lnTo>
                <a:lnTo>
                  <a:pt x="638684" y="133612"/>
                </a:lnTo>
                <a:lnTo>
                  <a:pt x="664297" y="170148"/>
                </a:lnTo>
                <a:lnTo>
                  <a:pt x="684957" y="209817"/>
                </a:lnTo>
                <a:lnTo>
                  <a:pt x="700241" y="252211"/>
                </a:lnTo>
                <a:lnTo>
                  <a:pt x="709723" y="296920"/>
                </a:lnTo>
                <a:lnTo>
                  <a:pt x="712977" y="343534"/>
                </a:lnTo>
                <a:lnTo>
                  <a:pt x="709723" y="390149"/>
                </a:lnTo>
                <a:lnTo>
                  <a:pt x="700241" y="434858"/>
                </a:lnTo>
                <a:lnTo>
                  <a:pt x="684957" y="477252"/>
                </a:lnTo>
                <a:lnTo>
                  <a:pt x="664297" y="516921"/>
                </a:lnTo>
                <a:lnTo>
                  <a:pt x="638684" y="553457"/>
                </a:lnTo>
                <a:lnTo>
                  <a:pt x="608544" y="586449"/>
                </a:lnTo>
                <a:lnTo>
                  <a:pt x="574301" y="615489"/>
                </a:lnTo>
                <a:lnTo>
                  <a:pt x="536382" y="640166"/>
                </a:lnTo>
                <a:lnTo>
                  <a:pt x="495209" y="660072"/>
                </a:lnTo>
                <a:lnTo>
                  <a:pt x="451209" y="674798"/>
                </a:lnTo>
                <a:lnTo>
                  <a:pt x="404806" y="683933"/>
                </a:lnTo>
                <a:lnTo>
                  <a:pt x="356425" y="687069"/>
                </a:lnTo>
                <a:close/>
              </a:path>
            </a:pathLst>
          </a:custGeom>
          <a:solidFill>
            <a:srgbClr val="0045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028222" y="1021372"/>
            <a:ext cx="1600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1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742420" y="4303816"/>
            <a:ext cx="713105" cy="687070"/>
          </a:xfrm>
          <a:custGeom>
            <a:avLst/>
            <a:gdLst/>
            <a:ahLst/>
            <a:cxnLst/>
            <a:rect l="l" t="t" r="r" b="b"/>
            <a:pathLst>
              <a:path w="713104" h="687070">
                <a:moveTo>
                  <a:pt x="356425" y="687070"/>
                </a:moveTo>
                <a:lnTo>
                  <a:pt x="308043" y="683933"/>
                </a:lnTo>
                <a:lnTo>
                  <a:pt x="261635" y="674798"/>
                </a:lnTo>
                <a:lnTo>
                  <a:pt x="217626" y="660072"/>
                </a:lnTo>
                <a:lnTo>
                  <a:pt x="176444" y="640166"/>
                </a:lnTo>
                <a:lnTo>
                  <a:pt x="138514" y="615489"/>
                </a:lnTo>
                <a:lnTo>
                  <a:pt x="104264" y="586449"/>
                </a:lnTo>
                <a:lnTo>
                  <a:pt x="74191" y="553558"/>
                </a:lnTo>
                <a:lnTo>
                  <a:pt x="48591" y="517072"/>
                </a:lnTo>
                <a:lnTo>
                  <a:pt x="27946" y="477467"/>
                </a:lnTo>
                <a:lnTo>
                  <a:pt x="12683" y="435152"/>
                </a:lnTo>
                <a:lnTo>
                  <a:pt x="3225" y="390541"/>
                </a:lnTo>
                <a:lnTo>
                  <a:pt x="0" y="344043"/>
                </a:lnTo>
                <a:lnTo>
                  <a:pt x="3225" y="297311"/>
                </a:lnTo>
                <a:lnTo>
                  <a:pt x="12683" y="252505"/>
                </a:lnTo>
                <a:lnTo>
                  <a:pt x="27946" y="210031"/>
                </a:lnTo>
                <a:lnTo>
                  <a:pt x="48591" y="170298"/>
                </a:lnTo>
                <a:lnTo>
                  <a:pt x="74191" y="133713"/>
                </a:lnTo>
                <a:lnTo>
                  <a:pt x="104397" y="100620"/>
                </a:lnTo>
                <a:lnTo>
                  <a:pt x="138614" y="71580"/>
                </a:lnTo>
                <a:lnTo>
                  <a:pt x="176512" y="46903"/>
                </a:lnTo>
                <a:lnTo>
                  <a:pt x="217666" y="26997"/>
                </a:lnTo>
                <a:lnTo>
                  <a:pt x="261653" y="12271"/>
                </a:lnTo>
                <a:lnTo>
                  <a:pt x="308049" y="3136"/>
                </a:lnTo>
                <a:lnTo>
                  <a:pt x="356425" y="0"/>
                </a:lnTo>
                <a:lnTo>
                  <a:pt x="404808" y="3136"/>
                </a:lnTo>
                <a:lnTo>
                  <a:pt x="451216" y="12274"/>
                </a:lnTo>
                <a:lnTo>
                  <a:pt x="495226" y="27005"/>
                </a:lnTo>
                <a:lnTo>
                  <a:pt x="536411" y="46922"/>
                </a:lnTo>
                <a:lnTo>
                  <a:pt x="574345" y="71617"/>
                </a:lnTo>
                <a:lnTo>
                  <a:pt x="608602" y="100684"/>
                </a:lnTo>
                <a:lnTo>
                  <a:pt x="638684" y="133612"/>
                </a:lnTo>
                <a:lnTo>
                  <a:pt x="664297" y="170148"/>
                </a:lnTo>
                <a:lnTo>
                  <a:pt x="684957" y="209817"/>
                </a:lnTo>
                <a:lnTo>
                  <a:pt x="700241" y="252211"/>
                </a:lnTo>
                <a:lnTo>
                  <a:pt x="709723" y="296920"/>
                </a:lnTo>
                <a:lnTo>
                  <a:pt x="712977" y="343535"/>
                </a:lnTo>
                <a:lnTo>
                  <a:pt x="709723" y="390149"/>
                </a:lnTo>
                <a:lnTo>
                  <a:pt x="700241" y="434858"/>
                </a:lnTo>
                <a:lnTo>
                  <a:pt x="684957" y="477252"/>
                </a:lnTo>
                <a:lnTo>
                  <a:pt x="664297" y="516921"/>
                </a:lnTo>
                <a:lnTo>
                  <a:pt x="638684" y="553457"/>
                </a:lnTo>
                <a:lnTo>
                  <a:pt x="608469" y="586512"/>
                </a:lnTo>
                <a:lnTo>
                  <a:pt x="574245" y="615525"/>
                </a:lnTo>
                <a:lnTo>
                  <a:pt x="536343" y="640185"/>
                </a:lnTo>
                <a:lnTo>
                  <a:pt x="495185" y="660080"/>
                </a:lnTo>
                <a:lnTo>
                  <a:pt x="451197" y="674800"/>
                </a:lnTo>
                <a:lnTo>
                  <a:pt x="404801" y="683934"/>
                </a:lnTo>
                <a:lnTo>
                  <a:pt x="356425" y="687070"/>
                </a:lnTo>
                <a:close/>
              </a:path>
            </a:pathLst>
          </a:custGeom>
          <a:solidFill>
            <a:srgbClr val="0045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018962" y="4497491"/>
            <a:ext cx="1600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4</a:t>
            </a:r>
            <a:endParaRPr sz="18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22952" y="975652"/>
            <a:ext cx="2463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  <a:cs typeface="微软雅黑" panose="020B0503020204020204" charset="-122"/>
              </a:rPr>
              <a:t>走进</a:t>
            </a:r>
            <a:r>
              <a:rPr sz="2400" b="1" dirty="0" err="1">
                <a:latin typeface="微软雅黑" pitchFamily="34" charset="-122"/>
                <a:ea typeface="微软雅黑" pitchFamily="34" charset="-122"/>
                <a:cs typeface="微软雅黑" panose="020B0503020204020204" charset="-122"/>
              </a:rPr>
              <a:t>福建医科大学</a:t>
            </a:r>
            <a:endParaRPr sz="2400" dirty="0">
              <a:latin typeface="微软雅黑" pitchFamily="34" charset="-122"/>
              <a:ea typeface="微软雅黑" pitchFamily="34" charset="-122"/>
              <a:cs typeface="微软雅黑" panose="020B0503020204020204" charset="-122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751832" y="2010971"/>
            <a:ext cx="713740" cy="687705"/>
          </a:xfrm>
          <a:custGeom>
            <a:avLst/>
            <a:gdLst/>
            <a:ahLst/>
            <a:cxnLst/>
            <a:rect l="l" t="t" r="r" b="b"/>
            <a:pathLst>
              <a:path w="713739" h="687705">
                <a:moveTo>
                  <a:pt x="356692" y="687082"/>
                </a:moveTo>
                <a:lnTo>
                  <a:pt x="308309" y="683946"/>
                </a:lnTo>
                <a:lnTo>
                  <a:pt x="261901" y="674811"/>
                </a:lnTo>
                <a:lnTo>
                  <a:pt x="217890" y="660085"/>
                </a:lnTo>
                <a:lnTo>
                  <a:pt x="176702" y="640179"/>
                </a:lnTo>
                <a:lnTo>
                  <a:pt x="138763" y="615501"/>
                </a:lnTo>
                <a:lnTo>
                  <a:pt x="104499" y="586462"/>
                </a:lnTo>
                <a:lnTo>
                  <a:pt x="74411" y="553575"/>
                </a:lnTo>
                <a:lnTo>
                  <a:pt x="48784" y="517092"/>
                </a:lnTo>
                <a:lnTo>
                  <a:pt x="28106" y="477490"/>
                </a:lnTo>
                <a:lnTo>
                  <a:pt x="12800" y="435180"/>
                </a:lnTo>
                <a:lnTo>
                  <a:pt x="3289" y="390573"/>
                </a:lnTo>
                <a:lnTo>
                  <a:pt x="0" y="344081"/>
                </a:lnTo>
                <a:lnTo>
                  <a:pt x="3289" y="297340"/>
                </a:lnTo>
                <a:lnTo>
                  <a:pt x="12800" y="252527"/>
                </a:lnTo>
                <a:lnTo>
                  <a:pt x="28106" y="210047"/>
                </a:lnTo>
                <a:lnTo>
                  <a:pt x="48784" y="170309"/>
                </a:lnTo>
                <a:lnTo>
                  <a:pt x="74411" y="133721"/>
                </a:lnTo>
                <a:lnTo>
                  <a:pt x="104560" y="100688"/>
                </a:lnTo>
                <a:lnTo>
                  <a:pt x="138868" y="71581"/>
                </a:lnTo>
                <a:lnTo>
                  <a:pt x="176774" y="46903"/>
                </a:lnTo>
                <a:lnTo>
                  <a:pt x="217932" y="26997"/>
                </a:lnTo>
                <a:lnTo>
                  <a:pt x="261920" y="12271"/>
                </a:lnTo>
                <a:lnTo>
                  <a:pt x="308316" y="3136"/>
                </a:lnTo>
                <a:lnTo>
                  <a:pt x="356692" y="0"/>
                </a:lnTo>
                <a:lnTo>
                  <a:pt x="405074" y="3136"/>
                </a:lnTo>
                <a:lnTo>
                  <a:pt x="451482" y="12274"/>
                </a:lnTo>
                <a:lnTo>
                  <a:pt x="495491" y="27005"/>
                </a:lnTo>
                <a:lnTo>
                  <a:pt x="536675" y="46923"/>
                </a:lnTo>
                <a:lnTo>
                  <a:pt x="574609" y="71620"/>
                </a:lnTo>
                <a:lnTo>
                  <a:pt x="608865" y="100688"/>
                </a:lnTo>
                <a:lnTo>
                  <a:pt x="638943" y="133615"/>
                </a:lnTo>
                <a:lnTo>
                  <a:pt x="664554" y="170151"/>
                </a:lnTo>
                <a:lnTo>
                  <a:pt x="685213" y="209822"/>
                </a:lnTo>
                <a:lnTo>
                  <a:pt x="700496" y="252218"/>
                </a:lnTo>
                <a:lnTo>
                  <a:pt x="709977" y="296929"/>
                </a:lnTo>
                <a:lnTo>
                  <a:pt x="713231" y="343547"/>
                </a:lnTo>
                <a:lnTo>
                  <a:pt x="709977" y="390162"/>
                </a:lnTo>
                <a:lnTo>
                  <a:pt x="700496" y="434871"/>
                </a:lnTo>
                <a:lnTo>
                  <a:pt x="685213" y="477265"/>
                </a:lnTo>
                <a:lnTo>
                  <a:pt x="664554" y="516934"/>
                </a:lnTo>
                <a:lnTo>
                  <a:pt x="638943" y="553470"/>
                </a:lnTo>
                <a:lnTo>
                  <a:pt x="608804" y="586462"/>
                </a:lnTo>
                <a:lnTo>
                  <a:pt x="574504" y="615540"/>
                </a:lnTo>
                <a:lnTo>
                  <a:pt x="536604" y="640199"/>
                </a:lnTo>
                <a:lnTo>
                  <a:pt x="495449" y="660093"/>
                </a:lnTo>
                <a:lnTo>
                  <a:pt x="451462" y="674813"/>
                </a:lnTo>
                <a:lnTo>
                  <a:pt x="405068" y="683946"/>
                </a:lnTo>
                <a:lnTo>
                  <a:pt x="356692" y="687082"/>
                </a:lnTo>
                <a:close/>
              </a:path>
            </a:pathLst>
          </a:custGeom>
          <a:solidFill>
            <a:srgbClr val="0045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030329" y="2204963"/>
            <a:ext cx="1600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2</a:t>
            </a:r>
            <a:endParaRPr sz="18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22952" y="2160074"/>
            <a:ext cx="2768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微软雅黑" panose="020B0503020204020204" charset="-122"/>
                <a:cs typeface="微软雅黑" panose="020B0503020204020204" charset="-122"/>
              </a:rPr>
              <a:t>学院及招生专业介绍</a:t>
            </a:r>
            <a:endParaRPr sz="24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742419" y="3181441"/>
            <a:ext cx="713105" cy="687070"/>
          </a:xfrm>
          <a:custGeom>
            <a:avLst/>
            <a:gdLst/>
            <a:ahLst/>
            <a:cxnLst/>
            <a:rect l="l" t="t" r="r" b="b"/>
            <a:pathLst>
              <a:path w="713104" h="687070">
                <a:moveTo>
                  <a:pt x="356311" y="687070"/>
                </a:moveTo>
                <a:lnTo>
                  <a:pt x="307930" y="683933"/>
                </a:lnTo>
                <a:lnTo>
                  <a:pt x="261529" y="674795"/>
                </a:lnTo>
                <a:lnTo>
                  <a:pt x="217532" y="660062"/>
                </a:lnTo>
                <a:lnTo>
                  <a:pt x="176366" y="640141"/>
                </a:lnTo>
                <a:lnTo>
                  <a:pt x="138456" y="615438"/>
                </a:lnTo>
                <a:lnTo>
                  <a:pt x="104227" y="586360"/>
                </a:lnTo>
                <a:lnTo>
                  <a:pt x="74105" y="553314"/>
                </a:lnTo>
                <a:lnTo>
                  <a:pt x="48516" y="516705"/>
                </a:lnTo>
                <a:lnTo>
                  <a:pt x="27886" y="476941"/>
                </a:lnTo>
                <a:lnTo>
                  <a:pt x="12639" y="434429"/>
                </a:lnTo>
                <a:lnTo>
                  <a:pt x="3202" y="389575"/>
                </a:lnTo>
                <a:lnTo>
                  <a:pt x="0" y="342785"/>
                </a:lnTo>
                <a:lnTo>
                  <a:pt x="3202" y="296342"/>
                </a:lnTo>
                <a:lnTo>
                  <a:pt x="12639" y="251777"/>
                </a:lnTo>
                <a:lnTo>
                  <a:pt x="27886" y="209501"/>
                </a:lnTo>
                <a:lnTo>
                  <a:pt x="48516" y="169925"/>
                </a:lnTo>
                <a:lnTo>
                  <a:pt x="74105" y="133463"/>
                </a:lnTo>
                <a:lnTo>
                  <a:pt x="104227" y="100526"/>
                </a:lnTo>
                <a:lnTo>
                  <a:pt x="138456" y="71526"/>
                </a:lnTo>
                <a:lnTo>
                  <a:pt x="176366" y="46875"/>
                </a:lnTo>
                <a:lnTo>
                  <a:pt x="217532" y="26985"/>
                </a:lnTo>
                <a:lnTo>
                  <a:pt x="261529" y="12268"/>
                </a:lnTo>
                <a:lnTo>
                  <a:pt x="307930" y="3135"/>
                </a:lnTo>
                <a:lnTo>
                  <a:pt x="356311" y="0"/>
                </a:lnTo>
                <a:lnTo>
                  <a:pt x="404691" y="3136"/>
                </a:lnTo>
                <a:lnTo>
                  <a:pt x="451094" y="12271"/>
                </a:lnTo>
                <a:lnTo>
                  <a:pt x="495093" y="26997"/>
                </a:lnTo>
                <a:lnTo>
                  <a:pt x="536264" y="46903"/>
                </a:lnTo>
                <a:lnTo>
                  <a:pt x="574182" y="71580"/>
                </a:lnTo>
                <a:lnTo>
                  <a:pt x="608423" y="100620"/>
                </a:lnTo>
                <a:lnTo>
                  <a:pt x="638562" y="133612"/>
                </a:lnTo>
                <a:lnTo>
                  <a:pt x="664173" y="170148"/>
                </a:lnTo>
                <a:lnTo>
                  <a:pt x="684832" y="209817"/>
                </a:lnTo>
                <a:lnTo>
                  <a:pt x="700115" y="252211"/>
                </a:lnTo>
                <a:lnTo>
                  <a:pt x="709596" y="296920"/>
                </a:lnTo>
                <a:lnTo>
                  <a:pt x="712851" y="343535"/>
                </a:lnTo>
                <a:lnTo>
                  <a:pt x="709596" y="390152"/>
                </a:lnTo>
                <a:lnTo>
                  <a:pt x="700115" y="434863"/>
                </a:lnTo>
                <a:lnTo>
                  <a:pt x="684832" y="477258"/>
                </a:lnTo>
                <a:lnTo>
                  <a:pt x="664173" y="516927"/>
                </a:lnTo>
                <a:lnTo>
                  <a:pt x="638562" y="553462"/>
                </a:lnTo>
                <a:lnTo>
                  <a:pt x="608423" y="586454"/>
                </a:lnTo>
                <a:lnTo>
                  <a:pt x="574182" y="615492"/>
                </a:lnTo>
                <a:lnTo>
                  <a:pt x="536264" y="640169"/>
                </a:lnTo>
                <a:lnTo>
                  <a:pt x="495093" y="660074"/>
                </a:lnTo>
                <a:lnTo>
                  <a:pt x="451094" y="674799"/>
                </a:lnTo>
                <a:lnTo>
                  <a:pt x="404691" y="683934"/>
                </a:lnTo>
                <a:lnTo>
                  <a:pt x="356311" y="687070"/>
                </a:lnTo>
                <a:close/>
              </a:path>
            </a:pathLst>
          </a:custGeom>
          <a:solidFill>
            <a:srgbClr val="0045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018963" y="3375116"/>
            <a:ext cx="1600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3</a:t>
            </a:r>
            <a:endParaRPr sz="18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722952" y="3329396"/>
            <a:ext cx="3378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微软雅黑" panose="020B0503020204020204" charset="-122"/>
                <a:cs typeface="微软雅黑" panose="020B0503020204020204" charset="-122"/>
              </a:rPr>
              <a:t>招生政策及历年招生情况</a:t>
            </a:r>
            <a:endParaRPr sz="24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638800" y="4416517"/>
            <a:ext cx="2166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资助政策</a:t>
            </a:r>
          </a:p>
        </p:txBody>
      </p:sp>
      <p:sp>
        <p:nvSpPr>
          <p:cNvPr id="19" name="object 9"/>
          <p:cNvSpPr/>
          <p:nvPr/>
        </p:nvSpPr>
        <p:spPr>
          <a:xfrm>
            <a:off x="4752467" y="5410200"/>
            <a:ext cx="713105" cy="687070"/>
          </a:xfrm>
          <a:custGeom>
            <a:avLst/>
            <a:gdLst/>
            <a:ahLst/>
            <a:cxnLst/>
            <a:rect l="l" t="t" r="r" b="b"/>
            <a:pathLst>
              <a:path w="713104" h="687070">
                <a:moveTo>
                  <a:pt x="356425" y="687070"/>
                </a:moveTo>
                <a:lnTo>
                  <a:pt x="308043" y="683933"/>
                </a:lnTo>
                <a:lnTo>
                  <a:pt x="261635" y="674798"/>
                </a:lnTo>
                <a:lnTo>
                  <a:pt x="217626" y="660072"/>
                </a:lnTo>
                <a:lnTo>
                  <a:pt x="176444" y="640166"/>
                </a:lnTo>
                <a:lnTo>
                  <a:pt x="138514" y="615489"/>
                </a:lnTo>
                <a:lnTo>
                  <a:pt x="104264" y="586449"/>
                </a:lnTo>
                <a:lnTo>
                  <a:pt x="74191" y="553558"/>
                </a:lnTo>
                <a:lnTo>
                  <a:pt x="48591" y="517072"/>
                </a:lnTo>
                <a:lnTo>
                  <a:pt x="27946" y="477467"/>
                </a:lnTo>
                <a:lnTo>
                  <a:pt x="12683" y="435152"/>
                </a:lnTo>
                <a:lnTo>
                  <a:pt x="3225" y="390541"/>
                </a:lnTo>
                <a:lnTo>
                  <a:pt x="0" y="344043"/>
                </a:lnTo>
                <a:lnTo>
                  <a:pt x="3225" y="297311"/>
                </a:lnTo>
                <a:lnTo>
                  <a:pt x="12683" y="252505"/>
                </a:lnTo>
                <a:lnTo>
                  <a:pt x="27946" y="210031"/>
                </a:lnTo>
                <a:lnTo>
                  <a:pt x="48591" y="170298"/>
                </a:lnTo>
                <a:lnTo>
                  <a:pt x="74191" y="133713"/>
                </a:lnTo>
                <a:lnTo>
                  <a:pt x="104397" y="100620"/>
                </a:lnTo>
                <a:lnTo>
                  <a:pt x="138614" y="71580"/>
                </a:lnTo>
                <a:lnTo>
                  <a:pt x="176512" y="46903"/>
                </a:lnTo>
                <a:lnTo>
                  <a:pt x="217666" y="26997"/>
                </a:lnTo>
                <a:lnTo>
                  <a:pt x="261653" y="12271"/>
                </a:lnTo>
                <a:lnTo>
                  <a:pt x="308049" y="3136"/>
                </a:lnTo>
                <a:lnTo>
                  <a:pt x="356425" y="0"/>
                </a:lnTo>
                <a:lnTo>
                  <a:pt x="404808" y="3136"/>
                </a:lnTo>
                <a:lnTo>
                  <a:pt x="451216" y="12274"/>
                </a:lnTo>
                <a:lnTo>
                  <a:pt x="495226" y="27005"/>
                </a:lnTo>
                <a:lnTo>
                  <a:pt x="536411" y="46922"/>
                </a:lnTo>
                <a:lnTo>
                  <a:pt x="574345" y="71617"/>
                </a:lnTo>
                <a:lnTo>
                  <a:pt x="608602" y="100684"/>
                </a:lnTo>
                <a:lnTo>
                  <a:pt x="638684" y="133612"/>
                </a:lnTo>
                <a:lnTo>
                  <a:pt x="664297" y="170148"/>
                </a:lnTo>
                <a:lnTo>
                  <a:pt x="684957" y="209817"/>
                </a:lnTo>
                <a:lnTo>
                  <a:pt x="700241" y="252211"/>
                </a:lnTo>
                <a:lnTo>
                  <a:pt x="709723" y="296920"/>
                </a:lnTo>
                <a:lnTo>
                  <a:pt x="712977" y="343535"/>
                </a:lnTo>
                <a:lnTo>
                  <a:pt x="709723" y="390149"/>
                </a:lnTo>
                <a:lnTo>
                  <a:pt x="700241" y="434858"/>
                </a:lnTo>
                <a:lnTo>
                  <a:pt x="684957" y="477252"/>
                </a:lnTo>
                <a:lnTo>
                  <a:pt x="664297" y="516921"/>
                </a:lnTo>
                <a:lnTo>
                  <a:pt x="638684" y="553457"/>
                </a:lnTo>
                <a:lnTo>
                  <a:pt x="608469" y="586512"/>
                </a:lnTo>
                <a:lnTo>
                  <a:pt x="574245" y="615525"/>
                </a:lnTo>
                <a:lnTo>
                  <a:pt x="536343" y="640185"/>
                </a:lnTo>
                <a:lnTo>
                  <a:pt x="495185" y="660080"/>
                </a:lnTo>
                <a:lnTo>
                  <a:pt x="451197" y="674800"/>
                </a:lnTo>
                <a:lnTo>
                  <a:pt x="404801" y="683934"/>
                </a:lnTo>
                <a:lnTo>
                  <a:pt x="356425" y="687070"/>
                </a:lnTo>
                <a:close/>
              </a:path>
            </a:pathLst>
          </a:custGeom>
          <a:solidFill>
            <a:srgbClr val="0045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96247" y="5569069"/>
            <a:ext cx="223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638800" y="5522901"/>
            <a:ext cx="16564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就业前景</a:t>
            </a:r>
          </a:p>
        </p:txBody>
      </p:sp>
      <p:pic>
        <p:nvPicPr>
          <p:cNvPr id="23" name="音频 22">
            <a:hlinkClick r:id="" action="ppaction://media"/>
            <a:extLst>
              <a:ext uri="{FF2B5EF4-FFF2-40B4-BE49-F238E27FC236}">
                <a16:creationId xmlns:a16="http://schemas.microsoft.com/office/drawing/2014/main" id="{F2FBF323-6D57-48D4-9BD1-148E0043560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50"/>
    </mc:Choice>
    <mc:Fallback>
      <p:transition spd="slow" advTm="41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86874" y="2849257"/>
            <a:ext cx="5418455" cy="0"/>
          </a:xfrm>
          <a:custGeom>
            <a:avLst/>
            <a:gdLst/>
            <a:ahLst/>
            <a:cxnLst/>
            <a:rect l="l" t="t" r="r" b="b"/>
            <a:pathLst>
              <a:path w="5418455">
                <a:moveTo>
                  <a:pt x="0" y="0"/>
                </a:moveTo>
                <a:lnTo>
                  <a:pt x="5418239" y="0"/>
                </a:lnTo>
              </a:path>
            </a:pathLst>
          </a:custGeom>
          <a:ln w="19050">
            <a:solidFill>
              <a:srgbClr val="004097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3386874" y="4266628"/>
            <a:ext cx="5418455" cy="0"/>
          </a:xfrm>
          <a:custGeom>
            <a:avLst/>
            <a:gdLst/>
            <a:ahLst/>
            <a:cxnLst/>
            <a:rect l="l" t="t" r="r" b="b"/>
            <a:pathLst>
              <a:path w="5418455">
                <a:moveTo>
                  <a:pt x="0" y="0"/>
                </a:moveTo>
                <a:lnTo>
                  <a:pt x="5418239" y="0"/>
                </a:lnTo>
              </a:path>
            </a:pathLst>
          </a:custGeom>
          <a:ln w="19050">
            <a:solidFill>
              <a:srgbClr val="004097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66003" y="1223327"/>
            <a:ext cx="1458595" cy="1457325"/>
          </a:xfrm>
          <a:custGeom>
            <a:avLst/>
            <a:gdLst/>
            <a:ahLst/>
            <a:cxnLst/>
            <a:rect l="l" t="t" r="r" b="b"/>
            <a:pathLst>
              <a:path w="1458595" h="1457325">
                <a:moveTo>
                  <a:pt x="729361" y="1457325"/>
                </a:moveTo>
                <a:lnTo>
                  <a:pt x="681451" y="1455775"/>
                </a:lnTo>
                <a:lnTo>
                  <a:pt x="634368" y="1451189"/>
                </a:lnTo>
                <a:lnTo>
                  <a:pt x="588208" y="1443663"/>
                </a:lnTo>
                <a:lnTo>
                  <a:pt x="543066" y="1433294"/>
                </a:lnTo>
                <a:lnTo>
                  <a:pt x="499037" y="1420176"/>
                </a:lnTo>
                <a:lnTo>
                  <a:pt x="456219" y="1404407"/>
                </a:lnTo>
                <a:lnTo>
                  <a:pt x="414706" y="1386083"/>
                </a:lnTo>
                <a:lnTo>
                  <a:pt x="374594" y="1365298"/>
                </a:lnTo>
                <a:lnTo>
                  <a:pt x="335980" y="1342150"/>
                </a:lnTo>
                <a:lnTo>
                  <a:pt x="298958" y="1316734"/>
                </a:lnTo>
                <a:lnTo>
                  <a:pt x="263626" y="1289146"/>
                </a:lnTo>
                <a:lnTo>
                  <a:pt x="230078" y="1259483"/>
                </a:lnTo>
                <a:lnTo>
                  <a:pt x="198410" y="1227840"/>
                </a:lnTo>
                <a:lnTo>
                  <a:pt x="168719" y="1194313"/>
                </a:lnTo>
                <a:lnTo>
                  <a:pt x="141100" y="1158999"/>
                </a:lnTo>
                <a:lnTo>
                  <a:pt x="115650" y="1121993"/>
                </a:lnTo>
                <a:lnTo>
                  <a:pt x="92463" y="1083392"/>
                </a:lnTo>
                <a:lnTo>
                  <a:pt x="71637" y="1043291"/>
                </a:lnTo>
                <a:lnTo>
                  <a:pt x="53267" y="1001786"/>
                </a:lnTo>
                <a:lnTo>
                  <a:pt x="37450" y="958974"/>
                </a:lnTo>
                <a:lnTo>
                  <a:pt x="24280" y="914951"/>
                </a:lnTo>
                <a:lnTo>
                  <a:pt x="13855" y="869812"/>
                </a:lnTo>
                <a:lnTo>
                  <a:pt x="6290" y="823851"/>
                </a:lnTo>
                <a:lnTo>
                  <a:pt x="1630" y="776796"/>
                </a:lnTo>
                <a:lnTo>
                  <a:pt x="0" y="728916"/>
                </a:lnTo>
                <a:lnTo>
                  <a:pt x="1630" y="680977"/>
                </a:lnTo>
                <a:lnTo>
                  <a:pt x="6290" y="633869"/>
                </a:lnTo>
                <a:lnTo>
                  <a:pt x="13923" y="587512"/>
                </a:lnTo>
                <a:lnTo>
                  <a:pt x="24360" y="542373"/>
                </a:lnTo>
                <a:lnTo>
                  <a:pt x="37537" y="498350"/>
                </a:lnTo>
                <a:lnTo>
                  <a:pt x="53358" y="455538"/>
                </a:lnTo>
                <a:lnTo>
                  <a:pt x="71728" y="414033"/>
                </a:lnTo>
                <a:lnTo>
                  <a:pt x="92553" y="373932"/>
                </a:lnTo>
                <a:lnTo>
                  <a:pt x="115735" y="335331"/>
                </a:lnTo>
                <a:lnTo>
                  <a:pt x="141181" y="298325"/>
                </a:lnTo>
                <a:lnTo>
                  <a:pt x="168793" y="263011"/>
                </a:lnTo>
                <a:lnTo>
                  <a:pt x="198477" y="229484"/>
                </a:lnTo>
                <a:lnTo>
                  <a:pt x="230137" y="197841"/>
                </a:lnTo>
                <a:lnTo>
                  <a:pt x="263678" y="168178"/>
                </a:lnTo>
                <a:lnTo>
                  <a:pt x="299003" y="140590"/>
                </a:lnTo>
                <a:lnTo>
                  <a:pt x="336017" y="115174"/>
                </a:lnTo>
                <a:lnTo>
                  <a:pt x="374624" y="92026"/>
                </a:lnTo>
                <a:lnTo>
                  <a:pt x="414729" y="71241"/>
                </a:lnTo>
                <a:lnTo>
                  <a:pt x="456236" y="52917"/>
                </a:lnTo>
                <a:lnTo>
                  <a:pt x="499050" y="37148"/>
                </a:lnTo>
                <a:lnTo>
                  <a:pt x="543074" y="24030"/>
                </a:lnTo>
                <a:lnTo>
                  <a:pt x="588212" y="13661"/>
                </a:lnTo>
                <a:lnTo>
                  <a:pt x="634370" y="6135"/>
                </a:lnTo>
                <a:lnTo>
                  <a:pt x="681452" y="1549"/>
                </a:lnTo>
                <a:lnTo>
                  <a:pt x="729361" y="0"/>
                </a:lnTo>
                <a:lnTo>
                  <a:pt x="777270" y="1549"/>
                </a:lnTo>
                <a:lnTo>
                  <a:pt x="824352" y="6135"/>
                </a:lnTo>
                <a:lnTo>
                  <a:pt x="870512" y="13661"/>
                </a:lnTo>
                <a:lnTo>
                  <a:pt x="915653" y="24031"/>
                </a:lnTo>
                <a:lnTo>
                  <a:pt x="959678" y="37150"/>
                </a:lnTo>
                <a:lnTo>
                  <a:pt x="1002493" y="52920"/>
                </a:lnTo>
                <a:lnTo>
                  <a:pt x="1044000" y="71247"/>
                </a:lnTo>
                <a:lnTo>
                  <a:pt x="1084104" y="92034"/>
                </a:lnTo>
                <a:lnTo>
                  <a:pt x="1122709" y="115186"/>
                </a:lnTo>
                <a:lnTo>
                  <a:pt x="1159718" y="140607"/>
                </a:lnTo>
                <a:lnTo>
                  <a:pt x="1195036" y="168200"/>
                </a:lnTo>
                <a:lnTo>
                  <a:pt x="1228566" y="197869"/>
                </a:lnTo>
                <a:lnTo>
                  <a:pt x="1260213" y="229520"/>
                </a:lnTo>
                <a:lnTo>
                  <a:pt x="1289879" y="263056"/>
                </a:lnTo>
                <a:lnTo>
                  <a:pt x="1317470" y="298380"/>
                </a:lnTo>
                <a:lnTo>
                  <a:pt x="1342888" y="335398"/>
                </a:lnTo>
                <a:lnTo>
                  <a:pt x="1366038" y="374012"/>
                </a:lnTo>
                <a:lnTo>
                  <a:pt x="1386823" y="414128"/>
                </a:lnTo>
                <a:lnTo>
                  <a:pt x="1405147" y="455649"/>
                </a:lnTo>
                <a:lnTo>
                  <a:pt x="1420914" y="498480"/>
                </a:lnTo>
                <a:lnTo>
                  <a:pt x="1434027" y="542524"/>
                </a:lnTo>
                <a:lnTo>
                  <a:pt x="1444390" y="587686"/>
                </a:lnTo>
                <a:lnTo>
                  <a:pt x="1451887" y="633671"/>
                </a:lnTo>
                <a:lnTo>
                  <a:pt x="1456473" y="680753"/>
                </a:lnTo>
                <a:lnTo>
                  <a:pt x="1458023" y="728662"/>
                </a:lnTo>
                <a:lnTo>
                  <a:pt x="1456473" y="776571"/>
                </a:lnTo>
                <a:lnTo>
                  <a:pt x="1451887" y="823653"/>
                </a:lnTo>
                <a:lnTo>
                  <a:pt x="1444322" y="869985"/>
                </a:lnTo>
                <a:lnTo>
                  <a:pt x="1433947" y="915101"/>
                </a:lnTo>
                <a:lnTo>
                  <a:pt x="1420827" y="959104"/>
                </a:lnTo>
                <a:lnTo>
                  <a:pt x="1405057" y="1001898"/>
                </a:lnTo>
                <a:lnTo>
                  <a:pt x="1386732" y="1043385"/>
                </a:lnTo>
                <a:lnTo>
                  <a:pt x="1365949" y="1083471"/>
                </a:lnTo>
                <a:lnTo>
                  <a:pt x="1342802" y="1122060"/>
                </a:lnTo>
                <a:lnTo>
                  <a:pt x="1317389" y="1159054"/>
                </a:lnTo>
                <a:lnTo>
                  <a:pt x="1289805" y="1194358"/>
                </a:lnTo>
                <a:lnTo>
                  <a:pt x="1260145" y="1227875"/>
                </a:lnTo>
                <a:lnTo>
                  <a:pt x="1228506" y="1259511"/>
                </a:lnTo>
                <a:lnTo>
                  <a:pt x="1194984" y="1289168"/>
                </a:lnTo>
                <a:lnTo>
                  <a:pt x="1159674" y="1316750"/>
                </a:lnTo>
                <a:lnTo>
                  <a:pt x="1122672" y="1342162"/>
                </a:lnTo>
                <a:lnTo>
                  <a:pt x="1084074" y="1365306"/>
                </a:lnTo>
                <a:lnTo>
                  <a:pt x="1043976" y="1386088"/>
                </a:lnTo>
                <a:lnTo>
                  <a:pt x="1002475" y="1404411"/>
                </a:lnTo>
                <a:lnTo>
                  <a:pt x="959666" y="1420178"/>
                </a:lnTo>
                <a:lnTo>
                  <a:pt x="915645" y="1433295"/>
                </a:lnTo>
                <a:lnTo>
                  <a:pt x="870507" y="1443664"/>
                </a:lnTo>
                <a:lnTo>
                  <a:pt x="824350" y="1451189"/>
                </a:lnTo>
                <a:lnTo>
                  <a:pt x="777269" y="1455775"/>
                </a:lnTo>
                <a:lnTo>
                  <a:pt x="729361" y="1457325"/>
                </a:lnTo>
                <a:close/>
              </a:path>
            </a:pathLst>
          </a:custGeom>
          <a:solidFill>
            <a:srgbClr val="004578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681129" y="1527809"/>
            <a:ext cx="829944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0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0</a:t>
            </a:r>
            <a:r>
              <a:rPr sz="5400" b="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1</a:t>
            </a:r>
            <a:endParaRPr sz="54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61474" y="2849257"/>
            <a:ext cx="54184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rgbClr val="00B0F0"/>
                </a:solidFill>
                <a:latin typeface="黑体" pitchFamily="49" charset="-122"/>
                <a:ea typeface="黑体" pitchFamily="49" charset="-122"/>
              </a:rPr>
              <a:t>福建医科大学</a:t>
            </a:r>
            <a:endParaRPr lang="en-US" altLang="zh-CN" sz="3600" dirty="0">
              <a:solidFill>
                <a:srgbClr val="00B0F0"/>
              </a:solidFill>
              <a:latin typeface="黑体" pitchFamily="49" charset="-122"/>
              <a:ea typeface="黑体" pitchFamily="49" charset="-122"/>
            </a:endParaRPr>
          </a:p>
          <a:p>
            <a:pPr algn="ctr"/>
            <a:r>
              <a:rPr lang="en-US" altLang="zh-CN" sz="1600" dirty="0"/>
              <a:t>Fujian Medical University</a:t>
            </a:r>
          </a:p>
          <a:p>
            <a:pPr algn="ctr"/>
            <a:endParaRPr lang="en-US" altLang="zh-CN" dirty="0"/>
          </a:p>
          <a:p>
            <a:pPr algn="ctr"/>
            <a:r>
              <a:rPr lang="zh-CN" altLang="en-US" dirty="0"/>
              <a:t>勤奋</a:t>
            </a:r>
            <a:r>
              <a:rPr lang="en-US" altLang="zh-CN" dirty="0"/>
              <a:t>•</a:t>
            </a:r>
            <a:r>
              <a:rPr lang="zh-CN" altLang="en-US" dirty="0"/>
              <a:t>严谨</a:t>
            </a:r>
            <a:r>
              <a:rPr lang="en-US" altLang="zh-CN" dirty="0"/>
              <a:t>•</a:t>
            </a:r>
            <a:r>
              <a:rPr lang="zh-CN" altLang="en-US" dirty="0"/>
              <a:t>求实</a:t>
            </a:r>
            <a:r>
              <a:rPr lang="en-US" altLang="zh-CN" dirty="0"/>
              <a:t>•</a:t>
            </a:r>
            <a:r>
              <a:rPr lang="zh-CN" altLang="en-US" dirty="0"/>
              <a:t>创新</a:t>
            </a:r>
          </a:p>
        </p:txBody>
      </p:sp>
      <p:pic>
        <p:nvPicPr>
          <p:cNvPr id="8" name="音频 7">
            <a:hlinkClick r:id="" action="ppaction://media"/>
            <a:extLst>
              <a:ext uri="{FF2B5EF4-FFF2-40B4-BE49-F238E27FC236}">
                <a16:creationId xmlns:a16="http://schemas.microsoft.com/office/drawing/2014/main" id="{7EA14078-C30F-4B26-AA9F-5AEBE8903D0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2945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19"/>
    </mc:Choice>
    <mc:Fallback>
      <p:transition spd="slow" advTm="171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838200"/>
            <a:ext cx="9698944" cy="4849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9700758" y="5687672"/>
            <a:ext cx="125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上街校区</a:t>
            </a:r>
          </a:p>
        </p:txBody>
      </p:sp>
      <p:pic>
        <p:nvPicPr>
          <p:cNvPr id="3" name="音频 2">
            <a:hlinkClick r:id="" action="ppaction://media"/>
            <a:extLst>
              <a:ext uri="{FF2B5EF4-FFF2-40B4-BE49-F238E27FC236}">
                <a16:creationId xmlns:a16="http://schemas.microsoft.com/office/drawing/2014/main" id="{83D23311-E934-4077-B6C8-B3DB28F150D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1992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183"/>
    </mc:Choice>
    <mc:Fallback>
      <p:transition spd="slow" advTm="1118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1242060"/>
          </a:xfrm>
          <a:custGeom>
            <a:avLst/>
            <a:gdLst/>
            <a:ahLst/>
            <a:cxnLst/>
            <a:rect l="l" t="t" r="r" b="b"/>
            <a:pathLst>
              <a:path w="12192000" h="1242060">
                <a:moveTo>
                  <a:pt x="0" y="1242060"/>
                </a:moveTo>
                <a:lnTo>
                  <a:pt x="12192000" y="1242060"/>
                </a:lnTo>
                <a:lnTo>
                  <a:pt x="12192000" y="0"/>
                </a:lnTo>
                <a:lnTo>
                  <a:pt x="0" y="0"/>
                </a:lnTo>
                <a:lnTo>
                  <a:pt x="0" y="12420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172200"/>
            <a:ext cx="12192000" cy="685800"/>
          </a:xfrm>
          <a:custGeom>
            <a:avLst/>
            <a:gdLst/>
            <a:ahLst/>
            <a:cxnLst/>
            <a:rect l="l" t="t" r="r" b="b"/>
            <a:pathLst>
              <a:path w="12192000" h="685800">
                <a:moveTo>
                  <a:pt x="0" y="685800"/>
                </a:moveTo>
                <a:lnTo>
                  <a:pt x="12192000" y="6858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10184" y="368274"/>
            <a:ext cx="333057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73075" algn="l"/>
                <a:tab pos="473075" algn="l"/>
              </a:tabLst>
            </a:pPr>
            <a:r>
              <a:rPr sz="2800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福建医科大学简</a:t>
            </a:r>
            <a:r>
              <a:rPr sz="2800" spc="-5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介</a:t>
            </a:r>
            <a:endParaRPr sz="28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2608" y="974102"/>
            <a:ext cx="10563860" cy="0"/>
          </a:xfrm>
          <a:custGeom>
            <a:avLst/>
            <a:gdLst/>
            <a:ahLst/>
            <a:cxnLst/>
            <a:rect l="l" t="t" r="r" b="b"/>
            <a:pathLst>
              <a:path w="10563860">
                <a:moveTo>
                  <a:pt x="0" y="0"/>
                </a:moveTo>
                <a:lnTo>
                  <a:pt x="10563720" y="0"/>
                </a:lnTo>
              </a:path>
            </a:pathLst>
          </a:custGeom>
          <a:ln w="28575">
            <a:solidFill>
              <a:srgbClr val="0045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1242060"/>
            <a:ext cx="12192000" cy="4930140"/>
          </a:xfrm>
          <a:custGeom>
            <a:avLst/>
            <a:gdLst/>
            <a:ahLst/>
            <a:cxnLst/>
            <a:rect l="l" t="t" r="r" b="b"/>
            <a:pathLst>
              <a:path w="12192000" h="4930140">
                <a:moveTo>
                  <a:pt x="0" y="0"/>
                </a:moveTo>
                <a:lnTo>
                  <a:pt x="12192000" y="0"/>
                </a:lnTo>
                <a:lnTo>
                  <a:pt x="12192000" y="4930140"/>
                </a:lnTo>
                <a:lnTo>
                  <a:pt x="0" y="4930140"/>
                </a:lnTo>
                <a:lnTo>
                  <a:pt x="0" y="0"/>
                </a:lnTo>
                <a:close/>
              </a:path>
            </a:pathLst>
          </a:custGeom>
          <a:solidFill>
            <a:srgbClr val="0045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03606" y="1325790"/>
            <a:ext cx="8443595" cy="4597400"/>
          </a:xfrm>
          <a:prstGeom prst="rect">
            <a:avLst/>
          </a:prstGeom>
        </p:spPr>
        <p:txBody>
          <a:bodyPr vert="horz" wrap="square" lIns="0" tIns="185420" rIns="0" bIns="0" rtlCol="0">
            <a:spAutoFit/>
          </a:bodyPr>
          <a:lstStyle/>
          <a:p>
            <a:pPr marL="293370" indent="-280670">
              <a:lnSpc>
                <a:spcPct val="100000"/>
              </a:lnSpc>
              <a:spcBef>
                <a:spcPts val="1460"/>
              </a:spcBef>
              <a:buSzPct val="95000"/>
              <a:buChar char="◇"/>
              <a:tabLst>
                <a:tab pos="293370" algn="l"/>
              </a:tabLst>
            </a:pPr>
            <a:r>
              <a:rPr sz="22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福建省</a:t>
            </a:r>
            <a:r>
              <a:rPr sz="2200" b="1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“双一流”</a:t>
            </a:r>
            <a:r>
              <a:rPr sz="22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建设高</a:t>
            </a:r>
            <a:r>
              <a:rPr sz="22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校</a:t>
            </a:r>
            <a:endParaRPr sz="22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93370" indent="-280670">
              <a:lnSpc>
                <a:spcPct val="100000"/>
              </a:lnSpc>
              <a:spcBef>
                <a:spcPts val="1360"/>
              </a:spcBef>
              <a:buSzPct val="95000"/>
              <a:buChar char="◇"/>
              <a:tabLst>
                <a:tab pos="293370" algn="l"/>
              </a:tabLst>
            </a:pPr>
            <a:r>
              <a:rPr sz="22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福建省卫生人才培养中心、医学科学研究中心和医疗卫生服务中</a:t>
            </a:r>
            <a:r>
              <a:rPr sz="22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心</a:t>
            </a:r>
            <a:endParaRPr sz="22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93370" indent="-280670">
              <a:lnSpc>
                <a:spcPct val="100000"/>
              </a:lnSpc>
              <a:spcBef>
                <a:spcPts val="1360"/>
              </a:spcBef>
              <a:buSzPct val="95000"/>
              <a:buChar char="◇"/>
              <a:tabLst>
                <a:tab pos="293370" algn="l"/>
              </a:tabLst>
            </a:pPr>
            <a:r>
              <a:rPr sz="22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2019</a:t>
            </a:r>
            <a:r>
              <a:rPr sz="22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年软科“中国最好医科大学排名”</a:t>
            </a:r>
            <a:r>
              <a:rPr sz="2200" b="1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第</a:t>
            </a:r>
            <a:r>
              <a:rPr sz="2200" b="1" spc="-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17</a:t>
            </a:r>
            <a:r>
              <a:rPr sz="2200" b="1" spc="-1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名</a:t>
            </a:r>
            <a:endParaRPr sz="22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93370" indent="-280670">
              <a:lnSpc>
                <a:spcPct val="100000"/>
              </a:lnSpc>
              <a:spcBef>
                <a:spcPts val="1360"/>
              </a:spcBef>
              <a:buSzPct val="95000"/>
              <a:buChar char="◇"/>
              <a:tabLst>
                <a:tab pos="293370" algn="l"/>
              </a:tabLst>
            </a:pPr>
            <a:r>
              <a:rPr sz="22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2019</a:t>
            </a:r>
            <a:r>
              <a:rPr sz="22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年软科“中国最好医科大学造就医学人才</a:t>
            </a:r>
            <a:r>
              <a:rPr sz="2200" b="1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前十</a:t>
            </a:r>
            <a:r>
              <a:rPr sz="22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高校</a:t>
            </a:r>
            <a:r>
              <a:rPr sz="22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sz="22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93370" indent="-280670">
              <a:lnSpc>
                <a:spcPct val="100000"/>
              </a:lnSpc>
              <a:spcBef>
                <a:spcPts val="1360"/>
              </a:spcBef>
              <a:buSzPct val="95000"/>
              <a:buChar char="◇"/>
              <a:tabLst>
                <a:tab pos="293370" algn="l"/>
              </a:tabLst>
            </a:pPr>
            <a:r>
              <a:rPr sz="22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首批“国家</a:t>
            </a:r>
            <a:r>
              <a:rPr sz="2200" b="1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卓越医生</a:t>
            </a:r>
            <a:r>
              <a:rPr sz="22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教育培养计划”试点高</a:t>
            </a:r>
            <a:r>
              <a:rPr sz="22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校</a:t>
            </a:r>
            <a:endParaRPr sz="22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93370" indent="-280670">
              <a:lnSpc>
                <a:spcPct val="100000"/>
              </a:lnSpc>
              <a:spcBef>
                <a:spcPts val="1360"/>
              </a:spcBef>
              <a:buSzPct val="95000"/>
              <a:buChar char="◇"/>
              <a:tabLst>
                <a:tab pos="293370" algn="l"/>
              </a:tabLst>
            </a:pPr>
            <a:r>
              <a:rPr sz="22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临床医学学科进入</a:t>
            </a:r>
            <a:r>
              <a:rPr sz="22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ESI</a:t>
            </a:r>
            <a:r>
              <a:rPr sz="22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全球排名</a:t>
            </a:r>
            <a:r>
              <a:rPr sz="2200" b="1" spc="-1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3‰</a:t>
            </a:r>
            <a:endParaRPr sz="22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93370" indent="-280670">
              <a:lnSpc>
                <a:spcPct val="100000"/>
              </a:lnSpc>
              <a:spcBef>
                <a:spcPts val="1360"/>
              </a:spcBef>
              <a:buSzPct val="95000"/>
              <a:buChar char="◇"/>
              <a:tabLst>
                <a:tab pos="293370" algn="l"/>
              </a:tabLst>
            </a:pPr>
            <a:r>
              <a:rPr sz="22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博士点总数居全国独立设置医学院校（含军队院校）第</a:t>
            </a:r>
            <a:r>
              <a:rPr sz="2200" b="1" spc="-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8</a:t>
            </a:r>
            <a:r>
              <a:rPr sz="22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名</a:t>
            </a:r>
            <a:endParaRPr sz="22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94640" marR="144780" indent="-281940">
              <a:lnSpc>
                <a:spcPct val="152000"/>
              </a:lnSpc>
              <a:buSzPct val="95000"/>
              <a:buChar char="◇"/>
              <a:tabLst>
                <a:tab pos="293370" algn="l"/>
              </a:tabLst>
            </a:pPr>
            <a:r>
              <a:rPr sz="22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附属协和医院、附一医院</a:t>
            </a:r>
            <a:r>
              <a:rPr sz="2200" b="1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连续</a:t>
            </a:r>
            <a:r>
              <a:rPr sz="2200" b="1" spc="-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sz="2200" b="1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年</a:t>
            </a:r>
            <a:r>
              <a:rPr sz="22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进入香港艾力彼医院管理研究</a:t>
            </a:r>
            <a:r>
              <a:rPr sz="22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中</a:t>
            </a:r>
            <a:r>
              <a:rPr sz="22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心“中国医院竞争力·顶级医院</a:t>
            </a:r>
            <a:r>
              <a:rPr sz="2200" b="1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百强榜</a:t>
            </a:r>
            <a:r>
              <a:rPr sz="22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sz="22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009376" y="172212"/>
            <a:ext cx="1014983" cy="9845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775954" y="3922242"/>
            <a:ext cx="3290417" cy="197689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734183" y="1688249"/>
            <a:ext cx="3305886" cy="190059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音频 11">
            <a:hlinkClick r:id="" action="ppaction://media"/>
            <a:extLst>
              <a:ext uri="{FF2B5EF4-FFF2-40B4-BE49-F238E27FC236}">
                <a16:creationId xmlns:a16="http://schemas.microsoft.com/office/drawing/2014/main" id="{2EC37A81-7CAA-4288-83EA-963A4AA887D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8395"/>
    </mc:Choice>
    <mc:Fallback>
      <p:transition spd="slow" advTm="2839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2026"/>
            <a:ext cx="12192000" cy="2432685"/>
          </a:xfrm>
          <a:custGeom>
            <a:avLst/>
            <a:gdLst/>
            <a:ahLst/>
            <a:cxnLst/>
            <a:rect l="l" t="t" r="r" b="b"/>
            <a:pathLst>
              <a:path w="12192000" h="2432685">
                <a:moveTo>
                  <a:pt x="0" y="2432304"/>
                </a:moveTo>
                <a:lnTo>
                  <a:pt x="12192000" y="2432304"/>
                </a:lnTo>
                <a:lnTo>
                  <a:pt x="12192000" y="0"/>
                </a:lnTo>
                <a:lnTo>
                  <a:pt x="0" y="0"/>
                </a:lnTo>
                <a:lnTo>
                  <a:pt x="0" y="2432304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616707"/>
            <a:ext cx="12192000" cy="1460500"/>
          </a:xfrm>
          <a:custGeom>
            <a:avLst/>
            <a:gdLst/>
            <a:ahLst/>
            <a:cxnLst/>
            <a:rect l="l" t="t" r="r" b="b"/>
            <a:pathLst>
              <a:path w="12192000" h="1460500">
                <a:moveTo>
                  <a:pt x="0" y="1459991"/>
                </a:moveTo>
                <a:lnTo>
                  <a:pt x="12192000" y="1459991"/>
                </a:lnTo>
                <a:lnTo>
                  <a:pt x="12192000" y="0"/>
                </a:lnTo>
                <a:lnTo>
                  <a:pt x="0" y="0"/>
                </a:lnTo>
                <a:lnTo>
                  <a:pt x="0" y="1459991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355580" y="2432304"/>
            <a:ext cx="1836420" cy="184785"/>
          </a:xfrm>
          <a:custGeom>
            <a:avLst/>
            <a:gdLst/>
            <a:ahLst/>
            <a:cxnLst/>
            <a:rect l="l" t="t" r="r" b="b"/>
            <a:pathLst>
              <a:path w="1836420" h="184785">
                <a:moveTo>
                  <a:pt x="0" y="184404"/>
                </a:moveTo>
                <a:lnTo>
                  <a:pt x="1836420" y="184404"/>
                </a:lnTo>
                <a:lnTo>
                  <a:pt x="1836420" y="0"/>
                </a:lnTo>
                <a:lnTo>
                  <a:pt x="0" y="0"/>
                </a:lnTo>
                <a:lnTo>
                  <a:pt x="0" y="184404"/>
                </a:lnTo>
                <a:close/>
              </a:path>
            </a:pathLst>
          </a:custGeom>
          <a:solidFill>
            <a:srgbClr val="0045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337804" y="2432304"/>
            <a:ext cx="1945005" cy="184785"/>
          </a:xfrm>
          <a:custGeom>
            <a:avLst/>
            <a:gdLst/>
            <a:ahLst/>
            <a:cxnLst/>
            <a:rect l="l" t="t" r="r" b="b"/>
            <a:pathLst>
              <a:path w="1945004" h="184785">
                <a:moveTo>
                  <a:pt x="0" y="184404"/>
                </a:moveTo>
                <a:lnTo>
                  <a:pt x="1944624" y="184404"/>
                </a:lnTo>
                <a:lnTo>
                  <a:pt x="1944624" y="0"/>
                </a:lnTo>
                <a:lnTo>
                  <a:pt x="0" y="0"/>
                </a:lnTo>
                <a:lnTo>
                  <a:pt x="0" y="184404"/>
                </a:lnTo>
                <a:close/>
              </a:path>
            </a:pathLst>
          </a:custGeom>
          <a:solidFill>
            <a:srgbClr val="0045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54496" y="2432304"/>
            <a:ext cx="2010410" cy="184785"/>
          </a:xfrm>
          <a:custGeom>
            <a:avLst/>
            <a:gdLst/>
            <a:ahLst/>
            <a:cxnLst/>
            <a:rect l="l" t="t" r="r" b="b"/>
            <a:pathLst>
              <a:path w="2010409" h="184785">
                <a:moveTo>
                  <a:pt x="0" y="184404"/>
                </a:moveTo>
                <a:lnTo>
                  <a:pt x="2010156" y="184404"/>
                </a:lnTo>
                <a:lnTo>
                  <a:pt x="2010156" y="0"/>
                </a:lnTo>
                <a:lnTo>
                  <a:pt x="0" y="0"/>
                </a:lnTo>
                <a:lnTo>
                  <a:pt x="0" y="184404"/>
                </a:lnTo>
                <a:close/>
              </a:path>
            </a:pathLst>
          </a:custGeom>
          <a:solidFill>
            <a:srgbClr val="0045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126991" y="2432304"/>
            <a:ext cx="2056130" cy="184785"/>
          </a:xfrm>
          <a:custGeom>
            <a:avLst/>
            <a:gdLst/>
            <a:ahLst/>
            <a:cxnLst/>
            <a:rect l="l" t="t" r="r" b="b"/>
            <a:pathLst>
              <a:path w="2056129" h="184785">
                <a:moveTo>
                  <a:pt x="0" y="184404"/>
                </a:moveTo>
                <a:lnTo>
                  <a:pt x="2055876" y="184404"/>
                </a:lnTo>
                <a:lnTo>
                  <a:pt x="2055876" y="0"/>
                </a:lnTo>
                <a:lnTo>
                  <a:pt x="0" y="0"/>
                </a:lnTo>
                <a:lnTo>
                  <a:pt x="0" y="184404"/>
                </a:lnTo>
                <a:close/>
              </a:path>
            </a:pathLst>
          </a:custGeom>
          <a:solidFill>
            <a:srgbClr val="0045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002535" y="2432304"/>
            <a:ext cx="2052955" cy="184785"/>
          </a:xfrm>
          <a:custGeom>
            <a:avLst/>
            <a:gdLst/>
            <a:ahLst/>
            <a:cxnLst/>
            <a:rect l="l" t="t" r="r" b="b"/>
            <a:pathLst>
              <a:path w="2052954" h="184785">
                <a:moveTo>
                  <a:pt x="0" y="184404"/>
                </a:moveTo>
                <a:lnTo>
                  <a:pt x="2052828" y="184404"/>
                </a:lnTo>
                <a:lnTo>
                  <a:pt x="2052828" y="0"/>
                </a:lnTo>
                <a:lnTo>
                  <a:pt x="0" y="0"/>
                </a:lnTo>
                <a:lnTo>
                  <a:pt x="0" y="184404"/>
                </a:lnTo>
                <a:close/>
              </a:path>
            </a:pathLst>
          </a:custGeom>
          <a:solidFill>
            <a:srgbClr val="0045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2432304"/>
            <a:ext cx="1931035" cy="184785"/>
          </a:xfrm>
          <a:custGeom>
            <a:avLst/>
            <a:gdLst/>
            <a:ahLst/>
            <a:cxnLst/>
            <a:rect l="l" t="t" r="r" b="b"/>
            <a:pathLst>
              <a:path w="1931035" h="184785">
                <a:moveTo>
                  <a:pt x="0" y="184404"/>
                </a:moveTo>
                <a:lnTo>
                  <a:pt x="1930908" y="184404"/>
                </a:lnTo>
                <a:lnTo>
                  <a:pt x="1930908" y="0"/>
                </a:lnTo>
                <a:lnTo>
                  <a:pt x="0" y="0"/>
                </a:lnTo>
                <a:lnTo>
                  <a:pt x="0" y="184404"/>
                </a:lnTo>
                <a:close/>
              </a:path>
            </a:pathLst>
          </a:custGeom>
          <a:solidFill>
            <a:srgbClr val="0045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66722" y="2049779"/>
            <a:ext cx="0" cy="1541145"/>
          </a:xfrm>
          <a:custGeom>
            <a:avLst/>
            <a:gdLst/>
            <a:ahLst/>
            <a:cxnLst/>
            <a:rect l="l" t="t" r="r" b="b"/>
            <a:pathLst>
              <a:path h="1541145">
                <a:moveTo>
                  <a:pt x="0" y="0"/>
                </a:moveTo>
                <a:lnTo>
                  <a:pt x="0" y="1540764"/>
                </a:lnTo>
              </a:path>
            </a:pathLst>
          </a:custGeom>
          <a:ln w="71627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091178" y="1994916"/>
            <a:ext cx="0" cy="1541145"/>
          </a:xfrm>
          <a:custGeom>
            <a:avLst/>
            <a:gdLst/>
            <a:ahLst/>
            <a:cxnLst/>
            <a:rect l="l" t="t" r="r" b="b"/>
            <a:pathLst>
              <a:path h="1541145">
                <a:moveTo>
                  <a:pt x="0" y="0"/>
                </a:moveTo>
                <a:lnTo>
                  <a:pt x="0" y="1540763"/>
                </a:lnTo>
              </a:path>
            </a:pathLst>
          </a:custGeom>
          <a:ln w="71627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301228" y="1903476"/>
            <a:ext cx="0" cy="1541145"/>
          </a:xfrm>
          <a:custGeom>
            <a:avLst/>
            <a:gdLst/>
            <a:ahLst/>
            <a:cxnLst/>
            <a:rect l="l" t="t" r="r" b="b"/>
            <a:pathLst>
              <a:path h="1541145">
                <a:moveTo>
                  <a:pt x="0" y="0"/>
                </a:moveTo>
                <a:lnTo>
                  <a:pt x="0" y="1540764"/>
                </a:lnTo>
              </a:path>
            </a:pathLst>
          </a:custGeom>
          <a:ln w="73151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12432" y="995705"/>
            <a:ext cx="1315173" cy="131517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867138" y="4597577"/>
            <a:ext cx="1455153" cy="145515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0280510" y="4980597"/>
            <a:ext cx="607695" cy="610235"/>
          </a:xfrm>
          <a:custGeom>
            <a:avLst/>
            <a:gdLst/>
            <a:ahLst/>
            <a:cxnLst/>
            <a:rect l="l" t="t" r="r" b="b"/>
            <a:pathLst>
              <a:path w="607695" h="610235">
                <a:moveTo>
                  <a:pt x="525729" y="609688"/>
                </a:moveTo>
                <a:lnTo>
                  <a:pt x="81876" y="609688"/>
                </a:lnTo>
                <a:lnTo>
                  <a:pt x="50293" y="603165"/>
                </a:lnTo>
                <a:lnTo>
                  <a:pt x="24236" y="585479"/>
                </a:lnTo>
                <a:lnTo>
                  <a:pt x="6529" y="559454"/>
                </a:lnTo>
                <a:lnTo>
                  <a:pt x="0" y="527913"/>
                </a:lnTo>
                <a:lnTo>
                  <a:pt x="0" y="200837"/>
                </a:lnTo>
                <a:lnTo>
                  <a:pt x="6529" y="168691"/>
                </a:lnTo>
                <a:lnTo>
                  <a:pt x="24236" y="142733"/>
                </a:lnTo>
                <a:lnTo>
                  <a:pt x="50293" y="125383"/>
                </a:lnTo>
                <a:lnTo>
                  <a:pt x="81876" y="119062"/>
                </a:lnTo>
                <a:lnTo>
                  <a:pt x="229831" y="119062"/>
                </a:lnTo>
                <a:lnTo>
                  <a:pt x="229831" y="0"/>
                </a:lnTo>
                <a:lnTo>
                  <a:pt x="387832" y="0"/>
                </a:lnTo>
                <a:lnTo>
                  <a:pt x="387832" y="38735"/>
                </a:lnTo>
                <a:lnTo>
                  <a:pt x="270052" y="38735"/>
                </a:lnTo>
                <a:lnTo>
                  <a:pt x="270052" y="157797"/>
                </a:lnTo>
                <a:lnTo>
                  <a:pt x="81876" y="157797"/>
                </a:lnTo>
                <a:lnTo>
                  <a:pt x="65444" y="161093"/>
                </a:lnTo>
                <a:lnTo>
                  <a:pt x="51704" y="170173"/>
                </a:lnTo>
                <a:lnTo>
                  <a:pt x="42275" y="183825"/>
                </a:lnTo>
                <a:lnTo>
                  <a:pt x="38773" y="200837"/>
                </a:lnTo>
                <a:lnTo>
                  <a:pt x="38773" y="527913"/>
                </a:lnTo>
                <a:lnTo>
                  <a:pt x="42275" y="544320"/>
                </a:lnTo>
                <a:lnTo>
                  <a:pt x="51704" y="558039"/>
                </a:lnTo>
                <a:lnTo>
                  <a:pt x="65444" y="567456"/>
                </a:lnTo>
                <a:lnTo>
                  <a:pt x="81876" y="570953"/>
                </a:lnTo>
                <a:lnTo>
                  <a:pt x="593602" y="570953"/>
                </a:lnTo>
                <a:lnTo>
                  <a:pt x="583907" y="585479"/>
                </a:lnTo>
                <a:lnTo>
                  <a:pt x="557917" y="603165"/>
                </a:lnTo>
                <a:lnTo>
                  <a:pt x="525729" y="609688"/>
                </a:lnTo>
                <a:close/>
              </a:path>
              <a:path w="607695" h="610235">
                <a:moveTo>
                  <a:pt x="387832" y="160667"/>
                </a:moveTo>
                <a:lnTo>
                  <a:pt x="349046" y="160667"/>
                </a:lnTo>
                <a:lnTo>
                  <a:pt x="349046" y="38735"/>
                </a:lnTo>
                <a:lnTo>
                  <a:pt x="387832" y="38735"/>
                </a:lnTo>
                <a:lnTo>
                  <a:pt x="387832" y="119062"/>
                </a:lnTo>
                <a:lnTo>
                  <a:pt x="525729" y="119062"/>
                </a:lnTo>
                <a:lnTo>
                  <a:pt x="557917" y="125383"/>
                </a:lnTo>
                <a:lnTo>
                  <a:pt x="583907" y="142733"/>
                </a:lnTo>
                <a:lnTo>
                  <a:pt x="593987" y="157797"/>
                </a:lnTo>
                <a:lnTo>
                  <a:pt x="387832" y="157797"/>
                </a:lnTo>
                <a:lnTo>
                  <a:pt x="387832" y="160667"/>
                </a:lnTo>
                <a:close/>
              </a:path>
              <a:path w="607695" h="610235">
                <a:moveTo>
                  <a:pt x="319887" y="106057"/>
                </a:moveTo>
                <a:lnTo>
                  <a:pt x="300837" y="106057"/>
                </a:lnTo>
                <a:lnTo>
                  <a:pt x="293103" y="98691"/>
                </a:lnTo>
                <a:lnTo>
                  <a:pt x="293103" y="80530"/>
                </a:lnTo>
                <a:lnTo>
                  <a:pt x="300837" y="73164"/>
                </a:lnTo>
                <a:lnTo>
                  <a:pt x="319887" y="73164"/>
                </a:lnTo>
                <a:lnTo>
                  <a:pt x="327609" y="80530"/>
                </a:lnTo>
                <a:lnTo>
                  <a:pt x="327609" y="98691"/>
                </a:lnTo>
                <a:lnTo>
                  <a:pt x="319887" y="106057"/>
                </a:lnTo>
                <a:close/>
              </a:path>
              <a:path w="607695" h="610235">
                <a:moveTo>
                  <a:pt x="387832" y="199402"/>
                </a:moveTo>
                <a:lnTo>
                  <a:pt x="229831" y="199402"/>
                </a:lnTo>
                <a:lnTo>
                  <a:pt x="229831" y="157797"/>
                </a:lnTo>
                <a:lnTo>
                  <a:pt x="270052" y="157797"/>
                </a:lnTo>
                <a:lnTo>
                  <a:pt x="270052" y="160667"/>
                </a:lnTo>
                <a:lnTo>
                  <a:pt x="387832" y="160667"/>
                </a:lnTo>
                <a:lnTo>
                  <a:pt x="387832" y="199402"/>
                </a:lnTo>
                <a:close/>
              </a:path>
              <a:path w="607695" h="610235">
                <a:moveTo>
                  <a:pt x="593602" y="570953"/>
                </a:moveTo>
                <a:lnTo>
                  <a:pt x="525729" y="570953"/>
                </a:lnTo>
                <a:lnTo>
                  <a:pt x="542767" y="567456"/>
                </a:lnTo>
                <a:lnTo>
                  <a:pt x="556439" y="558039"/>
                </a:lnTo>
                <a:lnTo>
                  <a:pt x="565532" y="544320"/>
                </a:lnTo>
                <a:lnTo>
                  <a:pt x="568832" y="527913"/>
                </a:lnTo>
                <a:lnTo>
                  <a:pt x="568832" y="200837"/>
                </a:lnTo>
                <a:lnTo>
                  <a:pt x="565532" y="183825"/>
                </a:lnTo>
                <a:lnTo>
                  <a:pt x="556439" y="170173"/>
                </a:lnTo>
                <a:lnTo>
                  <a:pt x="542767" y="161093"/>
                </a:lnTo>
                <a:lnTo>
                  <a:pt x="525729" y="157797"/>
                </a:lnTo>
                <a:lnTo>
                  <a:pt x="593987" y="157797"/>
                </a:lnTo>
                <a:lnTo>
                  <a:pt x="601277" y="168691"/>
                </a:lnTo>
                <a:lnTo>
                  <a:pt x="607606" y="200837"/>
                </a:lnTo>
                <a:lnTo>
                  <a:pt x="607606" y="527913"/>
                </a:lnTo>
                <a:lnTo>
                  <a:pt x="601277" y="559454"/>
                </a:lnTo>
                <a:lnTo>
                  <a:pt x="593602" y="570953"/>
                </a:lnTo>
                <a:close/>
              </a:path>
              <a:path w="607695" h="610235">
                <a:moveTo>
                  <a:pt x="301701" y="304050"/>
                </a:moveTo>
                <a:lnTo>
                  <a:pt x="179654" y="304050"/>
                </a:lnTo>
                <a:lnTo>
                  <a:pt x="181403" y="278243"/>
                </a:lnTo>
                <a:lnTo>
                  <a:pt x="189344" y="253649"/>
                </a:lnTo>
                <a:lnTo>
                  <a:pt x="207514" y="235243"/>
                </a:lnTo>
                <a:lnTo>
                  <a:pt x="239953" y="228003"/>
                </a:lnTo>
                <a:lnTo>
                  <a:pt x="271206" y="235243"/>
                </a:lnTo>
                <a:lnTo>
                  <a:pt x="289672" y="253649"/>
                </a:lnTo>
                <a:lnTo>
                  <a:pt x="298716" y="278243"/>
                </a:lnTo>
                <a:lnTo>
                  <a:pt x="301701" y="304050"/>
                </a:lnTo>
                <a:close/>
              </a:path>
              <a:path w="607695" h="610235">
                <a:moveTo>
                  <a:pt x="475551" y="299783"/>
                </a:moveTo>
                <a:lnTo>
                  <a:pt x="324624" y="299783"/>
                </a:lnTo>
                <a:lnTo>
                  <a:pt x="323176" y="295478"/>
                </a:lnTo>
                <a:lnTo>
                  <a:pt x="320306" y="292595"/>
                </a:lnTo>
                <a:lnTo>
                  <a:pt x="317436" y="291160"/>
                </a:lnTo>
                <a:lnTo>
                  <a:pt x="315859" y="279851"/>
                </a:lnTo>
                <a:lnTo>
                  <a:pt x="313477" y="269621"/>
                </a:lnTo>
                <a:lnTo>
                  <a:pt x="310557" y="260467"/>
                </a:lnTo>
                <a:lnTo>
                  <a:pt x="307365" y="252387"/>
                </a:lnTo>
                <a:lnTo>
                  <a:pt x="475551" y="252387"/>
                </a:lnTo>
                <a:lnTo>
                  <a:pt x="481304" y="258127"/>
                </a:lnTo>
                <a:lnTo>
                  <a:pt x="481304" y="294030"/>
                </a:lnTo>
                <a:lnTo>
                  <a:pt x="475551" y="299783"/>
                </a:lnTo>
                <a:close/>
              </a:path>
              <a:path w="607695" h="610235">
                <a:moveTo>
                  <a:pt x="274421" y="408800"/>
                </a:moveTo>
                <a:lnTo>
                  <a:pt x="205498" y="408800"/>
                </a:lnTo>
                <a:lnTo>
                  <a:pt x="212674" y="403059"/>
                </a:lnTo>
                <a:lnTo>
                  <a:pt x="212674" y="393014"/>
                </a:lnTo>
                <a:lnTo>
                  <a:pt x="209803" y="387273"/>
                </a:lnTo>
                <a:lnTo>
                  <a:pt x="203615" y="381152"/>
                </a:lnTo>
                <a:lnTo>
                  <a:pt x="197964" y="373819"/>
                </a:lnTo>
                <a:lnTo>
                  <a:pt x="192851" y="365680"/>
                </a:lnTo>
                <a:lnTo>
                  <a:pt x="188277" y="357136"/>
                </a:lnTo>
                <a:lnTo>
                  <a:pt x="185394" y="357136"/>
                </a:lnTo>
                <a:lnTo>
                  <a:pt x="179071" y="354044"/>
                </a:lnTo>
                <a:lnTo>
                  <a:pt x="173555" y="346379"/>
                </a:lnTo>
                <a:lnTo>
                  <a:pt x="169653" y="336562"/>
                </a:lnTo>
                <a:lnTo>
                  <a:pt x="168173" y="327012"/>
                </a:lnTo>
                <a:lnTo>
                  <a:pt x="168173" y="304050"/>
                </a:lnTo>
                <a:lnTo>
                  <a:pt x="311746" y="304050"/>
                </a:lnTo>
                <a:lnTo>
                  <a:pt x="313181" y="314096"/>
                </a:lnTo>
                <a:lnTo>
                  <a:pt x="313181" y="327012"/>
                </a:lnTo>
                <a:lnTo>
                  <a:pt x="311500" y="336562"/>
                </a:lnTo>
                <a:lnTo>
                  <a:pt x="307260" y="346379"/>
                </a:lnTo>
                <a:lnTo>
                  <a:pt x="301673" y="354044"/>
                </a:lnTo>
                <a:lnTo>
                  <a:pt x="298605" y="355701"/>
                </a:lnTo>
                <a:lnTo>
                  <a:pt x="291642" y="355701"/>
                </a:lnTo>
                <a:lnTo>
                  <a:pt x="287898" y="364872"/>
                </a:lnTo>
                <a:lnTo>
                  <a:pt x="283211" y="373102"/>
                </a:lnTo>
                <a:lnTo>
                  <a:pt x="277717" y="380524"/>
                </a:lnTo>
                <a:lnTo>
                  <a:pt x="271551" y="387273"/>
                </a:lnTo>
                <a:lnTo>
                  <a:pt x="268668" y="390143"/>
                </a:lnTo>
                <a:lnTo>
                  <a:pt x="267233" y="393014"/>
                </a:lnTo>
                <a:lnTo>
                  <a:pt x="267233" y="403059"/>
                </a:lnTo>
                <a:lnTo>
                  <a:pt x="274421" y="408800"/>
                </a:lnTo>
                <a:close/>
              </a:path>
              <a:path w="607695" h="610235">
                <a:moveTo>
                  <a:pt x="475551" y="387210"/>
                </a:moveTo>
                <a:lnTo>
                  <a:pt x="301612" y="387210"/>
                </a:lnTo>
                <a:lnTo>
                  <a:pt x="301612" y="372910"/>
                </a:lnTo>
                <a:lnTo>
                  <a:pt x="310733" y="367978"/>
                </a:lnTo>
                <a:lnTo>
                  <a:pt x="318504" y="360229"/>
                </a:lnTo>
                <a:lnTo>
                  <a:pt x="324659" y="350603"/>
                </a:lnTo>
                <a:lnTo>
                  <a:pt x="328929" y="340042"/>
                </a:lnTo>
                <a:lnTo>
                  <a:pt x="475551" y="340042"/>
                </a:lnTo>
                <a:lnTo>
                  <a:pt x="481304" y="345757"/>
                </a:lnTo>
                <a:lnTo>
                  <a:pt x="481304" y="381495"/>
                </a:lnTo>
                <a:lnTo>
                  <a:pt x="475551" y="387210"/>
                </a:lnTo>
                <a:close/>
              </a:path>
              <a:path w="607695" h="610235">
                <a:moveTo>
                  <a:pt x="295948" y="357136"/>
                </a:moveTo>
                <a:lnTo>
                  <a:pt x="293077" y="357136"/>
                </a:lnTo>
                <a:lnTo>
                  <a:pt x="291642" y="355701"/>
                </a:lnTo>
                <a:lnTo>
                  <a:pt x="298605" y="355701"/>
                </a:lnTo>
                <a:lnTo>
                  <a:pt x="295948" y="357136"/>
                </a:lnTo>
                <a:close/>
              </a:path>
              <a:path w="607695" h="610235">
                <a:moveTo>
                  <a:pt x="346201" y="500634"/>
                </a:moveTo>
                <a:lnTo>
                  <a:pt x="145199" y="500634"/>
                </a:lnTo>
                <a:lnTo>
                  <a:pt x="138044" y="499131"/>
                </a:lnTo>
                <a:lnTo>
                  <a:pt x="132097" y="495072"/>
                </a:lnTo>
                <a:lnTo>
                  <a:pt x="128034" y="489130"/>
                </a:lnTo>
                <a:lnTo>
                  <a:pt x="126530" y="481977"/>
                </a:lnTo>
                <a:lnTo>
                  <a:pt x="126530" y="466191"/>
                </a:lnTo>
                <a:lnTo>
                  <a:pt x="131061" y="443904"/>
                </a:lnTo>
                <a:lnTo>
                  <a:pt x="143400" y="425656"/>
                </a:lnTo>
                <a:lnTo>
                  <a:pt x="161661" y="413327"/>
                </a:lnTo>
                <a:lnTo>
                  <a:pt x="183959" y="408800"/>
                </a:lnTo>
                <a:lnTo>
                  <a:pt x="295948" y="408800"/>
                </a:lnTo>
                <a:lnTo>
                  <a:pt x="318253" y="413327"/>
                </a:lnTo>
                <a:lnTo>
                  <a:pt x="336518" y="425656"/>
                </a:lnTo>
                <a:lnTo>
                  <a:pt x="348858" y="443904"/>
                </a:lnTo>
                <a:lnTo>
                  <a:pt x="353390" y="466191"/>
                </a:lnTo>
                <a:lnTo>
                  <a:pt x="353390" y="492023"/>
                </a:lnTo>
                <a:lnTo>
                  <a:pt x="346201" y="500634"/>
                </a:lnTo>
                <a:close/>
              </a:path>
              <a:path w="607695" h="610235">
                <a:moveTo>
                  <a:pt x="475551" y="474865"/>
                </a:moveTo>
                <a:lnTo>
                  <a:pt x="370636" y="474865"/>
                </a:lnTo>
                <a:lnTo>
                  <a:pt x="370632" y="466191"/>
                </a:lnTo>
                <a:lnTo>
                  <a:pt x="369849" y="455740"/>
                </a:lnTo>
                <a:lnTo>
                  <a:pt x="367579" y="445779"/>
                </a:lnTo>
                <a:lnTo>
                  <a:pt x="363960" y="436356"/>
                </a:lnTo>
                <a:lnTo>
                  <a:pt x="359130" y="427469"/>
                </a:lnTo>
                <a:lnTo>
                  <a:pt x="475551" y="427469"/>
                </a:lnTo>
                <a:lnTo>
                  <a:pt x="481304" y="433209"/>
                </a:lnTo>
                <a:lnTo>
                  <a:pt x="481304" y="469125"/>
                </a:lnTo>
                <a:lnTo>
                  <a:pt x="475551" y="47486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27595" y="2137968"/>
            <a:ext cx="85725" cy="368935"/>
          </a:xfrm>
          <a:custGeom>
            <a:avLst/>
            <a:gdLst/>
            <a:ahLst/>
            <a:cxnLst/>
            <a:rect l="l" t="t" r="r" b="b"/>
            <a:pathLst>
              <a:path w="85725" h="368935">
                <a:moveTo>
                  <a:pt x="28575" y="85725"/>
                </a:moveTo>
                <a:lnTo>
                  <a:pt x="0" y="85725"/>
                </a:lnTo>
                <a:lnTo>
                  <a:pt x="42862" y="0"/>
                </a:lnTo>
                <a:lnTo>
                  <a:pt x="75012" y="64300"/>
                </a:lnTo>
                <a:lnTo>
                  <a:pt x="28575" y="64300"/>
                </a:lnTo>
                <a:lnTo>
                  <a:pt x="28575" y="85725"/>
                </a:lnTo>
                <a:close/>
              </a:path>
              <a:path w="85725" h="368935">
                <a:moveTo>
                  <a:pt x="57150" y="368604"/>
                </a:moveTo>
                <a:lnTo>
                  <a:pt x="28575" y="368604"/>
                </a:lnTo>
                <a:lnTo>
                  <a:pt x="28575" y="64300"/>
                </a:lnTo>
                <a:lnTo>
                  <a:pt x="57150" y="64300"/>
                </a:lnTo>
                <a:lnTo>
                  <a:pt x="57150" y="368604"/>
                </a:lnTo>
                <a:close/>
              </a:path>
              <a:path w="85725" h="368935">
                <a:moveTo>
                  <a:pt x="85725" y="85725"/>
                </a:moveTo>
                <a:lnTo>
                  <a:pt x="57150" y="85725"/>
                </a:lnTo>
                <a:lnTo>
                  <a:pt x="57150" y="64300"/>
                </a:lnTo>
                <a:lnTo>
                  <a:pt x="75012" y="64300"/>
                </a:lnTo>
                <a:lnTo>
                  <a:pt x="85725" y="85725"/>
                </a:lnTo>
                <a:close/>
              </a:path>
            </a:pathLst>
          </a:custGeom>
          <a:solidFill>
            <a:srgbClr val="0045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991218" y="2501010"/>
            <a:ext cx="85725" cy="425450"/>
          </a:xfrm>
          <a:custGeom>
            <a:avLst/>
            <a:gdLst/>
            <a:ahLst/>
            <a:cxnLst/>
            <a:rect l="l" t="t" r="r" b="b"/>
            <a:pathLst>
              <a:path w="85725" h="425450">
                <a:moveTo>
                  <a:pt x="57150" y="360768"/>
                </a:moveTo>
                <a:lnTo>
                  <a:pt x="28575" y="360768"/>
                </a:lnTo>
                <a:lnTo>
                  <a:pt x="28575" y="0"/>
                </a:lnTo>
                <a:lnTo>
                  <a:pt x="57150" y="0"/>
                </a:lnTo>
                <a:lnTo>
                  <a:pt x="57150" y="360768"/>
                </a:lnTo>
                <a:close/>
              </a:path>
              <a:path w="85725" h="425450">
                <a:moveTo>
                  <a:pt x="42862" y="425069"/>
                </a:moveTo>
                <a:lnTo>
                  <a:pt x="0" y="339344"/>
                </a:lnTo>
                <a:lnTo>
                  <a:pt x="28575" y="339344"/>
                </a:lnTo>
                <a:lnTo>
                  <a:pt x="28575" y="360768"/>
                </a:lnTo>
                <a:lnTo>
                  <a:pt x="75012" y="360768"/>
                </a:lnTo>
                <a:lnTo>
                  <a:pt x="42862" y="425069"/>
                </a:lnTo>
                <a:close/>
              </a:path>
              <a:path w="85725" h="425450">
                <a:moveTo>
                  <a:pt x="75012" y="360768"/>
                </a:moveTo>
                <a:lnTo>
                  <a:pt x="57150" y="360768"/>
                </a:lnTo>
                <a:lnTo>
                  <a:pt x="57150" y="339344"/>
                </a:lnTo>
                <a:lnTo>
                  <a:pt x="85725" y="339344"/>
                </a:lnTo>
                <a:lnTo>
                  <a:pt x="75012" y="360768"/>
                </a:lnTo>
                <a:close/>
              </a:path>
            </a:pathLst>
          </a:custGeom>
          <a:solidFill>
            <a:srgbClr val="0045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13766" y="2899397"/>
            <a:ext cx="1296035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95"/>
              </a:spcBef>
            </a:pPr>
            <a:r>
              <a:rPr sz="2000" b="1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福建省立医 学专科学</a:t>
            </a:r>
            <a:r>
              <a:rPr sz="2000" b="1" spc="5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校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90715" y="368274"/>
            <a:ext cx="297497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73075" algn="l"/>
                <a:tab pos="473075" algn="l"/>
              </a:tabLst>
            </a:pPr>
            <a:r>
              <a:rPr lang="zh-CN" altLang="en-US" sz="2800" dirty="0">
                <a:solidFill>
                  <a:srgbClr val="004578"/>
                </a:solidFill>
                <a:latin typeface="微软雅黑" pitchFamily="34" charset="-122"/>
                <a:ea typeface="微软雅黑" pitchFamily="34" charset="-122"/>
                <a:cs typeface="微软雅黑" panose="020B0503020204020204" charset="-122"/>
              </a:rPr>
              <a:t>深厚的</a:t>
            </a:r>
            <a:r>
              <a:rPr sz="2800" dirty="0" err="1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历史底</a:t>
            </a:r>
            <a:r>
              <a:rPr sz="2800" spc="-5" dirty="0" err="1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蕴</a:t>
            </a:r>
            <a:endParaRPr sz="2800" dirty="0">
              <a:latin typeface="微软雅黑" pitchFamily="34" charset="-122"/>
              <a:ea typeface="微软雅黑" pitchFamily="34" charset="-122"/>
              <a:cs typeface="微软雅黑" panose="020B0503020204020204" charset="-122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12216" y="973778"/>
            <a:ext cx="10563860" cy="0"/>
          </a:xfrm>
          <a:custGeom>
            <a:avLst/>
            <a:gdLst/>
            <a:ahLst/>
            <a:cxnLst/>
            <a:rect l="l" t="t" r="r" b="b"/>
            <a:pathLst>
              <a:path w="10563860">
                <a:moveTo>
                  <a:pt x="0" y="0"/>
                </a:moveTo>
                <a:lnTo>
                  <a:pt x="10563707" y="0"/>
                </a:lnTo>
              </a:path>
            </a:pathLst>
          </a:custGeom>
          <a:ln w="28587">
            <a:solidFill>
              <a:srgbClr val="0045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1009376" y="190500"/>
            <a:ext cx="1014983" cy="98450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43001" y="1488414"/>
            <a:ext cx="680720" cy="3600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1937</a:t>
            </a:r>
            <a:endParaRPr sz="2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403817" y="2758084"/>
            <a:ext cx="1315173" cy="131517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752217" y="3231870"/>
            <a:ext cx="680720" cy="3600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1939</a:t>
            </a:r>
            <a:endParaRPr sz="2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038197" y="1838236"/>
            <a:ext cx="20580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福建省立医学学</a:t>
            </a:r>
            <a:r>
              <a:rPr sz="2000" b="1" spc="5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院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701040" y="2794025"/>
            <a:ext cx="1315173" cy="131517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9291307" y="2144064"/>
            <a:ext cx="85725" cy="368935"/>
          </a:xfrm>
          <a:custGeom>
            <a:avLst/>
            <a:gdLst/>
            <a:ahLst/>
            <a:cxnLst/>
            <a:rect l="l" t="t" r="r" b="b"/>
            <a:pathLst>
              <a:path w="85725" h="368935">
                <a:moveTo>
                  <a:pt x="28575" y="85725"/>
                </a:moveTo>
                <a:lnTo>
                  <a:pt x="0" y="85725"/>
                </a:lnTo>
                <a:lnTo>
                  <a:pt x="42862" y="0"/>
                </a:lnTo>
                <a:lnTo>
                  <a:pt x="75012" y="64300"/>
                </a:lnTo>
                <a:lnTo>
                  <a:pt x="28575" y="64300"/>
                </a:lnTo>
                <a:lnTo>
                  <a:pt x="28575" y="85725"/>
                </a:lnTo>
                <a:close/>
              </a:path>
              <a:path w="85725" h="368935">
                <a:moveTo>
                  <a:pt x="57150" y="368604"/>
                </a:moveTo>
                <a:lnTo>
                  <a:pt x="28575" y="368604"/>
                </a:lnTo>
                <a:lnTo>
                  <a:pt x="28575" y="64300"/>
                </a:lnTo>
                <a:lnTo>
                  <a:pt x="57150" y="64300"/>
                </a:lnTo>
                <a:lnTo>
                  <a:pt x="57150" y="368604"/>
                </a:lnTo>
                <a:close/>
              </a:path>
              <a:path w="85725" h="368935">
                <a:moveTo>
                  <a:pt x="85725" y="85725"/>
                </a:moveTo>
                <a:lnTo>
                  <a:pt x="57150" y="85725"/>
                </a:lnTo>
                <a:lnTo>
                  <a:pt x="57150" y="64300"/>
                </a:lnTo>
                <a:lnTo>
                  <a:pt x="75012" y="64300"/>
                </a:lnTo>
                <a:lnTo>
                  <a:pt x="85725" y="85725"/>
                </a:lnTo>
                <a:close/>
              </a:path>
            </a:pathLst>
          </a:custGeom>
          <a:solidFill>
            <a:srgbClr val="0045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085067" y="2125776"/>
            <a:ext cx="85725" cy="368935"/>
          </a:xfrm>
          <a:custGeom>
            <a:avLst/>
            <a:gdLst/>
            <a:ahLst/>
            <a:cxnLst/>
            <a:rect l="l" t="t" r="r" b="b"/>
            <a:pathLst>
              <a:path w="85725" h="368935">
                <a:moveTo>
                  <a:pt x="28575" y="85724"/>
                </a:moveTo>
                <a:lnTo>
                  <a:pt x="0" y="85724"/>
                </a:lnTo>
                <a:lnTo>
                  <a:pt x="42862" y="0"/>
                </a:lnTo>
                <a:lnTo>
                  <a:pt x="75012" y="64300"/>
                </a:lnTo>
                <a:lnTo>
                  <a:pt x="28575" y="64300"/>
                </a:lnTo>
                <a:lnTo>
                  <a:pt x="28575" y="85724"/>
                </a:lnTo>
                <a:close/>
              </a:path>
              <a:path w="85725" h="368935">
                <a:moveTo>
                  <a:pt x="57150" y="368604"/>
                </a:moveTo>
                <a:lnTo>
                  <a:pt x="28575" y="368604"/>
                </a:lnTo>
                <a:lnTo>
                  <a:pt x="28575" y="64300"/>
                </a:lnTo>
                <a:lnTo>
                  <a:pt x="57150" y="64300"/>
                </a:lnTo>
                <a:lnTo>
                  <a:pt x="57150" y="368604"/>
                </a:lnTo>
                <a:close/>
              </a:path>
              <a:path w="85725" h="368935">
                <a:moveTo>
                  <a:pt x="85725" y="85724"/>
                </a:moveTo>
                <a:lnTo>
                  <a:pt x="57150" y="85724"/>
                </a:lnTo>
                <a:lnTo>
                  <a:pt x="57150" y="64300"/>
                </a:lnTo>
                <a:lnTo>
                  <a:pt x="75012" y="64300"/>
                </a:lnTo>
                <a:lnTo>
                  <a:pt x="85725" y="85724"/>
                </a:lnTo>
                <a:close/>
              </a:path>
            </a:pathLst>
          </a:custGeom>
          <a:solidFill>
            <a:srgbClr val="0045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4525365" y="2990380"/>
            <a:ext cx="12960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福建医学</a:t>
            </a:r>
            <a:r>
              <a:rPr sz="2000" b="1" spc="5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院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218682" y="2147316"/>
            <a:ext cx="0" cy="1541145"/>
          </a:xfrm>
          <a:custGeom>
            <a:avLst/>
            <a:gdLst/>
            <a:ahLst/>
            <a:cxnLst/>
            <a:rect l="l" t="t" r="r" b="b"/>
            <a:pathLst>
              <a:path h="1541145">
                <a:moveTo>
                  <a:pt x="0" y="0"/>
                </a:moveTo>
                <a:lnTo>
                  <a:pt x="0" y="1540763"/>
                </a:lnTo>
              </a:path>
            </a:pathLst>
          </a:custGeom>
          <a:ln w="71627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0319004" y="2074164"/>
            <a:ext cx="0" cy="1541145"/>
          </a:xfrm>
          <a:custGeom>
            <a:avLst/>
            <a:gdLst/>
            <a:ahLst/>
            <a:cxnLst/>
            <a:rect l="l" t="t" r="r" b="b"/>
            <a:pathLst>
              <a:path h="1541145">
                <a:moveTo>
                  <a:pt x="0" y="0"/>
                </a:moveTo>
                <a:lnTo>
                  <a:pt x="0" y="1540764"/>
                </a:lnTo>
              </a:path>
            </a:pathLst>
          </a:custGeom>
          <a:ln w="73151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0" y="4076700"/>
            <a:ext cx="12192000" cy="2781300"/>
          </a:xfrm>
          <a:custGeom>
            <a:avLst/>
            <a:gdLst/>
            <a:ahLst/>
            <a:cxnLst/>
            <a:rect l="l" t="t" r="r" b="b"/>
            <a:pathLst>
              <a:path w="12192000" h="2781300">
                <a:moveTo>
                  <a:pt x="0" y="0"/>
                </a:moveTo>
                <a:lnTo>
                  <a:pt x="12192000" y="0"/>
                </a:lnTo>
                <a:lnTo>
                  <a:pt x="12192000" y="2781300"/>
                </a:lnTo>
                <a:lnTo>
                  <a:pt x="0" y="2781300"/>
                </a:lnTo>
                <a:lnTo>
                  <a:pt x="0" y="0"/>
                </a:lnTo>
                <a:close/>
              </a:path>
            </a:pathLst>
          </a:custGeom>
          <a:solidFill>
            <a:srgbClr val="0045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159660" y="4188053"/>
            <a:ext cx="3483025" cy="260256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49300" y="4158983"/>
            <a:ext cx="3337877" cy="259899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276706" y="2543682"/>
            <a:ext cx="85725" cy="425450"/>
          </a:xfrm>
          <a:custGeom>
            <a:avLst/>
            <a:gdLst/>
            <a:ahLst/>
            <a:cxnLst/>
            <a:rect l="l" t="t" r="r" b="b"/>
            <a:pathLst>
              <a:path w="85725" h="425450">
                <a:moveTo>
                  <a:pt x="57150" y="360768"/>
                </a:moveTo>
                <a:lnTo>
                  <a:pt x="28575" y="360768"/>
                </a:lnTo>
                <a:lnTo>
                  <a:pt x="28575" y="0"/>
                </a:lnTo>
                <a:lnTo>
                  <a:pt x="57150" y="0"/>
                </a:lnTo>
                <a:lnTo>
                  <a:pt x="57150" y="360768"/>
                </a:lnTo>
                <a:close/>
              </a:path>
              <a:path w="85725" h="425450">
                <a:moveTo>
                  <a:pt x="42862" y="425069"/>
                </a:moveTo>
                <a:lnTo>
                  <a:pt x="0" y="339344"/>
                </a:lnTo>
                <a:lnTo>
                  <a:pt x="28575" y="339344"/>
                </a:lnTo>
                <a:lnTo>
                  <a:pt x="28575" y="360768"/>
                </a:lnTo>
                <a:lnTo>
                  <a:pt x="75012" y="360768"/>
                </a:lnTo>
                <a:lnTo>
                  <a:pt x="42862" y="425069"/>
                </a:lnTo>
                <a:close/>
              </a:path>
              <a:path w="85725" h="425450">
                <a:moveTo>
                  <a:pt x="75012" y="360768"/>
                </a:moveTo>
                <a:lnTo>
                  <a:pt x="57150" y="360768"/>
                </a:lnTo>
                <a:lnTo>
                  <a:pt x="57150" y="339344"/>
                </a:lnTo>
                <a:lnTo>
                  <a:pt x="85725" y="339344"/>
                </a:lnTo>
                <a:lnTo>
                  <a:pt x="75012" y="360768"/>
                </a:lnTo>
                <a:close/>
              </a:path>
            </a:pathLst>
          </a:custGeom>
          <a:solidFill>
            <a:srgbClr val="0045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469904" y="1020089"/>
            <a:ext cx="1315173" cy="131517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676144" y="1020089"/>
            <a:ext cx="1315173" cy="131517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4800472" y="1494510"/>
            <a:ext cx="680720" cy="3600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1949</a:t>
            </a:r>
            <a:endParaRPr sz="2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019417" y="3256254"/>
            <a:ext cx="680720" cy="3600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1969</a:t>
            </a:r>
            <a:endParaRPr sz="2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543141" y="1826044"/>
            <a:ext cx="15500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福建医科大</a:t>
            </a:r>
            <a:r>
              <a:rPr sz="2000" b="1" spc="5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学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976220" y="1500606"/>
            <a:ext cx="680720" cy="3600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1982</a:t>
            </a:r>
            <a:endParaRPr sz="2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719413" y="2959900"/>
            <a:ext cx="12960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福建医学</a:t>
            </a:r>
            <a:r>
              <a:rPr sz="2000" b="1" spc="5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院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1214722" y="2549779"/>
            <a:ext cx="85725" cy="425450"/>
          </a:xfrm>
          <a:custGeom>
            <a:avLst/>
            <a:gdLst/>
            <a:ahLst/>
            <a:cxnLst/>
            <a:rect l="l" t="t" r="r" b="b"/>
            <a:pathLst>
              <a:path w="85725" h="425450">
                <a:moveTo>
                  <a:pt x="57150" y="360768"/>
                </a:moveTo>
                <a:lnTo>
                  <a:pt x="28575" y="360768"/>
                </a:lnTo>
                <a:lnTo>
                  <a:pt x="28575" y="0"/>
                </a:lnTo>
                <a:lnTo>
                  <a:pt x="57150" y="0"/>
                </a:lnTo>
                <a:lnTo>
                  <a:pt x="57150" y="360768"/>
                </a:lnTo>
                <a:close/>
              </a:path>
              <a:path w="85725" h="425450">
                <a:moveTo>
                  <a:pt x="42862" y="425069"/>
                </a:moveTo>
                <a:lnTo>
                  <a:pt x="0" y="339344"/>
                </a:lnTo>
                <a:lnTo>
                  <a:pt x="28575" y="339344"/>
                </a:lnTo>
                <a:lnTo>
                  <a:pt x="28575" y="360768"/>
                </a:lnTo>
                <a:lnTo>
                  <a:pt x="75012" y="360768"/>
                </a:lnTo>
                <a:lnTo>
                  <a:pt x="42862" y="425069"/>
                </a:lnTo>
                <a:close/>
              </a:path>
              <a:path w="85725" h="425450">
                <a:moveTo>
                  <a:pt x="75012" y="360768"/>
                </a:moveTo>
                <a:lnTo>
                  <a:pt x="57150" y="360768"/>
                </a:lnTo>
                <a:lnTo>
                  <a:pt x="57150" y="339344"/>
                </a:lnTo>
                <a:lnTo>
                  <a:pt x="85725" y="339344"/>
                </a:lnTo>
                <a:lnTo>
                  <a:pt x="75012" y="360768"/>
                </a:lnTo>
                <a:close/>
              </a:path>
            </a:pathLst>
          </a:custGeom>
          <a:solidFill>
            <a:srgbClr val="0045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0639056" y="2800121"/>
            <a:ext cx="1315173" cy="131517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10957420" y="3280638"/>
            <a:ext cx="680720" cy="3600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1996</a:t>
            </a:r>
            <a:endParaRPr sz="2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0462869" y="1832139"/>
            <a:ext cx="15500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福建医科大</a:t>
            </a:r>
            <a:r>
              <a:rPr sz="2000" b="1" spc="5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学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5" name="音频 34">
            <a:hlinkClick r:id="" action="ppaction://media"/>
            <a:extLst>
              <a:ext uri="{FF2B5EF4-FFF2-40B4-BE49-F238E27FC236}">
                <a16:creationId xmlns:a16="http://schemas.microsoft.com/office/drawing/2014/main" id="{6EAB8F34-62D9-4E31-8991-F6DD507F768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350"/>
    </mc:Choice>
    <mc:Fallback>
      <p:transition spd="slow" advTm="163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5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8800" y="330542"/>
            <a:ext cx="297497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73075" algn="l"/>
                <a:tab pos="473075" algn="l"/>
              </a:tabLst>
            </a:pPr>
            <a:r>
              <a:rPr lang="zh-CN" altLang="en-US" sz="2800" dirty="0">
                <a:solidFill>
                  <a:srgbClr val="004578"/>
                </a:solidFill>
                <a:latin typeface="微软雅黑" pitchFamily="34" charset="-122"/>
                <a:ea typeface="微软雅黑" pitchFamily="34" charset="-122"/>
                <a:cs typeface="微软雅黑" panose="020B0503020204020204" charset="-122"/>
              </a:rPr>
              <a:t>雄厚的</a:t>
            </a:r>
            <a:r>
              <a:rPr sz="2800" dirty="0" err="1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学科实</a:t>
            </a:r>
            <a:r>
              <a:rPr sz="2800" spc="-5" dirty="0" err="1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力</a:t>
            </a:r>
            <a:endParaRPr sz="2800" dirty="0">
              <a:latin typeface="微软雅黑" pitchFamily="34" charset="-122"/>
              <a:ea typeface="微软雅黑" pitchFamily="34" charset="-122"/>
              <a:cs typeface="微软雅黑" panose="020B0503020204020204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2127" y="1450847"/>
            <a:ext cx="6143625" cy="3444148"/>
          </a:xfrm>
          <a:prstGeom prst="rect">
            <a:avLst/>
          </a:prstGeom>
          <a:solidFill>
            <a:srgbClr val="004578"/>
          </a:solidFill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2250" dirty="0">
              <a:latin typeface="Times New Roman" panose="02020603050405020304"/>
              <a:cs typeface="Times New Roman" panose="02020603050405020304"/>
            </a:endParaRPr>
          </a:p>
          <a:p>
            <a:pPr marL="370205" marR="433705">
              <a:lnSpc>
                <a:spcPct val="130000"/>
              </a:lnSpc>
              <a:buSzPct val="95000"/>
              <a:buChar char="◇"/>
              <a:tabLst>
                <a:tab pos="651510" algn="l"/>
              </a:tabLst>
            </a:pPr>
            <a:r>
              <a:rPr sz="22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现有</a:t>
            </a:r>
            <a:r>
              <a:rPr sz="2200" b="1" spc="-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8</a:t>
            </a:r>
            <a:r>
              <a:rPr sz="22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个博士学位授权点，涵盖了绝大</a:t>
            </a:r>
            <a:r>
              <a:rPr sz="22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部 </a:t>
            </a:r>
            <a:r>
              <a:rPr sz="22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分现代医学博士学科，博士点总数居全国</a:t>
            </a:r>
            <a:r>
              <a:rPr sz="22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独 </a:t>
            </a:r>
            <a:r>
              <a:rPr sz="22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立设置医学院校（含军队院校）第</a:t>
            </a:r>
            <a:r>
              <a:rPr sz="2200" b="1" spc="-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8</a:t>
            </a:r>
            <a:r>
              <a:rPr sz="22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名</a:t>
            </a:r>
            <a:r>
              <a:rPr sz="22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22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FFFFFF"/>
              </a:buClr>
              <a:buChar char="◇"/>
            </a:pPr>
            <a:endParaRPr sz="2950" dirty="0">
              <a:latin typeface="Times New Roman" panose="02020603050405020304"/>
              <a:cs typeface="Times New Roman" panose="02020603050405020304"/>
            </a:endParaRPr>
          </a:p>
          <a:p>
            <a:pPr marL="370205" marR="149225">
              <a:lnSpc>
                <a:spcPct val="130000"/>
              </a:lnSpc>
              <a:buSzPct val="95000"/>
              <a:buChar char="◇"/>
              <a:tabLst>
                <a:tab pos="651510" algn="l"/>
              </a:tabLst>
            </a:pPr>
            <a:r>
              <a:rPr sz="22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目前</a:t>
            </a:r>
            <a:r>
              <a:rPr sz="22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ESI</a:t>
            </a:r>
            <a:r>
              <a:rPr sz="22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学科综合排名列全国高校第</a:t>
            </a:r>
            <a:r>
              <a:rPr sz="22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130</a:t>
            </a:r>
            <a:r>
              <a:rPr sz="22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位</a:t>
            </a:r>
            <a:r>
              <a:rPr sz="22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 </a:t>
            </a:r>
            <a:r>
              <a:rPr sz="22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进入</a:t>
            </a:r>
            <a:r>
              <a:rPr sz="22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ESI</a:t>
            </a:r>
            <a:r>
              <a:rPr sz="22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全球5‰学科数量居全国</a:t>
            </a:r>
            <a:r>
              <a:rPr sz="2200" b="1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第</a:t>
            </a:r>
            <a:r>
              <a:rPr sz="2200" b="1" spc="-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90</a:t>
            </a:r>
            <a:r>
              <a:rPr sz="2200" b="1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位</a:t>
            </a:r>
            <a:r>
              <a:rPr sz="22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2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继 </a:t>
            </a:r>
            <a:r>
              <a:rPr sz="2200" b="1" dirty="0" err="1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续居</a:t>
            </a:r>
            <a:r>
              <a:rPr lang="zh-CN" altLang="en-US" sz="22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福建省</a:t>
            </a:r>
            <a:r>
              <a:rPr sz="22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省高校</a:t>
            </a:r>
            <a:r>
              <a:rPr sz="2200" b="1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第</a:t>
            </a:r>
            <a:r>
              <a:rPr sz="2200" b="1" spc="-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sz="22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，2019</a:t>
            </a:r>
            <a:r>
              <a:rPr sz="22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年进入前</a:t>
            </a:r>
            <a:r>
              <a:rPr sz="2200" b="1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3‰</a:t>
            </a:r>
            <a:r>
              <a:rPr sz="22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22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009376" y="172212"/>
            <a:ext cx="1014983" cy="9845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12216" y="973778"/>
            <a:ext cx="10563860" cy="0"/>
          </a:xfrm>
          <a:custGeom>
            <a:avLst/>
            <a:gdLst/>
            <a:ahLst/>
            <a:cxnLst/>
            <a:rect l="l" t="t" r="r" b="b"/>
            <a:pathLst>
              <a:path w="10563860">
                <a:moveTo>
                  <a:pt x="0" y="0"/>
                </a:moveTo>
                <a:lnTo>
                  <a:pt x="10563707" y="0"/>
                </a:lnTo>
              </a:path>
            </a:pathLst>
          </a:custGeom>
          <a:ln w="28587">
            <a:solidFill>
              <a:srgbClr val="0045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222481" y="1469758"/>
            <a:ext cx="3556732" cy="361459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942184" y="3979164"/>
            <a:ext cx="11747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宋体" panose="02010600030101010101" pitchFamily="2" charset="-122"/>
                <a:cs typeface="宋体" panose="02010600030101010101" pitchFamily="2" charset="-122"/>
              </a:rPr>
              <a:t>本科生数</a:t>
            </a:r>
            <a:r>
              <a:rPr sz="1200" b="1" spc="-5" dirty="0">
                <a:latin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sz="1200" b="1" spc="-6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200" b="1" spc="-5" dirty="0">
                <a:latin typeface="宋体" panose="02010600030101010101" pitchFamily="2" charset="-122"/>
                <a:cs typeface="宋体" panose="02010600030101010101" pitchFamily="2" charset="-122"/>
              </a:rPr>
              <a:t>12707</a:t>
            </a:r>
            <a:endParaRPr sz="12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31480" y="2561996"/>
            <a:ext cx="12509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宋体" panose="02010600030101010101" pitchFamily="2" charset="-122"/>
                <a:cs typeface="宋体" panose="02010600030101010101" pitchFamily="2" charset="-122"/>
              </a:rPr>
              <a:t>硕士研究生</a:t>
            </a:r>
            <a:r>
              <a:rPr sz="1200" b="1" spc="-5" dirty="0">
                <a:latin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sz="1200" b="1" spc="-7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200" b="1" spc="-5" dirty="0">
                <a:latin typeface="宋体" panose="02010600030101010101" pitchFamily="2" charset="-122"/>
                <a:cs typeface="宋体" panose="02010600030101010101" pitchFamily="2" charset="-122"/>
              </a:rPr>
              <a:t>3388</a:t>
            </a:r>
            <a:endParaRPr sz="12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88263" y="1362125"/>
            <a:ext cx="11741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宋体" panose="02010600030101010101" pitchFamily="2" charset="-122"/>
                <a:cs typeface="宋体" panose="02010600030101010101" pitchFamily="2" charset="-122"/>
              </a:rPr>
              <a:t>博士研究生</a:t>
            </a:r>
            <a:r>
              <a:rPr sz="1200" b="1" spc="-5" dirty="0">
                <a:latin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sz="1200" b="1" spc="-7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200" b="1" spc="-5" dirty="0">
                <a:latin typeface="宋体" panose="02010600030101010101" pitchFamily="2" charset="-122"/>
                <a:cs typeface="宋体" panose="02010600030101010101" pitchFamily="2" charset="-122"/>
              </a:rPr>
              <a:t>356</a:t>
            </a:r>
            <a:endParaRPr sz="12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984412" y="1401025"/>
            <a:ext cx="11741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宋体" panose="02010600030101010101" pitchFamily="2" charset="-122"/>
                <a:cs typeface="宋体" panose="02010600030101010101" pitchFamily="2" charset="-122"/>
              </a:rPr>
              <a:t>海外留学生</a:t>
            </a:r>
            <a:r>
              <a:rPr sz="1200" b="1" spc="-5" dirty="0">
                <a:latin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sz="1200" b="1" spc="-7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200" b="1" spc="-5" dirty="0">
                <a:latin typeface="宋体" panose="02010600030101010101" pitchFamily="2" charset="-122"/>
                <a:cs typeface="宋体" panose="02010600030101010101" pitchFamily="2" charset="-122"/>
              </a:rPr>
              <a:t>375</a:t>
            </a:r>
            <a:endParaRPr sz="12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142480" y="5466715"/>
            <a:ext cx="118110" cy="11811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954009" y="5466715"/>
            <a:ext cx="118110" cy="11811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918575" y="5466715"/>
            <a:ext cx="118109" cy="11811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883140" y="5466715"/>
            <a:ext cx="118109" cy="11811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288530" y="5413375"/>
            <a:ext cx="6369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2E5496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本科生</a:t>
            </a:r>
            <a:r>
              <a:rPr sz="1200" b="1" spc="-5" dirty="0">
                <a:solidFill>
                  <a:srgbClr val="2E5496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数</a:t>
            </a:r>
            <a:endParaRPr sz="12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100059" y="5413375"/>
            <a:ext cx="7899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2E5496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硕士研究</a:t>
            </a:r>
            <a:r>
              <a:rPr sz="1200" b="1" spc="-5" dirty="0">
                <a:solidFill>
                  <a:srgbClr val="2E5496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生</a:t>
            </a:r>
            <a:endParaRPr sz="12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064625" y="5413375"/>
            <a:ext cx="7899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2E5496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博士研究</a:t>
            </a:r>
            <a:r>
              <a:rPr sz="1200" b="1" spc="-5" dirty="0">
                <a:solidFill>
                  <a:srgbClr val="2E5496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生</a:t>
            </a:r>
            <a:endParaRPr sz="12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029190" y="5413375"/>
            <a:ext cx="7899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2E5496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海外留学</a:t>
            </a:r>
            <a:r>
              <a:rPr sz="1200" b="1" spc="-5" dirty="0">
                <a:solidFill>
                  <a:srgbClr val="2E5496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生</a:t>
            </a:r>
            <a:endParaRPr sz="12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object 15"/>
          <p:cNvSpPr/>
          <p:nvPr/>
        </p:nvSpPr>
        <p:spPr>
          <a:xfrm>
            <a:off x="196215" y="5867400"/>
            <a:ext cx="8868410" cy="593090"/>
          </a:xfrm>
          <a:custGeom>
            <a:avLst/>
            <a:gdLst/>
            <a:ahLst/>
            <a:cxnLst/>
            <a:rect l="l" t="t" r="r" b="b"/>
            <a:pathLst>
              <a:path w="8868410" h="593090">
                <a:moveTo>
                  <a:pt x="0" y="0"/>
                </a:moveTo>
                <a:lnTo>
                  <a:pt x="8868156" y="0"/>
                </a:lnTo>
                <a:lnTo>
                  <a:pt x="8868156" y="592835"/>
                </a:lnTo>
                <a:lnTo>
                  <a:pt x="0" y="592835"/>
                </a:lnTo>
                <a:lnTo>
                  <a:pt x="0" y="0"/>
                </a:lnTo>
                <a:close/>
              </a:path>
            </a:pathLst>
          </a:custGeom>
          <a:solidFill>
            <a:srgbClr val="004578">
              <a:alpha val="77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3915" y="5963890"/>
            <a:ext cx="78730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</a:rPr>
              <a:t>拥有临床医学和基础医学</a:t>
            </a:r>
            <a:r>
              <a:rPr lang="en-US" altLang="zh-CN" sz="2000" dirty="0">
                <a:solidFill>
                  <a:srgbClr val="FF0000"/>
                </a:solidFill>
              </a:rPr>
              <a:t>4</a:t>
            </a:r>
            <a:r>
              <a:rPr lang="zh-CN" altLang="en-US" sz="2000" dirty="0">
                <a:solidFill>
                  <a:srgbClr val="FF0000"/>
                </a:solidFill>
              </a:rPr>
              <a:t>个</a:t>
            </a:r>
            <a:r>
              <a:rPr lang="zh-CN" altLang="en-US" sz="2000" dirty="0">
                <a:solidFill>
                  <a:schemeClr val="bg1"/>
                </a:solidFill>
              </a:rPr>
              <a:t>博士后科研流动站，</a:t>
            </a:r>
            <a:r>
              <a:rPr lang="en-US" altLang="zh-CN" sz="2000" dirty="0">
                <a:solidFill>
                  <a:srgbClr val="FF0000"/>
                </a:solidFill>
              </a:rPr>
              <a:t>3</a:t>
            </a:r>
            <a:r>
              <a:rPr lang="zh-CN" altLang="en-US" sz="2000" dirty="0">
                <a:solidFill>
                  <a:srgbClr val="FF0000"/>
                </a:solidFill>
              </a:rPr>
              <a:t>个</a:t>
            </a:r>
            <a:r>
              <a:rPr lang="zh-CN" altLang="en-US" sz="2000" dirty="0">
                <a:solidFill>
                  <a:schemeClr val="bg1"/>
                </a:solidFill>
              </a:rPr>
              <a:t>院士工作站。</a:t>
            </a:r>
          </a:p>
        </p:txBody>
      </p:sp>
      <p:pic>
        <p:nvPicPr>
          <p:cNvPr id="22" name="音频 21">
            <a:hlinkClick r:id="" action="ppaction://media"/>
            <a:extLst>
              <a:ext uri="{FF2B5EF4-FFF2-40B4-BE49-F238E27FC236}">
                <a16:creationId xmlns:a16="http://schemas.microsoft.com/office/drawing/2014/main" id="{FB5DAC79-D683-41EF-9A98-3836F45EAB3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673"/>
    </mc:Choice>
    <mc:Fallback>
      <p:transition spd="slow" advTm="1067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2420" y="1242060"/>
            <a:ext cx="10697210" cy="4874260"/>
          </a:xfrm>
          <a:custGeom>
            <a:avLst/>
            <a:gdLst/>
            <a:ahLst/>
            <a:cxnLst/>
            <a:rect l="l" t="t" r="r" b="b"/>
            <a:pathLst>
              <a:path w="10697210" h="4874260">
                <a:moveTo>
                  <a:pt x="0" y="0"/>
                </a:moveTo>
                <a:lnTo>
                  <a:pt x="10696956" y="0"/>
                </a:lnTo>
                <a:lnTo>
                  <a:pt x="10696956" y="4873752"/>
                </a:lnTo>
                <a:lnTo>
                  <a:pt x="0" y="4873752"/>
                </a:lnTo>
                <a:lnTo>
                  <a:pt x="0" y="0"/>
                </a:lnTo>
                <a:close/>
              </a:path>
            </a:pathLst>
          </a:custGeom>
          <a:solidFill>
            <a:srgbClr val="D9D9D9">
              <a:alpha val="6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28116" y="1491996"/>
            <a:ext cx="219710" cy="215265"/>
          </a:xfrm>
          <a:custGeom>
            <a:avLst/>
            <a:gdLst/>
            <a:ahLst/>
            <a:cxnLst/>
            <a:rect l="l" t="t" r="r" b="b"/>
            <a:pathLst>
              <a:path w="219709" h="215264">
                <a:moveTo>
                  <a:pt x="0" y="0"/>
                </a:moveTo>
                <a:lnTo>
                  <a:pt x="219456" y="0"/>
                </a:lnTo>
                <a:lnTo>
                  <a:pt x="219456" y="214883"/>
                </a:lnTo>
                <a:lnTo>
                  <a:pt x="0" y="214883"/>
                </a:lnTo>
                <a:lnTo>
                  <a:pt x="0" y="0"/>
                </a:lnTo>
                <a:close/>
              </a:path>
            </a:pathLst>
          </a:custGeom>
          <a:solidFill>
            <a:srgbClr val="0045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12216" y="973778"/>
            <a:ext cx="10563860" cy="0"/>
          </a:xfrm>
          <a:custGeom>
            <a:avLst/>
            <a:gdLst/>
            <a:ahLst/>
            <a:cxnLst/>
            <a:rect l="l" t="t" r="r" b="b"/>
            <a:pathLst>
              <a:path w="10563860">
                <a:moveTo>
                  <a:pt x="0" y="0"/>
                </a:moveTo>
                <a:lnTo>
                  <a:pt x="10563707" y="0"/>
                </a:lnTo>
              </a:path>
            </a:pathLst>
          </a:custGeom>
          <a:ln w="28587">
            <a:solidFill>
              <a:srgbClr val="0045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009376" y="172212"/>
            <a:ext cx="1014983" cy="9845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91922" y="330542"/>
            <a:ext cx="6794678" cy="144847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73075" algn="l"/>
                <a:tab pos="473075" algn="l"/>
              </a:tabLst>
            </a:pPr>
            <a:r>
              <a:rPr sz="2800" dirty="0" err="1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过硬的教学质</a:t>
            </a:r>
            <a:r>
              <a:rPr sz="2800" spc="-5" dirty="0" err="1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量</a:t>
            </a:r>
            <a:endParaRPr lang="en-US" sz="2800" spc="-5" dirty="0">
              <a:solidFill>
                <a:srgbClr val="004578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marL="473710" indent="-461010">
              <a:lnSpc>
                <a:spcPct val="100000"/>
              </a:lnSpc>
              <a:spcBef>
                <a:spcPts val="95"/>
              </a:spcBef>
              <a:buFont typeface="MS UI Gothic" panose="020B0600070205080204" charset="-128"/>
              <a:buChar char="◉"/>
              <a:tabLst>
                <a:tab pos="473075" algn="l"/>
                <a:tab pos="473075" algn="l"/>
              </a:tabLst>
            </a:pPr>
            <a:endParaRPr sz="4450" dirty="0">
              <a:latin typeface="Times New Roman" panose="02020603050405020304"/>
              <a:cs typeface="Times New Roman" panose="02020603050405020304"/>
            </a:endParaRPr>
          </a:p>
          <a:p>
            <a:pPr marL="3592195">
              <a:lnSpc>
                <a:spcPct val="100000"/>
              </a:lnSpc>
            </a:pPr>
            <a:r>
              <a:rPr sz="2000" b="1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福建医科大学本科教学工</a:t>
            </a:r>
            <a:r>
              <a:rPr sz="2000" b="1" spc="5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程</a:t>
            </a:r>
            <a:endParaRPr sz="20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888593" y="1915896"/>
          <a:ext cx="9533255" cy="39242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59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85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9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项目类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别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数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量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项目名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称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国家级特色专业建设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点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876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05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4</a:t>
                      </a:r>
                      <a:endParaRPr sz="10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1003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2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临床医学、预防医学、护理学、药</a:t>
                      </a:r>
                      <a:r>
                        <a:rPr sz="1200" b="1" spc="-5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学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876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19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国家级人才培养模式创新实验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区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755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05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sz="10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882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12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护理学人才培养模式创新实验</a:t>
                      </a:r>
                      <a:r>
                        <a:rPr sz="1200" b="1" spc="-5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区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755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国家级实验教学示范中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心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endParaRPr sz="10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6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2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护理学实验教学示范中心、公共卫生与预防医学实验教学中</a:t>
                      </a:r>
                      <a:r>
                        <a:rPr sz="1200" b="1" spc="-5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心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879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43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国家级精品课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程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05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sz="10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679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35"/>
                        </a:spcBef>
                      </a:pPr>
                      <a:r>
                        <a:rPr sz="12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护理管理</a:t>
                      </a:r>
                      <a:r>
                        <a:rPr sz="1200" b="1" spc="-5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学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515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43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国家级精品在线开放课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程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05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sz="10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679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35"/>
                        </a:spcBef>
                      </a:pPr>
                      <a:r>
                        <a:rPr sz="12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颈腰椎健康保健及防治常</a:t>
                      </a:r>
                      <a:r>
                        <a:rPr sz="1200" b="1" spc="-5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识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879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43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国家级精品视频公开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课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05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sz="10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679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35"/>
                        </a:spcBef>
                      </a:pPr>
                      <a:r>
                        <a:rPr sz="12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护士人文修</a:t>
                      </a:r>
                      <a:r>
                        <a:rPr sz="1200" b="1" spc="-5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养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9879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43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国家级精品资源共享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课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05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sz="10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679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35"/>
                        </a:spcBef>
                      </a:pPr>
                      <a:r>
                        <a:rPr sz="12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护理管理</a:t>
                      </a:r>
                      <a:r>
                        <a:rPr sz="1200" b="1" spc="-5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学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9880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43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国家级教学团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队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05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sz="10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679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35"/>
                        </a:spcBef>
                      </a:pPr>
                      <a:r>
                        <a:rPr sz="12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人文护理学教学团</a:t>
                      </a:r>
                      <a:r>
                        <a:rPr sz="1200" b="1" spc="-5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队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9879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43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国家级卓越医生教育培养计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划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05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sz="10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679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35"/>
                        </a:spcBef>
                      </a:pPr>
                      <a:r>
                        <a:rPr sz="12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五年制临床医学人才培养模式改革试</a:t>
                      </a:r>
                      <a:r>
                        <a:rPr sz="1200" b="1" spc="-5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点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9880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43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国家级大学生校外实践教育基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地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05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sz="10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679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35"/>
                        </a:spcBef>
                      </a:pPr>
                      <a:r>
                        <a:rPr sz="12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福建医科大学附属第一医</a:t>
                      </a:r>
                      <a:r>
                        <a:rPr sz="1200" b="1" spc="-5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院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9879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43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国家级专业综合改革试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点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05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sz="10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679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35"/>
                        </a:spcBef>
                      </a:pPr>
                      <a:r>
                        <a:rPr sz="12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护理</a:t>
                      </a:r>
                      <a:r>
                        <a:rPr sz="1200" b="1" spc="-5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学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pic>
        <p:nvPicPr>
          <p:cNvPr id="9" name="音频 8">
            <a:hlinkClick r:id="" action="ppaction://media"/>
            <a:extLst>
              <a:ext uri="{FF2B5EF4-FFF2-40B4-BE49-F238E27FC236}">
                <a16:creationId xmlns:a16="http://schemas.microsoft.com/office/drawing/2014/main" id="{22E1333B-0991-4936-B272-5352676CE9A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134"/>
    </mc:Choice>
    <mc:Fallback>
      <p:transition spd="slow" advTm="513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45655" y="973772"/>
            <a:ext cx="10199370" cy="0"/>
          </a:xfrm>
          <a:custGeom>
            <a:avLst/>
            <a:gdLst/>
            <a:ahLst/>
            <a:cxnLst/>
            <a:rect l="l" t="t" r="r" b="b"/>
            <a:pathLst>
              <a:path w="10199370">
                <a:moveTo>
                  <a:pt x="0" y="0"/>
                </a:moveTo>
                <a:lnTo>
                  <a:pt x="10198900" y="0"/>
                </a:lnTo>
              </a:path>
            </a:pathLst>
          </a:custGeom>
          <a:ln w="28575">
            <a:solidFill>
              <a:srgbClr val="0045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855452" y="172212"/>
            <a:ext cx="1168907" cy="113233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5008" y="1306067"/>
            <a:ext cx="10200640" cy="3863340"/>
          </a:xfrm>
          <a:custGeom>
            <a:avLst/>
            <a:gdLst/>
            <a:ahLst/>
            <a:cxnLst/>
            <a:rect l="l" t="t" r="r" b="b"/>
            <a:pathLst>
              <a:path w="10200640" h="3863340">
                <a:moveTo>
                  <a:pt x="0" y="0"/>
                </a:moveTo>
                <a:lnTo>
                  <a:pt x="10200132" y="0"/>
                </a:lnTo>
                <a:lnTo>
                  <a:pt x="10200132" y="3863339"/>
                </a:lnTo>
                <a:lnTo>
                  <a:pt x="0" y="3863339"/>
                </a:lnTo>
                <a:lnTo>
                  <a:pt x="0" y="0"/>
                </a:lnTo>
                <a:close/>
              </a:path>
            </a:pathLst>
          </a:custGeom>
          <a:solidFill>
            <a:srgbClr val="D9D9D9">
              <a:alpha val="6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45008" y="5314188"/>
            <a:ext cx="10236835" cy="855344"/>
          </a:xfrm>
          <a:prstGeom prst="rect">
            <a:avLst/>
          </a:prstGeom>
          <a:solidFill>
            <a:srgbClr val="004578">
              <a:alpha val="74899"/>
            </a:srgbClr>
          </a:solidFill>
        </p:spPr>
        <p:txBody>
          <a:bodyPr vert="horz" wrap="square" lIns="0" tIns="94615" rIns="0" bIns="0" rtlCol="0">
            <a:spAutoFit/>
          </a:bodyPr>
          <a:lstStyle/>
          <a:p>
            <a:pPr marL="53975" marR="229870" indent="563880">
              <a:lnSpc>
                <a:spcPct val="101000"/>
              </a:lnSpc>
              <a:spcBef>
                <a:spcPts val="745"/>
              </a:spcBef>
            </a:pPr>
            <a:r>
              <a:rPr sz="21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办</a:t>
            </a:r>
            <a:r>
              <a:rPr sz="21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学</a:t>
            </a:r>
            <a:r>
              <a:rPr sz="2100" b="1" spc="-26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82</a:t>
            </a:r>
            <a:r>
              <a:rPr sz="21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年来，我校</a:t>
            </a:r>
            <a:r>
              <a:rPr sz="21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为</a:t>
            </a:r>
            <a:r>
              <a:rPr sz="21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国家和地方共培养</a:t>
            </a:r>
            <a:r>
              <a:rPr sz="21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输</a:t>
            </a:r>
            <a:r>
              <a:rPr sz="21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送</a:t>
            </a:r>
            <a:r>
              <a:rPr sz="2100" b="1" spc="-260" dirty="0">
                <a:solidFill>
                  <a:srgbClr val="FF00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15</a:t>
            </a:r>
            <a:r>
              <a:rPr sz="2100" b="1" spc="10" dirty="0">
                <a:solidFill>
                  <a:srgbClr val="FF00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万余</a:t>
            </a:r>
            <a:r>
              <a:rPr sz="21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名人才，</a:t>
            </a:r>
            <a:r>
              <a:rPr sz="21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许</a:t>
            </a:r>
            <a:r>
              <a:rPr sz="21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多校友成</a:t>
            </a:r>
            <a:r>
              <a:rPr sz="21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为</a:t>
            </a:r>
            <a:r>
              <a:rPr sz="21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我国</a:t>
            </a:r>
            <a:r>
              <a:rPr sz="2100" b="1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尤 </a:t>
            </a:r>
            <a:r>
              <a:rPr sz="21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其是福建省医</a:t>
            </a:r>
            <a:r>
              <a:rPr sz="21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疗卫</a:t>
            </a:r>
            <a:r>
              <a:rPr sz="21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生</a:t>
            </a:r>
            <a:r>
              <a:rPr sz="21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战线</a:t>
            </a:r>
            <a:r>
              <a:rPr sz="21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的</a:t>
            </a:r>
            <a:r>
              <a:rPr sz="2100" b="1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领军</a:t>
            </a:r>
            <a:r>
              <a:rPr sz="2100" b="1" spc="10" dirty="0">
                <a:solidFill>
                  <a:srgbClr val="FF00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人物和骨干力量</a:t>
            </a:r>
            <a:r>
              <a:rPr sz="2100" b="1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。</a:t>
            </a:r>
            <a:endParaRPr sz="2100">
              <a:latin typeface="Kozuka Mincho Pr6N B" panose="02020800000000000000" charset="-128"/>
              <a:cs typeface="Kozuka Mincho Pr6N B" panose="02020800000000000000" charset="-128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27165" y="4237431"/>
            <a:ext cx="2992755" cy="880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400" b="1" spc="-125" dirty="0">
                <a:latin typeface="Kozuka Mincho Pr6N B" panose="02020800000000000000" charset="-128"/>
                <a:cs typeface="Kozuka Mincho Pr6N B" panose="02020800000000000000" charset="-128"/>
              </a:rPr>
              <a:t>1982</a:t>
            </a:r>
            <a:r>
              <a:rPr sz="1400" b="1" spc="60" dirty="0">
                <a:latin typeface="Kozuka Mincho Pr6N B" panose="02020800000000000000" charset="-128"/>
                <a:cs typeface="Kozuka Mincho Pr6N B" panose="02020800000000000000" charset="-128"/>
              </a:rPr>
              <a:t>届校友、</a:t>
            </a:r>
            <a:r>
              <a:rPr sz="1400" b="1" spc="50" dirty="0">
                <a:latin typeface="宋体" panose="02010600030101010101" pitchFamily="2" charset="-122"/>
                <a:cs typeface="宋体" panose="02010600030101010101" pitchFamily="2" charset="-122"/>
              </a:rPr>
              <a:t>现</a:t>
            </a:r>
            <a:r>
              <a:rPr sz="1400" b="1" spc="60" dirty="0">
                <a:latin typeface="Kozuka Mincho Pr6N B" panose="02020800000000000000" charset="-128"/>
                <a:cs typeface="Kozuka Mincho Pr6N B" panose="02020800000000000000" charset="-128"/>
              </a:rPr>
              <a:t>任我校免</a:t>
            </a:r>
            <a:r>
              <a:rPr sz="1400" b="1" spc="5" dirty="0">
                <a:latin typeface="Kozuka Mincho Pr6N B" panose="02020800000000000000" charset="-128"/>
                <a:cs typeface="Kozuka Mincho Pr6N B" panose="02020800000000000000" charset="-128"/>
              </a:rPr>
              <a:t>疫</a:t>
            </a:r>
            <a:endParaRPr sz="1400">
              <a:latin typeface="Kozuka Mincho Pr6N B" panose="02020800000000000000" charset="-128"/>
              <a:cs typeface="Kozuka Mincho Pr6N B" panose="02020800000000000000" charset="-128"/>
            </a:endParaRPr>
          </a:p>
          <a:p>
            <a:pPr marL="12700" marR="5080" algn="ctr">
              <a:lnSpc>
                <a:spcPct val="100000"/>
              </a:lnSpc>
            </a:pPr>
            <a:r>
              <a:rPr sz="1400" b="1" spc="60" dirty="0">
                <a:latin typeface="Kozuka Mincho Pr6N B" panose="02020800000000000000" charset="-128"/>
                <a:cs typeface="Kozuka Mincho Pr6N B" panose="02020800000000000000" charset="-128"/>
              </a:rPr>
              <a:t>研究所所</a:t>
            </a:r>
            <a:r>
              <a:rPr sz="1400" b="1" spc="50" dirty="0">
                <a:latin typeface="宋体" panose="02010600030101010101" pitchFamily="2" charset="-122"/>
                <a:cs typeface="宋体" panose="02010600030101010101" pitchFamily="2" charset="-122"/>
              </a:rPr>
              <a:t>长</a:t>
            </a:r>
            <a:r>
              <a:rPr sz="1400" b="1" spc="60" dirty="0">
                <a:latin typeface="Kozuka Mincho Pr6N B" panose="02020800000000000000" charset="-128"/>
                <a:cs typeface="Kozuka Mincho Pr6N B" panose="02020800000000000000" charset="-128"/>
              </a:rPr>
              <a:t>、耶</a:t>
            </a:r>
            <a:r>
              <a:rPr sz="1400" b="1" spc="50" dirty="0">
                <a:latin typeface="宋体" panose="02010600030101010101" pitchFamily="2" charset="-122"/>
                <a:cs typeface="宋体" panose="02010600030101010101" pitchFamily="2" charset="-122"/>
              </a:rPr>
              <a:t>鲁</a:t>
            </a:r>
            <a:r>
              <a:rPr sz="1400" b="1" spc="60" dirty="0">
                <a:latin typeface="Kozuka Mincho Pr6N B" panose="02020800000000000000" charset="-128"/>
                <a:cs typeface="Kozuka Mincho Pr6N B" panose="02020800000000000000" charset="-128"/>
              </a:rPr>
              <a:t>大学</a:t>
            </a:r>
            <a:r>
              <a:rPr sz="1400" b="1" spc="50" dirty="0">
                <a:latin typeface="宋体" panose="02010600030101010101" pitchFamily="2" charset="-122"/>
                <a:cs typeface="宋体" panose="02010600030101010101" pitchFamily="2" charset="-122"/>
              </a:rPr>
              <a:t>终</a:t>
            </a:r>
            <a:r>
              <a:rPr sz="1400" b="1" spc="60" dirty="0">
                <a:latin typeface="Kozuka Mincho Pr6N B" panose="02020800000000000000" charset="-128"/>
                <a:cs typeface="Kozuka Mincho Pr6N B" panose="02020800000000000000" charset="-128"/>
              </a:rPr>
              <a:t>身教授</a:t>
            </a:r>
            <a:r>
              <a:rPr sz="1400" b="1" spc="5" dirty="0">
                <a:latin typeface="Kozuka Mincho Pr6N B" panose="02020800000000000000" charset="-128"/>
                <a:cs typeface="Kozuka Mincho Pr6N B" panose="02020800000000000000" charset="-128"/>
              </a:rPr>
              <a:t>、 </a:t>
            </a:r>
            <a:r>
              <a:rPr sz="1400" b="1" spc="60" dirty="0">
                <a:latin typeface="Kozuka Mincho Pr6N B" panose="02020800000000000000" charset="-128"/>
                <a:cs typeface="Kozuka Mincho Pr6N B" panose="02020800000000000000" charset="-128"/>
              </a:rPr>
              <a:t>全球免疫学界最高</a:t>
            </a:r>
            <a:r>
              <a:rPr sz="1400" b="1" spc="50" dirty="0">
                <a:latin typeface="宋体" panose="02010600030101010101" pitchFamily="2" charset="-122"/>
                <a:cs typeface="宋体" panose="02010600030101010101" pitchFamily="2" charset="-122"/>
              </a:rPr>
              <a:t>奖项</a:t>
            </a:r>
            <a:r>
              <a:rPr sz="1400" b="1" spc="-645" dirty="0">
                <a:latin typeface="Kozuka Mincho Pr6N B" panose="02020800000000000000" charset="-128"/>
                <a:cs typeface="Kozuka Mincho Pr6N B" panose="02020800000000000000" charset="-128"/>
              </a:rPr>
              <a:t>—</a:t>
            </a:r>
            <a:r>
              <a:rPr sz="1400" b="1" spc="60" dirty="0">
                <a:latin typeface="Kozuka Mincho Pr6N B" panose="02020800000000000000" charset="-128"/>
                <a:cs typeface="Kozuka Mincho Pr6N B" panose="02020800000000000000" charset="-128"/>
              </a:rPr>
              <a:t>威廉</a:t>
            </a:r>
            <a:r>
              <a:rPr sz="1400" b="1" spc="445" dirty="0">
                <a:latin typeface="Kozuka Mincho Pr6N B" panose="02020800000000000000" charset="-128"/>
                <a:cs typeface="Kozuka Mincho Pr6N B" panose="02020800000000000000" charset="-128"/>
              </a:rPr>
              <a:t>·</a:t>
            </a:r>
            <a:r>
              <a:rPr sz="1400" b="1" spc="60" dirty="0">
                <a:latin typeface="Kozuka Mincho Pr6N B" panose="02020800000000000000" charset="-128"/>
                <a:cs typeface="Kozuka Mincho Pr6N B" panose="02020800000000000000" charset="-128"/>
              </a:rPr>
              <a:t>科利</a:t>
            </a:r>
            <a:r>
              <a:rPr sz="1400" b="1" spc="-5" dirty="0">
                <a:latin typeface="宋体" panose="02010600030101010101" pitchFamily="2" charset="-122"/>
                <a:cs typeface="宋体" panose="02010600030101010101" pitchFamily="2" charset="-122"/>
              </a:rPr>
              <a:t>奖 </a:t>
            </a:r>
            <a:r>
              <a:rPr sz="1400" b="1" spc="50" dirty="0">
                <a:latin typeface="宋体" panose="02010600030101010101" pitchFamily="2" charset="-122"/>
                <a:cs typeface="宋体" panose="02010600030101010101" pitchFamily="2" charset="-122"/>
              </a:rPr>
              <a:t>获</a:t>
            </a:r>
            <a:r>
              <a:rPr sz="1400" b="1" spc="60" dirty="0">
                <a:latin typeface="Kozuka Mincho Pr6N B" panose="02020800000000000000" charset="-128"/>
                <a:cs typeface="Kozuka Mincho Pr6N B" panose="02020800000000000000" charset="-128"/>
              </a:rPr>
              <a:t>得者</a:t>
            </a:r>
            <a:r>
              <a:rPr sz="1400" b="1" spc="50" dirty="0">
                <a:latin typeface="宋体" panose="02010600030101010101" pitchFamily="2" charset="-122"/>
                <a:cs typeface="宋体" panose="02010600030101010101" pitchFamily="2" charset="-122"/>
              </a:rPr>
              <a:t>陈</a:t>
            </a:r>
            <a:r>
              <a:rPr sz="1400" b="1" spc="60" dirty="0">
                <a:latin typeface="Kozuka Mincho Pr6N B" panose="02020800000000000000" charset="-128"/>
                <a:cs typeface="Kozuka Mincho Pr6N B" panose="02020800000000000000" charset="-128"/>
              </a:rPr>
              <a:t>列</a:t>
            </a:r>
            <a:r>
              <a:rPr sz="1400" b="1" spc="5" dirty="0">
                <a:latin typeface="Kozuka Mincho Pr6N B" panose="02020800000000000000" charset="-128"/>
                <a:cs typeface="Kozuka Mincho Pr6N B" panose="02020800000000000000" charset="-128"/>
              </a:rPr>
              <a:t>平</a:t>
            </a:r>
            <a:endParaRPr sz="1400">
              <a:latin typeface="Kozuka Mincho Pr6N B" panose="02020800000000000000" charset="-128"/>
              <a:cs typeface="Kozuka Mincho Pr6N B" panose="02020800000000000000" charset="-128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951220" y="1543811"/>
            <a:ext cx="3863339" cy="26578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94232" y="1554480"/>
            <a:ext cx="3941064" cy="265785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722462" y="4365599"/>
            <a:ext cx="2629535" cy="666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5"/>
              </a:spcBef>
            </a:pPr>
            <a:r>
              <a:rPr sz="1400" b="1" spc="-125" dirty="0">
                <a:latin typeface="Kozuka Mincho Pr6N B" panose="02020800000000000000" charset="-128"/>
                <a:cs typeface="Kozuka Mincho Pr6N B" panose="02020800000000000000" charset="-128"/>
              </a:rPr>
              <a:t>1954</a:t>
            </a:r>
            <a:r>
              <a:rPr sz="1400" b="1" spc="60" dirty="0">
                <a:latin typeface="Kozuka Mincho Pr6N B" panose="02020800000000000000" charset="-128"/>
                <a:cs typeface="Kozuka Mincho Pr6N B" panose="02020800000000000000" charset="-128"/>
              </a:rPr>
              <a:t>届校友、中国科学院院士</a:t>
            </a:r>
            <a:r>
              <a:rPr sz="1400" b="1" dirty="0">
                <a:latin typeface="Kozuka Mincho Pr6N B" panose="02020800000000000000" charset="-128"/>
                <a:cs typeface="Kozuka Mincho Pr6N B" panose="02020800000000000000" charset="-128"/>
              </a:rPr>
              <a:t>、 </a:t>
            </a:r>
            <a:r>
              <a:rPr sz="1400" b="1" spc="60" dirty="0">
                <a:latin typeface="Kozuka Mincho Pr6N B" panose="02020800000000000000" charset="-128"/>
                <a:cs typeface="Kozuka Mincho Pr6N B" panose="02020800000000000000" charset="-128"/>
              </a:rPr>
              <a:t>我国著名中西医</a:t>
            </a:r>
            <a:r>
              <a:rPr sz="1400" b="1" spc="50" dirty="0">
                <a:latin typeface="宋体" panose="02010600030101010101" pitchFamily="2" charset="-122"/>
                <a:cs typeface="宋体" panose="02010600030101010101" pitchFamily="2" charset="-122"/>
              </a:rPr>
              <a:t>结</a:t>
            </a:r>
            <a:r>
              <a:rPr sz="1400" b="1" spc="60" dirty="0">
                <a:latin typeface="Kozuka Mincho Pr6N B" panose="02020800000000000000" charset="-128"/>
                <a:cs typeface="Kozuka Mincho Pr6N B" panose="02020800000000000000" charset="-128"/>
              </a:rPr>
              <a:t>合内科</a:t>
            </a:r>
            <a:r>
              <a:rPr sz="1400" b="1" spc="5" dirty="0">
                <a:latin typeface="Kozuka Mincho Pr6N B" panose="02020800000000000000" charset="-128"/>
                <a:cs typeface="Kozuka Mincho Pr6N B" panose="02020800000000000000" charset="-128"/>
              </a:rPr>
              <a:t>、</a:t>
            </a:r>
            <a:endParaRPr sz="1400">
              <a:latin typeface="Kozuka Mincho Pr6N B" panose="02020800000000000000" charset="-128"/>
              <a:cs typeface="Kozuka Mincho Pr6N B" panose="02020800000000000000" charset="-128"/>
            </a:endParaRPr>
          </a:p>
          <a:p>
            <a:pPr algn="ctr">
              <a:lnSpc>
                <a:spcPct val="100000"/>
              </a:lnSpc>
            </a:pPr>
            <a:r>
              <a:rPr sz="1400" b="1" spc="60" dirty="0">
                <a:latin typeface="Kozuka Mincho Pr6N B" panose="02020800000000000000" charset="-128"/>
                <a:cs typeface="Kozuka Mincho Pr6N B" panose="02020800000000000000" charset="-128"/>
              </a:rPr>
              <a:t>心</a:t>
            </a:r>
            <a:r>
              <a:rPr sz="1400" b="1" spc="50" dirty="0">
                <a:latin typeface="宋体" panose="02010600030101010101" pitchFamily="2" charset="-122"/>
                <a:cs typeface="宋体" panose="02010600030101010101" pitchFamily="2" charset="-122"/>
              </a:rPr>
              <a:t>脑</a:t>
            </a:r>
            <a:r>
              <a:rPr sz="1400" b="1" spc="60" dirty="0">
                <a:latin typeface="Kozuka Mincho Pr6N B" panose="02020800000000000000" charset="-128"/>
                <a:cs typeface="Kozuka Mincho Pr6N B" panose="02020800000000000000" charset="-128"/>
              </a:rPr>
              <a:t>血管科</a:t>
            </a:r>
            <a:r>
              <a:rPr sz="1400" b="1" spc="50" dirty="0">
                <a:latin typeface="宋体" panose="02010600030101010101" pitchFamily="2" charset="-122"/>
                <a:cs typeface="宋体" panose="02010600030101010101" pitchFamily="2" charset="-122"/>
              </a:rPr>
              <a:t>专</a:t>
            </a:r>
            <a:r>
              <a:rPr sz="1400" b="1" spc="60" dirty="0">
                <a:latin typeface="Kozuka Mincho Pr6N B" panose="02020800000000000000" charset="-128"/>
                <a:cs typeface="Kozuka Mincho Pr6N B" panose="02020800000000000000" charset="-128"/>
              </a:rPr>
              <a:t>家</a:t>
            </a:r>
            <a:r>
              <a:rPr sz="1400" b="1" spc="50" dirty="0">
                <a:latin typeface="宋体" panose="02010600030101010101" pitchFamily="2" charset="-122"/>
                <a:cs typeface="宋体" panose="02010600030101010101" pitchFamily="2" charset="-122"/>
              </a:rPr>
              <a:t>陈</a:t>
            </a:r>
            <a:r>
              <a:rPr sz="1400" b="1" spc="60" dirty="0">
                <a:latin typeface="Kozuka Mincho Pr6N B" panose="02020800000000000000" charset="-128"/>
                <a:cs typeface="Kozuka Mincho Pr6N B" panose="02020800000000000000" charset="-128"/>
              </a:rPr>
              <a:t>可</a:t>
            </a:r>
            <a:r>
              <a:rPr sz="1400" b="1" spc="5" dirty="0">
                <a:latin typeface="Kozuka Mincho Pr6N B" panose="02020800000000000000" charset="-128"/>
                <a:cs typeface="Kozuka Mincho Pr6N B" panose="02020800000000000000" charset="-128"/>
              </a:rPr>
              <a:t>冀</a:t>
            </a:r>
            <a:endParaRPr sz="1400">
              <a:latin typeface="Kozuka Mincho Pr6N B" panose="02020800000000000000" charset="-128"/>
              <a:cs typeface="Kozuka Mincho Pr6N B" panose="02020800000000000000" charset="-128"/>
            </a:endParaRPr>
          </a:p>
        </p:txBody>
      </p:sp>
      <p:pic>
        <p:nvPicPr>
          <p:cNvPr id="11" name="音频 10">
            <a:hlinkClick r:id="" action="ppaction://media"/>
            <a:extLst>
              <a:ext uri="{FF2B5EF4-FFF2-40B4-BE49-F238E27FC236}">
                <a16:creationId xmlns:a16="http://schemas.microsoft.com/office/drawing/2014/main" id="{85BB42BF-D792-4480-94E6-989DA2500CE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641"/>
    </mc:Choice>
    <mc:Fallback>
      <p:transition spd="slow" advTm="764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3716" y="2817876"/>
            <a:ext cx="12178284" cy="284378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5652515"/>
            <a:ext cx="12192000" cy="120548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716" y="0"/>
            <a:ext cx="12178284" cy="282397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12216" y="837590"/>
            <a:ext cx="10563860" cy="0"/>
          </a:xfrm>
          <a:custGeom>
            <a:avLst/>
            <a:gdLst/>
            <a:ahLst/>
            <a:cxnLst/>
            <a:rect l="l" t="t" r="r" b="b"/>
            <a:pathLst>
              <a:path w="10563860">
                <a:moveTo>
                  <a:pt x="0" y="0"/>
                </a:moveTo>
                <a:lnTo>
                  <a:pt x="10563707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989564" y="36576"/>
            <a:ext cx="1014983" cy="9845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110229" y="1769110"/>
            <a:ext cx="117474" cy="20002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02171" y="208826"/>
            <a:ext cx="11809730" cy="637956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73710" indent="-461010">
              <a:lnSpc>
                <a:spcPct val="100000"/>
              </a:lnSpc>
              <a:spcBef>
                <a:spcPts val="95"/>
              </a:spcBef>
              <a:buFont typeface="MS UI Gothic" panose="020B0600070205080204" charset="-128"/>
              <a:buChar char="◉"/>
              <a:tabLst>
                <a:tab pos="473075" algn="l"/>
                <a:tab pos="473075" algn="l"/>
              </a:tabLst>
            </a:pPr>
            <a:r>
              <a:rPr sz="28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一流的师资队</a:t>
            </a:r>
            <a:r>
              <a:rPr sz="2800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伍</a:t>
            </a:r>
            <a:endParaRPr sz="28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15240" marR="5716270">
              <a:lnSpc>
                <a:spcPct val="130000"/>
              </a:lnSpc>
              <a:spcBef>
                <a:spcPts val="1780"/>
              </a:spcBef>
            </a:pPr>
            <a:r>
              <a:rPr sz="19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学校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坚</a:t>
            </a:r>
            <a:r>
              <a:rPr sz="19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持把人才作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为发</a:t>
            </a:r>
            <a:r>
              <a:rPr sz="19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展的第一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资</a:t>
            </a:r>
            <a:r>
              <a:rPr sz="19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源，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实</a:t>
            </a:r>
            <a:r>
              <a:rPr sz="19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施</a:t>
            </a:r>
            <a:r>
              <a:rPr sz="1900" b="1" spc="119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“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人才强校</a:t>
            </a:r>
            <a:r>
              <a:rPr sz="1900" b="1" spc="10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” 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战略</a:t>
            </a:r>
            <a:r>
              <a:rPr sz="19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。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现</a:t>
            </a:r>
            <a:r>
              <a:rPr sz="19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有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专</a:t>
            </a:r>
            <a:r>
              <a:rPr sz="19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任教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师</a:t>
            </a:r>
            <a:r>
              <a:rPr sz="1900" b="1" spc="-235" dirty="0">
                <a:solidFill>
                  <a:srgbClr val="FF00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1574</a:t>
            </a:r>
            <a:r>
              <a:rPr sz="19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人（含附属医院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临</a:t>
            </a:r>
            <a:r>
              <a:rPr sz="19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床教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师</a:t>
            </a:r>
            <a:r>
              <a:rPr sz="1900" b="1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），  </a:t>
            </a:r>
            <a:r>
              <a:rPr sz="19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具有博士学位教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师</a:t>
            </a:r>
            <a:r>
              <a:rPr sz="19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占</a:t>
            </a:r>
            <a:r>
              <a:rPr sz="1900" b="1" spc="-85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42.31</a:t>
            </a:r>
            <a:r>
              <a:rPr sz="1900" b="1" spc="-4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 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19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教授</a:t>
            </a:r>
            <a:r>
              <a:rPr sz="1900" b="1" spc="-235" dirty="0">
                <a:solidFill>
                  <a:srgbClr val="FF00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491</a:t>
            </a:r>
            <a:r>
              <a:rPr sz="19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人，副教授</a:t>
            </a:r>
            <a:r>
              <a:rPr sz="1900" b="1" spc="-235" dirty="0">
                <a:solidFill>
                  <a:srgbClr val="FF00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578</a:t>
            </a:r>
            <a:r>
              <a:rPr sz="19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人</a:t>
            </a:r>
            <a:r>
              <a:rPr sz="1900" b="1" spc="-5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，  </a:t>
            </a:r>
            <a:r>
              <a:rPr sz="19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主任医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师</a:t>
            </a:r>
            <a:r>
              <a:rPr sz="1900" b="1" spc="-235" dirty="0">
                <a:solidFill>
                  <a:srgbClr val="FF00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382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人，副主任医师</a:t>
            </a:r>
            <a:r>
              <a:rPr sz="1900" b="1" spc="-235" dirty="0">
                <a:solidFill>
                  <a:srgbClr val="FF00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377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人，</a:t>
            </a:r>
            <a:r>
              <a:rPr sz="19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博士生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导师</a:t>
            </a:r>
            <a:r>
              <a:rPr sz="1900" b="1" spc="-235" dirty="0">
                <a:solidFill>
                  <a:srgbClr val="FF00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161</a:t>
            </a:r>
            <a:r>
              <a:rPr sz="19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人</a:t>
            </a:r>
            <a:r>
              <a:rPr sz="1900" b="1" spc="-5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，  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硕</a:t>
            </a:r>
            <a:r>
              <a:rPr sz="19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士生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导师</a:t>
            </a:r>
            <a:r>
              <a:rPr sz="1900" b="1" spc="-235" dirty="0">
                <a:solidFill>
                  <a:srgbClr val="FF00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1037</a:t>
            </a:r>
            <a:r>
              <a:rPr sz="19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人</a:t>
            </a:r>
            <a:r>
              <a:rPr sz="1900" b="1" spc="-5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。</a:t>
            </a:r>
            <a:endParaRPr sz="1900" dirty="0">
              <a:latin typeface="Kozuka Mincho Pr6N B" panose="02020800000000000000" charset="-128"/>
              <a:cs typeface="Kozuka Mincho Pr6N B" panose="02020800000000000000" charset="-128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650" dirty="0">
              <a:latin typeface="Times New Roman" panose="02020603050405020304"/>
              <a:cs typeface="Times New Roman" panose="02020603050405020304"/>
            </a:endParaRPr>
          </a:p>
          <a:p>
            <a:pPr marL="7663815" marR="5080" indent="765810" algn="r">
              <a:lnSpc>
                <a:spcPct val="130000"/>
              </a:lnSpc>
            </a:pPr>
            <a:r>
              <a:rPr sz="24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国家</a:t>
            </a:r>
            <a:r>
              <a:rPr sz="24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级</a:t>
            </a:r>
            <a:r>
              <a:rPr sz="24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高</a:t>
            </a:r>
            <a:r>
              <a:rPr sz="24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层</a:t>
            </a:r>
            <a:r>
              <a:rPr sz="24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次人</a:t>
            </a:r>
            <a:r>
              <a:rPr sz="2400" b="1" spc="5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才</a:t>
            </a:r>
            <a:r>
              <a:rPr sz="2400" b="1" spc="-295" dirty="0">
                <a:solidFill>
                  <a:srgbClr val="FF00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36</a:t>
            </a:r>
            <a:r>
              <a:rPr sz="24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人</a:t>
            </a:r>
            <a:r>
              <a:rPr sz="2400" b="1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次 </a:t>
            </a:r>
            <a:r>
              <a:rPr sz="24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享受国</a:t>
            </a:r>
            <a:r>
              <a:rPr sz="24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务</a:t>
            </a:r>
            <a:r>
              <a:rPr sz="24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院特殊津</a:t>
            </a:r>
            <a:r>
              <a:rPr sz="24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贴</a:t>
            </a:r>
            <a:r>
              <a:rPr sz="24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专</a:t>
            </a:r>
            <a:r>
              <a:rPr sz="24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家</a:t>
            </a:r>
            <a:r>
              <a:rPr sz="2400" b="1" spc="-295" dirty="0">
                <a:solidFill>
                  <a:srgbClr val="FF00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120</a:t>
            </a:r>
            <a:r>
              <a:rPr sz="2400" b="1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人 </a:t>
            </a:r>
            <a:r>
              <a:rPr sz="2400" b="1" spc="10" dirty="0">
                <a:solidFill>
                  <a:srgbClr val="FF00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南丁格</a:t>
            </a:r>
            <a:r>
              <a:rPr sz="2400" b="1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尔奖</a:t>
            </a:r>
            <a:r>
              <a:rPr sz="2400" b="1" spc="10" dirty="0">
                <a:solidFill>
                  <a:srgbClr val="FF00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章</a:t>
            </a:r>
            <a:r>
              <a:rPr sz="2400" b="1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获</a:t>
            </a:r>
            <a:r>
              <a:rPr sz="2400" b="1" spc="10" dirty="0">
                <a:solidFill>
                  <a:srgbClr val="FF00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得者</a:t>
            </a:r>
            <a:r>
              <a:rPr sz="2400" b="1" spc="-300" dirty="0">
                <a:solidFill>
                  <a:srgbClr val="FFFF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2</a:t>
            </a:r>
            <a:r>
              <a:rPr sz="2400" b="1" spc="-1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人</a:t>
            </a:r>
            <a:endParaRPr sz="2400" dirty="0">
              <a:solidFill>
                <a:srgbClr val="FF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7969885" marR="5080" indent="-1529080" algn="r">
              <a:lnSpc>
                <a:spcPts val="3740"/>
              </a:lnSpc>
              <a:spcBef>
                <a:spcPts val="270"/>
              </a:spcBef>
            </a:pPr>
            <a:r>
              <a:rPr sz="24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国</a:t>
            </a:r>
            <a:r>
              <a:rPr sz="2400" b="1" spc="5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家</a:t>
            </a:r>
            <a:r>
              <a:rPr sz="24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级</a:t>
            </a:r>
            <a:r>
              <a:rPr sz="24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教</a:t>
            </a:r>
            <a:r>
              <a:rPr sz="2400" b="1" spc="5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学</a:t>
            </a:r>
            <a:r>
              <a:rPr sz="24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团队</a:t>
            </a:r>
            <a:r>
              <a:rPr sz="24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、黄大年式教</a:t>
            </a:r>
            <a:r>
              <a:rPr sz="24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师团队</a:t>
            </a:r>
            <a:r>
              <a:rPr sz="2400" b="1" spc="-300" dirty="0">
                <a:solidFill>
                  <a:srgbClr val="FF00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2</a:t>
            </a:r>
            <a:r>
              <a:rPr sz="2400" b="1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个 </a:t>
            </a:r>
            <a:r>
              <a:rPr sz="24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福建省</a:t>
            </a:r>
            <a:r>
              <a:rPr sz="24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级</a:t>
            </a:r>
            <a:r>
              <a:rPr sz="2400" b="1" spc="5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高</a:t>
            </a:r>
            <a:r>
              <a:rPr sz="24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层</a:t>
            </a:r>
            <a:r>
              <a:rPr sz="24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次人才</a:t>
            </a:r>
            <a:r>
              <a:rPr sz="2400" b="1" spc="-295" dirty="0">
                <a:solidFill>
                  <a:srgbClr val="FF00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297</a:t>
            </a:r>
            <a:r>
              <a:rPr sz="24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人</a:t>
            </a:r>
            <a:r>
              <a:rPr sz="2400" b="1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次</a:t>
            </a:r>
            <a:endParaRPr sz="2400" dirty="0">
              <a:latin typeface="Kozuka Mincho Pr6N B" panose="02020800000000000000" charset="-128"/>
              <a:cs typeface="Kozuka Mincho Pr6N B" panose="02020800000000000000" charset="-128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700" dirty="0">
              <a:latin typeface="Times New Roman" panose="02020603050405020304"/>
              <a:cs typeface="Times New Roman" panose="02020603050405020304"/>
            </a:endParaRPr>
          </a:p>
          <a:p>
            <a:pPr marL="461010" marR="6972935">
              <a:lnSpc>
                <a:spcPct val="100000"/>
              </a:lnSpc>
            </a:pPr>
            <a:r>
              <a:rPr sz="18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背景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图为</a:t>
            </a:r>
            <a:r>
              <a:rPr sz="18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名誉校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长</a:t>
            </a:r>
            <a:r>
              <a:rPr sz="18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、我国肝胆外科之父</a:t>
            </a:r>
            <a:r>
              <a:rPr sz="1800" b="1" spc="-89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——</a:t>
            </a:r>
            <a:r>
              <a:rPr sz="1800" b="1" dirty="0">
                <a:solidFill>
                  <a:srgbClr val="FF00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吴 </a:t>
            </a:r>
            <a:r>
              <a:rPr sz="1800" b="1" spc="10" dirty="0">
                <a:solidFill>
                  <a:srgbClr val="FF00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孟超院士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亲临</a:t>
            </a:r>
            <a:r>
              <a:rPr sz="18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学校附属医院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进</a:t>
            </a:r>
            <a:r>
              <a:rPr sz="18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行手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术</a:t>
            </a:r>
            <a:r>
              <a:rPr sz="18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演</a:t>
            </a:r>
            <a:r>
              <a:rPr sz="1800" b="1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示</a:t>
            </a:r>
            <a:endParaRPr sz="1800" dirty="0">
              <a:latin typeface="Kozuka Mincho Pr6N B" panose="02020800000000000000" charset="-128"/>
              <a:cs typeface="Kozuka Mincho Pr6N B" panose="02020800000000000000" charset="-128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64096" y="6002401"/>
            <a:ext cx="358775" cy="360045"/>
          </a:xfrm>
          <a:custGeom>
            <a:avLst/>
            <a:gdLst/>
            <a:ahLst/>
            <a:cxnLst/>
            <a:rect l="l" t="t" r="r" b="b"/>
            <a:pathLst>
              <a:path w="358775" h="360045">
                <a:moveTo>
                  <a:pt x="310362" y="359918"/>
                </a:moveTo>
                <a:lnTo>
                  <a:pt x="48336" y="359918"/>
                </a:lnTo>
                <a:lnTo>
                  <a:pt x="29692" y="356066"/>
                </a:lnTo>
                <a:lnTo>
                  <a:pt x="14309" y="345625"/>
                </a:lnTo>
                <a:lnTo>
                  <a:pt x="3855" y="330262"/>
                </a:lnTo>
                <a:lnTo>
                  <a:pt x="0" y="311645"/>
                </a:lnTo>
                <a:lnTo>
                  <a:pt x="0" y="118554"/>
                </a:lnTo>
                <a:lnTo>
                  <a:pt x="3855" y="99578"/>
                </a:lnTo>
                <a:lnTo>
                  <a:pt x="14309" y="84254"/>
                </a:lnTo>
                <a:lnTo>
                  <a:pt x="29692" y="74013"/>
                </a:lnTo>
                <a:lnTo>
                  <a:pt x="48336" y="70281"/>
                </a:lnTo>
                <a:lnTo>
                  <a:pt x="135674" y="70281"/>
                </a:lnTo>
                <a:lnTo>
                  <a:pt x="135674" y="0"/>
                </a:lnTo>
                <a:lnTo>
                  <a:pt x="228955" y="0"/>
                </a:lnTo>
                <a:lnTo>
                  <a:pt x="228955" y="22860"/>
                </a:lnTo>
                <a:lnTo>
                  <a:pt x="159423" y="22860"/>
                </a:lnTo>
                <a:lnTo>
                  <a:pt x="159423" y="93154"/>
                </a:lnTo>
                <a:lnTo>
                  <a:pt x="48336" y="93154"/>
                </a:lnTo>
                <a:lnTo>
                  <a:pt x="38639" y="95099"/>
                </a:lnTo>
                <a:lnTo>
                  <a:pt x="30530" y="100458"/>
                </a:lnTo>
                <a:lnTo>
                  <a:pt x="24965" y="108515"/>
                </a:lnTo>
                <a:lnTo>
                  <a:pt x="22898" y="118554"/>
                </a:lnTo>
                <a:lnTo>
                  <a:pt x="22898" y="311645"/>
                </a:lnTo>
                <a:lnTo>
                  <a:pt x="24965" y="321330"/>
                </a:lnTo>
                <a:lnTo>
                  <a:pt x="30530" y="329426"/>
                </a:lnTo>
                <a:lnTo>
                  <a:pt x="38639" y="334982"/>
                </a:lnTo>
                <a:lnTo>
                  <a:pt x="48336" y="337045"/>
                </a:lnTo>
                <a:lnTo>
                  <a:pt x="350435" y="337045"/>
                </a:lnTo>
                <a:lnTo>
                  <a:pt x="344708" y="345625"/>
                </a:lnTo>
                <a:lnTo>
                  <a:pt x="329364" y="356066"/>
                </a:lnTo>
                <a:lnTo>
                  <a:pt x="310362" y="359918"/>
                </a:lnTo>
                <a:close/>
              </a:path>
              <a:path w="358775" h="360045">
                <a:moveTo>
                  <a:pt x="228955" y="94843"/>
                </a:moveTo>
                <a:lnTo>
                  <a:pt x="206057" y="94843"/>
                </a:lnTo>
                <a:lnTo>
                  <a:pt x="206057" y="22860"/>
                </a:lnTo>
                <a:lnTo>
                  <a:pt x="228955" y="22860"/>
                </a:lnTo>
                <a:lnTo>
                  <a:pt x="228955" y="70281"/>
                </a:lnTo>
                <a:lnTo>
                  <a:pt x="310362" y="70281"/>
                </a:lnTo>
                <a:lnTo>
                  <a:pt x="329364" y="74013"/>
                </a:lnTo>
                <a:lnTo>
                  <a:pt x="344708" y="84254"/>
                </a:lnTo>
                <a:lnTo>
                  <a:pt x="350663" y="93154"/>
                </a:lnTo>
                <a:lnTo>
                  <a:pt x="228955" y="93154"/>
                </a:lnTo>
                <a:lnTo>
                  <a:pt x="228955" y="94843"/>
                </a:lnTo>
                <a:close/>
              </a:path>
              <a:path w="358775" h="360045">
                <a:moveTo>
                  <a:pt x="188848" y="62611"/>
                </a:moveTo>
                <a:lnTo>
                  <a:pt x="177596" y="62611"/>
                </a:lnTo>
                <a:lnTo>
                  <a:pt x="173037" y="58254"/>
                </a:lnTo>
                <a:lnTo>
                  <a:pt x="173037" y="47536"/>
                </a:lnTo>
                <a:lnTo>
                  <a:pt x="177596" y="43179"/>
                </a:lnTo>
                <a:lnTo>
                  <a:pt x="188848" y="43179"/>
                </a:lnTo>
                <a:lnTo>
                  <a:pt x="193408" y="47536"/>
                </a:lnTo>
                <a:lnTo>
                  <a:pt x="193408" y="58254"/>
                </a:lnTo>
                <a:lnTo>
                  <a:pt x="188848" y="62611"/>
                </a:lnTo>
                <a:close/>
              </a:path>
              <a:path w="358775" h="360045">
                <a:moveTo>
                  <a:pt x="228955" y="117716"/>
                </a:moveTo>
                <a:lnTo>
                  <a:pt x="135674" y="117716"/>
                </a:lnTo>
                <a:lnTo>
                  <a:pt x="135674" y="93154"/>
                </a:lnTo>
                <a:lnTo>
                  <a:pt x="159423" y="93154"/>
                </a:lnTo>
                <a:lnTo>
                  <a:pt x="159423" y="94843"/>
                </a:lnTo>
                <a:lnTo>
                  <a:pt x="228955" y="94843"/>
                </a:lnTo>
                <a:lnTo>
                  <a:pt x="228955" y="117716"/>
                </a:lnTo>
                <a:close/>
              </a:path>
              <a:path w="358775" h="360045">
                <a:moveTo>
                  <a:pt x="350435" y="337045"/>
                </a:moveTo>
                <a:lnTo>
                  <a:pt x="310362" y="337045"/>
                </a:lnTo>
                <a:lnTo>
                  <a:pt x="320418" y="334982"/>
                </a:lnTo>
                <a:lnTo>
                  <a:pt x="328487" y="329426"/>
                </a:lnTo>
                <a:lnTo>
                  <a:pt x="333853" y="321330"/>
                </a:lnTo>
                <a:lnTo>
                  <a:pt x="335800" y="311645"/>
                </a:lnTo>
                <a:lnTo>
                  <a:pt x="335800" y="118554"/>
                </a:lnTo>
                <a:lnTo>
                  <a:pt x="333853" y="108515"/>
                </a:lnTo>
                <a:lnTo>
                  <a:pt x="328487" y="100458"/>
                </a:lnTo>
                <a:lnTo>
                  <a:pt x="320418" y="95099"/>
                </a:lnTo>
                <a:lnTo>
                  <a:pt x="310362" y="93154"/>
                </a:lnTo>
                <a:lnTo>
                  <a:pt x="350663" y="93154"/>
                </a:lnTo>
                <a:lnTo>
                  <a:pt x="354962" y="99578"/>
                </a:lnTo>
                <a:lnTo>
                  <a:pt x="358698" y="118554"/>
                </a:lnTo>
                <a:lnTo>
                  <a:pt x="358698" y="311645"/>
                </a:lnTo>
                <a:lnTo>
                  <a:pt x="354962" y="330262"/>
                </a:lnTo>
                <a:lnTo>
                  <a:pt x="350435" y="337045"/>
                </a:lnTo>
                <a:close/>
              </a:path>
              <a:path w="358775" h="360045">
                <a:moveTo>
                  <a:pt x="178104" y="179489"/>
                </a:moveTo>
                <a:lnTo>
                  <a:pt x="106057" y="179489"/>
                </a:lnTo>
                <a:lnTo>
                  <a:pt x="107090" y="164255"/>
                </a:lnTo>
                <a:lnTo>
                  <a:pt x="111779" y="149736"/>
                </a:lnTo>
                <a:lnTo>
                  <a:pt x="122506" y="138869"/>
                </a:lnTo>
                <a:lnTo>
                  <a:pt x="141655" y="134594"/>
                </a:lnTo>
                <a:lnTo>
                  <a:pt x="160106" y="138869"/>
                </a:lnTo>
                <a:lnTo>
                  <a:pt x="171005" y="149736"/>
                </a:lnTo>
                <a:lnTo>
                  <a:pt x="176342" y="164255"/>
                </a:lnTo>
                <a:lnTo>
                  <a:pt x="178104" y="179489"/>
                </a:lnTo>
                <a:close/>
              </a:path>
              <a:path w="358775" h="360045">
                <a:moveTo>
                  <a:pt x="280746" y="176961"/>
                </a:moveTo>
                <a:lnTo>
                  <a:pt x="191642" y="176961"/>
                </a:lnTo>
                <a:lnTo>
                  <a:pt x="190792" y="174421"/>
                </a:lnTo>
                <a:lnTo>
                  <a:pt x="189090" y="172732"/>
                </a:lnTo>
                <a:lnTo>
                  <a:pt x="187401" y="171881"/>
                </a:lnTo>
                <a:lnTo>
                  <a:pt x="186550" y="162560"/>
                </a:lnTo>
                <a:lnTo>
                  <a:pt x="183997" y="154927"/>
                </a:lnTo>
                <a:lnTo>
                  <a:pt x="181457" y="148983"/>
                </a:lnTo>
                <a:lnTo>
                  <a:pt x="280746" y="148983"/>
                </a:lnTo>
                <a:lnTo>
                  <a:pt x="284137" y="152374"/>
                </a:lnTo>
                <a:lnTo>
                  <a:pt x="284137" y="173570"/>
                </a:lnTo>
                <a:lnTo>
                  <a:pt x="280746" y="176961"/>
                </a:lnTo>
                <a:close/>
              </a:path>
              <a:path w="358775" h="360045">
                <a:moveTo>
                  <a:pt x="162001" y="241325"/>
                </a:moveTo>
                <a:lnTo>
                  <a:pt x="121323" y="241325"/>
                </a:lnTo>
                <a:lnTo>
                  <a:pt x="125552" y="237934"/>
                </a:lnTo>
                <a:lnTo>
                  <a:pt x="125552" y="232003"/>
                </a:lnTo>
                <a:lnTo>
                  <a:pt x="123863" y="228612"/>
                </a:lnTo>
                <a:lnTo>
                  <a:pt x="118770" y="224383"/>
                </a:lnTo>
                <a:lnTo>
                  <a:pt x="114541" y="217601"/>
                </a:lnTo>
                <a:lnTo>
                  <a:pt x="111150" y="210832"/>
                </a:lnTo>
                <a:lnTo>
                  <a:pt x="104368" y="210832"/>
                </a:lnTo>
                <a:lnTo>
                  <a:pt x="99275" y="199821"/>
                </a:lnTo>
                <a:lnTo>
                  <a:pt x="99275" y="179489"/>
                </a:lnTo>
                <a:lnTo>
                  <a:pt x="184035" y="179489"/>
                </a:lnTo>
                <a:lnTo>
                  <a:pt x="184886" y="185420"/>
                </a:lnTo>
                <a:lnTo>
                  <a:pt x="184886" y="199821"/>
                </a:lnTo>
                <a:lnTo>
                  <a:pt x="179414" y="209981"/>
                </a:lnTo>
                <a:lnTo>
                  <a:pt x="172173" y="209981"/>
                </a:lnTo>
                <a:lnTo>
                  <a:pt x="169624" y="217614"/>
                </a:lnTo>
                <a:lnTo>
                  <a:pt x="165392" y="223532"/>
                </a:lnTo>
                <a:lnTo>
                  <a:pt x="158610" y="230314"/>
                </a:lnTo>
                <a:lnTo>
                  <a:pt x="157759" y="232003"/>
                </a:lnTo>
                <a:lnTo>
                  <a:pt x="157759" y="237934"/>
                </a:lnTo>
                <a:lnTo>
                  <a:pt x="162001" y="241325"/>
                </a:lnTo>
                <a:close/>
              </a:path>
              <a:path w="358775" h="360045">
                <a:moveTo>
                  <a:pt x="280746" y="228574"/>
                </a:moveTo>
                <a:lnTo>
                  <a:pt x="178053" y="228574"/>
                </a:lnTo>
                <a:lnTo>
                  <a:pt x="178053" y="220141"/>
                </a:lnTo>
                <a:lnTo>
                  <a:pt x="185708" y="217601"/>
                </a:lnTo>
                <a:lnTo>
                  <a:pt x="191642" y="209169"/>
                </a:lnTo>
                <a:lnTo>
                  <a:pt x="194183" y="200736"/>
                </a:lnTo>
                <a:lnTo>
                  <a:pt x="280746" y="200736"/>
                </a:lnTo>
                <a:lnTo>
                  <a:pt x="284137" y="204114"/>
                </a:lnTo>
                <a:lnTo>
                  <a:pt x="284137" y="225209"/>
                </a:lnTo>
                <a:lnTo>
                  <a:pt x="280746" y="228574"/>
                </a:lnTo>
                <a:close/>
              </a:path>
              <a:path w="358775" h="360045">
                <a:moveTo>
                  <a:pt x="178955" y="210832"/>
                </a:moveTo>
                <a:lnTo>
                  <a:pt x="173024" y="210832"/>
                </a:lnTo>
                <a:lnTo>
                  <a:pt x="172173" y="209981"/>
                </a:lnTo>
                <a:lnTo>
                  <a:pt x="179414" y="209981"/>
                </a:lnTo>
                <a:lnTo>
                  <a:pt x="178955" y="210832"/>
                </a:lnTo>
                <a:close/>
              </a:path>
              <a:path w="358775" h="360045">
                <a:moveTo>
                  <a:pt x="204381" y="295541"/>
                </a:moveTo>
                <a:lnTo>
                  <a:pt x="79781" y="295541"/>
                </a:lnTo>
                <a:lnTo>
                  <a:pt x="74701" y="290461"/>
                </a:lnTo>
                <a:lnTo>
                  <a:pt x="74701" y="275209"/>
                </a:lnTo>
                <a:lnTo>
                  <a:pt x="77376" y="262054"/>
                </a:lnTo>
                <a:lnTo>
                  <a:pt x="84659" y="251280"/>
                </a:lnTo>
                <a:lnTo>
                  <a:pt x="95441" y="243999"/>
                </a:lnTo>
                <a:lnTo>
                  <a:pt x="108610" y="241325"/>
                </a:lnTo>
                <a:lnTo>
                  <a:pt x="174713" y="241325"/>
                </a:lnTo>
                <a:lnTo>
                  <a:pt x="187877" y="243999"/>
                </a:lnTo>
                <a:lnTo>
                  <a:pt x="198659" y="251280"/>
                </a:lnTo>
                <a:lnTo>
                  <a:pt x="205946" y="262054"/>
                </a:lnTo>
                <a:lnTo>
                  <a:pt x="208622" y="275209"/>
                </a:lnTo>
                <a:lnTo>
                  <a:pt x="208622" y="290461"/>
                </a:lnTo>
                <a:lnTo>
                  <a:pt x="204381" y="295541"/>
                </a:lnTo>
                <a:close/>
              </a:path>
              <a:path w="358775" h="360045">
                <a:moveTo>
                  <a:pt x="280746" y="280327"/>
                </a:moveTo>
                <a:lnTo>
                  <a:pt x="218808" y="280327"/>
                </a:lnTo>
                <a:lnTo>
                  <a:pt x="218808" y="266763"/>
                </a:lnTo>
                <a:lnTo>
                  <a:pt x="216255" y="259130"/>
                </a:lnTo>
                <a:lnTo>
                  <a:pt x="212013" y="252349"/>
                </a:lnTo>
                <a:lnTo>
                  <a:pt x="280746" y="252349"/>
                </a:lnTo>
                <a:lnTo>
                  <a:pt x="284137" y="255739"/>
                </a:lnTo>
                <a:lnTo>
                  <a:pt x="284137" y="276936"/>
                </a:lnTo>
                <a:lnTo>
                  <a:pt x="280746" y="2803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音频 11">
            <a:hlinkClick r:id="" action="ppaction://media"/>
            <a:extLst>
              <a:ext uri="{FF2B5EF4-FFF2-40B4-BE49-F238E27FC236}">
                <a16:creationId xmlns:a16="http://schemas.microsoft.com/office/drawing/2014/main" id="{1EFEB866-5379-4010-8360-67983E58B60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8911"/>
    </mc:Choice>
    <mc:Fallback>
      <p:transition spd="slow" advTm="2891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2420" y="1299972"/>
            <a:ext cx="11108690" cy="5291455"/>
          </a:xfrm>
          <a:custGeom>
            <a:avLst/>
            <a:gdLst/>
            <a:ahLst/>
            <a:cxnLst/>
            <a:rect l="l" t="t" r="r" b="b"/>
            <a:pathLst>
              <a:path w="11108690" h="5291455">
                <a:moveTo>
                  <a:pt x="0" y="0"/>
                </a:moveTo>
                <a:lnTo>
                  <a:pt x="11108436" y="0"/>
                </a:lnTo>
                <a:lnTo>
                  <a:pt x="11108436" y="5291328"/>
                </a:lnTo>
                <a:lnTo>
                  <a:pt x="0" y="5291328"/>
                </a:lnTo>
                <a:lnTo>
                  <a:pt x="0" y="0"/>
                </a:lnTo>
                <a:close/>
              </a:path>
            </a:pathLst>
          </a:custGeom>
          <a:solidFill>
            <a:srgbClr val="004578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12216" y="973778"/>
            <a:ext cx="10563860" cy="0"/>
          </a:xfrm>
          <a:custGeom>
            <a:avLst/>
            <a:gdLst/>
            <a:ahLst/>
            <a:cxnLst/>
            <a:rect l="l" t="t" r="r" b="b"/>
            <a:pathLst>
              <a:path w="10563860">
                <a:moveTo>
                  <a:pt x="0" y="0"/>
                </a:moveTo>
                <a:lnTo>
                  <a:pt x="10563707" y="0"/>
                </a:lnTo>
              </a:path>
            </a:pathLst>
          </a:custGeom>
          <a:ln w="28587">
            <a:solidFill>
              <a:srgbClr val="0045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009376" y="172212"/>
            <a:ext cx="1014983" cy="9845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54151" y="1314538"/>
            <a:ext cx="11262715" cy="527688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125374" y="3099257"/>
            <a:ext cx="4938141" cy="330225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07288" y="1552613"/>
            <a:ext cx="5057711" cy="339393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251447" y="1664207"/>
            <a:ext cx="4521835" cy="929640"/>
          </a:xfrm>
          <a:custGeom>
            <a:avLst/>
            <a:gdLst/>
            <a:ahLst/>
            <a:cxnLst/>
            <a:rect l="l" t="t" r="r" b="b"/>
            <a:pathLst>
              <a:path w="4521834" h="929639">
                <a:moveTo>
                  <a:pt x="4367783" y="929640"/>
                </a:moveTo>
                <a:lnTo>
                  <a:pt x="153924" y="929640"/>
                </a:lnTo>
                <a:lnTo>
                  <a:pt x="105138" y="921679"/>
                </a:lnTo>
                <a:lnTo>
                  <a:pt x="62758" y="899633"/>
                </a:lnTo>
                <a:lnTo>
                  <a:pt x="29379" y="866021"/>
                </a:lnTo>
                <a:lnTo>
                  <a:pt x="7594" y="823367"/>
                </a:lnTo>
                <a:lnTo>
                  <a:pt x="0" y="774192"/>
                </a:lnTo>
                <a:lnTo>
                  <a:pt x="0" y="155448"/>
                </a:lnTo>
                <a:lnTo>
                  <a:pt x="7594" y="106461"/>
                </a:lnTo>
                <a:lnTo>
                  <a:pt x="29379" y="63901"/>
                </a:lnTo>
                <a:lnTo>
                  <a:pt x="62758" y="30290"/>
                </a:lnTo>
                <a:lnTo>
                  <a:pt x="105138" y="8149"/>
                </a:lnTo>
                <a:lnTo>
                  <a:pt x="153924" y="0"/>
                </a:lnTo>
                <a:lnTo>
                  <a:pt x="4367783" y="0"/>
                </a:lnTo>
                <a:lnTo>
                  <a:pt x="4416367" y="8149"/>
                </a:lnTo>
                <a:lnTo>
                  <a:pt x="4458647" y="30290"/>
                </a:lnTo>
                <a:lnTo>
                  <a:pt x="4492027" y="63901"/>
                </a:lnTo>
                <a:lnTo>
                  <a:pt x="4513912" y="106461"/>
                </a:lnTo>
                <a:lnTo>
                  <a:pt x="4521708" y="155448"/>
                </a:lnTo>
                <a:lnTo>
                  <a:pt x="4521708" y="774192"/>
                </a:lnTo>
                <a:lnTo>
                  <a:pt x="4513912" y="823367"/>
                </a:lnTo>
                <a:lnTo>
                  <a:pt x="4492027" y="866021"/>
                </a:lnTo>
                <a:lnTo>
                  <a:pt x="4458647" y="899633"/>
                </a:lnTo>
                <a:lnTo>
                  <a:pt x="4416367" y="921679"/>
                </a:lnTo>
                <a:lnTo>
                  <a:pt x="4367783" y="929640"/>
                </a:lnTo>
                <a:close/>
              </a:path>
            </a:pathLst>
          </a:custGeom>
          <a:solidFill>
            <a:srgbClr val="AEABAB">
              <a:alpha val="57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244488" y="1658378"/>
            <a:ext cx="4535805" cy="941069"/>
          </a:xfrm>
          <a:custGeom>
            <a:avLst/>
            <a:gdLst/>
            <a:ahLst/>
            <a:cxnLst/>
            <a:rect l="l" t="t" r="r" b="b"/>
            <a:pathLst>
              <a:path w="4535805" h="941069">
                <a:moveTo>
                  <a:pt x="4398556" y="939799"/>
                </a:moveTo>
                <a:lnTo>
                  <a:pt x="136651" y="939799"/>
                </a:lnTo>
                <a:lnTo>
                  <a:pt x="128714" y="937259"/>
                </a:lnTo>
                <a:lnTo>
                  <a:pt x="120903" y="935989"/>
                </a:lnTo>
                <a:lnTo>
                  <a:pt x="113258" y="933449"/>
                </a:lnTo>
                <a:lnTo>
                  <a:pt x="98437" y="928369"/>
                </a:lnTo>
                <a:lnTo>
                  <a:pt x="91300" y="924559"/>
                </a:lnTo>
                <a:lnTo>
                  <a:pt x="84353" y="922019"/>
                </a:lnTo>
                <a:lnTo>
                  <a:pt x="77597" y="918209"/>
                </a:lnTo>
                <a:lnTo>
                  <a:pt x="71056" y="913129"/>
                </a:lnTo>
                <a:lnTo>
                  <a:pt x="64744" y="909319"/>
                </a:lnTo>
                <a:lnTo>
                  <a:pt x="58648" y="904239"/>
                </a:lnTo>
                <a:lnTo>
                  <a:pt x="52806" y="899159"/>
                </a:lnTo>
                <a:lnTo>
                  <a:pt x="47205" y="894079"/>
                </a:lnTo>
                <a:lnTo>
                  <a:pt x="41871" y="887729"/>
                </a:lnTo>
                <a:lnTo>
                  <a:pt x="36804" y="882649"/>
                </a:lnTo>
                <a:lnTo>
                  <a:pt x="15900" y="849629"/>
                </a:lnTo>
                <a:lnTo>
                  <a:pt x="12674" y="842009"/>
                </a:lnTo>
                <a:lnTo>
                  <a:pt x="9778" y="835659"/>
                </a:lnTo>
                <a:lnTo>
                  <a:pt x="838" y="796289"/>
                </a:lnTo>
                <a:lnTo>
                  <a:pt x="0" y="779779"/>
                </a:lnTo>
                <a:lnTo>
                  <a:pt x="0" y="160019"/>
                </a:lnTo>
                <a:lnTo>
                  <a:pt x="5079" y="120649"/>
                </a:lnTo>
                <a:lnTo>
                  <a:pt x="19456" y="83819"/>
                </a:lnTo>
                <a:lnTo>
                  <a:pt x="23342" y="77469"/>
                </a:lnTo>
                <a:lnTo>
                  <a:pt x="27533" y="69849"/>
                </a:lnTo>
                <a:lnTo>
                  <a:pt x="32029" y="63499"/>
                </a:lnTo>
                <a:lnTo>
                  <a:pt x="36804" y="58419"/>
                </a:lnTo>
                <a:lnTo>
                  <a:pt x="41871" y="52069"/>
                </a:lnTo>
                <a:lnTo>
                  <a:pt x="47205" y="46989"/>
                </a:lnTo>
                <a:lnTo>
                  <a:pt x="52806" y="40639"/>
                </a:lnTo>
                <a:lnTo>
                  <a:pt x="58648" y="35559"/>
                </a:lnTo>
                <a:lnTo>
                  <a:pt x="64744" y="31749"/>
                </a:lnTo>
                <a:lnTo>
                  <a:pt x="71056" y="26669"/>
                </a:lnTo>
                <a:lnTo>
                  <a:pt x="77597" y="22859"/>
                </a:lnTo>
                <a:lnTo>
                  <a:pt x="113258" y="6349"/>
                </a:lnTo>
                <a:lnTo>
                  <a:pt x="120903" y="5079"/>
                </a:lnTo>
                <a:lnTo>
                  <a:pt x="128714" y="2539"/>
                </a:lnTo>
                <a:lnTo>
                  <a:pt x="144716" y="0"/>
                </a:lnTo>
                <a:lnTo>
                  <a:pt x="4390491" y="0"/>
                </a:lnTo>
                <a:lnTo>
                  <a:pt x="4406493" y="2539"/>
                </a:lnTo>
                <a:lnTo>
                  <a:pt x="4414291" y="5079"/>
                </a:lnTo>
                <a:lnTo>
                  <a:pt x="4421949" y="6349"/>
                </a:lnTo>
                <a:lnTo>
                  <a:pt x="4436757" y="11429"/>
                </a:lnTo>
                <a:lnTo>
                  <a:pt x="4439141" y="12699"/>
                </a:lnTo>
                <a:lnTo>
                  <a:pt x="146151" y="12699"/>
                </a:lnTo>
                <a:lnTo>
                  <a:pt x="138404" y="13969"/>
                </a:lnTo>
                <a:lnTo>
                  <a:pt x="138722" y="13969"/>
                </a:lnTo>
                <a:lnTo>
                  <a:pt x="131102" y="15239"/>
                </a:lnTo>
                <a:lnTo>
                  <a:pt x="131406" y="15239"/>
                </a:lnTo>
                <a:lnTo>
                  <a:pt x="123913" y="16509"/>
                </a:lnTo>
                <a:lnTo>
                  <a:pt x="124231" y="16509"/>
                </a:lnTo>
                <a:lnTo>
                  <a:pt x="116878" y="19049"/>
                </a:lnTo>
                <a:lnTo>
                  <a:pt x="117182" y="19049"/>
                </a:lnTo>
                <a:lnTo>
                  <a:pt x="109981" y="21589"/>
                </a:lnTo>
                <a:lnTo>
                  <a:pt x="110274" y="21589"/>
                </a:lnTo>
                <a:lnTo>
                  <a:pt x="103250" y="24129"/>
                </a:lnTo>
                <a:lnTo>
                  <a:pt x="103530" y="24129"/>
                </a:lnTo>
                <a:lnTo>
                  <a:pt x="96672" y="26669"/>
                </a:lnTo>
                <a:lnTo>
                  <a:pt x="96951" y="26669"/>
                </a:lnTo>
                <a:lnTo>
                  <a:pt x="90271" y="30479"/>
                </a:lnTo>
                <a:lnTo>
                  <a:pt x="90550" y="30479"/>
                </a:lnTo>
                <a:lnTo>
                  <a:pt x="84061" y="33019"/>
                </a:lnTo>
                <a:lnTo>
                  <a:pt x="84327" y="33019"/>
                </a:lnTo>
                <a:lnTo>
                  <a:pt x="79613" y="36829"/>
                </a:lnTo>
                <a:lnTo>
                  <a:pt x="78295" y="36829"/>
                </a:lnTo>
                <a:lnTo>
                  <a:pt x="72224" y="41909"/>
                </a:lnTo>
                <a:lnTo>
                  <a:pt x="72466" y="41909"/>
                </a:lnTo>
                <a:lnTo>
                  <a:pt x="66624" y="45719"/>
                </a:lnTo>
                <a:lnTo>
                  <a:pt x="66852" y="45719"/>
                </a:lnTo>
                <a:lnTo>
                  <a:pt x="61239" y="50799"/>
                </a:lnTo>
                <a:lnTo>
                  <a:pt x="61455" y="50799"/>
                </a:lnTo>
                <a:lnTo>
                  <a:pt x="56083" y="55879"/>
                </a:lnTo>
                <a:lnTo>
                  <a:pt x="56299" y="55879"/>
                </a:lnTo>
                <a:lnTo>
                  <a:pt x="51168" y="60959"/>
                </a:lnTo>
                <a:lnTo>
                  <a:pt x="51371" y="60959"/>
                </a:lnTo>
                <a:lnTo>
                  <a:pt x="46507" y="66039"/>
                </a:lnTo>
                <a:lnTo>
                  <a:pt x="46697" y="66039"/>
                </a:lnTo>
                <a:lnTo>
                  <a:pt x="43019" y="71119"/>
                </a:lnTo>
                <a:lnTo>
                  <a:pt x="42290" y="71119"/>
                </a:lnTo>
                <a:lnTo>
                  <a:pt x="37973" y="77469"/>
                </a:lnTo>
                <a:lnTo>
                  <a:pt x="38138" y="77469"/>
                </a:lnTo>
                <a:lnTo>
                  <a:pt x="34112" y="83819"/>
                </a:lnTo>
                <a:lnTo>
                  <a:pt x="34277" y="83819"/>
                </a:lnTo>
                <a:lnTo>
                  <a:pt x="30543" y="90169"/>
                </a:lnTo>
                <a:lnTo>
                  <a:pt x="30695" y="90169"/>
                </a:lnTo>
                <a:lnTo>
                  <a:pt x="27266" y="96519"/>
                </a:lnTo>
                <a:lnTo>
                  <a:pt x="27406" y="96519"/>
                </a:lnTo>
                <a:lnTo>
                  <a:pt x="24307" y="102869"/>
                </a:lnTo>
                <a:lnTo>
                  <a:pt x="21653" y="109219"/>
                </a:lnTo>
                <a:lnTo>
                  <a:pt x="19329" y="116839"/>
                </a:lnTo>
                <a:lnTo>
                  <a:pt x="17335" y="123189"/>
                </a:lnTo>
                <a:lnTo>
                  <a:pt x="15684" y="130809"/>
                </a:lnTo>
                <a:lnTo>
                  <a:pt x="14615" y="137159"/>
                </a:lnTo>
                <a:lnTo>
                  <a:pt x="14439" y="137159"/>
                </a:lnTo>
                <a:lnTo>
                  <a:pt x="13590" y="144779"/>
                </a:lnTo>
                <a:lnTo>
                  <a:pt x="12975" y="152399"/>
                </a:lnTo>
                <a:lnTo>
                  <a:pt x="12729" y="160019"/>
                </a:lnTo>
                <a:lnTo>
                  <a:pt x="12700" y="779779"/>
                </a:lnTo>
                <a:lnTo>
                  <a:pt x="12903" y="787399"/>
                </a:lnTo>
                <a:lnTo>
                  <a:pt x="13487" y="795019"/>
                </a:lnTo>
                <a:lnTo>
                  <a:pt x="14439" y="802639"/>
                </a:lnTo>
                <a:lnTo>
                  <a:pt x="15748" y="810259"/>
                </a:lnTo>
                <a:lnTo>
                  <a:pt x="17411" y="816609"/>
                </a:lnTo>
                <a:lnTo>
                  <a:pt x="19418" y="824229"/>
                </a:lnTo>
                <a:lnTo>
                  <a:pt x="21767" y="830579"/>
                </a:lnTo>
                <a:lnTo>
                  <a:pt x="24422" y="838199"/>
                </a:lnTo>
                <a:lnTo>
                  <a:pt x="24824" y="838199"/>
                </a:lnTo>
                <a:lnTo>
                  <a:pt x="27406" y="844549"/>
                </a:lnTo>
                <a:lnTo>
                  <a:pt x="27266" y="844549"/>
                </a:lnTo>
                <a:lnTo>
                  <a:pt x="30695" y="850899"/>
                </a:lnTo>
                <a:lnTo>
                  <a:pt x="30543" y="850899"/>
                </a:lnTo>
                <a:lnTo>
                  <a:pt x="34277" y="857249"/>
                </a:lnTo>
                <a:lnTo>
                  <a:pt x="34112" y="857249"/>
                </a:lnTo>
                <a:lnTo>
                  <a:pt x="38138" y="863599"/>
                </a:lnTo>
                <a:lnTo>
                  <a:pt x="38836" y="863599"/>
                </a:lnTo>
                <a:lnTo>
                  <a:pt x="42290" y="868679"/>
                </a:lnTo>
                <a:lnTo>
                  <a:pt x="42100" y="868679"/>
                </a:lnTo>
                <a:lnTo>
                  <a:pt x="46697" y="875029"/>
                </a:lnTo>
                <a:lnTo>
                  <a:pt x="47480" y="875029"/>
                </a:lnTo>
                <a:lnTo>
                  <a:pt x="51371" y="880109"/>
                </a:lnTo>
                <a:lnTo>
                  <a:pt x="51168" y="880109"/>
                </a:lnTo>
                <a:lnTo>
                  <a:pt x="56299" y="885189"/>
                </a:lnTo>
                <a:lnTo>
                  <a:pt x="56083" y="885189"/>
                </a:lnTo>
                <a:lnTo>
                  <a:pt x="61455" y="890269"/>
                </a:lnTo>
                <a:lnTo>
                  <a:pt x="61239" y="890269"/>
                </a:lnTo>
                <a:lnTo>
                  <a:pt x="66852" y="894079"/>
                </a:lnTo>
                <a:lnTo>
                  <a:pt x="66624" y="894079"/>
                </a:lnTo>
                <a:lnTo>
                  <a:pt x="72466" y="899159"/>
                </a:lnTo>
                <a:lnTo>
                  <a:pt x="72224" y="899159"/>
                </a:lnTo>
                <a:lnTo>
                  <a:pt x="78295" y="902969"/>
                </a:lnTo>
                <a:lnTo>
                  <a:pt x="78041" y="902969"/>
                </a:lnTo>
                <a:lnTo>
                  <a:pt x="84327" y="906779"/>
                </a:lnTo>
                <a:lnTo>
                  <a:pt x="84061" y="906779"/>
                </a:lnTo>
                <a:lnTo>
                  <a:pt x="90550" y="910589"/>
                </a:lnTo>
                <a:lnTo>
                  <a:pt x="90271" y="910589"/>
                </a:lnTo>
                <a:lnTo>
                  <a:pt x="96951" y="914399"/>
                </a:lnTo>
                <a:lnTo>
                  <a:pt x="98958" y="914399"/>
                </a:lnTo>
                <a:lnTo>
                  <a:pt x="103530" y="916939"/>
                </a:lnTo>
                <a:lnTo>
                  <a:pt x="103250" y="916939"/>
                </a:lnTo>
                <a:lnTo>
                  <a:pt x="110274" y="919479"/>
                </a:lnTo>
                <a:lnTo>
                  <a:pt x="109981" y="919479"/>
                </a:lnTo>
                <a:lnTo>
                  <a:pt x="117182" y="922019"/>
                </a:lnTo>
                <a:lnTo>
                  <a:pt x="116878" y="922019"/>
                </a:lnTo>
                <a:lnTo>
                  <a:pt x="124231" y="923289"/>
                </a:lnTo>
                <a:lnTo>
                  <a:pt x="123913" y="923289"/>
                </a:lnTo>
                <a:lnTo>
                  <a:pt x="131406" y="925829"/>
                </a:lnTo>
                <a:lnTo>
                  <a:pt x="131102" y="925829"/>
                </a:lnTo>
                <a:lnTo>
                  <a:pt x="138722" y="927099"/>
                </a:lnTo>
                <a:lnTo>
                  <a:pt x="145834" y="927099"/>
                </a:lnTo>
                <a:lnTo>
                  <a:pt x="153695" y="928369"/>
                </a:lnTo>
                <a:lnTo>
                  <a:pt x="4436757" y="928369"/>
                </a:lnTo>
                <a:lnTo>
                  <a:pt x="4421949" y="933449"/>
                </a:lnTo>
                <a:lnTo>
                  <a:pt x="4414291" y="935989"/>
                </a:lnTo>
                <a:lnTo>
                  <a:pt x="4406493" y="937259"/>
                </a:lnTo>
                <a:lnTo>
                  <a:pt x="4398556" y="939799"/>
                </a:lnTo>
                <a:close/>
              </a:path>
              <a:path w="4535805" h="941069">
                <a:moveTo>
                  <a:pt x="4457166" y="38099"/>
                </a:moveTo>
                <a:lnTo>
                  <a:pt x="4450880" y="33019"/>
                </a:lnTo>
                <a:lnTo>
                  <a:pt x="4451146" y="33019"/>
                </a:lnTo>
                <a:lnTo>
                  <a:pt x="4444657" y="30479"/>
                </a:lnTo>
                <a:lnTo>
                  <a:pt x="4444923" y="30479"/>
                </a:lnTo>
                <a:lnTo>
                  <a:pt x="4438256" y="26669"/>
                </a:lnTo>
                <a:lnTo>
                  <a:pt x="4438535" y="26669"/>
                </a:lnTo>
                <a:lnTo>
                  <a:pt x="4431677" y="24129"/>
                </a:lnTo>
                <a:lnTo>
                  <a:pt x="4431957" y="24129"/>
                </a:lnTo>
                <a:lnTo>
                  <a:pt x="4424921" y="21589"/>
                </a:lnTo>
                <a:lnTo>
                  <a:pt x="4425226" y="21589"/>
                </a:lnTo>
                <a:lnTo>
                  <a:pt x="4418025" y="19049"/>
                </a:lnTo>
                <a:lnTo>
                  <a:pt x="4418330" y="19049"/>
                </a:lnTo>
                <a:lnTo>
                  <a:pt x="4410976" y="16509"/>
                </a:lnTo>
                <a:lnTo>
                  <a:pt x="4411281" y="16509"/>
                </a:lnTo>
                <a:lnTo>
                  <a:pt x="4403801" y="15239"/>
                </a:lnTo>
                <a:lnTo>
                  <a:pt x="4404106" y="15239"/>
                </a:lnTo>
                <a:lnTo>
                  <a:pt x="4396485" y="13969"/>
                </a:lnTo>
                <a:lnTo>
                  <a:pt x="4396803" y="13969"/>
                </a:lnTo>
                <a:lnTo>
                  <a:pt x="4389043" y="12699"/>
                </a:lnTo>
                <a:lnTo>
                  <a:pt x="4439141" y="12699"/>
                </a:lnTo>
                <a:lnTo>
                  <a:pt x="4470463" y="31749"/>
                </a:lnTo>
                <a:lnTo>
                  <a:pt x="4476546" y="35559"/>
                </a:lnTo>
                <a:lnTo>
                  <a:pt x="4478010" y="36829"/>
                </a:lnTo>
                <a:lnTo>
                  <a:pt x="4456912" y="36829"/>
                </a:lnTo>
                <a:lnTo>
                  <a:pt x="4457166" y="38099"/>
                </a:lnTo>
                <a:close/>
              </a:path>
              <a:path w="4535805" h="941069">
                <a:moveTo>
                  <a:pt x="78041" y="38099"/>
                </a:moveTo>
                <a:lnTo>
                  <a:pt x="78295" y="36829"/>
                </a:lnTo>
                <a:lnTo>
                  <a:pt x="79613" y="36829"/>
                </a:lnTo>
                <a:lnTo>
                  <a:pt x="78041" y="38099"/>
                </a:lnTo>
                <a:close/>
              </a:path>
              <a:path w="4535805" h="941069">
                <a:moveTo>
                  <a:pt x="4493094" y="72389"/>
                </a:moveTo>
                <a:lnTo>
                  <a:pt x="4488497" y="66039"/>
                </a:lnTo>
                <a:lnTo>
                  <a:pt x="4488700" y="66039"/>
                </a:lnTo>
                <a:lnTo>
                  <a:pt x="4483836" y="60959"/>
                </a:lnTo>
                <a:lnTo>
                  <a:pt x="4484039" y="60959"/>
                </a:lnTo>
                <a:lnTo>
                  <a:pt x="4478908" y="55879"/>
                </a:lnTo>
                <a:lnTo>
                  <a:pt x="4479124" y="55879"/>
                </a:lnTo>
                <a:lnTo>
                  <a:pt x="4473740" y="50799"/>
                </a:lnTo>
                <a:lnTo>
                  <a:pt x="4473968" y="50799"/>
                </a:lnTo>
                <a:lnTo>
                  <a:pt x="4468355" y="45719"/>
                </a:lnTo>
                <a:lnTo>
                  <a:pt x="4468583" y="45719"/>
                </a:lnTo>
                <a:lnTo>
                  <a:pt x="4462729" y="41909"/>
                </a:lnTo>
                <a:lnTo>
                  <a:pt x="4462983" y="41909"/>
                </a:lnTo>
                <a:lnTo>
                  <a:pt x="4456912" y="36829"/>
                </a:lnTo>
                <a:lnTo>
                  <a:pt x="4478010" y="36829"/>
                </a:lnTo>
                <a:lnTo>
                  <a:pt x="4482401" y="40639"/>
                </a:lnTo>
                <a:lnTo>
                  <a:pt x="4487989" y="46989"/>
                </a:lnTo>
                <a:lnTo>
                  <a:pt x="4493336" y="52069"/>
                </a:lnTo>
                <a:lnTo>
                  <a:pt x="4498390" y="58419"/>
                </a:lnTo>
                <a:lnTo>
                  <a:pt x="4503178" y="63499"/>
                </a:lnTo>
                <a:lnTo>
                  <a:pt x="4507674" y="69849"/>
                </a:lnTo>
                <a:lnTo>
                  <a:pt x="4508372" y="71119"/>
                </a:lnTo>
                <a:lnTo>
                  <a:pt x="4492917" y="71119"/>
                </a:lnTo>
                <a:lnTo>
                  <a:pt x="4493094" y="72389"/>
                </a:lnTo>
                <a:close/>
              </a:path>
              <a:path w="4535805" h="941069">
                <a:moveTo>
                  <a:pt x="42100" y="72389"/>
                </a:moveTo>
                <a:lnTo>
                  <a:pt x="42290" y="71119"/>
                </a:lnTo>
                <a:lnTo>
                  <a:pt x="43019" y="71119"/>
                </a:lnTo>
                <a:lnTo>
                  <a:pt x="42100" y="72389"/>
                </a:lnTo>
                <a:close/>
              </a:path>
              <a:path w="4535805" h="941069">
                <a:moveTo>
                  <a:pt x="4520819" y="138429"/>
                </a:moveTo>
                <a:lnTo>
                  <a:pt x="4519460" y="130809"/>
                </a:lnTo>
                <a:lnTo>
                  <a:pt x="4517796" y="123189"/>
                </a:lnTo>
                <a:lnTo>
                  <a:pt x="4515789" y="116839"/>
                </a:lnTo>
                <a:lnTo>
                  <a:pt x="4513440" y="109219"/>
                </a:lnTo>
                <a:lnTo>
                  <a:pt x="4510773" y="102869"/>
                </a:lnTo>
                <a:lnTo>
                  <a:pt x="4507801" y="96519"/>
                </a:lnTo>
                <a:lnTo>
                  <a:pt x="4507928" y="96519"/>
                </a:lnTo>
                <a:lnTo>
                  <a:pt x="4504512" y="90169"/>
                </a:lnTo>
                <a:lnTo>
                  <a:pt x="4504664" y="90169"/>
                </a:lnTo>
                <a:lnTo>
                  <a:pt x="4500930" y="83819"/>
                </a:lnTo>
                <a:lnTo>
                  <a:pt x="4501095" y="83819"/>
                </a:lnTo>
                <a:lnTo>
                  <a:pt x="4497070" y="77469"/>
                </a:lnTo>
                <a:lnTo>
                  <a:pt x="4497235" y="77469"/>
                </a:lnTo>
                <a:lnTo>
                  <a:pt x="4492917" y="71119"/>
                </a:lnTo>
                <a:lnTo>
                  <a:pt x="4508372" y="71119"/>
                </a:lnTo>
                <a:lnTo>
                  <a:pt x="4511865" y="77469"/>
                </a:lnTo>
                <a:lnTo>
                  <a:pt x="4515751" y="83819"/>
                </a:lnTo>
                <a:lnTo>
                  <a:pt x="4530128" y="120649"/>
                </a:lnTo>
                <a:lnTo>
                  <a:pt x="4533523" y="137159"/>
                </a:lnTo>
                <a:lnTo>
                  <a:pt x="4520768" y="137159"/>
                </a:lnTo>
                <a:lnTo>
                  <a:pt x="4520819" y="138429"/>
                </a:lnTo>
                <a:close/>
              </a:path>
              <a:path w="4535805" h="941069">
                <a:moveTo>
                  <a:pt x="14389" y="138429"/>
                </a:moveTo>
                <a:lnTo>
                  <a:pt x="14439" y="137159"/>
                </a:lnTo>
                <a:lnTo>
                  <a:pt x="14615" y="137159"/>
                </a:lnTo>
                <a:lnTo>
                  <a:pt x="14389" y="138429"/>
                </a:lnTo>
                <a:close/>
              </a:path>
              <a:path w="4535805" h="941069">
                <a:moveTo>
                  <a:pt x="4524263" y="838199"/>
                </a:moveTo>
                <a:lnTo>
                  <a:pt x="4510773" y="838199"/>
                </a:lnTo>
                <a:lnTo>
                  <a:pt x="4513554" y="830579"/>
                </a:lnTo>
                <a:lnTo>
                  <a:pt x="4515878" y="824229"/>
                </a:lnTo>
                <a:lnTo>
                  <a:pt x="4517872" y="816609"/>
                </a:lnTo>
                <a:lnTo>
                  <a:pt x="4519523" y="810259"/>
                </a:lnTo>
                <a:lnTo>
                  <a:pt x="4520819" y="802639"/>
                </a:lnTo>
                <a:lnTo>
                  <a:pt x="4521758" y="795019"/>
                </a:lnTo>
                <a:lnTo>
                  <a:pt x="4522317" y="787399"/>
                </a:lnTo>
                <a:lnTo>
                  <a:pt x="4522508" y="779779"/>
                </a:lnTo>
                <a:lnTo>
                  <a:pt x="4522508" y="160019"/>
                </a:lnTo>
                <a:lnTo>
                  <a:pt x="4522304" y="152399"/>
                </a:lnTo>
                <a:lnTo>
                  <a:pt x="4521720" y="144779"/>
                </a:lnTo>
                <a:lnTo>
                  <a:pt x="4520768" y="137159"/>
                </a:lnTo>
                <a:lnTo>
                  <a:pt x="4533523" y="137159"/>
                </a:lnTo>
                <a:lnTo>
                  <a:pt x="4534369" y="143509"/>
                </a:lnTo>
                <a:lnTo>
                  <a:pt x="4534992" y="152399"/>
                </a:lnTo>
                <a:lnTo>
                  <a:pt x="4535208" y="160019"/>
                </a:lnTo>
                <a:lnTo>
                  <a:pt x="4535208" y="779779"/>
                </a:lnTo>
                <a:lnTo>
                  <a:pt x="4530128" y="820419"/>
                </a:lnTo>
                <a:lnTo>
                  <a:pt x="4525416" y="835659"/>
                </a:lnTo>
                <a:lnTo>
                  <a:pt x="4524263" y="838199"/>
                </a:lnTo>
                <a:close/>
              </a:path>
              <a:path w="4535805" h="941069">
                <a:moveTo>
                  <a:pt x="13449" y="146049"/>
                </a:moveTo>
                <a:lnTo>
                  <a:pt x="13487" y="144779"/>
                </a:lnTo>
                <a:lnTo>
                  <a:pt x="13449" y="146049"/>
                </a:lnTo>
                <a:close/>
              </a:path>
              <a:path w="4535805" h="941069">
                <a:moveTo>
                  <a:pt x="4521758" y="146049"/>
                </a:moveTo>
                <a:lnTo>
                  <a:pt x="4521617" y="144779"/>
                </a:lnTo>
                <a:lnTo>
                  <a:pt x="4521758" y="146049"/>
                </a:lnTo>
                <a:close/>
              </a:path>
              <a:path w="4535805" h="941069">
                <a:moveTo>
                  <a:pt x="12890" y="153669"/>
                </a:moveTo>
                <a:lnTo>
                  <a:pt x="12903" y="152399"/>
                </a:lnTo>
                <a:lnTo>
                  <a:pt x="12890" y="153669"/>
                </a:lnTo>
                <a:close/>
              </a:path>
              <a:path w="4535805" h="941069">
                <a:moveTo>
                  <a:pt x="4522317" y="153669"/>
                </a:moveTo>
                <a:lnTo>
                  <a:pt x="4522232" y="152399"/>
                </a:lnTo>
                <a:lnTo>
                  <a:pt x="4522317" y="153669"/>
                </a:lnTo>
                <a:close/>
              </a:path>
              <a:path w="4535805" h="941069">
                <a:moveTo>
                  <a:pt x="12700" y="161289"/>
                </a:moveTo>
                <a:lnTo>
                  <a:pt x="12700" y="160019"/>
                </a:lnTo>
                <a:lnTo>
                  <a:pt x="12700" y="161289"/>
                </a:lnTo>
                <a:close/>
              </a:path>
              <a:path w="4535805" h="941069">
                <a:moveTo>
                  <a:pt x="4522508" y="161289"/>
                </a:moveTo>
                <a:lnTo>
                  <a:pt x="4522479" y="160019"/>
                </a:lnTo>
                <a:lnTo>
                  <a:pt x="4522508" y="161289"/>
                </a:lnTo>
                <a:close/>
              </a:path>
              <a:path w="4535805" h="941069">
                <a:moveTo>
                  <a:pt x="24824" y="838199"/>
                </a:moveTo>
                <a:lnTo>
                  <a:pt x="24422" y="838199"/>
                </a:lnTo>
                <a:lnTo>
                  <a:pt x="24307" y="836929"/>
                </a:lnTo>
                <a:lnTo>
                  <a:pt x="24824" y="838199"/>
                </a:lnTo>
                <a:close/>
              </a:path>
              <a:path w="4535805" h="941069">
                <a:moveTo>
                  <a:pt x="4511865" y="863599"/>
                </a:moveTo>
                <a:lnTo>
                  <a:pt x="4497070" y="863599"/>
                </a:lnTo>
                <a:lnTo>
                  <a:pt x="4501095" y="857249"/>
                </a:lnTo>
                <a:lnTo>
                  <a:pt x="4500930" y="857249"/>
                </a:lnTo>
                <a:lnTo>
                  <a:pt x="4504664" y="850899"/>
                </a:lnTo>
                <a:lnTo>
                  <a:pt x="4504512" y="850899"/>
                </a:lnTo>
                <a:lnTo>
                  <a:pt x="4507928" y="844549"/>
                </a:lnTo>
                <a:lnTo>
                  <a:pt x="4507801" y="844549"/>
                </a:lnTo>
                <a:lnTo>
                  <a:pt x="4510900" y="836929"/>
                </a:lnTo>
                <a:lnTo>
                  <a:pt x="4510773" y="838199"/>
                </a:lnTo>
                <a:lnTo>
                  <a:pt x="4524263" y="838199"/>
                </a:lnTo>
                <a:lnTo>
                  <a:pt x="4522533" y="842009"/>
                </a:lnTo>
                <a:lnTo>
                  <a:pt x="4519307" y="849629"/>
                </a:lnTo>
                <a:lnTo>
                  <a:pt x="4515751" y="857249"/>
                </a:lnTo>
                <a:lnTo>
                  <a:pt x="4511865" y="863599"/>
                </a:lnTo>
                <a:close/>
              </a:path>
              <a:path w="4535805" h="941069">
                <a:moveTo>
                  <a:pt x="38836" y="863599"/>
                </a:moveTo>
                <a:lnTo>
                  <a:pt x="38138" y="863599"/>
                </a:lnTo>
                <a:lnTo>
                  <a:pt x="37973" y="862329"/>
                </a:lnTo>
                <a:lnTo>
                  <a:pt x="38836" y="863599"/>
                </a:lnTo>
                <a:close/>
              </a:path>
              <a:path w="4535805" h="941069">
                <a:moveTo>
                  <a:pt x="4504077" y="875029"/>
                </a:moveTo>
                <a:lnTo>
                  <a:pt x="4488497" y="875029"/>
                </a:lnTo>
                <a:lnTo>
                  <a:pt x="4493094" y="868679"/>
                </a:lnTo>
                <a:lnTo>
                  <a:pt x="4492917" y="868679"/>
                </a:lnTo>
                <a:lnTo>
                  <a:pt x="4497235" y="862329"/>
                </a:lnTo>
                <a:lnTo>
                  <a:pt x="4497070" y="863599"/>
                </a:lnTo>
                <a:lnTo>
                  <a:pt x="4511865" y="863599"/>
                </a:lnTo>
                <a:lnTo>
                  <a:pt x="4507674" y="869949"/>
                </a:lnTo>
                <a:lnTo>
                  <a:pt x="4504077" y="875029"/>
                </a:lnTo>
                <a:close/>
              </a:path>
              <a:path w="4535805" h="941069">
                <a:moveTo>
                  <a:pt x="47480" y="875029"/>
                </a:moveTo>
                <a:lnTo>
                  <a:pt x="46697" y="875029"/>
                </a:lnTo>
                <a:lnTo>
                  <a:pt x="46507" y="873759"/>
                </a:lnTo>
                <a:lnTo>
                  <a:pt x="47480" y="875029"/>
                </a:lnTo>
                <a:close/>
              </a:path>
              <a:path w="4535805" h="941069">
                <a:moveTo>
                  <a:pt x="4462503" y="914399"/>
                </a:moveTo>
                <a:lnTo>
                  <a:pt x="4438256" y="914399"/>
                </a:lnTo>
                <a:lnTo>
                  <a:pt x="4444923" y="910589"/>
                </a:lnTo>
                <a:lnTo>
                  <a:pt x="4444657" y="910589"/>
                </a:lnTo>
                <a:lnTo>
                  <a:pt x="4451146" y="906779"/>
                </a:lnTo>
                <a:lnTo>
                  <a:pt x="4450880" y="906779"/>
                </a:lnTo>
                <a:lnTo>
                  <a:pt x="4457166" y="902969"/>
                </a:lnTo>
                <a:lnTo>
                  <a:pt x="4456912" y="902969"/>
                </a:lnTo>
                <a:lnTo>
                  <a:pt x="4462983" y="899159"/>
                </a:lnTo>
                <a:lnTo>
                  <a:pt x="4462729" y="899159"/>
                </a:lnTo>
                <a:lnTo>
                  <a:pt x="4468583" y="894079"/>
                </a:lnTo>
                <a:lnTo>
                  <a:pt x="4468355" y="894079"/>
                </a:lnTo>
                <a:lnTo>
                  <a:pt x="4473968" y="890269"/>
                </a:lnTo>
                <a:lnTo>
                  <a:pt x="4473740" y="890269"/>
                </a:lnTo>
                <a:lnTo>
                  <a:pt x="4479124" y="885189"/>
                </a:lnTo>
                <a:lnTo>
                  <a:pt x="4478908" y="885189"/>
                </a:lnTo>
                <a:lnTo>
                  <a:pt x="4484039" y="880109"/>
                </a:lnTo>
                <a:lnTo>
                  <a:pt x="4483836" y="880109"/>
                </a:lnTo>
                <a:lnTo>
                  <a:pt x="4488700" y="873759"/>
                </a:lnTo>
                <a:lnTo>
                  <a:pt x="4488497" y="875029"/>
                </a:lnTo>
                <a:lnTo>
                  <a:pt x="4504077" y="875029"/>
                </a:lnTo>
                <a:lnTo>
                  <a:pt x="4503178" y="876299"/>
                </a:lnTo>
                <a:lnTo>
                  <a:pt x="4498390" y="882649"/>
                </a:lnTo>
                <a:lnTo>
                  <a:pt x="4493336" y="887729"/>
                </a:lnTo>
                <a:lnTo>
                  <a:pt x="4487989" y="894079"/>
                </a:lnTo>
                <a:lnTo>
                  <a:pt x="4482401" y="899159"/>
                </a:lnTo>
                <a:lnTo>
                  <a:pt x="4476546" y="904239"/>
                </a:lnTo>
                <a:lnTo>
                  <a:pt x="4470463" y="909319"/>
                </a:lnTo>
                <a:lnTo>
                  <a:pt x="4464138" y="913129"/>
                </a:lnTo>
                <a:lnTo>
                  <a:pt x="4462503" y="914399"/>
                </a:lnTo>
                <a:close/>
              </a:path>
              <a:path w="4535805" h="941069">
                <a:moveTo>
                  <a:pt x="98958" y="914399"/>
                </a:moveTo>
                <a:lnTo>
                  <a:pt x="96951" y="914399"/>
                </a:lnTo>
                <a:lnTo>
                  <a:pt x="96672" y="913129"/>
                </a:lnTo>
                <a:lnTo>
                  <a:pt x="98958" y="914399"/>
                </a:lnTo>
                <a:close/>
              </a:path>
              <a:path w="4535805" h="941069">
                <a:moveTo>
                  <a:pt x="4436757" y="928369"/>
                </a:moveTo>
                <a:lnTo>
                  <a:pt x="4381500" y="928369"/>
                </a:lnTo>
                <a:lnTo>
                  <a:pt x="4389374" y="927099"/>
                </a:lnTo>
                <a:lnTo>
                  <a:pt x="4396485" y="927099"/>
                </a:lnTo>
                <a:lnTo>
                  <a:pt x="4404106" y="925829"/>
                </a:lnTo>
                <a:lnTo>
                  <a:pt x="4403801" y="925829"/>
                </a:lnTo>
                <a:lnTo>
                  <a:pt x="4411281" y="923289"/>
                </a:lnTo>
                <a:lnTo>
                  <a:pt x="4410976" y="923289"/>
                </a:lnTo>
                <a:lnTo>
                  <a:pt x="4418330" y="922019"/>
                </a:lnTo>
                <a:lnTo>
                  <a:pt x="4418025" y="922019"/>
                </a:lnTo>
                <a:lnTo>
                  <a:pt x="4425226" y="919479"/>
                </a:lnTo>
                <a:lnTo>
                  <a:pt x="4424921" y="919479"/>
                </a:lnTo>
                <a:lnTo>
                  <a:pt x="4431957" y="916939"/>
                </a:lnTo>
                <a:lnTo>
                  <a:pt x="4431677" y="916939"/>
                </a:lnTo>
                <a:lnTo>
                  <a:pt x="4438535" y="913129"/>
                </a:lnTo>
                <a:lnTo>
                  <a:pt x="4438256" y="914399"/>
                </a:lnTo>
                <a:lnTo>
                  <a:pt x="4462503" y="914399"/>
                </a:lnTo>
                <a:lnTo>
                  <a:pt x="4457598" y="918209"/>
                </a:lnTo>
                <a:lnTo>
                  <a:pt x="4450854" y="922019"/>
                </a:lnTo>
                <a:lnTo>
                  <a:pt x="4443907" y="924559"/>
                </a:lnTo>
                <a:lnTo>
                  <a:pt x="4436757" y="928369"/>
                </a:lnTo>
                <a:close/>
              </a:path>
              <a:path w="4535805" h="941069">
                <a:moveTo>
                  <a:pt x="4382312" y="941069"/>
                </a:moveTo>
                <a:lnTo>
                  <a:pt x="152895" y="941069"/>
                </a:lnTo>
                <a:lnTo>
                  <a:pt x="144716" y="939799"/>
                </a:lnTo>
                <a:lnTo>
                  <a:pt x="4390491" y="939799"/>
                </a:lnTo>
                <a:lnTo>
                  <a:pt x="4382312" y="941069"/>
                </a:lnTo>
                <a:close/>
              </a:path>
            </a:pathLst>
          </a:custGeom>
          <a:solidFill>
            <a:srgbClr val="2E52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500101" y="1734667"/>
            <a:ext cx="3933190" cy="737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100"/>
              </a:spcBef>
            </a:pPr>
            <a:r>
              <a:rPr sz="1800" b="1" spc="10" dirty="0">
                <a:solidFill>
                  <a:srgbClr val="F1F1F1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第</a:t>
            </a:r>
            <a:r>
              <a:rPr sz="1800" b="1" spc="-220" dirty="0">
                <a:solidFill>
                  <a:srgbClr val="F1F1F1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43</a:t>
            </a:r>
            <a:r>
              <a:rPr sz="1800" b="1" spc="10" dirty="0">
                <a:solidFill>
                  <a:srgbClr val="F1F1F1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届国</a:t>
            </a:r>
            <a:r>
              <a:rPr sz="1800" b="1" dirty="0">
                <a:solidFill>
                  <a:srgbClr val="F1F1F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际</a:t>
            </a:r>
            <a:r>
              <a:rPr sz="1800" b="1" spc="1130" dirty="0">
                <a:solidFill>
                  <a:srgbClr val="FF00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“</a:t>
            </a:r>
            <a:r>
              <a:rPr sz="1800" b="1" spc="10" dirty="0">
                <a:solidFill>
                  <a:srgbClr val="FF00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南丁格</a:t>
            </a:r>
            <a:r>
              <a:rPr sz="1800" b="1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尔</a:t>
            </a:r>
            <a:r>
              <a:rPr sz="1800" b="1" spc="1130" dirty="0">
                <a:solidFill>
                  <a:srgbClr val="FF00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”</a:t>
            </a:r>
            <a:r>
              <a:rPr sz="1800" b="1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奖</a:t>
            </a:r>
            <a:r>
              <a:rPr sz="1800" b="1" spc="10" dirty="0">
                <a:solidFill>
                  <a:srgbClr val="FF00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章</a:t>
            </a:r>
            <a:r>
              <a:rPr sz="1800" b="1" dirty="0">
                <a:solidFill>
                  <a:srgbClr val="F1F1F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获</a:t>
            </a:r>
            <a:r>
              <a:rPr sz="1800" b="1" spc="10" dirty="0">
                <a:solidFill>
                  <a:srgbClr val="F1F1F1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得者</a:t>
            </a:r>
            <a:r>
              <a:rPr sz="1800" b="1" dirty="0">
                <a:solidFill>
                  <a:srgbClr val="F1F1F1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、 </a:t>
            </a:r>
            <a:r>
              <a:rPr sz="1800" b="1" spc="10" dirty="0">
                <a:solidFill>
                  <a:srgbClr val="F1F1F1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我校</a:t>
            </a:r>
            <a:r>
              <a:rPr sz="1800" b="1" dirty="0">
                <a:solidFill>
                  <a:srgbClr val="F1F1F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护</a:t>
            </a:r>
            <a:r>
              <a:rPr sz="1800" b="1" spc="10" dirty="0">
                <a:solidFill>
                  <a:srgbClr val="F1F1F1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理学院教授</a:t>
            </a:r>
            <a:r>
              <a:rPr sz="1800" b="1" spc="10" dirty="0">
                <a:solidFill>
                  <a:srgbClr val="FF00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姜小</a:t>
            </a:r>
            <a:r>
              <a:rPr sz="1800" b="1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鹰</a:t>
            </a:r>
            <a:r>
              <a:rPr sz="1800" b="1" spc="10" dirty="0">
                <a:solidFill>
                  <a:srgbClr val="F1F1F1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指</a:t>
            </a:r>
            <a:r>
              <a:rPr sz="1800" b="1" dirty="0">
                <a:solidFill>
                  <a:srgbClr val="F1F1F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导</a:t>
            </a:r>
            <a:r>
              <a:rPr sz="1800" b="1" spc="10" dirty="0">
                <a:solidFill>
                  <a:srgbClr val="F1F1F1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学</a:t>
            </a:r>
            <a:r>
              <a:rPr sz="1800" b="1" dirty="0">
                <a:solidFill>
                  <a:srgbClr val="F1F1F1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生</a:t>
            </a:r>
            <a:endParaRPr sz="1800" dirty="0">
              <a:latin typeface="Kozuka Mincho Pr6N B" panose="02020800000000000000" charset="-128"/>
              <a:cs typeface="Kozuka Mincho Pr6N B" panose="02020800000000000000" charset="-128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95172" y="5298947"/>
            <a:ext cx="4521835" cy="929640"/>
          </a:xfrm>
          <a:custGeom>
            <a:avLst/>
            <a:gdLst/>
            <a:ahLst/>
            <a:cxnLst/>
            <a:rect l="l" t="t" r="r" b="b"/>
            <a:pathLst>
              <a:path w="4521835" h="929639">
                <a:moveTo>
                  <a:pt x="4367783" y="929639"/>
                </a:moveTo>
                <a:lnTo>
                  <a:pt x="153924" y="929639"/>
                </a:lnTo>
                <a:lnTo>
                  <a:pt x="105182" y="921754"/>
                </a:lnTo>
                <a:lnTo>
                  <a:pt x="62826" y="899746"/>
                </a:lnTo>
                <a:lnTo>
                  <a:pt x="29448" y="866136"/>
                </a:lnTo>
                <a:lnTo>
                  <a:pt x="7641" y="823445"/>
                </a:lnTo>
                <a:lnTo>
                  <a:pt x="0" y="774191"/>
                </a:lnTo>
                <a:lnTo>
                  <a:pt x="0" y="155448"/>
                </a:lnTo>
                <a:lnTo>
                  <a:pt x="7641" y="106536"/>
                </a:lnTo>
                <a:lnTo>
                  <a:pt x="29448" y="64015"/>
                </a:lnTo>
                <a:lnTo>
                  <a:pt x="62826" y="30405"/>
                </a:lnTo>
                <a:lnTo>
                  <a:pt x="105182" y="8227"/>
                </a:lnTo>
                <a:lnTo>
                  <a:pt x="153924" y="0"/>
                </a:lnTo>
                <a:lnTo>
                  <a:pt x="4367783" y="0"/>
                </a:lnTo>
                <a:lnTo>
                  <a:pt x="4416415" y="8227"/>
                </a:lnTo>
                <a:lnTo>
                  <a:pt x="4458716" y="30405"/>
                </a:lnTo>
                <a:lnTo>
                  <a:pt x="4492094" y="64015"/>
                </a:lnTo>
                <a:lnTo>
                  <a:pt x="4513956" y="106536"/>
                </a:lnTo>
                <a:lnTo>
                  <a:pt x="4521708" y="155448"/>
                </a:lnTo>
                <a:lnTo>
                  <a:pt x="4521708" y="774191"/>
                </a:lnTo>
                <a:lnTo>
                  <a:pt x="4513956" y="823445"/>
                </a:lnTo>
                <a:lnTo>
                  <a:pt x="4492094" y="866136"/>
                </a:lnTo>
                <a:lnTo>
                  <a:pt x="4458716" y="899746"/>
                </a:lnTo>
                <a:lnTo>
                  <a:pt x="4416415" y="921754"/>
                </a:lnTo>
                <a:lnTo>
                  <a:pt x="4367783" y="929639"/>
                </a:lnTo>
                <a:close/>
              </a:path>
            </a:pathLst>
          </a:custGeom>
          <a:solidFill>
            <a:srgbClr val="8496AF">
              <a:alpha val="6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88313" y="5293283"/>
            <a:ext cx="4535805" cy="941069"/>
          </a:xfrm>
          <a:custGeom>
            <a:avLst/>
            <a:gdLst/>
            <a:ahLst/>
            <a:cxnLst/>
            <a:rect l="l" t="t" r="r" b="b"/>
            <a:pathLst>
              <a:path w="4535805" h="941070">
                <a:moveTo>
                  <a:pt x="4398556" y="939800"/>
                </a:moveTo>
                <a:lnTo>
                  <a:pt x="136652" y="939800"/>
                </a:lnTo>
                <a:lnTo>
                  <a:pt x="128701" y="937260"/>
                </a:lnTo>
                <a:lnTo>
                  <a:pt x="120904" y="935989"/>
                </a:lnTo>
                <a:lnTo>
                  <a:pt x="113258" y="933450"/>
                </a:lnTo>
                <a:lnTo>
                  <a:pt x="98437" y="928370"/>
                </a:lnTo>
                <a:lnTo>
                  <a:pt x="91300" y="924560"/>
                </a:lnTo>
                <a:lnTo>
                  <a:pt x="84353" y="922020"/>
                </a:lnTo>
                <a:lnTo>
                  <a:pt x="77597" y="918210"/>
                </a:lnTo>
                <a:lnTo>
                  <a:pt x="71056" y="913129"/>
                </a:lnTo>
                <a:lnTo>
                  <a:pt x="64744" y="909320"/>
                </a:lnTo>
                <a:lnTo>
                  <a:pt x="58648" y="904239"/>
                </a:lnTo>
                <a:lnTo>
                  <a:pt x="52806" y="899160"/>
                </a:lnTo>
                <a:lnTo>
                  <a:pt x="47205" y="894079"/>
                </a:lnTo>
                <a:lnTo>
                  <a:pt x="41871" y="887729"/>
                </a:lnTo>
                <a:lnTo>
                  <a:pt x="36804" y="882650"/>
                </a:lnTo>
                <a:lnTo>
                  <a:pt x="15900" y="849629"/>
                </a:lnTo>
                <a:lnTo>
                  <a:pt x="12661" y="842010"/>
                </a:lnTo>
                <a:lnTo>
                  <a:pt x="9779" y="835660"/>
                </a:lnTo>
                <a:lnTo>
                  <a:pt x="825" y="796289"/>
                </a:lnTo>
                <a:lnTo>
                  <a:pt x="0" y="779779"/>
                </a:lnTo>
                <a:lnTo>
                  <a:pt x="0" y="160020"/>
                </a:lnTo>
                <a:lnTo>
                  <a:pt x="5080" y="120650"/>
                </a:lnTo>
                <a:lnTo>
                  <a:pt x="19456" y="83820"/>
                </a:lnTo>
                <a:lnTo>
                  <a:pt x="23342" y="77470"/>
                </a:lnTo>
                <a:lnTo>
                  <a:pt x="27533" y="69850"/>
                </a:lnTo>
                <a:lnTo>
                  <a:pt x="32029" y="63500"/>
                </a:lnTo>
                <a:lnTo>
                  <a:pt x="36804" y="58420"/>
                </a:lnTo>
                <a:lnTo>
                  <a:pt x="41871" y="52070"/>
                </a:lnTo>
                <a:lnTo>
                  <a:pt x="47205" y="46989"/>
                </a:lnTo>
                <a:lnTo>
                  <a:pt x="52806" y="40639"/>
                </a:lnTo>
                <a:lnTo>
                  <a:pt x="58648" y="35560"/>
                </a:lnTo>
                <a:lnTo>
                  <a:pt x="64744" y="31750"/>
                </a:lnTo>
                <a:lnTo>
                  <a:pt x="71056" y="26670"/>
                </a:lnTo>
                <a:lnTo>
                  <a:pt x="77597" y="22860"/>
                </a:lnTo>
                <a:lnTo>
                  <a:pt x="120904" y="3810"/>
                </a:lnTo>
                <a:lnTo>
                  <a:pt x="144716" y="0"/>
                </a:lnTo>
                <a:lnTo>
                  <a:pt x="4390491" y="0"/>
                </a:lnTo>
                <a:lnTo>
                  <a:pt x="4414291" y="3810"/>
                </a:lnTo>
                <a:lnTo>
                  <a:pt x="4429442" y="8889"/>
                </a:lnTo>
                <a:lnTo>
                  <a:pt x="4436757" y="11429"/>
                </a:lnTo>
                <a:lnTo>
                  <a:pt x="4439141" y="12700"/>
                </a:lnTo>
                <a:lnTo>
                  <a:pt x="146151" y="12700"/>
                </a:lnTo>
                <a:lnTo>
                  <a:pt x="138404" y="13970"/>
                </a:lnTo>
                <a:lnTo>
                  <a:pt x="138722" y="13970"/>
                </a:lnTo>
                <a:lnTo>
                  <a:pt x="131102" y="15239"/>
                </a:lnTo>
                <a:lnTo>
                  <a:pt x="131406" y="15239"/>
                </a:lnTo>
                <a:lnTo>
                  <a:pt x="123913" y="16510"/>
                </a:lnTo>
                <a:lnTo>
                  <a:pt x="124218" y="16510"/>
                </a:lnTo>
                <a:lnTo>
                  <a:pt x="116878" y="19050"/>
                </a:lnTo>
                <a:lnTo>
                  <a:pt x="117182" y="19050"/>
                </a:lnTo>
                <a:lnTo>
                  <a:pt x="109982" y="21589"/>
                </a:lnTo>
                <a:lnTo>
                  <a:pt x="110274" y="21589"/>
                </a:lnTo>
                <a:lnTo>
                  <a:pt x="103251" y="24129"/>
                </a:lnTo>
                <a:lnTo>
                  <a:pt x="103530" y="24129"/>
                </a:lnTo>
                <a:lnTo>
                  <a:pt x="96672" y="26670"/>
                </a:lnTo>
                <a:lnTo>
                  <a:pt x="96951" y="26670"/>
                </a:lnTo>
                <a:lnTo>
                  <a:pt x="90271" y="30479"/>
                </a:lnTo>
                <a:lnTo>
                  <a:pt x="90551" y="30479"/>
                </a:lnTo>
                <a:lnTo>
                  <a:pt x="84061" y="33020"/>
                </a:lnTo>
                <a:lnTo>
                  <a:pt x="84328" y="33020"/>
                </a:lnTo>
                <a:lnTo>
                  <a:pt x="79613" y="36829"/>
                </a:lnTo>
                <a:lnTo>
                  <a:pt x="78295" y="36829"/>
                </a:lnTo>
                <a:lnTo>
                  <a:pt x="72224" y="41910"/>
                </a:lnTo>
                <a:lnTo>
                  <a:pt x="72466" y="41910"/>
                </a:lnTo>
                <a:lnTo>
                  <a:pt x="66624" y="45720"/>
                </a:lnTo>
                <a:lnTo>
                  <a:pt x="66852" y="45720"/>
                </a:lnTo>
                <a:lnTo>
                  <a:pt x="61239" y="50800"/>
                </a:lnTo>
                <a:lnTo>
                  <a:pt x="61455" y="50800"/>
                </a:lnTo>
                <a:lnTo>
                  <a:pt x="56083" y="55879"/>
                </a:lnTo>
                <a:lnTo>
                  <a:pt x="56299" y="55879"/>
                </a:lnTo>
                <a:lnTo>
                  <a:pt x="51168" y="60960"/>
                </a:lnTo>
                <a:lnTo>
                  <a:pt x="51371" y="60960"/>
                </a:lnTo>
                <a:lnTo>
                  <a:pt x="46507" y="66039"/>
                </a:lnTo>
                <a:lnTo>
                  <a:pt x="46697" y="66039"/>
                </a:lnTo>
                <a:lnTo>
                  <a:pt x="43019" y="71120"/>
                </a:lnTo>
                <a:lnTo>
                  <a:pt x="42291" y="71120"/>
                </a:lnTo>
                <a:lnTo>
                  <a:pt x="37973" y="77470"/>
                </a:lnTo>
                <a:lnTo>
                  <a:pt x="38138" y="77470"/>
                </a:lnTo>
                <a:lnTo>
                  <a:pt x="34112" y="83820"/>
                </a:lnTo>
                <a:lnTo>
                  <a:pt x="34277" y="83820"/>
                </a:lnTo>
                <a:lnTo>
                  <a:pt x="30543" y="90170"/>
                </a:lnTo>
                <a:lnTo>
                  <a:pt x="30695" y="90170"/>
                </a:lnTo>
                <a:lnTo>
                  <a:pt x="27266" y="96520"/>
                </a:lnTo>
                <a:lnTo>
                  <a:pt x="27406" y="96520"/>
                </a:lnTo>
                <a:lnTo>
                  <a:pt x="24307" y="102870"/>
                </a:lnTo>
                <a:lnTo>
                  <a:pt x="21653" y="109220"/>
                </a:lnTo>
                <a:lnTo>
                  <a:pt x="19329" y="116839"/>
                </a:lnTo>
                <a:lnTo>
                  <a:pt x="17335" y="123189"/>
                </a:lnTo>
                <a:lnTo>
                  <a:pt x="15684" y="130810"/>
                </a:lnTo>
                <a:lnTo>
                  <a:pt x="14615" y="137160"/>
                </a:lnTo>
                <a:lnTo>
                  <a:pt x="14439" y="137160"/>
                </a:lnTo>
                <a:lnTo>
                  <a:pt x="13590" y="144779"/>
                </a:lnTo>
                <a:lnTo>
                  <a:pt x="12975" y="152400"/>
                </a:lnTo>
                <a:lnTo>
                  <a:pt x="12729" y="160020"/>
                </a:lnTo>
                <a:lnTo>
                  <a:pt x="12700" y="779779"/>
                </a:lnTo>
                <a:lnTo>
                  <a:pt x="12903" y="787400"/>
                </a:lnTo>
                <a:lnTo>
                  <a:pt x="13487" y="795020"/>
                </a:lnTo>
                <a:lnTo>
                  <a:pt x="14439" y="802639"/>
                </a:lnTo>
                <a:lnTo>
                  <a:pt x="15748" y="810260"/>
                </a:lnTo>
                <a:lnTo>
                  <a:pt x="17411" y="816610"/>
                </a:lnTo>
                <a:lnTo>
                  <a:pt x="19418" y="824229"/>
                </a:lnTo>
                <a:lnTo>
                  <a:pt x="21755" y="830579"/>
                </a:lnTo>
                <a:lnTo>
                  <a:pt x="24422" y="838200"/>
                </a:lnTo>
                <a:lnTo>
                  <a:pt x="24824" y="838200"/>
                </a:lnTo>
                <a:lnTo>
                  <a:pt x="27406" y="844550"/>
                </a:lnTo>
                <a:lnTo>
                  <a:pt x="27266" y="844550"/>
                </a:lnTo>
                <a:lnTo>
                  <a:pt x="30695" y="850900"/>
                </a:lnTo>
                <a:lnTo>
                  <a:pt x="30543" y="850900"/>
                </a:lnTo>
                <a:lnTo>
                  <a:pt x="34277" y="857250"/>
                </a:lnTo>
                <a:lnTo>
                  <a:pt x="34112" y="857250"/>
                </a:lnTo>
                <a:lnTo>
                  <a:pt x="38138" y="863600"/>
                </a:lnTo>
                <a:lnTo>
                  <a:pt x="38836" y="863600"/>
                </a:lnTo>
                <a:lnTo>
                  <a:pt x="42291" y="868679"/>
                </a:lnTo>
                <a:lnTo>
                  <a:pt x="42100" y="868679"/>
                </a:lnTo>
                <a:lnTo>
                  <a:pt x="46697" y="875029"/>
                </a:lnTo>
                <a:lnTo>
                  <a:pt x="47480" y="875029"/>
                </a:lnTo>
                <a:lnTo>
                  <a:pt x="51371" y="880110"/>
                </a:lnTo>
                <a:lnTo>
                  <a:pt x="51168" y="880110"/>
                </a:lnTo>
                <a:lnTo>
                  <a:pt x="56299" y="885189"/>
                </a:lnTo>
                <a:lnTo>
                  <a:pt x="56083" y="885189"/>
                </a:lnTo>
                <a:lnTo>
                  <a:pt x="61455" y="890270"/>
                </a:lnTo>
                <a:lnTo>
                  <a:pt x="61239" y="890270"/>
                </a:lnTo>
                <a:lnTo>
                  <a:pt x="66852" y="894079"/>
                </a:lnTo>
                <a:lnTo>
                  <a:pt x="66624" y="894079"/>
                </a:lnTo>
                <a:lnTo>
                  <a:pt x="72466" y="899160"/>
                </a:lnTo>
                <a:lnTo>
                  <a:pt x="72224" y="899160"/>
                </a:lnTo>
                <a:lnTo>
                  <a:pt x="78295" y="902970"/>
                </a:lnTo>
                <a:lnTo>
                  <a:pt x="78041" y="902970"/>
                </a:lnTo>
                <a:lnTo>
                  <a:pt x="84328" y="906779"/>
                </a:lnTo>
                <a:lnTo>
                  <a:pt x="84061" y="906779"/>
                </a:lnTo>
                <a:lnTo>
                  <a:pt x="90551" y="910589"/>
                </a:lnTo>
                <a:lnTo>
                  <a:pt x="90271" y="910589"/>
                </a:lnTo>
                <a:lnTo>
                  <a:pt x="96951" y="914400"/>
                </a:lnTo>
                <a:lnTo>
                  <a:pt x="98958" y="914400"/>
                </a:lnTo>
                <a:lnTo>
                  <a:pt x="103530" y="916939"/>
                </a:lnTo>
                <a:lnTo>
                  <a:pt x="103251" y="916939"/>
                </a:lnTo>
                <a:lnTo>
                  <a:pt x="110274" y="919479"/>
                </a:lnTo>
                <a:lnTo>
                  <a:pt x="109982" y="919479"/>
                </a:lnTo>
                <a:lnTo>
                  <a:pt x="117182" y="922020"/>
                </a:lnTo>
                <a:lnTo>
                  <a:pt x="116878" y="922020"/>
                </a:lnTo>
                <a:lnTo>
                  <a:pt x="124218" y="923289"/>
                </a:lnTo>
                <a:lnTo>
                  <a:pt x="123913" y="923289"/>
                </a:lnTo>
                <a:lnTo>
                  <a:pt x="131406" y="925829"/>
                </a:lnTo>
                <a:lnTo>
                  <a:pt x="131102" y="925829"/>
                </a:lnTo>
                <a:lnTo>
                  <a:pt x="138722" y="927100"/>
                </a:lnTo>
                <a:lnTo>
                  <a:pt x="145834" y="927100"/>
                </a:lnTo>
                <a:lnTo>
                  <a:pt x="153695" y="928370"/>
                </a:lnTo>
                <a:lnTo>
                  <a:pt x="4436757" y="928370"/>
                </a:lnTo>
                <a:lnTo>
                  <a:pt x="4421949" y="933450"/>
                </a:lnTo>
                <a:lnTo>
                  <a:pt x="4414291" y="935989"/>
                </a:lnTo>
                <a:lnTo>
                  <a:pt x="4406493" y="937260"/>
                </a:lnTo>
                <a:lnTo>
                  <a:pt x="4398556" y="939800"/>
                </a:lnTo>
                <a:close/>
              </a:path>
              <a:path w="4535805" h="941070">
                <a:moveTo>
                  <a:pt x="4457153" y="38100"/>
                </a:moveTo>
                <a:lnTo>
                  <a:pt x="4450880" y="33020"/>
                </a:lnTo>
                <a:lnTo>
                  <a:pt x="4451134" y="33020"/>
                </a:lnTo>
                <a:lnTo>
                  <a:pt x="4444657" y="30479"/>
                </a:lnTo>
                <a:lnTo>
                  <a:pt x="4444923" y="30479"/>
                </a:lnTo>
                <a:lnTo>
                  <a:pt x="4438256" y="26670"/>
                </a:lnTo>
                <a:lnTo>
                  <a:pt x="4438523" y="26670"/>
                </a:lnTo>
                <a:lnTo>
                  <a:pt x="4431665" y="24129"/>
                </a:lnTo>
                <a:lnTo>
                  <a:pt x="4431957" y="24129"/>
                </a:lnTo>
                <a:lnTo>
                  <a:pt x="4424921" y="21589"/>
                </a:lnTo>
                <a:lnTo>
                  <a:pt x="4425226" y="21589"/>
                </a:lnTo>
                <a:lnTo>
                  <a:pt x="4418025" y="19050"/>
                </a:lnTo>
                <a:lnTo>
                  <a:pt x="4418330" y="19050"/>
                </a:lnTo>
                <a:lnTo>
                  <a:pt x="4410976" y="16510"/>
                </a:lnTo>
                <a:lnTo>
                  <a:pt x="4411281" y="16510"/>
                </a:lnTo>
                <a:lnTo>
                  <a:pt x="4403788" y="15239"/>
                </a:lnTo>
                <a:lnTo>
                  <a:pt x="4404106" y="15239"/>
                </a:lnTo>
                <a:lnTo>
                  <a:pt x="4396486" y="13970"/>
                </a:lnTo>
                <a:lnTo>
                  <a:pt x="4396803" y="13970"/>
                </a:lnTo>
                <a:lnTo>
                  <a:pt x="4389043" y="12700"/>
                </a:lnTo>
                <a:lnTo>
                  <a:pt x="4439141" y="12700"/>
                </a:lnTo>
                <a:lnTo>
                  <a:pt x="4470463" y="31750"/>
                </a:lnTo>
                <a:lnTo>
                  <a:pt x="4476546" y="35560"/>
                </a:lnTo>
                <a:lnTo>
                  <a:pt x="4478010" y="36829"/>
                </a:lnTo>
                <a:lnTo>
                  <a:pt x="4456912" y="36829"/>
                </a:lnTo>
                <a:lnTo>
                  <a:pt x="4457153" y="38100"/>
                </a:lnTo>
                <a:close/>
              </a:path>
              <a:path w="4535805" h="941070">
                <a:moveTo>
                  <a:pt x="78041" y="38100"/>
                </a:moveTo>
                <a:lnTo>
                  <a:pt x="78295" y="36829"/>
                </a:lnTo>
                <a:lnTo>
                  <a:pt x="79613" y="36829"/>
                </a:lnTo>
                <a:lnTo>
                  <a:pt x="78041" y="38100"/>
                </a:lnTo>
                <a:close/>
              </a:path>
              <a:path w="4535805" h="941070">
                <a:moveTo>
                  <a:pt x="4493094" y="72389"/>
                </a:moveTo>
                <a:lnTo>
                  <a:pt x="4488497" y="66039"/>
                </a:lnTo>
                <a:lnTo>
                  <a:pt x="4488700" y="66039"/>
                </a:lnTo>
                <a:lnTo>
                  <a:pt x="4483823" y="60960"/>
                </a:lnTo>
                <a:lnTo>
                  <a:pt x="4484027" y="60960"/>
                </a:lnTo>
                <a:lnTo>
                  <a:pt x="4478909" y="55879"/>
                </a:lnTo>
                <a:lnTo>
                  <a:pt x="4479124" y="55879"/>
                </a:lnTo>
                <a:lnTo>
                  <a:pt x="4473740" y="50800"/>
                </a:lnTo>
                <a:lnTo>
                  <a:pt x="4473968" y="50800"/>
                </a:lnTo>
                <a:lnTo>
                  <a:pt x="4468355" y="45720"/>
                </a:lnTo>
                <a:lnTo>
                  <a:pt x="4468583" y="45720"/>
                </a:lnTo>
                <a:lnTo>
                  <a:pt x="4462729" y="41910"/>
                </a:lnTo>
                <a:lnTo>
                  <a:pt x="4462983" y="41910"/>
                </a:lnTo>
                <a:lnTo>
                  <a:pt x="4456912" y="36829"/>
                </a:lnTo>
                <a:lnTo>
                  <a:pt x="4478010" y="36829"/>
                </a:lnTo>
                <a:lnTo>
                  <a:pt x="4482401" y="40639"/>
                </a:lnTo>
                <a:lnTo>
                  <a:pt x="4487989" y="46989"/>
                </a:lnTo>
                <a:lnTo>
                  <a:pt x="4493323" y="52070"/>
                </a:lnTo>
                <a:lnTo>
                  <a:pt x="4498390" y="58420"/>
                </a:lnTo>
                <a:lnTo>
                  <a:pt x="4503178" y="63500"/>
                </a:lnTo>
                <a:lnTo>
                  <a:pt x="4507674" y="69850"/>
                </a:lnTo>
                <a:lnTo>
                  <a:pt x="4508373" y="71120"/>
                </a:lnTo>
                <a:lnTo>
                  <a:pt x="4492917" y="71120"/>
                </a:lnTo>
                <a:lnTo>
                  <a:pt x="4493094" y="72389"/>
                </a:lnTo>
                <a:close/>
              </a:path>
              <a:path w="4535805" h="941070">
                <a:moveTo>
                  <a:pt x="42100" y="72389"/>
                </a:moveTo>
                <a:lnTo>
                  <a:pt x="42291" y="71120"/>
                </a:lnTo>
                <a:lnTo>
                  <a:pt x="43019" y="71120"/>
                </a:lnTo>
                <a:lnTo>
                  <a:pt x="42100" y="72389"/>
                </a:lnTo>
                <a:close/>
              </a:path>
              <a:path w="4535805" h="941070">
                <a:moveTo>
                  <a:pt x="4520819" y="138429"/>
                </a:moveTo>
                <a:lnTo>
                  <a:pt x="4519460" y="130810"/>
                </a:lnTo>
                <a:lnTo>
                  <a:pt x="4517783" y="123189"/>
                </a:lnTo>
                <a:lnTo>
                  <a:pt x="4515777" y="116839"/>
                </a:lnTo>
                <a:lnTo>
                  <a:pt x="4513440" y="109220"/>
                </a:lnTo>
                <a:lnTo>
                  <a:pt x="4510773" y="102870"/>
                </a:lnTo>
                <a:lnTo>
                  <a:pt x="4507801" y="96520"/>
                </a:lnTo>
                <a:lnTo>
                  <a:pt x="4504512" y="90170"/>
                </a:lnTo>
                <a:lnTo>
                  <a:pt x="4504664" y="90170"/>
                </a:lnTo>
                <a:lnTo>
                  <a:pt x="4500930" y="83820"/>
                </a:lnTo>
                <a:lnTo>
                  <a:pt x="4501095" y="83820"/>
                </a:lnTo>
                <a:lnTo>
                  <a:pt x="4497057" y="77470"/>
                </a:lnTo>
                <a:lnTo>
                  <a:pt x="4497235" y="77470"/>
                </a:lnTo>
                <a:lnTo>
                  <a:pt x="4492917" y="71120"/>
                </a:lnTo>
                <a:lnTo>
                  <a:pt x="4508373" y="71120"/>
                </a:lnTo>
                <a:lnTo>
                  <a:pt x="4511865" y="77470"/>
                </a:lnTo>
                <a:lnTo>
                  <a:pt x="4515751" y="83820"/>
                </a:lnTo>
                <a:lnTo>
                  <a:pt x="4530128" y="120650"/>
                </a:lnTo>
                <a:lnTo>
                  <a:pt x="4533512" y="137160"/>
                </a:lnTo>
                <a:lnTo>
                  <a:pt x="4520768" y="137160"/>
                </a:lnTo>
                <a:lnTo>
                  <a:pt x="4520819" y="138429"/>
                </a:lnTo>
                <a:close/>
              </a:path>
              <a:path w="4535805" h="941070">
                <a:moveTo>
                  <a:pt x="14389" y="138429"/>
                </a:moveTo>
                <a:lnTo>
                  <a:pt x="14439" y="137160"/>
                </a:lnTo>
                <a:lnTo>
                  <a:pt x="14615" y="137160"/>
                </a:lnTo>
                <a:lnTo>
                  <a:pt x="14389" y="138429"/>
                </a:lnTo>
                <a:close/>
              </a:path>
              <a:path w="4535805" h="941070">
                <a:moveTo>
                  <a:pt x="4535195" y="161289"/>
                </a:moveTo>
                <a:lnTo>
                  <a:pt x="4522508" y="161289"/>
                </a:lnTo>
                <a:lnTo>
                  <a:pt x="4522495" y="160020"/>
                </a:lnTo>
                <a:lnTo>
                  <a:pt x="4522304" y="152400"/>
                </a:lnTo>
                <a:lnTo>
                  <a:pt x="4521720" y="144779"/>
                </a:lnTo>
                <a:lnTo>
                  <a:pt x="4520768" y="137160"/>
                </a:lnTo>
                <a:lnTo>
                  <a:pt x="4533512" y="137160"/>
                </a:lnTo>
                <a:lnTo>
                  <a:pt x="4534369" y="143510"/>
                </a:lnTo>
                <a:lnTo>
                  <a:pt x="4534992" y="152400"/>
                </a:lnTo>
                <a:lnTo>
                  <a:pt x="4535195" y="160020"/>
                </a:lnTo>
                <a:lnTo>
                  <a:pt x="4535195" y="161289"/>
                </a:lnTo>
                <a:close/>
              </a:path>
              <a:path w="4535805" h="941070">
                <a:moveTo>
                  <a:pt x="13449" y="146050"/>
                </a:moveTo>
                <a:lnTo>
                  <a:pt x="13487" y="144779"/>
                </a:lnTo>
                <a:lnTo>
                  <a:pt x="13449" y="146050"/>
                </a:lnTo>
                <a:close/>
              </a:path>
              <a:path w="4535805" h="941070">
                <a:moveTo>
                  <a:pt x="4521758" y="146050"/>
                </a:moveTo>
                <a:lnTo>
                  <a:pt x="4521617" y="144779"/>
                </a:lnTo>
                <a:lnTo>
                  <a:pt x="4521758" y="146050"/>
                </a:lnTo>
                <a:close/>
              </a:path>
              <a:path w="4535805" h="941070">
                <a:moveTo>
                  <a:pt x="12890" y="153670"/>
                </a:moveTo>
                <a:lnTo>
                  <a:pt x="12903" y="152400"/>
                </a:lnTo>
                <a:lnTo>
                  <a:pt x="12890" y="153670"/>
                </a:lnTo>
                <a:close/>
              </a:path>
              <a:path w="4535805" h="941070">
                <a:moveTo>
                  <a:pt x="4522317" y="153670"/>
                </a:moveTo>
                <a:lnTo>
                  <a:pt x="4522232" y="152400"/>
                </a:lnTo>
                <a:lnTo>
                  <a:pt x="4522317" y="153670"/>
                </a:lnTo>
                <a:close/>
              </a:path>
              <a:path w="4535805" h="941070">
                <a:moveTo>
                  <a:pt x="12700" y="161289"/>
                </a:moveTo>
                <a:lnTo>
                  <a:pt x="12700" y="160020"/>
                </a:lnTo>
                <a:lnTo>
                  <a:pt x="12700" y="161289"/>
                </a:lnTo>
                <a:close/>
              </a:path>
              <a:path w="4535805" h="941070">
                <a:moveTo>
                  <a:pt x="4522495" y="160734"/>
                </a:moveTo>
                <a:lnTo>
                  <a:pt x="4522479" y="160020"/>
                </a:lnTo>
                <a:lnTo>
                  <a:pt x="4522495" y="160734"/>
                </a:lnTo>
                <a:close/>
              </a:path>
              <a:path w="4535805" h="941070">
                <a:moveTo>
                  <a:pt x="4524263" y="838200"/>
                </a:moveTo>
                <a:lnTo>
                  <a:pt x="4510773" y="838200"/>
                </a:lnTo>
                <a:lnTo>
                  <a:pt x="4513554" y="830579"/>
                </a:lnTo>
                <a:lnTo>
                  <a:pt x="4515878" y="824229"/>
                </a:lnTo>
                <a:lnTo>
                  <a:pt x="4517872" y="816610"/>
                </a:lnTo>
                <a:lnTo>
                  <a:pt x="4519523" y="810260"/>
                </a:lnTo>
                <a:lnTo>
                  <a:pt x="4520819" y="802639"/>
                </a:lnTo>
                <a:lnTo>
                  <a:pt x="4521758" y="795020"/>
                </a:lnTo>
                <a:lnTo>
                  <a:pt x="4522317" y="787400"/>
                </a:lnTo>
                <a:lnTo>
                  <a:pt x="4522508" y="779779"/>
                </a:lnTo>
                <a:lnTo>
                  <a:pt x="4522495" y="160734"/>
                </a:lnTo>
                <a:lnTo>
                  <a:pt x="4522508" y="161289"/>
                </a:lnTo>
                <a:lnTo>
                  <a:pt x="4535195" y="161289"/>
                </a:lnTo>
                <a:lnTo>
                  <a:pt x="4535195" y="779779"/>
                </a:lnTo>
                <a:lnTo>
                  <a:pt x="4530128" y="820420"/>
                </a:lnTo>
                <a:lnTo>
                  <a:pt x="4525416" y="835660"/>
                </a:lnTo>
                <a:lnTo>
                  <a:pt x="4524263" y="838200"/>
                </a:lnTo>
                <a:close/>
              </a:path>
              <a:path w="4535805" h="941070">
                <a:moveTo>
                  <a:pt x="24824" y="838200"/>
                </a:moveTo>
                <a:lnTo>
                  <a:pt x="24422" y="838200"/>
                </a:lnTo>
                <a:lnTo>
                  <a:pt x="24307" y="836929"/>
                </a:lnTo>
                <a:lnTo>
                  <a:pt x="24824" y="838200"/>
                </a:lnTo>
                <a:close/>
              </a:path>
              <a:path w="4535805" h="941070">
                <a:moveTo>
                  <a:pt x="4511865" y="863600"/>
                </a:moveTo>
                <a:lnTo>
                  <a:pt x="4497057" y="863600"/>
                </a:lnTo>
                <a:lnTo>
                  <a:pt x="4501095" y="857250"/>
                </a:lnTo>
                <a:lnTo>
                  <a:pt x="4500930" y="857250"/>
                </a:lnTo>
                <a:lnTo>
                  <a:pt x="4504664" y="850900"/>
                </a:lnTo>
                <a:lnTo>
                  <a:pt x="4504512" y="850900"/>
                </a:lnTo>
                <a:lnTo>
                  <a:pt x="4507928" y="844550"/>
                </a:lnTo>
                <a:lnTo>
                  <a:pt x="4510900" y="836929"/>
                </a:lnTo>
                <a:lnTo>
                  <a:pt x="4510773" y="838200"/>
                </a:lnTo>
                <a:lnTo>
                  <a:pt x="4524263" y="838200"/>
                </a:lnTo>
                <a:lnTo>
                  <a:pt x="4522533" y="842010"/>
                </a:lnTo>
                <a:lnTo>
                  <a:pt x="4519307" y="849629"/>
                </a:lnTo>
                <a:lnTo>
                  <a:pt x="4515751" y="857250"/>
                </a:lnTo>
                <a:lnTo>
                  <a:pt x="4511865" y="863600"/>
                </a:lnTo>
                <a:close/>
              </a:path>
              <a:path w="4535805" h="941070">
                <a:moveTo>
                  <a:pt x="38836" y="863600"/>
                </a:moveTo>
                <a:lnTo>
                  <a:pt x="38138" y="863600"/>
                </a:lnTo>
                <a:lnTo>
                  <a:pt x="37973" y="862329"/>
                </a:lnTo>
                <a:lnTo>
                  <a:pt x="38836" y="863600"/>
                </a:lnTo>
                <a:close/>
              </a:path>
              <a:path w="4535805" h="941070">
                <a:moveTo>
                  <a:pt x="4504077" y="875029"/>
                </a:moveTo>
                <a:lnTo>
                  <a:pt x="4488497" y="875029"/>
                </a:lnTo>
                <a:lnTo>
                  <a:pt x="4493094" y="868679"/>
                </a:lnTo>
                <a:lnTo>
                  <a:pt x="4492917" y="868679"/>
                </a:lnTo>
                <a:lnTo>
                  <a:pt x="4497235" y="862329"/>
                </a:lnTo>
                <a:lnTo>
                  <a:pt x="4497057" y="863600"/>
                </a:lnTo>
                <a:lnTo>
                  <a:pt x="4511865" y="863600"/>
                </a:lnTo>
                <a:lnTo>
                  <a:pt x="4507674" y="869950"/>
                </a:lnTo>
                <a:lnTo>
                  <a:pt x="4504077" y="875029"/>
                </a:lnTo>
                <a:close/>
              </a:path>
              <a:path w="4535805" h="941070">
                <a:moveTo>
                  <a:pt x="47480" y="875029"/>
                </a:moveTo>
                <a:lnTo>
                  <a:pt x="46697" y="875029"/>
                </a:lnTo>
                <a:lnTo>
                  <a:pt x="46507" y="873760"/>
                </a:lnTo>
                <a:lnTo>
                  <a:pt x="47480" y="875029"/>
                </a:lnTo>
                <a:close/>
              </a:path>
              <a:path w="4535805" h="941070">
                <a:moveTo>
                  <a:pt x="4462503" y="914400"/>
                </a:moveTo>
                <a:lnTo>
                  <a:pt x="4438256" y="914400"/>
                </a:lnTo>
                <a:lnTo>
                  <a:pt x="4444923" y="910589"/>
                </a:lnTo>
                <a:lnTo>
                  <a:pt x="4444657" y="910589"/>
                </a:lnTo>
                <a:lnTo>
                  <a:pt x="4451134" y="906779"/>
                </a:lnTo>
                <a:lnTo>
                  <a:pt x="4450880" y="906779"/>
                </a:lnTo>
                <a:lnTo>
                  <a:pt x="4457153" y="902970"/>
                </a:lnTo>
                <a:lnTo>
                  <a:pt x="4456912" y="902970"/>
                </a:lnTo>
                <a:lnTo>
                  <a:pt x="4462983" y="899160"/>
                </a:lnTo>
                <a:lnTo>
                  <a:pt x="4462729" y="899160"/>
                </a:lnTo>
                <a:lnTo>
                  <a:pt x="4468583" y="894079"/>
                </a:lnTo>
                <a:lnTo>
                  <a:pt x="4468355" y="894079"/>
                </a:lnTo>
                <a:lnTo>
                  <a:pt x="4473968" y="890270"/>
                </a:lnTo>
                <a:lnTo>
                  <a:pt x="4473740" y="890270"/>
                </a:lnTo>
                <a:lnTo>
                  <a:pt x="4479124" y="885189"/>
                </a:lnTo>
                <a:lnTo>
                  <a:pt x="4478909" y="885189"/>
                </a:lnTo>
                <a:lnTo>
                  <a:pt x="4484027" y="880110"/>
                </a:lnTo>
                <a:lnTo>
                  <a:pt x="4483823" y="880110"/>
                </a:lnTo>
                <a:lnTo>
                  <a:pt x="4488700" y="873760"/>
                </a:lnTo>
                <a:lnTo>
                  <a:pt x="4488497" y="875029"/>
                </a:lnTo>
                <a:lnTo>
                  <a:pt x="4504077" y="875029"/>
                </a:lnTo>
                <a:lnTo>
                  <a:pt x="4503178" y="876300"/>
                </a:lnTo>
                <a:lnTo>
                  <a:pt x="4498390" y="882650"/>
                </a:lnTo>
                <a:lnTo>
                  <a:pt x="4493323" y="887729"/>
                </a:lnTo>
                <a:lnTo>
                  <a:pt x="4487989" y="894079"/>
                </a:lnTo>
                <a:lnTo>
                  <a:pt x="4482401" y="899160"/>
                </a:lnTo>
                <a:lnTo>
                  <a:pt x="4476546" y="904239"/>
                </a:lnTo>
                <a:lnTo>
                  <a:pt x="4470463" y="909320"/>
                </a:lnTo>
                <a:lnTo>
                  <a:pt x="4464138" y="913129"/>
                </a:lnTo>
                <a:lnTo>
                  <a:pt x="4462503" y="914400"/>
                </a:lnTo>
                <a:close/>
              </a:path>
              <a:path w="4535805" h="941070">
                <a:moveTo>
                  <a:pt x="98958" y="914400"/>
                </a:moveTo>
                <a:lnTo>
                  <a:pt x="96951" y="914400"/>
                </a:lnTo>
                <a:lnTo>
                  <a:pt x="96672" y="913129"/>
                </a:lnTo>
                <a:lnTo>
                  <a:pt x="98958" y="914400"/>
                </a:lnTo>
                <a:close/>
              </a:path>
              <a:path w="4535805" h="941070">
                <a:moveTo>
                  <a:pt x="4436757" y="928370"/>
                </a:moveTo>
                <a:lnTo>
                  <a:pt x="4381500" y="928370"/>
                </a:lnTo>
                <a:lnTo>
                  <a:pt x="4389361" y="927100"/>
                </a:lnTo>
                <a:lnTo>
                  <a:pt x="4396486" y="927100"/>
                </a:lnTo>
                <a:lnTo>
                  <a:pt x="4404106" y="925829"/>
                </a:lnTo>
                <a:lnTo>
                  <a:pt x="4403788" y="925829"/>
                </a:lnTo>
                <a:lnTo>
                  <a:pt x="4411281" y="923289"/>
                </a:lnTo>
                <a:lnTo>
                  <a:pt x="4410976" y="923289"/>
                </a:lnTo>
                <a:lnTo>
                  <a:pt x="4418330" y="922020"/>
                </a:lnTo>
                <a:lnTo>
                  <a:pt x="4418025" y="922020"/>
                </a:lnTo>
                <a:lnTo>
                  <a:pt x="4425226" y="919479"/>
                </a:lnTo>
                <a:lnTo>
                  <a:pt x="4424921" y="919479"/>
                </a:lnTo>
                <a:lnTo>
                  <a:pt x="4431957" y="916939"/>
                </a:lnTo>
                <a:lnTo>
                  <a:pt x="4431665" y="916939"/>
                </a:lnTo>
                <a:lnTo>
                  <a:pt x="4438523" y="913129"/>
                </a:lnTo>
                <a:lnTo>
                  <a:pt x="4438256" y="914400"/>
                </a:lnTo>
                <a:lnTo>
                  <a:pt x="4462503" y="914400"/>
                </a:lnTo>
                <a:lnTo>
                  <a:pt x="4457598" y="918210"/>
                </a:lnTo>
                <a:lnTo>
                  <a:pt x="4450854" y="922020"/>
                </a:lnTo>
                <a:lnTo>
                  <a:pt x="4443907" y="924560"/>
                </a:lnTo>
                <a:lnTo>
                  <a:pt x="4436757" y="928370"/>
                </a:lnTo>
                <a:close/>
              </a:path>
              <a:path w="4535805" h="941070">
                <a:moveTo>
                  <a:pt x="4382312" y="941070"/>
                </a:moveTo>
                <a:lnTo>
                  <a:pt x="152895" y="941070"/>
                </a:lnTo>
                <a:lnTo>
                  <a:pt x="144716" y="939800"/>
                </a:lnTo>
                <a:lnTo>
                  <a:pt x="4390491" y="939800"/>
                </a:lnTo>
                <a:lnTo>
                  <a:pt x="4382312" y="941070"/>
                </a:lnTo>
                <a:close/>
              </a:path>
            </a:pathLst>
          </a:custGeom>
          <a:solidFill>
            <a:srgbClr val="2E52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366189" y="5454032"/>
            <a:ext cx="3933190" cy="6529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>
              <a:lnSpc>
                <a:spcPct val="130000"/>
              </a:lnSpc>
              <a:spcBef>
                <a:spcPts val="100"/>
              </a:spcBef>
            </a:pPr>
            <a:r>
              <a:rPr sz="1600" b="1" spc="10" dirty="0">
                <a:solidFill>
                  <a:srgbClr val="F1F1F1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第</a:t>
            </a:r>
            <a:r>
              <a:rPr sz="1600" b="1" spc="-220" dirty="0">
                <a:solidFill>
                  <a:srgbClr val="F1F1F1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47</a:t>
            </a:r>
            <a:r>
              <a:rPr sz="1600" b="1" spc="10" dirty="0">
                <a:solidFill>
                  <a:srgbClr val="F1F1F1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届国</a:t>
            </a:r>
            <a:r>
              <a:rPr sz="1600" b="1" dirty="0">
                <a:solidFill>
                  <a:srgbClr val="F1F1F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际</a:t>
            </a:r>
            <a:r>
              <a:rPr sz="1600" b="1" spc="1130" dirty="0">
                <a:solidFill>
                  <a:srgbClr val="FF00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“</a:t>
            </a:r>
            <a:r>
              <a:rPr sz="1600" b="1" spc="10" dirty="0">
                <a:solidFill>
                  <a:srgbClr val="FF00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南丁格</a:t>
            </a:r>
            <a:r>
              <a:rPr sz="1600" b="1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尔</a:t>
            </a:r>
            <a:r>
              <a:rPr sz="1600" b="1" spc="1130" dirty="0">
                <a:solidFill>
                  <a:srgbClr val="FF00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”</a:t>
            </a:r>
            <a:r>
              <a:rPr sz="1600" b="1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奖</a:t>
            </a:r>
            <a:r>
              <a:rPr sz="1600" b="1" spc="10" dirty="0">
                <a:solidFill>
                  <a:srgbClr val="FF00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章</a:t>
            </a:r>
            <a:r>
              <a:rPr sz="1600" b="1" dirty="0">
                <a:solidFill>
                  <a:srgbClr val="F1F1F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获</a:t>
            </a:r>
            <a:r>
              <a:rPr sz="1600" b="1" spc="10" dirty="0">
                <a:solidFill>
                  <a:srgbClr val="F1F1F1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得者</a:t>
            </a:r>
            <a:r>
              <a:rPr sz="1600" b="1" dirty="0">
                <a:solidFill>
                  <a:srgbClr val="F1F1F1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、 </a:t>
            </a:r>
            <a:r>
              <a:rPr sz="1600" b="1" spc="10" dirty="0">
                <a:solidFill>
                  <a:srgbClr val="F1F1F1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我校</a:t>
            </a:r>
            <a:r>
              <a:rPr sz="1600" b="1" dirty="0">
                <a:solidFill>
                  <a:srgbClr val="F1F1F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护</a:t>
            </a:r>
            <a:r>
              <a:rPr sz="1600" b="1" spc="10" dirty="0">
                <a:solidFill>
                  <a:srgbClr val="F1F1F1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理学院教授</a:t>
            </a:r>
            <a:r>
              <a:rPr sz="1600" b="1" spc="10" dirty="0">
                <a:solidFill>
                  <a:srgbClr val="FF00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李</a:t>
            </a:r>
            <a:r>
              <a:rPr sz="1600" b="1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红</a:t>
            </a:r>
            <a:r>
              <a:rPr sz="1600" b="1" spc="10" dirty="0">
                <a:solidFill>
                  <a:srgbClr val="F1F1F1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与学生</a:t>
            </a:r>
            <a:r>
              <a:rPr sz="1600" b="1" dirty="0">
                <a:solidFill>
                  <a:srgbClr val="F1F1F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亲</a:t>
            </a:r>
            <a:r>
              <a:rPr sz="1600" b="1" spc="10" dirty="0">
                <a:solidFill>
                  <a:srgbClr val="F1F1F1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密互</a:t>
            </a:r>
            <a:r>
              <a:rPr sz="1600" b="1" spc="-10" dirty="0">
                <a:solidFill>
                  <a:srgbClr val="F1F1F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动</a:t>
            </a:r>
            <a:endParaRPr sz="16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644896" y="5780532"/>
            <a:ext cx="480059" cy="356870"/>
          </a:xfrm>
          <a:custGeom>
            <a:avLst/>
            <a:gdLst/>
            <a:ahLst/>
            <a:cxnLst/>
            <a:rect l="l" t="t" r="r" b="b"/>
            <a:pathLst>
              <a:path w="480060" h="356870">
                <a:moveTo>
                  <a:pt x="301751" y="356615"/>
                </a:moveTo>
                <a:lnTo>
                  <a:pt x="301751" y="266700"/>
                </a:lnTo>
                <a:lnTo>
                  <a:pt x="0" y="266700"/>
                </a:lnTo>
                <a:lnTo>
                  <a:pt x="0" y="89915"/>
                </a:lnTo>
                <a:lnTo>
                  <a:pt x="301751" y="89915"/>
                </a:lnTo>
                <a:lnTo>
                  <a:pt x="301751" y="0"/>
                </a:lnTo>
                <a:lnTo>
                  <a:pt x="480059" y="178307"/>
                </a:lnTo>
                <a:lnTo>
                  <a:pt x="301751" y="356615"/>
                </a:lnTo>
                <a:close/>
              </a:path>
            </a:pathLst>
          </a:custGeom>
          <a:solidFill>
            <a:srgbClr val="FFFFFF">
              <a:alpha val="850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638050" y="5765469"/>
            <a:ext cx="495300" cy="386715"/>
          </a:xfrm>
          <a:custGeom>
            <a:avLst/>
            <a:gdLst/>
            <a:ahLst/>
            <a:cxnLst/>
            <a:rect l="l" t="t" r="r" b="b"/>
            <a:pathLst>
              <a:path w="495300" h="386714">
                <a:moveTo>
                  <a:pt x="301815" y="104330"/>
                </a:moveTo>
                <a:lnTo>
                  <a:pt x="301815" y="0"/>
                </a:lnTo>
                <a:lnTo>
                  <a:pt x="317145" y="15328"/>
                </a:lnTo>
                <a:lnTo>
                  <a:pt x="314515" y="15328"/>
                </a:lnTo>
                <a:lnTo>
                  <a:pt x="303682" y="19812"/>
                </a:lnTo>
                <a:lnTo>
                  <a:pt x="314515" y="30645"/>
                </a:lnTo>
                <a:lnTo>
                  <a:pt x="314515" y="97980"/>
                </a:lnTo>
                <a:lnTo>
                  <a:pt x="308165" y="97980"/>
                </a:lnTo>
                <a:lnTo>
                  <a:pt x="301815" y="104330"/>
                </a:lnTo>
                <a:close/>
              </a:path>
              <a:path w="495300" h="386714">
                <a:moveTo>
                  <a:pt x="314515" y="30645"/>
                </a:moveTo>
                <a:lnTo>
                  <a:pt x="303682" y="19812"/>
                </a:lnTo>
                <a:lnTo>
                  <a:pt x="314515" y="15328"/>
                </a:lnTo>
                <a:lnTo>
                  <a:pt x="314515" y="30645"/>
                </a:lnTo>
                <a:close/>
              </a:path>
              <a:path w="495300" h="386714">
                <a:moveTo>
                  <a:pt x="477189" y="193331"/>
                </a:moveTo>
                <a:lnTo>
                  <a:pt x="314515" y="30645"/>
                </a:lnTo>
                <a:lnTo>
                  <a:pt x="314515" y="15328"/>
                </a:lnTo>
                <a:lnTo>
                  <a:pt x="317145" y="15328"/>
                </a:lnTo>
                <a:lnTo>
                  <a:pt x="490664" y="188836"/>
                </a:lnTo>
                <a:lnTo>
                  <a:pt x="481685" y="188836"/>
                </a:lnTo>
                <a:lnTo>
                  <a:pt x="477189" y="193331"/>
                </a:lnTo>
                <a:close/>
              </a:path>
              <a:path w="495300" h="386714">
                <a:moveTo>
                  <a:pt x="301815" y="288683"/>
                </a:moveTo>
                <a:lnTo>
                  <a:pt x="0" y="288683"/>
                </a:lnTo>
                <a:lnTo>
                  <a:pt x="0" y="97980"/>
                </a:lnTo>
                <a:lnTo>
                  <a:pt x="301815" y="97980"/>
                </a:lnTo>
                <a:lnTo>
                  <a:pt x="301815" y="104330"/>
                </a:lnTo>
                <a:lnTo>
                  <a:pt x="12700" y="104330"/>
                </a:lnTo>
                <a:lnTo>
                  <a:pt x="6350" y="110680"/>
                </a:lnTo>
                <a:lnTo>
                  <a:pt x="12700" y="110680"/>
                </a:lnTo>
                <a:lnTo>
                  <a:pt x="12700" y="275983"/>
                </a:lnTo>
                <a:lnTo>
                  <a:pt x="6350" y="275983"/>
                </a:lnTo>
                <a:lnTo>
                  <a:pt x="12700" y="282333"/>
                </a:lnTo>
                <a:lnTo>
                  <a:pt x="301815" y="282333"/>
                </a:lnTo>
                <a:lnTo>
                  <a:pt x="301815" y="288683"/>
                </a:lnTo>
                <a:close/>
              </a:path>
              <a:path w="495300" h="386714">
                <a:moveTo>
                  <a:pt x="314515" y="110680"/>
                </a:moveTo>
                <a:lnTo>
                  <a:pt x="12700" y="110680"/>
                </a:lnTo>
                <a:lnTo>
                  <a:pt x="12700" y="104330"/>
                </a:lnTo>
                <a:lnTo>
                  <a:pt x="301815" y="104330"/>
                </a:lnTo>
                <a:lnTo>
                  <a:pt x="308165" y="97980"/>
                </a:lnTo>
                <a:lnTo>
                  <a:pt x="314515" y="97980"/>
                </a:lnTo>
                <a:lnTo>
                  <a:pt x="314515" y="110680"/>
                </a:lnTo>
                <a:close/>
              </a:path>
              <a:path w="495300" h="386714">
                <a:moveTo>
                  <a:pt x="12700" y="110680"/>
                </a:moveTo>
                <a:lnTo>
                  <a:pt x="6350" y="110680"/>
                </a:lnTo>
                <a:lnTo>
                  <a:pt x="12700" y="104330"/>
                </a:lnTo>
                <a:lnTo>
                  <a:pt x="12700" y="110680"/>
                </a:lnTo>
                <a:close/>
              </a:path>
              <a:path w="495300" h="386714">
                <a:moveTo>
                  <a:pt x="481685" y="197827"/>
                </a:moveTo>
                <a:lnTo>
                  <a:pt x="477189" y="193331"/>
                </a:lnTo>
                <a:lnTo>
                  <a:pt x="481685" y="188836"/>
                </a:lnTo>
                <a:lnTo>
                  <a:pt x="481685" y="197827"/>
                </a:lnTo>
                <a:close/>
              </a:path>
              <a:path w="495300" h="386714">
                <a:moveTo>
                  <a:pt x="490664" y="197827"/>
                </a:moveTo>
                <a:lnTo>
                  <a:pt x="481685" y="197827"/>
                </a:lnTo>
                <a:lnTo>
                  <a:pt x="481685" y="188836"/>
                </a:lnTo>
                <a:lnTo>
                  <a:pt x="490664" y="188836"/>
                </a:lnTo>
                <a:lnTo>
                  <a:pt x="495160" y="193332"/>
                </a:lnTo>
                <a:lnTo>
                  <a:pt x="490664" y="197827"/>
                </a:lnTo>
                <a:close/>
              </a:path>
              <a:path w="495300" h="386714">
                <a:moveTo>
                  <a:pt x="317145" y="371335"/>
                </a:moveTo>
                <a:lnTo>
                  <a:pt x="314515" y="371335"/>
                </a:lnTo>
                <a:lnTo>
                  <a:pt x="314515" y="356006"/>
                </a:lnTo>
                <a:lnTo>
                  <a:pt x="477189" y="193331"/>
                </a:lnTo>
                <a:lnTo>
                  <a:pt x="481685" y="197827"/>
                </a:lnTo>
                <a:lnTo>
                  <a:pt x="490664" y="197827"/>
                </a:lnTo>
                <a:lnTo>
                  <a:pt x="317145" y="371335"/>
                </a:lnTo>
                <a:close/>
              </a:path>
              <a:path w="495300" h="386714">
                <a:moveTo>
                  <a:pt x="12700" y="282333"/>
                </a:moveTo>
                <a:lnTo>
                  <a:pt x="6350" y="275983"/>
                </a:lnTo>
                <a:lnTo>
                  <a:pt x="12700" y="275983"/>
                </a:lnTo>
                <a:lnTo>
                  <a:pt x="12700" y="282333"/>
                </a:lnTo>
                <a:close/>
              </a:path>
              <a:path w="495300" h="386714">
                <a:moveTo>
                  <a:pt x="314515" y="288683"/>
                </a:moveTo>
                <a:lnTo>
                  <a:pt x="308165" y="288683"/>
                </a:lnTo>
                <a:lnTo>
                  <a:pt x="301815" y="282333"/>
                </a:lnTo>
                <a:lnTo>
                  <a:pt x="12700" y="282333"/>
                </a:lnTo>
                <a:lnTo>
                  <a:pt x="12700" y="275983"/>
                </a:lnTo>
                <a:lnTo>
                  <a:pt x="314515" y="275983"/>
                </a:lnTo>
                <a:lnTo>
                  <a:pt x="314515" y="288683"/>
                </a:lnTo>
                <a:close/>
              </a:path>
              <a:path w="495300" h="386714">
                <a:moveTo>
                  <a:pt x="301815" y="386664"/>
                </a:moveTo>
                <a:lnTo>
                  <a:pt x="301815" y="282333"/>
                </a:lnTo>
                <a:lnTo>
                  <a:pt x="308165" y="288683"/>
                </a:lnTo>
                <a:lnTo>
                  <a:pt x="314515" y="288683"/>
                </a:lnTo>
                <a:lnTo>
                  <a:pt x="314515" y="356006"/>
                </a:lnTo>
                <a:lnTo>
                  <a:pt x="303682" y="366839"/>
                </a:lnTo>
                <a:lnTo>
                  <a:pt x="314515" y="371335"/>
                </a:lnTo>
                <a:lnTo>
                  <a:pt x="317145" y="371335"/>
                </a:lnTo>
                <a:lnTo>
                  <a:pt x="301815" y="386664"/>
                </a:lnTo>
                <a:close/>
              </a:path>
              <a:path w="495300" h="386714">
                <a:moveTo>
                  <a:pt x="314515" y="371335"/>
                </a:moveTo>
                <a:lnTo>
                  <a:pt x="303682" y="366839"/>
                </a:lnTo>
                <a:lnTo>
                  <a:pt x="314515" y="356006"/>
                </a:lnTo>
                <a:lnTo>
                  <a:pt x="314515" y="371335"/>
                </a:lnTo>
                <a:close/>
              </a:path>
            </a:pathLst>
          </a:custGeom>
          <a:solidFill>
            <a:srgbClr val="2E52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689091" y="1808988"/>
            <a:ext cx="480059" cy="378460"/>
          </a:xfrm>
          <a:custGeom>
            <a:avLst/>
            <a:gdLst/>
            <a:ahLst/>
            <a:cxnLst/>
            <a:rect l="l" t="t" r="r" b="b"/>
            <a:pathLst>
              <a:path w="480060" h="378460">
                <a:moveTo>
                  <a:pt x="190500" y="377951"/>
                </a:moveTo>
                <a:lnTo>
                  <a:pt x="0" y="188975"/>
                </a:lnTo>
                <a:lnTo>
                  <a:pt x="190500" y="0"/>
                </a:lnTo>
                <a:lnTo>
                  <a:pt x="190500" y="94487"/>
                </a:lnTo>
                <a:lnTo>
                  <a:pt x="480060" y="94487"/>
                </a:lnTo>
                <a:lnTo>
                  <a:pt x="480060" y="283463"/>
                </a:lnTo>
                <a:lnTo>
                  <a:pt x="190500" y="283463"/>
                </a:lnTo>
                <a:lnTo>
                  <a:pt x="190500" y="377951"/>
                </a:lnTo>
                <a:close/>
              </a:path>
            </a:pathLst>
          </a:custGeom>
          <a:solidFill>
            <a:srgbClr val="F1F1F1">
              <a:alpha val="81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680792" y="1793532"/>
            <a:ext cx="495300" cy="409575"/>
          </a:xfrm>
          <a:custGeom>
            <a:avLst/>
            <a:gdLst/>
            <a:ahLst/>
            <a:cxnLst/>
            <a:rect l="l" t="t" r="r" b="b"/>
            <a:pathLst>
              <a:path w="495300" h="409575">
                <a:moveTo>
                  <a:pt x="204476" y="408978"/>
                </a:moveTo>
                <a:lnTo>
                  <a:pt x="0" y="204489"/>
                </a:lnTo>
                <a:lnTo>
                  <a:pt x="204476" y="0"/>
                </a:lnTo>
                <a:lnTo>
                  <a:pt x="204476" y="15328"/>
                </a:lnTo>
                <a:lnTo>
                  <a:pt x="191776" y="15328"/>
                </a:lnTo>
                <a:lnTo>
                  <a:pt x="191776" y="30657"/>
                </a:lnTo>
                <a:lnTo>
                  <a:pt x="22434" y="199999"/>
                </a:lnTo>
                <a:lnTo>
                  <a:pt x="13455" y="199999"/>
                </a:lnTo>
                <a:lnTo>
                  <a:pt x="13455" y="208978"/>
                </a:lnTo>
                <a:lnTo>
                  <a:pt x="22434" y="208978"/>
                </a:lnTo>
                <a:lnTo>
                  <a:pt x="191776" y="378320"/>
                </a:lnTo>
                <a:lnTo>
                  <a:pt x="191776" y="393649"/>
                </a:lnTo>
                <a:lnTo>
                  <a:pt x="204476" y="393649"/>
                </a:lnTo>
                <a:lnTo>
                  <a:pt x="204476" y="408978"/>
                </a:lnTo>
                <a:close/>
              </a:path>
              <a:path w="495300" h="409575">
                <a:moveTo>
                  <a:pt x="191776" y="30657"/>
                </a:moveTo>
                <a:lnTo>
                  <a:pt x="191776" y="15328"/>
                </a:lnTo>
                <a:lnTo>
                  <a:pt x="202622" y="19811"/>
                </a:lnTo>
                <a:lnTo>
                  <a:pt x="191776" y="30657"/>
                </a:lnTo>
                <a:close/>
              </a:path>
              <a:path w="495300" h="409575">
                <a:moveTo>
                  <a:pt x="482441" y="116255"/>
                </a:moveTo>
                <a:lnTo>
                  <a:pt x="191776" y="116255"/>
                </a:lnTo>
                <a:lnTo>
                  <a:pt x="191776" y="30657"/>
                </a:lnTo>
                <a:lnTo>
                  <a:pt x="202622" y="19811"/>
                </a:lnTo>
                <a:lnTo>
                  <a:pt x="191776" y="15328"/>
                </a:lnTo>
                <a:lnTo>
                  <a:pt x="204476" y="15328"/>
                </a:lnTo>
                <a:lnTo>
                  <a:pt x="204476" y="103555"/>
                </a:lnTo>
                <a:lnTo>
                  <a:pt x="198126" y="103555"/>
                </a:lnTo>
                <a:lnTo>
                  <a:pt x="204476" y="109905"/>
                </a:lnTo>
                <a:lnTo>
                  <a:pt x="482441" y="109905"/>
                </a:lnTo>
                <a:lnTo>
                  <a:pt x="482441" y="116255"/>
                </a:lnTo>
                <a:close/>
              </a:path>
              <a:path w="495300" h="409575">
                <a:moveTo>
                  <a:pt x="204476" y="109905"/>
                </a:moveTo>
                <a:lnTo>
                  <a:pt x="198126" y="103555"/>
                </a:lnTo>
                <a:lnTo>
                  <a:pt x="204476" y="103555"/>
                </a:lnTo>
                <a:lnTo>
                  <a:pt x="204476" y="109905"/>
                </a:lnTo>
                <a:close/>
              </a:path>
              <a:path w="495300" h="409575">
                <a:moveTo>
                  <a:pt x="495141" y="116255"/>
                </a:moveTo>
                <a:lnTo>
                  <a:pt x="488791" y="116255"/>
                </a:lnTo>
                <a:lnTo>
                  <a:pt x="482441" y="109905"/>
                </a:lnTo>
                <a:lnTo>
                  <a:pt x="204476" y="109905"/>
                </a:lnTo>
                <a:lnTo>
                  <a:pt x="204476" y="103555"/>
                </a:lnTo>
                <a:lnTo>
                  <a:pt x="495141" y="103555"/>
                </a:lnTo>
                <a:lnTo>
                  <a:pt x="495141" y="116255"/>
                </a:lnTo>
                <a:close/>
              </a:path>
              <a:path w="495300" h="409575">
                <a:moveTo>
                  <a:pt x="482441" y="299072"/>
                </a:moveTo>
                <a:lnTo>
                  <a:pt x="482441" y="109905"/>
                </a:lnTo>
                <a:lnTo>
                  <a:pt x="488791" y="116255"/>
                </a:lnTo>
                <a:lnTo>
                  <a:pt x="495141" y="116255"/>
                </a:lnTo>
                <a:lnTo>
                  <a:pt x="495141" y="292722"/>
                </a:lnTo>
                <a:lnTo>
                  <a:pt x="488791" y="292722"/>
                </a:lnTo>
                <a:lnTo>
                  <a:pt x="482441" y="299072"/>
                </a:lnTo>
                <a:close/>
              </a:path>
              <a:path w="495300" h="409575">
                <a:moveTo>
                  <a:pt x="13455" y="208978"/>
                </a:moveTo>
                <a:lnTo>
                  <a:pt x="13455" y="199999"/>
                </a:lnTo>
                <a:lnTo>
                  <a:pt x="17938" y="204495"/>
                </a:lnTo>
                <a:lnTo>
                  <a:pt x="13455" y="208978"/>
                </a:lnTo>
                <a:close/>
              </a:path>
              <a:path w="495300" h="409575">
                <a:moveTo>
                  <a:pt x="17945" y="204489"/>
                </a:moveTo>
                <a:lnTo>
                  <a:pt x="13455" y="199999"/>
                </a:lnTo>
                <a:lnTo>
                  <a:pt x="22434" y="199999"/>
                </a:lnTo>
                <a:lnTo>
                  <a:pt x="17945" y="204489"/>
                </a:lnTo>
                <a:close/>
              </a:path>
              <a:path w="495300" h="409575">
                <a:moveTo>
                  <a:pt x="22434" y="208978"/>
                </a:moveTo>
                <a:lnTo>
                  <a:pt x="13455" y="208978"/>
                </a:lnTo>
                <a:lnTo>
                  <a:pt x="17951" y="204495"/>
                </a:lnTo>
                <a:lnTo>
                  <a:pt x="22434" y="208978"/>
                </a:lnTo>
                <a:close/>
              </a:path>
              <a:path w="495300" h="409575">
                <a:moveTo>
                  <a:pt x="204476" y="393649"/>
                </a:moveTo>
                <a:lnTo>
                  <a:pt x="191776" y="393649"/>
                </a:lnTo>
                <a:lnTo>
                  <a:pt x="202622" y="389166"/>
                </a:lnTo>
                <a:lnTo>
                  <a:pt x="191776" y="378320"/>
                </a:lnTo>
                <a:lnTo>
                  <a:pt x="191776" y="292722"/>
                </a:lnTo>
                <a:lnTo>
                  <a:pt x="482441" y="292722"/>
                </a:lnTo>
                <a:lnTo>
                  <a:pt x="482441" y="299072"/>
                </a:lnTo>
                <a:lnTo>
                  <a:pt x="204476" y="299072"/>
                </a:lnTo>
                <a:lnTo>
                  <a:pt x="198126" y="305422"/>
                </a:lnTo>
                <a:lnTo>
                  <a:pt x="204476" y="305422"/>
                </a:lnTo>
                <a:lnTo>
                  <a:pt x="204476" y="393649"/>
                </a:lnTo>
                <a:close/>
              </a:path>
              <a:path w="495300" h="409575">
                <a:moveTo>
                  <a:pt x="495141" y="305422"/>
                </a:moveTo>
                <a:lnTo>
                  <a:pt x="204476" y="305422"/>
                </a:lnTo>
                <a:lnTo>
                  <a:pt x="204476" y="299072"/>
                </a:lnTo>
                <a:lnTo>
                  <a:pt x="482441" y="299072"/>
                </a:lnTo>
                <a:lnTo>
                  <a:pt x="488791" y="292722"/>
                </a:lnTo>
                <a:lnTo>
                  <a:pt x="495141" y="292722"/>
                </a:lnTo>
                <a:lnTo>
                  <a:pt x="495141" y="305422"/>
                </a:lnTo>
                <a:close/>
              </a:path>
              <a:path w="495300" h="409575">
                <a:moveTo>
                  <a:pt x="204476" y="305422"/>
                </a:moveTo>
                <a:lnTo>
                  <a:pt x="198126" y="305422"/>
                </a:lnTo>
                <a:lnTo>
                  <a:pt x="204476" y="299072"/>
                </a:lnTo>
                <a:lnTo>
                  <a:pt x="204476" y="305422"/>
                </a:lnTo>
                <a:close/>
              </a:path>
              <a:path w="495300" h="409575">
                <a:moveTo>
                  <a:pt x="191776" y="393649"/>
                </a:moveTo>
                <a:lnTo>
                  <a:pt x="191776" y="378320"/>
                </a:lnTo>
                <a:lnTo>
                  <a:pt x="202622" y="389166"/>
                </a:lnTo>
                <a:lnTo>
                  <a:pt x="191776" y="393649"/>
                </a:lnTo>
                <a:close/>
              </a:path>
            </a:pathLst>
          </a:custGeom>
          <a:solidFill>
            <a:srgbClr val="2E52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矩形 19"/>
          <p:cNvSpPr/>
          <p:nvPr/>
        </p:nvSpPr>
        <p:spPr>
          <a:xfrm>
            <a:off x="609599" y="172212"/>
            <a:ext cx="10453915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40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护理学界最高奖</a:t>
            </a:r>
            <a:r>
              <a:rPr lang="en-US" altLang="zh-CN" sz="40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——</a:t>
            </a:r>
            <a:r>
              <a:rPr lang="zh-CN" altLang="en-US" sz="40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“南丁格尔奖”获得者</a:t>
            </a:r>
            <a:endParaRPr lang="zh-CN" altLang="en-US" sz="40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3" name="音频 2">
            <a:hlinkClick r:id="" action="ppaction://media"/>
            <a:extLst>
              <a:ext uri="{FF2B5EF4-FFF2-40B4-BE49-F238E27FC236}">
                <a16:creationId xmlns:a16="http://schemas.microsoft.com/office/drawing/2014/main" id="{5AACE6DC-06B4-4F0C-9FBB-1A5DDB1C2EE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108"/>
    </mc:Choice>
    <mc:Fallback>
      <p:transition spd="slow" advTm="1410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4695" y="4983479"/>
            <a:ext cx="10774680" cy="1641475"/>
          </a:xfrm>
          <a:prstGeom prst="rect">
            <a:avLst/>
          </a:prstGeom>
          <a:solidFill>
            <a:srgbClr val="004578"/>
          </a:solidFill>
        </p:spPr>
        <p:txBody>
          <a:bodyPr vert="horz" wrap="square" lIns="0" tIns="160020" rIns="0" bIns="0" rtlCol="0">
            <a:spAutoFit/>
          </a:bodyPr>
          <a:lstStyle/>
          <a:p>
            <a:pPr marL="298450" marR="311150" indent="472440" algn="just">
              <a:lnSpc>
                <a:spcPct val="129000"/>
              </a:lnSpc>
              <a:spcBef>
                <a:spcPts val="1260"/>
              </a:spcBef>
            </a:pPr>
            <a:r>
              <a:rPr sz="2200" b="1" spc="10" dirty="0">
                <a:solidFill>
                  <a:srgbClr val="F1F1F1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学校</a:t>
            </a:r>
            <a:r>
              <a:rPr sz="2200" b="1" dirty="0">
                <a:solidFill>
                  <a:srgbClr val="F1F1F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现</a:t>
            </a:r>
            <a:r>
              <a:rPr sz="2200" b="1" spc="10" dirty="0">
                <a:solidFill>
                  <a:srgbClr val="F1F1F1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有直属附属医院</a:t>
            </a:r>
            <a:r>
              <a:rPr sz="2200" b="1" spc="-275" dirty="0">
                <a:solidFill>
                  <a:srgbClr val="FF00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6</a:t>
            </a:r>
            <a:r>
              <a:rPr sz="2200" b="1" spc="5" dirty="0">
                <a:solidFill>
                  <a:srgbClr val="FF00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所</a:t>
            </a:r>
            <a:r>
              <a:rPr sz="2200" b="1" spc="10" dirty="0">
                <a:solidFill>
                  <a:srgbClr val="F1F1F1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，非直属附属医院</a:t>
            </a:r>
            <a:r>
              <a:rPr sz="2200" b="1" spc="-275" dirty="0">
                <a:solidFill>
                  <a:srgbClr val="FF00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15</a:t>
            </a:r>
            <a:r>
              <a:rPr sz="2200" b="1" spc="10" dirty="0">
                <a:solidFill>
                  <a:srgbClr val="FF00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所</a:t>
            </a:r>
            <a:r>
              <a:rPr sz="2200" b="1" spc="10" dirty="0">
                <a:solidFill>
                  <a:srgbClr val="F1F1F1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。</a:t>
            </a:r>
            <a:r>
              <a:rPr sz="2200" b="1" dirty="0">
                <a:solidFill>
                  <a:srgbClr val="F1F1F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临</a:t>
            </a:r>
            <a:r>
              <a:rPr sz="2200" b="1" spc="10" dirty="0">
                <a:solidFill>
                  <a:srgbClr val="F1F1F1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床教学医院</a:t>
            </a:r>
            <a:r>
              <a:rPr sz="2200" b="1" spc="-275" dirty="0">
                <a:solidFill>
                  <a:srgbClr val="FF00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23</a:t>
            </a:r>
            <a:r>
              <a:rPr sz="2200" b="1" spc="10" dirty="0">
                <a:solidFill>
                  <a:srgbClr val="FF00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所</a:t>
            </a:r>
            <a:r>
              <a:rPr sz="2200" b="1" spc="10" dirty="0">
                <a:solidFill>
                  <a:srgbClr val="F1F1F1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，</a:t>
            </a:r>
            <a:r>
              <a:rPr sz="2200" b="1" dirty="0">
                <a:solidFill>
                  <a:srgbClr val="F1F1F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专业</a:t>
            </a:r>
            <a:r>
              <a:rPr sz="2200" b="1" spc="-15" dirty="0">
                <a:solidFill>
                  <a:srgbClr val="F1F1F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实 </a:t>
            </a:r>
            <a:r>
              <a:rPr sz="2200" b="1" spc="10" dirty="0">
                <a:solidFill>
                  <a:srgbClr val="F1F1F1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践教学基地</a:t>
            </a:r>
            <a:r>
              <a:rPr sz="2200" b="1" spc="-275" dirty="0">
                <a:solidFill>
                  <a:srgbClr val="FF00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94</a:t>
            </a:r>
            <a:r>
              <a:rPr sz="2200" b="1" spc="10" dirty="0">
                <a:solidFill>
                  <a:srgbClr val="FF00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个</a:t>
            </a:r>
            <a:r>
              <a:rPr sz="2200" b="1" spc="10" dirty="0">
                <a:solidFill>
                  <a:srgbClr val="F1F1F1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，形成了比</a:t>
            </a:r>
            <a:r>
              <a:rPr sz="2200" b="1" spc="-5" dirty="0">
                <a:solidFill>
                  <a:srgbClr val="F1F1F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较</a:t>
            </a:r>
            <a:r>
              <a:rPr sz="2200" b="1" spc="10" dirty="0">
                <a:solidFill>
                  <a:srgbClr val="F1F1F1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完善的</a:t>
            </a:r>
            <a:r>
              <a:rPr sz="2200" b="1" spc="-5" dirty="0">
                <a:solidFill>
                  <a:srgbClr val="F1F1F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临</a:t>
            </a:r>
            <a:r>
              <a:rPr sz="2200" b="1" spc="10" dirty="0">
                <a:solidFill>
                  <a:srgbClr val="F1F1F1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床教学与</a:t>
            </a:r>
            <a:r>
              <a:rPr sz="2200" b="1" dirty="0">
                <a:solidFill>
                  <a:srgbClr val="F1F1F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实</a:t>
            </a:r>
            <a:r>
              <a:rPr sz="2200" b="1" spc="10" dirty="0">
                <a:solidFill>
                  <a:srgbClr val="F1F1F1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践教学基地网</a:t>
            </a:r>
            <a:r>
              <a:rPr sz="2200" b="1" dirty="0">
                <a:solidFill>
                  <a:srgbClr val="F1F1F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络</a:t>
            </a:r>
            <a:r>
              <a:rPr sz="2200" b="1" spc="10" dirty="0">
                <a:solidFill>
                  <a:srgbClr val="F1F1F1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。附属医院及</a:t>
            </a:r>
            <a:r>
              <a:rPr sz="2200" b="1" spc="-15" dirty="0">
                <a:solidFill>
                  <a:srgbClr val="F1F1F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临 </a:t>
            </a:r>
            <a:r>
              <a:rPr sz="2200" b="1" spc="10" dirty="0">
                <a:solidFill>
                  <a:srgbClr val="F1F1F1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床医学院中</a:t>
            </a:r>
            <a:r>
              <a:rPr sz="2200" b="1" dirty="0">
                <a:solidFill>
                  <a:srgbClr val="F1F1F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拥</a:t>
            </a:r>
            <a:r>
              <a:rPr sz="2200" b="1" spc="10" dirty="0">
                <a:solidFill>
                  <a:srgbClr val="F1F1F1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有</a:t>
            </a:r>
            <a:r>
              <a:rPr sz="2200" b="1" spc="1380" dirty="0">
                <a:solidFill>
                  <a:srgbClr val="F1F1F1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“</a:t>
            </a:r>
            <a:r>
              <a:rPr sz="2200" b="1" spc="10" dirty="0">
                <a:solidFill>
                  <a:srgbClr val="F1F1F1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国</a:t>
            </a:r>
            <a:r>
              <a:rPr sz="2200" b="1" spc="5" dirty="0">
                <a:solidFill>
                  <a:srgbClr val="F1F1F1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家</a:t>
            </a:r>
            <a:r>
              <a:rPr sz="2200" b="1" dirty="0">
                <a:solidFill>
                  <a:srgbClr val="F1F1F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级</a:t>
            </a:r>
            <a:r>
              <a:rPr sz="2200" b="1" spc="10" dirty="0">
                <a:solidFill>
                  <a:srgbClr val="F1F1F1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住院医</a:t>
            </a:r>
            <a:r>
              <a:rPr sz="2200" b="1" dirty="0">
                <a:solidFill>
                  <a:srgbClr val="F1F1F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师规</a:t>
            </a:r>
            <a:r>
              <a:rPr sz="2200" b="1" spc="10" dirty="0">
                <a:solidFill>
                  <a:srgbClr val="F1F1F1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范化培</a:t>
            </a:r>
            <a:r>
              <a:rPr sz="2200" b="1" dirty="0">
                <a:solidFill>
                  <a:srgbClr val="F1F1F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训</a:t>
            </a:r>
            <a:r>
              <a:rPr sz="2200" b="1" spc="10" dirty="0">
                <a:solidFill>
                  <a:srgbClr val="F1F1F1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基地</a:t>
            </a:r>
            <a:r>
              <a:rPr sz="2200" b="1" spc="275" dirty="0">
                <a:solidFill>
                  <a:srgbClr val="F1F1F1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”</a:t>
            </a:r>
            <a:r>
              <a:rPr sz="2200" b="1" spc="275" dirty="0">
                <a:solidFill>
                  <a:srgbClr val="FF00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16</a:t>
            </a:r>
            <a:r>
              <a:rPr sz="2200" b="1" spc="10" dirty="0">
                <a:solidFill>
                  <a:srgbClr val="FF00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所</a:t>
            </a:r>
            <a:r>
              <a:rPr sz="2200" b="1" spc="-5" dirty="0">
                <a:solidFill>
                  <a:srgbClr val="F1F1F1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。</a:t>
            </a:r>
            <a:endParaRPr sz="2200">
              <a:latin typeface="Kozuka Mincho Pr6N B" panose="02020800000000000000" charset="-128"/>
              <a:cs typeface="Kozuka Mincho Pr6N B" panose="02020800000000000000" charset="-128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6524" y="330542"/>
            <a:ext cx="368617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73075" algn="l"/>
                <a:tab pos="473075" algn="l"/>
              </a:tabLst>
            </a:pPr>
            <a:r>
              <a:rPr sz="2800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优质的实践教学基</a:t>
            </a:r>
            <a:r>
              <a:rPr sz="2800" spc="-5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地</a:t>
            </a:r>
            <a:endParaRPr sz="28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12216" y="973778"/>
            <a:ext cx="10563860" cy="0"/>
          </a:xfrm>
          <a:custGeom>
            <a:avLst/>
            <a:gdLst/>
            <a:ahLst/>
            <a:cxnLst/>
            <a:rect l="l" t="t" r="r" b="b"/>
            <a:pathLst>
              <a:path w="10563860">
                <a:moveTo>
                  <a:pt x="0" y="0"/>
                </a:moveTo>
                <a:lnTo>
                  <a:pt x="10563707" y="0"/>
                </a:lnTo>
              </a:path>
            </a:pathLst>
          </a:custGeom>
          <a:ln w="28587">
            <a:solidFill>
              <a:srgbClr val="0045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009376" y="172212"/>
            <a:ext cx="1014983" cy="9845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19354" y="1486230"/>
            <a:ext cx="2159444" cy="221898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63320" y="2021420"/>
            <a:ext cx="1014730" cy="1047750"/>
          </a:xfrm>
          <a:custGeom>
            <a:avLst/>
            <a:gdLst/>
            <a:ahLst/>
            <a:cxnLst/>
            <a:rect l="l" t="t" r="r" b="b"/>
            <a:pathLst>
              <a:path w="1014730" h="1047750">
                <a:moveTo>
                  <a:pt x="507403" y="1047280"/>
                </a:moveTo>
                <a:lnTo>
                  <a:pt x="461265" y="1045136"/>
                </a:lnTo>
                <a:lnTo>
                  <a:pt x="416278" y="1038831"/>
                </a:lnTo>
                <a:lnTo>
                  <a:pt x="372622" y="1028550"/>
                </a:lnTo>
                <a:lnTo>
                  <a:pt x="330478" y="1014478"/>
                </a:lnTo>
                <a:lnTo>
                  <a:pt x="290026" y="996803"/>
                </a:lnTo>
                <a:lnTo>
                  <a:pt x="251444" y="975711"/>
                </a:lnTo>
                <a:lnTo>
                  <a:pt x="214915" y="951387"/>
                </a:lnTo>
                <a:lnTo>
                  <a:pt x="180617" y="924017"/>
                </a:lnTo>
                <a:lnTo>
                  <a:pt x="148731" y="893789"/>
                </a:lnTo>
                <a:lnTo>
                  <a:pt x="119437" y="860888"/>
                </a:lnTo>
                <a:lnTo>
                  <a:pt x="92914" y="825499"/>
                </a:lnTo>
                <a:lnTo>
                  <a:pt x="69344" y="787810"/>
                </a:lnTo>
                <a:lnTo>
                  <a:pt x="48906" y="748007"/>
                </a:lnTo>
                <a:lnTo>
                  <a:pt x="31780" y="706275"/>
                </a:lnTo>
                <a:lnTo>
                  <a:pt x="18146" y="662800"/>
                </a:lnTo>
                <a:lnTo>
                  <a:pt x="8185" y="617770"/>
                </a:lnTo>
                <a:lnTo>
                  <a:pt x="2076" y="571370"/>
                </a:lnTo>
                <a:lnTo>
                  <a:pt x="0" y="523786"/>
                </a:lnTo>
                <a:lnTo>
                  <a:pt x="2076" y="476157"/>
                </a:lnTo>
                <a:lnTo>
                  <a:pt x="8185" y="429718"/>
                </a:lnTo>
                <a:lnTo>
                  <a:pt x="18146" y="384652"/>
                </a:lnTo>
                <a:lnTo>
                  <a:pt x="31780" y="341147"/>
                </a:lnTo>
                <a:lnTo>
                  <a:pt x="48906" y="299388"/>
                </a:lnTo>
                <a:lnTo>
                  <a:pt x="69344" y="259561"/>
                </a:lnTo>
                <a:lnTo>
                  <a:pt x="92914" y="221852"/>
                </a:lnTo>
                <a:lnTo>
                  <a:pt x="119437" y="186447"/>
                </a:lnTo>
                <a:lnTo>
                  <a:pt x="148731" y="153531"/>
                </a:lnTo>
                <a:lnTo>
                  <a:pt x="180617" y="123291"/>
                </a:lnTo>
                <a:lnTo>
                  <a:pt x="214915" y="95913"/>
                </a:lnTo>
                <a:lnTo>
                  <a:pt x="251444" y="71582"/>
                </a:lnTo>
                <a:lnTo>
                  <a:pt x="290026" y="50484"/>
                </a:lnTo>
                <a:lnTo>
                  <a:pt x="330478" y="32805"/>
                </a:lnTo>
                <a:lnTo>
                  <a:pt x="372622" y="18732"/>
                </a:lnTo>
                <a:lnTo>
                  <a:pt x="416278" y="8449"/>
                </a:lnTo>
                <a:lnTo>
                  <a:pt x="461265" y="2143"/>
                </a:lnTo>
                <a:lnTo>
                  <a:pt x="507403" y="0"/>
                </a:lnTo>
                <a:lnTo>
                  <a:pt x="553498" y="2143"/>
                </a:lnTo>
                <a:lnTo>
                  <a:pt x="598447" y="8449"/>
                </a:lnTo>
                <a:lnTo>
                  <a:pt x="642069" y="18732"/>
                </a:lnTo>
                <a:lnTo>
                  <a:pt x="684184" y="32805"/>
                </a:lnTo>
                <a:lnTo>
                  <a:pt x="724611" y="50484"/>
                </a:lnTo>
                <a:lnTo>
                  <a:pt x="763170" y="71582"/>
                </a:lnTo>
                <a:lnTo>
                  <a:pt x="799680" y="95913"/>
                </a:lnTo>
                <a:lnTo>
                  <a:pt x="820111" y="112229"/>
                </a:lnTo>
                <a:lnTo>
                  <a:pt x="507403" y="112229"/>
                </a:lnTo>
                <a:lnTo>
                  <a:pt x="460968" y="115003"/>
                </a:lnTo>
                <a:lnTo>
                  <a:pt x="416090" y="123116"/>
                </a:lnTo>
                <a:lnTo>
                  <a:pt x="373071" y="136259"/>
                </a:lnTo>
                <a:lnTo>
                  <a:pt x="332212" y="154119"/>
                </a:lnTo>
                <a:lnTo>
                  <a:pt x="293815" y="176386"/>
                </a:lnTo>
                <a:lnTo>
                  <a:pt x="258180" y="202749"/>
                </a:lnTo>
                <a:lnTo>
                  <a:pt x="225609" y="232897"/>
                </a:lnTo>
                <a:lnTo>
                  <a:pt x="196403" y="266519"/>
                </a:lnTo>
                <a:lnTo>
                  <a:pt x="170864" y="303303"/>
                </a:lnTo>
                <a:lnTo>
                  <a:pt x="149292" y="342940"/>
                </a:lnTo>
                <a:lnTo>
                  <a:pt x="131990" y="385117"/>
                </a:lnTo>
                <a:lnTo>
                  <a:pt x="119258" y="429525"/>
                </a:lnTo>
                <a:lnTo>
                  <a:pt x="111398" y="475851"/>
                </a:lnTo>
                <a:lnTo>
                  <a:pt x="108712" y="523786"/>
                </a:lnTo>
                <a:lnTo>
                  <a:pt x="111398" y="571664"/>
                </a:lnTo>
                <a:lnTo>
                  <a:pt x="119258" y="617943"/>
                </a:lnTo>
                <a:lnTo>
                  <a:pt x="131990" y="662310"/>
                </a:lnTo>
                <a:lnTo>
                  <a:pt x="149292" y="704454"/>
                </a:lnTo>
                <a:lnTo>
                  <a:pt x="170864" y="744063"/>
                </a:lnTo>
                <a:lnTo>
                  <a:pt x="196403" y="780825"/>
                </a:lnTo>
                <a:lnTo>
                  <a:pt x="225609" y="814430"/>
                </a:lnTo>
                <a:lnTo>
                  <a:pt x="258180" y="844565"/>
                </a:lnTo>
                <a:lnTo>
                  <a:pt x="293815" y="870918"/>
                </a:lnTo>
                <a:lnTo>
                  <a:pt x="332212" y="893179"/>
                </a:lnTo>
                <a:lnTo>
                  <a:pt x="373071" y="911036"/>
                </a:lnTo>
                <a:lnTo>
                  <a:pt x="416090" y="924176"/>
                </a:lnTo>
                <a:lnTo>
                  <a:pt x="460968" y="932289"/>
                </a:lnTo>
                <a:lnTo>
                  <a:pt x="507403" y="935062"/>
                </a:lnTo>
                <a:lnTo>
                  <a:pt x="820128" y="935062"/>
                </a:lnTo>
                <a:lnTo>
                  <a:pt x="799680" y="951387"/>
                </a:lnTo>
                <a:lnTo>
                  <a:pt x="763170" y="975711"/>
                </a:lnTo>
                <a:lnTo>
                  <a:pt x="724611" y="996803"/>
                </a:lnTo>
                <a:lnTo>
                  <a:pt x="684184" y="1014478"/>
                </a:lnTo>
                <a:lnTo>
                  <a:pt x="642069" y="1028550"/>
                </a:lnTo>
                <a:lnTo>
                  <a:pt x="598447" y="1038831"/>
                </a:lnTo>
                <a:lnTo>
                  <a:pt x="553498" y="1045136"/>
                </a:lnTo>
                <a:lnTo>
                  <a:pt x="507403" y="1047280"/>
                </a:lnTo>
                <a:close/>
              </a:path>
              <a:path w="1014730" h="1047750">
                <a:moveTo>
                  <a:pt x="820128" y="935062"/>
                </a:moveTo>
                <a:lnTo>
                  <a:pt x="507403" y="935062"/>
                </a:lnTo>
                <a:lnTo>
                  <a:pt x="553785" y="932289"/>
                </a:lnTo>
                <a:lnTo>
                  <a:pt x="598617" y="924176"/>
                </a:lnTo>
                <a:lnTo>
                  <a:pt x="641597" y="911036"/>
                </a:lnTo>
                <a:lnTo>
                  <a:pt x="682424" y="893179"/>
                </a:lnTo>
                <a:lnTo>
                  <a:pt x="720795" y="870918"/>
                </a:lnTo>
                <a:lnTo>
                  <a:pt x="756409" y="844565"/>
                </a:lnTo>
                <a:lnTo>
                  <a:pt x="788963" y="814430"/>
                </a:lnTo>
                <a:lnTo>
                  <a:pt x="818157" y="780825"/>
                </a:lnTo>
                <a:lnTo>
                  <a:pt x="843687" y="744063"/>
                </a:lnTo>
                <a:lnTo>
                  <a:pt x="865252" y="704454"/>
                </a:lnTo>
                <a:lnTo>
                  <a:pt x="882551" y="662310"/>
                </a:lnTo>
                <a:lnTo>
                  <a:pt x="895281" y="617943"/>
                </a:lnTo>
                <a:lnTo>
                  <a:pt x="903140" y="571664"/>
                </a:lnTo>
                <a:lnTo>
                  <a:pt x="905827" y="523786"/>
                </a:lnTo>
                <a:lnTo>
                  <a:pt x="903140" y="475851"/>
                </a:lnTo>
                <a:lnTo>
                  <a:pt x="895281" y="429525"/>
                </a:lnTo>
                <a:lnTo>
                  <a:pt x="882551" y="385117"/>
                </a:lnTo>
                <a:lnTo>
                  <a:pt x="865252" y="342940"/>
                </a:lnTo>
                <a:lnTo>
                  <a:pt x="843687" y="303303"/>
                </a:lnTo>
                <a:lnTo>
                  <a:pt x="818157" y="266519"/>
                </a:lnTo>
                <a:lnTo>
                  <a:pt x="788963" y="232897"/>
                </a:lnTo>
                <a:lnTo>
                  <a:pt x="756409" y="202749"/>
                </a:lnTo>
                <a:lnTo>
                  <a:pt x="720795" y="176386"/>
                </a:lnTo>
                <a:lnTo>
                  <a:pt x="682424" y="154119"/>
                </a:lnTo>
                <a:lnTo>
                  <a:pt x="641597" y="136259"/>
                </a:lnTo>
                <a:lnTo>
                  <a:pt x="598617" y="123116"/>
                </a:lnTo>
                <a:lnTo>
                  <a:pt x="553785" y="115003"/>
                </a:lnTo>
                <a:lnTo>
                  <a:pt x="507403" y="112229"/>
                </a:lnTo>
                <a:lnTo>
                  <a:pt x="820111" y="112229"/>
                </a:lnTo>
                <a:lnTo>
                  <a:pt x="865835" y="153531"/>
                </a:lnTo>
                <a:lnTo>
                  <a:pt x="895118" y="186447"/>
                </a:lnTo>
                <a:lnTo>
                  <a:pt x="921632" y="221852"/>
                </a:lnTo>
                <a:lnTo>
                  <a:pt x="945195" y="259561"/>
                </a:lnTo>
                <a:lnTo>
                  <a:pt x="965628" y="299388"/>
                </a:lnTo>
                <a:lnTo>
                  <a:pt x="982751" y="341147"/>
                </a:lnTo>
                <a:lnTo>
                  <a:pt x="996382" y="384652"/>
                </a:lnTo>
                <a:lnTo>
                  <a:pt x="1006342" y="429718"/>
                </a:lnTo>
                <a:lnTo>
                  <a:pt x="1012450" y="476157"/>
                </a:lnTo>
                <a:lnTo>
                  <a:pt x="1014526" y="523786"/>
                </a:lnTo>
                <a:lnTo>
                  <a:pt x="1012450" y="571370"/>
                </a:lnTo>
                <a:lnTo>
                  <a:pt x="1006342" y="617770"/>
                </a:lnTo>
                <a:lnTo>
                  <a:pt x="996382" y="662800"/>
                </a:lnTo>
                <a:lnTo>
                  <a:pt x="982751" y="706275"/>
                </a:lnTo>
                <a:lnTo>
                  <a:pt x="965628" y="748007"/>
                </a:lnTo>
                <a:lnTo>
                  <a:pt x="945195" y="787810"/>
                </a:lnTo>
                <a:lnTo>
                  <a:pt x="921632" y="825499"/>
                </a:lnTo>
                <a:lnTo>
                  <a:pt x="895118" y="860888"/>
                </a:lnTo>
                <a:lnTo>
                  <a:pt x="865835" y="893789"/>
                </a:lnTo>
                <a:lnTo>
                  <a:pt x="833962" y="924017"/>
                </a:lnTo>
                <a:lnTo>
                  <a:pt x="820128" y="935062"/>
                </a:lnTo>
                <a:close/>
              </a:path>
              <a:path w="1014730" h="1047750">
                <a:moveTo>
                  <a:pt x="507466" y="580174"/>
                </a:moveTo>
                <a:lnTo>
                  <a:pt x="271805" y="580174"/>
                </a:lnTo>
                <a:lnTo>
                  <a:pt x="250692" y="575746"/>
                </a:lnTo>
                <a:lnTo>
                  <a:pt x="233405" y="563692"/>
                </a:lnTo>
                <a:lnTo>
                  <a:pt x="221725" y="545851"/>
                </a:lnTo>
                <a:lnTo>
                  <a:pt x="217436" y="524065"/>
                </a:lnTo>
                <a:lnTo>
                  <a:pt x="221725" y="502168"/>
                </a:lnTo>
                <a:lnTo>
                  <a:pt x="233405" y="484344"/>
                </a:lnTo>
                <a:lnTo>
                  <a:pt x="250692" y="472357"/>
                </a:lnTo>
                <a:lnTo>
                  <a:pt x="271805" y="467969"/>
                </a:lnTo>
                <a:lnTo>
                  <a:pt x="453110" y="467969"/>
                </a:lnTo>
                <a:lnTo>
                  <a:pt x="453110" y="280873"/>
                </a:lnTo>
                <a:lnTo>
                  <a:pt x="457362" y="259094"/>
                </a:lnTo>
                <a:lnTo>
                  <a:pt x="468977" y="241257"/>
                </a:lnTo>
                <a:lnTo>
                  <a:pt x="486248" y="229204"/>
                </a:lnTo>
                <a:lnTo>
                  <a:pt x="507466" y="224777"/>
                </a:lnTo>
                <a:lnTo>
                  <a:pt x="528579" y="229204"/>
                </a:lnTo>
                <a:lnTo>
                  <a:pt x="545866" y="241257"/>
                </a:lnTo>
                <a:lnTo>
                  <a:pt x="557546" y="259094"/>
                </a:lnTo>
                <a:lnTo>
                  <a:pt x="561835" y="280873"/>
                </a:lnTo>
                <a:lnTo>
                  <a:pt x="561835" y="524065"/>
                </a:lnTo>
                <a:lnTo>
                  <a:pt x="557546" y="545851"/>
                </a:lnTo>
                <a:lnTo>
                  <a:pt x="545866" y="563692"/>
                </a:lnTo>
                <a:lnTo>
                  <a:pt x="528579" y="575746"/>
                </a:lnTo>
                <a:lnTo>
                  <a:pt x="507466" y="5801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885338" y="1257960"/>
            <a:ext cx="8100822" cy="354878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34695" y="3806952"/>
            <a:ext cx="2508885" cy="824865"/>
          </a:xfrm>
          <a:prstGeom prst="rect">
            <a:avLst/>
          </a:prstGeom>
          <a:solidFill>
            <a:srgbClr val="004578"/>
          </a:solidFill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1750">
              <a:latin typeface="Times New Roman" panose="02020603050405020304"/>
              <a:cs typeface="Times New Roman" panose="02020603050405020304"/>
            </a:endParaRPr>
          </a:p>
          <a:p>
            <a:pPr marL="219710">
              <a:lnSpc>
                <a:spcPct val="100000"/>
              </a:lnSpc>
              <a:spcBef>
                <a:spcPts val="5"/>
              </a:spcBef>
            </a:pPr>
            <a:r>
              <a:rPr sz="2200" b="1" spc="-275" dirty="0">
                <a:solidFill>
                  <a:srgbClr val="FF00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6</a:t>
            </a:r>
            <a:r>
              <a:rPr sz="2200" b="1" spc="10" dirty="0">
                <a:solidFill>
                  <a:srgbClr val="FF00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所</a:t>
            </a:r>
            <a:r>
              <a:rPr sz="22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直属附属医</a:t>
            </a:r>
            <a:r>
              <a:rPr sz="2200" b="1" spc="-5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院</a:t>
            </a:r>
            <a:endParaRPr sz="2200">
              <a:latin typeface="Kozuka Mincho Pr6N B" panose="02020800000000000000" charset="-128"/>
              <a:cs typeface="Kozuka Mincho Pr6N B" panose="02020800000000000000" charset="-128"/>
            </a:endParaRPr>
          </a:p>
        </p:txBody>
      </p:sp>
      <p:pic>
        <p:nvPicPr>
          <p:cNvPr id="10" name="音频 9">
            <a:hlinkClick r:id="" action="ppaction://media"/>
            <a:extLst>
              <a:ext uri="{FF2B5EF4-FFF2-40B4-BE49-F238E27FC236}">
                <a16:creationId xmlns:a16="http://schemas.microsoft.com/office/drawing/2014/main" id="{E3A7568A-FBD1-4BD8-953A-9A204971D20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8063"/>
    </mc:Choice>
    <mc:Fallback>
      <p:transition spd="slow" advTm="1806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20611" y="1387779"/>
            <a:ext cx="1455153" cy="145515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26223" y="1781492"/>
            <a:ext cx="610235" cy="608965"/>
          </a:xfrm>
          <a:custGeom>
            <a:avLst/>
            <a:gdLst/>
            <a:ahLst/>
            <a:cxnLst/>
            <a:rect l="l" t="t" r="r" b="b"/>
            <a:pathLst>
              <a:path w="610235" h="608964">
                <a:moveTo>
                  <a:pt x="304914" y="608825"/>
                </a:moveTo>
                <a:lnTo>
                  <a:pt x="255498" y="604835"/>
                </a:lnTo>
                <a:lnTo>
                  <a:pt x="208605" y="593286"/>
                </a:lnTo>
                <a:lnTo>
                  <a:pt x="164865" y="574809"/>
                </a:lnTo>
                <a:lnTo>
                  <a:pt x="124911" y="550036"/>
                </a:lnTo>
                <a:lnTo>
                  <a:pt x="89373" y="519596"/>
                </a:lnTo>
                <a:lnTo>
                  <a:pt x="58881" y="484122"/>
                </a:lnTo>
                <a:lnTo>
                  <a:pt x="34067" y="444243"/>
                </a:lnTo>
                <a:lnTo>
                  <a:pt x="15561" y="400592"/>
                </a:lnTo>
                <a:lnTo>
                  <a:pt x="3995" y="353799"/>
                </a:lnTo>
                <a:lnTo>
                  <a:pt x="0" y="304495"/>
                </a:lnTo>
                <a:lnTo>
                  <a:pt x="3995" y="255149"/>
                </a:lnTo>
                <a:lnTo>
                  <a:pt x="15561" y="208322"/>
                </a:lnTo>
                <a:lnTo>
                  <a:pt x="34067" y="164643"/>
                </a:lnTo>
                <a:lnTo>
                  <a:pt x="58881" y="124744"/>
                </a:lnTo>
                <a:lnTo>
                  <a:pt x="89373" y="89254"/>
                </a:lnTo>
                <a:lnTo>
                  <a:pt x="124911" y="58803"/>
                </a:lnTo>
                <a:lnTo>
                  <a:pt x="164865" y="34022"/>
                </a:lnTo>
                <a:lnTo>
                  <a:pt x="208605" y="15541"/>
                </a:lnTo>
                <a:lnTo>
                  <a:pt x="255498" y="3990"/>
                </a:lnTo>
                <a:lnTo>
                  <a:pt x="304914" y="0"/>
                </a:lnTo>
                <a:lnTo>
                  <a:pt x="354285" y="3990"/>
                </a:lnTo>
                <a:lnTo>
                  <a:pt x="401144" y="15541"/>
                </a:lnTo>
                <a:lnTo>
                  <a:pt x="444856" y="34022"/>
                </a:lnTo>
                <a:lnTo>
                  <a:pt x="484792" y="58803"/>
                </a:lnTo>
                <a:lnTo>
                  <a:pt x="492301" y="65239"/>
                </a:lnTo>
                <a:lnTo>
                  <a:pt x="304914" y="65239"/>
                </a:lnTo>
                <a:lnTo>
                  <a:pt x="256687" y="70108"/>
                </a:lnTo>
                <a:lnTo>
                  <a:pt x="211741" y="84069"/>
                </a:lnTo>
                <a:lnTo>
                  <a:pt x="171048" y="106152"/>
                </a:lnTo>
                <a:lnTo>
                  <a:pt x="135577" y="135389"/>
                </a:lnTo>
                <a:lnTo>
                  <a:pt x="106299" y="170811"/>
                </a:lnTo>
                <a:lnTo>
                  <a:pt x="84184" y="211449"/>
                </a:lnTo>
                <a:lnTo>
                  <a:pt x="70204" y="256333"/>
                </a:lnTo>
                <a:lnTo>
                  <a:pt x="65328" y="304495"/>
                </a:lnTo>
                <a:lnTo>
                  <a:pt x="70204" y="352606"/>
                </a:lnTo>
                <a:lnTo>
                  <a:pt x="84184" y="397453"/>
                </a:lnTo>
                <a:lnTo>
                  <a:pt x="106299" y="438063"/>
                </a:lnTo>
                <a:lnTo>
                  <a:pt x="135577" y="473467"/>
                </a:lnTo>
                <a:lnTo>
                  <a:pt x="171048" y="502693"/>
                </a:lnTo>
                <a:lnTo>
                  <a:pt x="211741" y="524770"/>
                </a:lnTo>
                <a:lnTo>
                  <a:pt x="256687" y="538729"/>
                </a:lnTo>
                <a:lnTo>
                  <a:pt x="304914" y="543598"/>
                </a:lnTo>
                <a:lnTo>
                  <a:pt x="492305" y="543598"/>
                </a:lnTo>
                <a:lnTo>
                  <a:pt x="484792" y="550036"/>
                </a:lnTo>
                <a:lnTo>
                  <a:pt x="444856" y="574809"/>
                </a:lnTo>
                <a:lnTo>
                  <a:pt x="401144" y="593286"/>
                </a:lnTo>
                <a:lnTo>
                  <a:pt x="354285" y="604835"/>
                </a:lnTo>
                <a:lnTo>
                  <a:pt x="304914" y="608825"/>
                </a:lnTo>
                <a:close/>
              </a:path>
              <a:path w="610235" h="608964">
                <a:moveTo>
                  <a:pt x="492305" y="543598"/>
                </a:moveTo>
                <a:lnTo>
                  <a:pt x="304914" y="543598"/>
                </a:lnTo>
                <a:lnTo>
                  <a:pt x="353091" y="538729"/>
                </a:lnTo>
                <a:lnTo>
                  <a:pt x="397998" y="524770"/>
                </a:lnTo>
                <a:lnTo>
                  <a:pt x="438665" y="502693"/>
                </a:lnTo>
                <a:lnTo>
                  <a:pt x="474117" y="473467"/>
                </a:lnTo>
                <a:lnTo>
                  <a:pt x="503384" y="438063"/>
                </a:lnTo>
                <a:lnTo>
                  <a:pt x="525493" y="397453"/>
                </a:lnTo>
                <a:lnTo>
                  <a:pt x="539471" y="352606"/>
                </a:lnTo>
                <a:lnTo>
                  <a:pt x="544347" y="304495"/>
                </a:lnTo>
                <a:lnTo>
                  <a:pt x="539471" y="256333"/>
                </a:lnTo>
                <a:lnTo>
                  <a:pt x="525493" y="211449"/>
                </a:lnTo>
                <a:lnTo>
                  <a:pt x="503384" y="170811"/>
                </a:lnTo>
                <a:lnTo>
                  <a:pt x="474117" y="135389"/>
                </a:lnTo>
                <a:lnTo>
                  <a:pt x="438665" y="106152"/>
                </a:lnTo>
                <a:lnTo>
                  <a:pt x="397998" y="84069"/>
                </a:lnTo>
                <a:lnTo>
                  <a:pt x="353091" y="70108"/>
                </a:lnTo>
                <a:lnTo>
                  <a:pt x="304914" y="65239"/>
                </a:lnTo>
                <a:lnTo>
                  <a:pt x="492301" y="65239"/>
                </a:lnTo>
                <a:lnTo>
                  <a:pt x="550801" y="124744"/>
                </a:lnTo>
                <a:lnTo>
                  <a:pt x="575610" y="164643"/>
                </a:lnTo>
                <a:lnTo>
                  <a:pt x="594114" y="208322"/>
                </a:lnTo>
                <a:lnTo>
                  <a:pt x="605680" y="255149"/>
                </a:lnTo>
                <a:lnTo>
                  <a:pt x="609676" y="304495"/>
                </a:lnTo>
                <a:lnTo>
                  <a:pt x="605680" y="353799"/>
                </a:lnTo>
                <a:lnTo>
                  <a:pt x="594114" y="400592"/>
                </a:lnTo>
                <a:lnTo>
                  <a:pt x="575610" y="444243"/>
                </a:lnTo>
                <a:lnTo>
                  <a:pt x="550801" y="484122"/>
                </a:lnTo>
                <a:lnTo>
                  <a:pt x="520317" y="519596"/>
                </a:lnTo>
                <a:lnTo>
                  <a:pt x="492305" y="543598"/>
                </a:lnTo>
                <a:close/>
              </a:path>
              <a:path w="610235" h="608964">
                <a:moveTo>
                  <a:pt x="304952" y="337273"/>
                </a:moveTo>
                <a:lnTo>
                  <a:pt x="163334" y="337273"/>
                </a:lnTo>
                <a:lnTo>
                  <a:pt x="150647" y="334701"/>
                </a:lnTo>
                <a:lnTo>
                  <a:pt x="140257" y="327696"/>
                </a:lnTo>
                <a:lnTo>
                  <a:pt x="133236" y="317326"/>
                </a:lnTo>
                <a:lnTo>
                  <a:pt x="130657" y="304660"/>
                </a:lnTo>
                <a:lnTo>
                  <a:pt x="133236" y="291929"/>
                </a:lnTo>
                <a:lnTo>
                  <a:pt x="140257" y="281566"/>
                </a:lnTo>
                <a:lnTo>
                  <a:pt x="150647" y="274597"/>
                </a:lnTo>
                <a:lnTo>
                  <a:pt x="163334" y="272046"/>
                </a:lnTo>
                <a:lnTo>
                  <a:pt x="272288" y="272046"/>
                </a:lnTo>
                <a:lnTo>
                  <a:pt x="272288" y="163283"/>
                </a:lnTo>
                <a:lnTo>
                  <a:pt x="274843" y="150622"/>
                </a:lnTo>
                <a:lnTo>
                  <a:pt x="281824" y="140252"/>
                </a:lnTo>
                <a:lnTo>
                  <a:pt x="292202" y="133244"/>
                </a:lnTo>
                <a:lnTo>
                  <a:pt x="304952" y="130670"/>
                </a:lnTo>
                <a:lnTo>
                  <a:pt x="317639" y="133244"/>
                </a:lnTo>
                <a:lnTo>
                  <a:pt x="328029" y="140252"/>
                </a:lnTo>
                <a:lnTo>
                  <a:pt x="335050" y="150622"/>
                </a:lnTo>
                <a:lnTo>
                  <a:pt x="337629" y="163283"/>
                </a:lnTo>
                <a:lnTo>
                  <a:pt x="337629" y="304660"/>
                </a:lnTo>
                <a:lnTo>
                  <a:pt x="335050" y="317326"/>
                </a:lnTo>
                <a:lnTo>
                  <a:pt x="328029" y="327696"/>
                </a:lnTo>
                <a:lnTo>
                  <a:pt x="317639" y="334701"/>
                </a:lnTo>
                <a:lnTo>
                  <a:pt x="304952" y="33727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554673" y="3896969"/>
            <a:ext cx="1455153" cy="145515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968045" y="4279988"/>
            <a:ext cx="607695" cy="610235"/>
          </a:xfrm>
          <a:custGeom>
            <a:avLst/>
            <a:gdLst/>
            <a:ahLst/>
            <a:cxnLst/>
            <a:rect l="l" t="t" r="r" b="b"/>
            <a:pathLst>
              <a:path w="607695" h="610235">
                <a:moveTo>
                  <a:pt x="525729" y="609676"/>
                </a:moveTo>
                <a:lnTo>
                  <a:pt x="81876" y="609676"/>
                </a:lnTo>
                <a:lnTo>
                  <a:pt x="50293" y="603153"/>
                </a:lnTo>
                <a:lnTo>
                  <a:pt x="24236" y="585468"/>
                </a:lnTo>
                <a:lnTo>
                  <a:pt x="6529" y="559446"/>
                </a:lnTo>
                <a:lnTo>
                  <a:pt x="0" y="527913"/>
                </a:lnTo>
                <a:lnTo>
                  <a:pt x="0" y="200825"/>
                </a:lnTo>
                <a:lnTo>
                  <a:pt x="6529" y="168686"/>
                </a:lnTo>
                <a:lnTo>
                  <a:pt x="24236" y="142732"/>
                </a:lnTo>
                <a:lnTo>
                  <a:pt x="50293" y="125383"/>
                </a:lnTo>
                <a:lnTo>
                  <a:pt x="81876" y="119062"/>
                </a:lnTo>
                <a:lnTo>
                  <a:pt x="229819" y="119062"/>
                </a:lnTo>
                <a:lnTo>
                  <a:pt x="229819" y="0"/>
                </a:lnTo>
                <a:lnTo>
                  <a:pt x="387832" y="0"/>
                </a:lnTo>
                <a:lnTo>
                  <a:pt x="387832" y="38722"/>
                </a:lnTo>
                <a:lnTo>
                  <a:pt x="270040" y="38722"/>
                </a:lnTo>
                <a:lnTo>
                  <a:pt x="270040" y="157797"/>
                </a:lnTo>
                <a:lnTo>
                  <a:pt x="81876" y="157797"/>
                </a:lnTo>
                <a:lnTo>
                  <a:pt x="65444" y="161091"/>
                </a:lnTo>
                <a:lnTo>
                  <a:pt x="51704" y="170167"/>
                </a:lnTo>
                <a:lnTo>
                  <a:pt x="42275" y="183815"/>
                </a:lnTo>
                <a:lnTo>
                  <a:pt x="38773" y="200825"/>
                </a:lnTo>
                <a:lnTo>
                  <a:pt x="38773" y="527913"/>
                </a:lnTo>
                <a:lnTo>
                  <a:pt x="42275" y="544318"/>
                </a:lnTo>
                <a:lnTo>
                  <a:pt x="51704" y="558033"/>
                </a:lnTo>
                <a:lnTo>
                  <a:pt x="65444" y="567445"/>
                </a:lnTo>
                <a:lnTo>
                  <a:pt x="81876" y="570941"/>
                </a:lnTo>
                <a:lnTo>
                  <a:pt x="593605" y="570941"/>
                </a:lnTo>
                <a:lnTo>
                  <a:pt x="583907" y="585468"/>
                </a:lnTo>
                <a:lnTo>
                  <a:pt x="557917" y="603153"/>
                </a:lnTo>
                <a:lnTo>
                  <a:pt x="525729" y="609676"/>
                </a:lnTo>
                <a:close/>
              </a:path>
              <a:path w="607695" h="610235">
                <a:moveTo>
                  <a:pt x="387832" y="160667"/>
                </a:moveTo>
                <a:lnTo>
                  <a:pt x="349046" y="160667"/>
                </a:lnTo>
                <a:lnTo>
                  <a:pt x="349046" y="38722"/>
                </a:lnTo>
                <a:lnTo>
                  <a:pt x="387832" y="38722"/>
                </a:lnTo>
                <a:lnTo>
                  <a:pt x="387832" y="119062"/>
                </a:lnTo>
                <a:lnTo>
                  <a:pt x="525729" y="119062"/>
                </a:lnTo>
                <a:lnTo>
                  <a:pt x="557917" y="125383"/>
                </a:lnTo>
                <a:lnTo>
                  <a:pt x="583907" y="142732"/>
                </a:lnTo>
                <a:lnTo>
                  <a:pt x="593990" y="157797"/>
                </a:lnTo>
                <a:lnTo>
                  <a:pt x="387832" y="157797"/>
                </a:lnTo>
                <a:lnTo>
                  <a:pt x="387832" y="160667"/>
                </a:lnTo>
                <a:close/>
              </a:path>
              <a:path w="607695" h="610235">
                <a:moveTo>
                  <a:pt x="319887" y="106057"/>
                </a:moveTo>
                <a:lnTo>
                  <a:pt x="300824" y="106057"/>
                </a:lnTo>
                <a:lnTo>
                  <a:pt x="293103" y="98691"/>
                </a:lnTo>
                <a:lnTo>
                  <a:pt x="293103" y="80517"/>
                </a:lnTo>
                <a:lnTo>
                  <a:pt x="300824" y="73151"/>
                </a:lnTo>
                <a:lnTo>
                  <a:pt x="319887" y="73151"/>
                </a:lnTo>
                <a:lnTo>
                  <a:pt x="327609" y="80517"/>
                </a:lnTo>
                <a:lnTo>
                  <a:pt x="327609" y="98691"/>
                </a:lnTo>
                <a:lnTo>
                  <a:pt x="319887" y="106057"/>
                </a:lnTo>
                <a:close/>
              </a:path>
              <a:path w="607695" h="610235">
                <a:moveTo>
                  <a:pt x="387832" y="199402"/>
                </a:moveTo>
                <a:lnTo>
                  <a:pt x="229819" y="199402"/>
                </a:lnTo>
                <a:lnTo>
                  <a:pt x="229819" y="157797"/>
                </a:lnTo>
                <a:lnTo>
                  <a:pt x="270040" y="157797"/>
                </a:lnTo>
                <a:lnTo>
                  <a:pt x="270040" y="160667"/>
                </a:lnTo>
                <a:lnTo>
                  <a:pt x="387832" y="160667"/>
                </a:lnTo>
                <a:lnTo>
                  <a:pt x="387832" y="199402"/>
                </a:lnTo>
                <a:close/>
              </a:path>
              <a:path w="607695" h="610235">
                <a:moveTo>
                  <a:pt x="593605" y="570941"/>
                </a:moveTo>
                <a:lnTo>
                  <a:pt x="525729" y="570941"/>
                </a:lnTo>
                <a:lnTo>
                  <a:pt x="542765" y="567445"/>
                </a:lnTo>
                <a:lnTo>
                  <a:pt x="556433" y="558033"/>
                </a:lnTo>
                <a:lnTo>
                  <a:pt x="565521" y="544318"/>
                </a:lnTo>
                <a:lnTo>
                  <a:pt x="568820" y="527913"/>
                </a:lnTo>
                <a:lnTo>
                  <a:pt x="568820" y="200825"/>
                </a:lnTo>
                <a:lnTo>
                  <a:pt x="565521" y="183815"/>
                </a:lnTo>
                <a:lnTo>
                  <a:pt x="556433" y="170167"/>
                </a:lnTo>
                <a:lnTo>
                  <a:pt x="542765" y="161091"/>
                </a:lnTo>
                <a:lnTo>
                  <a:pt x="525729" y="157797"/>
                </a:lnTo>
                <a:lnTo>
                  <a:pt x="593990" y="157797"/>
                </a:lnTo>
                <a:lnTo>
                  <a:pt x="601277" y="168686"/>
                </a:lnTo>
                <a:lnTo>
                  <a:pt x="607606" y="200825"/>
                </a:lnTo>
                <a:lnTo>
                  <a:pt x="607606" y="527913"/>
                </a:lnTo>
                <a:lnTo>
                  <a:pt x="601277" y="559446"/>
                </a:lnTo>
                <a:lnTo>
                  <a:pt x="593605" y="570941"/>
                </a:lnTo>
                <a:close/>
              </a:path>
              <a:path w="607695" h="610235">
                <a:moveTo>
                  <a:pt x="301688" y="304038"/>
                </a:moveTo>
                <a:lnTo>
                  <a:pt x="179654" y="304038"/>
                </a:lnTo>
                <a:lnTo>
                  <a:pt x="181403" y="278235"/>
                </a:lnTo>
                <a:lnTo>
                  <a:pt x="189344" y="253641"/>
                </a:lnTo>
                <a:lnTo>
                  <a:pt x="207514" y="235232"/>
                </a:lnTo>
                <a:lnTo>
                  <a:pt x="239953" y="227990"/>
                </a:lnTo>
                <a:lnTo>
                  <a:pt x="271204" y="235232"/>
                </a:lnTo>
                <a:lnTo>
                  <a:pt x="289666" y="253641"/>
                </a:lnTo>
                <a:lnTo>
                  <a:pt x="298705" y="278235"/>
                </a:lnTo>
                <a:lnTo>
                  <a:pt x="301688" y="304038"/>
                </a:lnTo>
                <a:close/>
              </a:path>
              <a:path w="607695" h="610235">
                <a:moveTo>
                  <a:pt x="475551" y="299770"/>
                </a:moveTo>
                <a:lnTo>
                  <a:pt x="324612" y="299770"/>
                </a:lnTo>
                <a:lnTo>
                  <a:pt x="323176" y="295465"/>
                </a:lnTo>
                <a:lnTo>
                  <a:pt x="320306" y="292595"/>
                </a:lnTo>
                <a:lnTo>
                  <a:pt x="317423" y="291160"/>
                </a:lnTo>
                <a:lnTo>
                  <a:pt x="315853" y="279849"/>
                </a:lnTo>
                <a:lnTo>
                  <a:pt x="313475" y="269614"/>
                </a:lnTo>
                <a:lnTo>
                  <a:pt x="310556" y="260456"/>
                </a:lnTo>
                <a:lnTo>
                  <a:pt x="307365" y="252374"/>
                </a:lnTo>
                <a:lnTo>
                  <a:pt x="475551" y="252374"/>
                </a:lnTo>
                <a:lnTo>
                  <a:pt x="481304" y="258127"/>
                </a:lnTo>
                <a:lnTo>
                  <a:pt x="481304" y="294030"/>
                </a:lnTo>
                <a:lnTo>
                  <a:pt x="475551" y="299770"/>
                </a:lnTo>
                <a:close/>
              </a:path>
              <a:path w="607695" h="610235">
                <a:moveTo>
                  <a:pt x="274408" y="408787"/>
                </a:moveTo>
                <a:lnTo>
                  <a:pt x="205498" y="408787"/>
                </a:lnTo>
                <a:lnTo>
                  <a:pt x="212674" y="403047"/>
                </a:lnTo>
                <a:lnTo>
                  <a:pt x="212674" y="393001"/>
                </a:lnTo>
                <a:lnTo>
                  <a:pt x="209803" y="387273"/>
                </a:lnTo>
                <a:lnTo>
                  <a:pt x="203614" y="381152"/>
                </a:lnTo>
                <a:lnTo>
                  <a:pt x="197962" y="373819"/>
                </a:lnTo>
                <a:lnTo>
                  <a:pt x="192846" y="365680"/>
                </a:lnTo>
                <a:lnTo>
                  <a:pt x="188264" y="357136"/>
                </a:lnTo>
                <a:lnTo>
                  <a:pt x="185394" y="357136"/>
                </a:lnTo>
                <a:lnTo>
                  <a:pt x="179071" y="354042"/>
                </a:lnTo>
                <a:lnTo>
                  <a:pt x="173555" y="346373"/>
                </a:lnTo>
                <a:lnTo>
                  <a:pt x="169653" y="336551"/>
                </a:lnTo>
                <a:lnTo>
                  <a:pt x="168173" y="326999"/>
                </a:lnTo>
                <a:lnTo>
                  <a:pt x="168173" y="304038"/>
                </a:lnTo>
                <a:lnTo>
                  <a:pt x="311746" y="304038"/>
                </a:lnTo>
                <a:lnTo>
                  <a:pt x="313182" y="314083"/>
                </a:lnTo>
                <a:lnTo>
                  <a:pt x="313182" y="326999"/>
                </a:lnTo>
                <a:lnTo>
                  <a:pt x="311500" y="336551"/>
                </a:lnTo>
                <a:lnTo>
                  <a:pt x="307260" y="346373"/>
                </a:lnTo>
                <a:lnTo>
                  <a:pt x="301673" y="354042"/>
                </a:lnTo>
                <a:lnTo>
                  <a:pt x="298603" y="355701"/>
                </a:lnTo>
                <a:lnTo>
                  <a:pt x="291642" y="355701"/>
                </a:lnTo>
                <a:lnTo>
                  <a:pt x="287897" y="364872"/>
                </a:lnTo>
                <a:lnTo>
                  <a:pt x="283210" y="373102"/>
                </a:lnTo>
                <a:lnTo>
                  <a:pt x="277712" y="380524"/>
                </a:lnTo>
                <a:lnTo>
                  <a:pt x="271538" y="387273"/>
                </a:lnTo>
                <a:lnTo>
                  <a:pt x="268668" y="390131"/>
                </a:lnTo>
                <a:lnTo>
                  <a:pt x="267233" y="393001"/>
                </a:lnTo>
                <a:lnTo>
                  <a:pt x="267233" y="403047"/>
                </a:lnTo>
                <a:lnTo>
                  <a:pt x="274408" y="408787"/>
                </a:lnTo>
                <a:close/>
              </a:path>
              <a:path w="607695" h="610235">
                <a:moveTo>
                  <a:pt x="475551" y="387197"/>
                </a:moveTo>
                <a:lnTo>
                  <a:pt x="301612" y="387197"/>
                </a:lnTo>
                <a:lnTo>
                  <a:pt x="301612" y="372910"/>
                </a:lnTo>
                <a:lnTo>
                  <a:pt x="310733" y="367972"/>
                </a:lnTo>
                <a:lnTo>
                  <a:pt x="318504" y="360224"/>
                </a:lnTo>
                <a:lnTo>
                  <a:pt x="324659" y="350601"/>
                </a:lnTo>
                <a:lnTo>
                  <a:pt x="328930" y="340042"/>
                </a:lnTo>
                <a:lnTo>
                  <a:pt x="475551" y="340042"/>
                </a:lnTo>
                <a:lnTo>
                  <a:pt x="481304" y="345757"/>
                </a:lnTo>
                <a:lnTo>
                  <a:pt x="481304" y="381482"/>
                </a:lnTo>
                <a:lnTo>
                  <a:pt x="475551" y="387197"/>
                </a:lnTo>
                <a:close/>
              </a:path>
              <a:path w="607695" h="610235">
                <a:moveTo>
                  <a:pt x="295948" y="357136"/>
                </a:moveTo>
                <a:lnTo>
                  <a:pt x="293077" y="357136"/>
                </a:lnTo>
                <a:lnTo>
                  <a:pt x="291642" y="355701"/>
                </a:lnTo>
                <a:lnTo>
                  <a:pt x="298603" y="355701"/>
                </a:lnTo>
                <a:lnTo>
                  <a:pt x="295948" y="357136"/>
                </a:lnTo>
                <a:close/>
              </a:path>
              <a:path w="607695" h="610235">
                <a:moveTo>
                  <a:pt x="346201" y="500621"/>
                </a:moveTo>
                <a:lnTo>
                  <a:pt x="145199" y="500621"/>
                </a:lnTo>
                <a:lnTo>
                  <a:pt x="138044" y="499119"/>
                </a:lnTo>
                <a:lnTo>
                  <a:pt x="132097" y="495061"/>
                </a:lnTo>
                <a:lnTo>
                  <a:pt x="128034" y="489123"/>
                </a:lnTo>
                <a:lnTo>
                  <a:pt x="126530" y="481977"/>
                </a:lnTo>
                <a:lnTo>
                  <a:pt x="126530" y="466191"/>
                </a:lnTo>
                <a:lnTo>
                  <a:pt x="131061" y="443902"/>
                </a:lnTo>
                <a:lnTo>
                  <a:pt x="143400" y="425650"/>
                </a:lnTo>
                <a:lnTo>
                  <a:pt x="161661" y="413317"/>
                </a:lnTo>
                <a:lnTo>
                  <a:pt x="183959" y="408787"/>
                </a:lnTo>
                <a:lnTo>
                  <a:pt x="295948" y="408787"/>
                </a:lnTo>
                <a:lnTo>
                  <a:pt x="318246" y="413317"/>
                </a:lnTo>
                <a:lnTo>
                  <a:pt x="336507" y="425650"/>
                </a:lnTo>
                <a:lnTo>
                  <a:pt x="348845" y="443902"/>
                </a:lnTo>
                <a:lnTo>
                  <a:pt x="353377" y="466191"/>
                </a:lnTo>
                <a:lnTo>
                  <a:pt x="353377" y="492010"/>
                </a:lnTo>
                <a:lnTo>
                  <a:pt x="346201" y="500621"/>
                </a:lnTo>
                <a:close/>
              </a:path>
              <a:path w="607695" h="610235">
                <a:moveTo>
                  <a:pt x="475551" y="474852"/>
                </a:moveTo>
                <a:lnTo>
                  <a:pt x="370636" y="474852"/>
                </a:lnTo>
                <a:lnTo>
                  <a:pt x="370632" y="466191"/>
                </a:lnTo>
                <a:lnTo>
                  <a:pt x="369849" y="455738"/>
                </a:lnTo>
                <a:lnTo>
                  <a:pt x="367579" y="445774"/>
                </a:lnTo>
                <a:lnTo>
                  <a:pt x="363960" y="436351"/>
                </a:lnTo>
                <a:lnTo>
                  <a:pt x="359130" y="427469"/>
                </a:lnTo>
                <a:lnTo>
                  <a:pt x="475551" y="427469"/>
                </a:lnTo>
                <a:lnTo>
                  <a:pt x="481304" y="433209"/>
                </a:lnTo>
                <a:lnTo>
                  <a:pt x="481304" y="469112"/>
                </a:lnTo>
                <a:lnTo>
                  <a:pt x="475551" y="4748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20611" y="3913911"/>
            <a:ext cx="1455153" cy="145515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11756" y="4317911"/>
            <a:ext cx="612775" cy="612140"/>
          </a:xfrm>
          <a:custGeom>
            <a:avLst/>
            <a:gdLst/>
            <a:ahLst/>
            <a:cxnLst/>
            <a:rect l="l" t="t" r="r" b="b"/>
            <a:pathLst>
              <a:path w="612775" h="612139">
                <a:moveTo>
                  <a:pt x="57694" y="611568"/>
                </a:moveTo>
                <a:lnTo>
                  <a:pt x="17349" y="598093"/>
                </a:lnTo>
                <a:lnTo>
                  <a:pt x="0" y="553964"/>
                </a:lnTo>
                <a:lnTo>
                  <a:pt x="7141" y="531920"/>
                </a:lnTo>
                <a:lnTo>
                  <a:pt x="22378" y="511454"/>
                </a:lnTo>
                <a:lnTo>
                  <a:pt x="149137" y="384746"/>
                </a:lnTo>
                <a:lnTo>
                  <a:pt x="154763" y="379272"/>
                </a:lnTo>
                <a:lnTo>
                  <a:pt x="150623" y="372325"/>
                </a:lnTo>
                <a:lnTo>
                  <a:pt x="130331" y="330011"/>
                </a:lnTo>
                <a:lnTo>
                  <a:pt x="118583" y="285586"/>
                </a:lnTo>
                <a:lnTo>
                  <a:pt x="115382" y="240218"/>
                </a:lnTo>
                <a:lnTo>
                  <a:pt x="120730" y="195072"/>
                </a:lnTo>
                <a:lnTo>
                  <a:pt x="134628" y="151314"/>
                </a:lnTo>
                <a:lnTo>
                  <a:pt x="157081" y="110112"/>
                </a:lnTo>
                <a:lnTo>
                  <a:pt x="188088" y="72631"/>
                </a:lnTo>
                <a:lnTo>
                  <a:pt x="227065" y="40853"/>
                </a:lnTo>
                <a:lnTo>
                  <a:pt x="270314" y="18156"/>
                </a:lnTo>
                <a:lnTo>
                  <a:pt x="316411" y="4538"/>
                </a:lnTo>
                <a:lnTo>
                  <a:pt x="363932" y="0"/>
                </a:lnTo>
                <a:lnTo>
                  <a:pt x="411446" y="4538"/>
                </a:lnTo>
                <a:lnTo>
                  <a:pt x="457541" y="18156"/>
                </a:lnTo>
                <a:lnTo>
                  <a:pt x="500792" y="40853"/>
                </a:lnTo>
                <a:lnTo>
                  <a:pt x="530164" y="64795"/>
                </a:lnTo>
                <a:lnTo>
                  <a:pt x="363932" y="64795"/>
                </a:lnTo>
                <a:lnTo>
                  <a:pt x="328817" y="68150"/>
                </a:lnTo>
                <a:lnTo>
                  <a:pt x="262793" y="94986"/>
                </a:lnTo>
                <a:lnTo>
                  <a:pt x="204125" y="157565"/>
                </a:lnTo>
                <a:lnTo>
                  <a:pt x="186208" y="201642"/>
                </a:lnTo>
                <a:lnTo>
                  <a:pt x="180236" y="248207"/>
                </a:lnTo>
                <a:lnTo>
                  <a:pt x="186208" y="294770"/>
                </a:lnTo>
                <a:lnTo>
                  <a:pt x="204125" y="338844"/>
                </a:lnTo>
                <a:lnTo>
                  <a:pt x="233986" y="377939"/>
                </a:lnTo>
                <a:lnTo>
                  <a:pt x="273148" y="407757"/>
                </a:lnTo>
                <a:lnTo>
                  <a:pt x="317294" y="425648"/>
                </a:lnTo>
                <a:lnTo>
                  <a:pt x="363931" y="431612"/>
                </a:lnTo>
                <a:lnTo>
                  <a:pt x="530271" y="431612"/>
                </a:lnTo>
                <a:lnTo>
                  <a:pt x="502237" y="454733"/>
                </a:lnTo>
                <a:lnTo>
                  <a:pt x="497977" y="457047"/>
                </a:lnTo>
                <a:lnTo>
                  <a:pt x="232652" y="457047"/>
                </a:lnTo>
                <a:lnTo>
                  <a:pt x="100268" y="589229"/>
                </a:lnTo>
                <a:lnTo>
                  <a:pt x="79771" y="604437"/>
                </a:lnTo>
                <a:lnTo>
                  <a:pt x="57694" y="611568"/>
                </a:lnTo>
                <a:close/>
              </a:path>
              <a:path w="612775" h="612139">
                <a:moveTo>
                  <a:pt x="530271" y="431612"/>
                </a:moveTo>
                <a:lnTo>
                  <a:pt x="363931" y="431612"/>
                </a:lnTo>
                <a:lnTo>
                  <a:pt x="410567" y="425648"/>
                </a:lnTo>
                <a:lnTo>
                  <a:pt x="454709" y="407757"/>
                </a:lnTo>
                <a:lnTo>
                  <a:pt x="493866" y="377939"/>
                </a:lnTo>
                <a:lnTo>
                  <a:pt x="523732" y="338844"/>
                </a:lnTo>
                <a:lnTo>
                  <a:pt x="541652" y="294770"/>
                </a:lnTo>
                <a:lnTo>
                  <a:pt x="547625" y="248207"/>
                </a:lnTo>
                <a:lnTo>
                  <a:pt x="541652" y="201642"/>
                </a:lnTo>
                <a:lnTo>
                  <a:pt x="523732" y="157565"/>
                </a:lnTo>
                <a:lnTo>
                  <a:pt x="493866" y="118465"/>
                </a:lnTo>
                <a:lnTo>
                  <a:pt x="433109" y="78214"/>
                </a:lnTo>
                <a:lnTo>
                  <a:pt x="363932" y="64795"/>
                </a:lnTo>
                <a:lnTo>
                  <a:pt x="530164" y="64795"/>
                </a:lnTo>
                <a:lnTo>
                  <a:pt x="571601" y="111554"/>
                </a:lnTo>
                <a:lnTo>
                  <a:pt x="594333" y="154738"/>
                </a:lnTo>
                <a:lnTo>
                  <a:pt x="607973" y="200762"/>
                </a:lnTo>
                <a:lnTo>
                  <a:pt x="612519" y="248207"/>
                </a:lnTo>
                <a:lnTo>
                  <a:pt x="607973" y="295651"/>
                </a:lnTo>
                <a:lnTo>
                  <a:pt x="594333" y="341673"/>
                </a:lnTo>
                <a:lnTo>
                  <a:pt x="571601" y="384854"/>
                </a:lnTo>
                <a:lnTo>
                  <a:pt x="539776" y="423773"/>
                </a:lnTo>
                <a:lnTo>
                  <a:pt x="530271" y="431612"/>
                </a:lnTo>
                <a:close/>
              </a:path>
              <a:path w="612775" h="612139">
                <a:moveTo>
                  <a:pt x="449733" y="252120"/>
                </a:moveTo>
                <a:lnTo>
                  <a:pt x="351131" y="252120"/>
                </a:lnTo>
                <a:lnTo>
                  <a:pt x="352007" y="250926"/>
                </a:lnTo>
                <a:lnTo>
                  <a:pt x="435230" y="167830"/>
                </a:lnTo>
                <a:lnTo>
                  <a:pt x="441301" y="165163"/>
                </a:lnTo>
                <a:lnTo>
                  <a:pt x="447955" y="165163"/>
                </a:lnTo>
                <a:lnTo>
                  <a:pt x="483200" y="190243"/>
                </a:lnTo>
                <a:lnTo>
                  <a:pt x="487179" y="201779"/>
                </a:lnTo>
                <a:lnTo>
                  <a:pt x="485910" y="212679"/>
                </a:lnTo>
                <a:lnTo>
                  <a:pt x="479350" y="222542"/>
                </a:lnTo>
                <a:lnTo>
                  <a:pt x="449733" y="252120"/>
                </a:lnTo>
                <a:close/>
              </a:path>
              <a:path w="612775" h="612139">
                <a:moveTo>
                  <a:pt x="349353" y="333451"/>
                </a:moveTo>
                <a:lnTo>
                  <a:pt x="250890" y="254190"/>
                </a:lnTo>
                <a:lnTo>
                  <a:pt x="243142" y="237191"/>
                </a:lnTo>
                <a:lnTo>
                  <a:pt x="243930" y="230962"/>
                </a:lnTo>
                <a:lnTo>
                  <a:pt x="270446" y="200390"/>
                </a:lnTo>
                <a:lnTo>
                  <a:pt x="283160" y="196951"/>
                </a:lnTo>
                <a:lnTo>
                  <a:pt x="289383" y="196951"/>
                </a:lnTo>
                <a:lnTo>
                  <a:pt x="295162" y="199618"/>
                </a:lnTo>
                <a:lnTo>
                  <a:pt x="346533" y="250926"/>
                </a:lnTo>
                <a:lnTo>
                  <a:pt x="347422" y="252120"/>
                </a:lnTo>
                <a:lnTo>
                  <a:pt x="449733" y="252120"/>
                </a:lnTo>
                <a:lnTo>
                  <a:pt x="381484" y="320281"/>
                </a:lnTo>
                <a:lnTo>
                  <a:pt x="374502" y="326084"/>
                </a:lnTo>
                <a:lnTo>
                  <a:pt x="366856" y="330195"/>
                </a:lnTo>
                <a:lnTo>
                  <a:pt x="358492" y="332641"/>
                </a:lnTo>
                <a:lnTo>
                  <a:pt x="349353" y="333451"/>
                </a:lnTo>
                <a:close/>
              </a:path>
              <a:path w="612775" h="612139">
                <a:moveTo>
                  <a:pt x="371928" y="496366"/>
                </a:moveTo>
                <a:lnTo>
                  <a:pt x="326489" y="493171"/>
                </a:lnTo>
                <a:lnTo>
                  <a:pt x="281994" y="481444"/>
                </a:lnTo>
                <a:lnTo>
                  <a:pt x="239612" y="461187"/>
                </a:lnTo>
                <a:lnTo>
                  <a:pt x="232652" y="457047"/>
                </a:lnTo>
                <a:lnTo>
                  <a:pt x="497977" y="457047"/>
                </a:lnTo>
                <a:lnTo>
                  <a:pt x="460971" y="477149"/>
                </a:lnTo>
                <a:lnTo>
                  <a:pt x="417145" y="491026"/>
                </a:lnTo>
                <a:lnTo>
                  <a:pt x="371928" y="49636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486943" y="1320050"/>
            <a:ext cx="1455153" cy="145515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921881" y="1770481"/>
            <a:ext cx="602615" cy="610235"/>
          </a:xfrm>
          <a:custGeom>
            <a:avLst/>
            <a:gdLst/>
            <a:ahLst/>
            <a:cxnLst/>
            <a:rect l="l" t="t" r="r" b="b"/>
            <a:pathLst>
              <a:path w="602615" h="610235">
                <a:moveTo>
                  <a:pt x="565988" y="414502"/>
                </a:moveTo>
                <a:lnTo>
                  <a:pt x="36741" y="414502"/>
                </a:lnTo>
                <a:lnTo>
                  <a:pt x="22454" y="411640"/>
                </a:lnTo>
                <a:lnTo>
                  <a:pt x="10774" y="403826"/>
                </a:lnTo>
                <a:lnTo>
                  <a:pt x="2892" y="392219"/>
                </a:lnTo>
                <a:lnTo>
                  <a:pt x="0" y="377977"/>
                </a:lnTo>
                <a:lnTo>
                  <a:pt x="0" y="36525"/>
                </a:lnTo>
                <a:lnTo>
                  <a:pt x="2892" y="22288"/>
                </a:lnTo>
                <a:lnTo>
                  <a:pt x="10774" y="10680"/>
                </a:lnTo>
                <a:lnTo>
                  <a:pt x="22454" y="2863"/>
                </a:lnTo>
                <a:lnTo>
                  <a:pt x="36741" y="0"/>
                </a:lnTo>
                <a:lnTo>
                  <a:pt x="565988" y="0"/>
                </a:lnTo>
                <a:lnTo>
                  <a:pt x="580243" y="2863"/>
                </a:lnTo>
                <a:lnTo>
                  <a:pt x="591867" y="10680"/>
                </a:lnTo>
                <a:lnTo>
                  <a:pt x="599695" y="22288"/>
                </a:lnTo>
                <a:lnTo>
                  <a:pt x="602564" y="36525"/>
                </a:lnTo>
                <a:lnTo>
                  <a:pt x="602564" y="68351"/>
                </a:lnTo>
                <a:lnTo>
                  <a:pt x="64528" y="68351"/>
                </a:lnTo>
                <a:lnTo>
                  <a:pt x="64528" y="338937"/>
                </a:lnTo>
                <a:lnTo>
                  <a:pt x="602564" y="338937"/>
                </a:lnTo>
                <a:lnTo>
                  <a:pt x="602564" y="377977"/>
                </a:lnTo>
                <a:lnTo>
                  <a:pt x="599695" y="392219"/>
                </a:lnTo>
                <a:lnTo>
                  <a:pt x="591867" y="403826"/>
                </a:lnTo>
                <a:lnTo>
                  <a:pt x="580243" y="411640"/>
                </a:lnTo>
                <a:lnTo>
                  <a:pt x="565988" y="414502"/>
                </a:lnTo>
                <a:close/>
              </a:path>
              <a:path w="602615" h="610235">
                <a:moveTo>
                  <a:pt x="602564" y="338937"/>
                </a:moveTo>
                <a:lnTo>
                  <a:pt x="533323" y="338937"/>
                </a:lnTo>
                <a:lnTo>
                  <a:pt x="533323" y="68351"/>
                </a:lnTo>
                <a:lnTo>
                  <a:pt x="602564" y="68351"/>
                </a:lnTo>
                <a:lnTo>
                  <a:pt x="602564" y="338937"/>
                </a:lnTo>
                <a:close/>
              </a:path>
              <a:path w="602615" h="610235">
                <a:moveTo>
                  <a:pt x="157810" y="276097"/>
                </a:moveTo>
                <a:lnTo>
                  <a:pt x="149803" y="274474"/>
                </a:lnTo>
                <a:lnTo>
                  <a:pt x="143208" y="270043"/>
                </a:lnTo>
                <a:lnTo>
                  <a:pt x="138732" y="263464"/>
                </a:lnTo>
                <a:lnTo>
                  <a:pt x="137083" y="255396"/>
                </a:lnTo>
                <a:lnTo>
                  <a:pt x="138732" y="247337"/>
                </a:lnTo>
                <a:lnTo>
                  <a:pt x="143208" y="240761"/>
                </a:lnTo>
                <a:lnTo>
                  <a:pt x="149803" y="236332"/>
                </a:lnTo>
                <a:lnTo>
                  <a:pt x="157810" y="234708"/>
                </a:lnTo>
                <a:lnTo>
                  <a:pt x="158280" y="234708"/>
                </a:lnTo>
                <a:lnTo>
                  <a:pt x="182625" y="197396"/>
                </a:lnTo>
                <a:lnTo>
                  <a:pt x="174103" y="191533"/>
                </a:lnTo>
                <a:lnTo>
                  <a:pt x="167451" y="183624"/>
                </a:lnTo>
                <a:lnTo>
                  <a:pt x="163125" y="174098"/>
                </a:lnTo>
                <a:lnTo>
                  <a:pt x="161582" y="163385"/>
                </a:lnTo>
                <a:lnTo>
                  <a:pt x="164612" y="148453"/>
                </a:lnTo>
                <a:lnTo>
                  <a:pt x="172867" y="136244"/>
                </a:lnTo>
                <a:lnTo>
                  <a:pt x="185097" y="128004"/>
                </a:lnTo>
                <a:lnTo>
                  <a:pt x="200050" y="124980"/>
                </a:lnTo>
                <a:lnTo>
                  <a:pt x="215003" y="128004"/>
                </a:lnTo>
                <a:lnTo>
                  <a:pt x="227233" y="136244"/>
                </a:lnTo>
                <a:lnTo>
                  <a:pt x="234456" y="146926"/>
                </a:lnTo>
                <a:lnTo>
                  <a:pt x="190944" y="146926"/>
                </a:lnTo>
                <a:lnTo>
                  <a:pt x="183565" y="154292"/>
                </a:lnTo>
                <a:lnTo>
                  <a:pt x="183565" y="172478"/>
                </a:lnTo>
                <a:lnTo>
                  <a:pt x="190944" y="179844"/>
                </a:lnTo>
                <a:lnTo>
                  <a:pt x="235319" y="179844"/>
                </a:lnTo>
                <a:lnTo>
                  <a:pt x="231609" y="185331"/>
                </a:lnTo>
                <a:lnTo>
                  <a:pt x="329107" y="202577"/>
                </a:lnTo>
                <a:lnTo>
                  <a:pt x="379462" y="202577"/>
                </a:lnTo>
                <a:lnTo>
                  <a:pt x="378832" y="202882"/>
                </a:lnTo>
                <a:lnTo>
                  <a:pt x="205232" y="202882"/>
                </a:lnTo>
                <a:lnTo>
                  <a:pt x="176657" y="246786"/>
                </a:lnTo>
                <a:lnTo>
                  <a:pt x="177914" y="249440"/>
                </a:lnTo>
                <a:lnTo>
                  <a:pt x="178536" y="252272"/>
                </a:lnTo>
                <a:lnTo>
                  <a:pt x="178536" y="255396"/>
                </a:lnTo>
                <a:lnTo>
                  <a:pt x="176910" y="263464"/>
                </a:lnTo>
                <a:lnTo>
                  <a:pt x="172473" y="270043"/>
                </a:lnTo>
                <a:lnTo>
                  <a:pt x="165886" y="274474"/>
                </a:lnTo>
                <a:lnTo>
                  <a:pt x="157810" y="276097"/>
                </a:lnTo>
                <a:close/>
              </a:path>
              <a:path w="602615" h="610235">
                <a:moveTo>
                  <a:pt x="379462" y="202577"/>
                </a:moveTo>
                <a:lnTo>
                  <a:pt x="329107" y="202577"/>
                </a:lnTo>
                <a:lnTo>
                  <a:pt x="386575" y="174663"/>
                </a:lnTo>
                <a:lnTo>
                  <a:pt x="385318" y="171221"/>
                </a:lnTo>
                <a:lnTo>
                  <a:pt x="384378" y="167462"/>
                </a:lnTo>
                <a:lnTo>
                  <a:pt x="384378" y="163385"/>
                </a:lnTo>
                <a:lnTo>
                  <a:pt x="386882" y="151096"/>
                </a:lnTo>
                <a:lnTo>
                  <a:pt x="393700" y="141023"/>
                </a:lnTo>
                <a:lnTo>
                  <a:pt x="403784" y="134213"/>
                </a:lnTo>
                <a:lnTo>
                  <a:pt x="416090" y="131711"/>
                </a:lnTo>
                <a:lnTo>
                  <a:pt x="428467" y="134213"/>
                </a:lnTo>
                <a:lnTo>
                  <a:pt x="438548" y="141023"/>
                </a:lnTo>
                <a:lnTo>
                  <a:pt x="445331" y="151096"/>
                </a:lnTo>
                <a:lnTo>
                  <a:pt x="445848" y="153657"/>
                </a:lnTo>
                <a:lnTo>
                  <a:pt x="410756" y="153657"/>
                </a:lnTo>
                <a:lnTo>
                  <a:pt x="406361" y="158051"/>
                </a:lnTo>
                <a:lnTo>
                  <a:pt x="406361" y="168706"/>
                </a:lnTo>
                <a:lnTo>
                  <a:pt x="410756" y="173100"/>
                </a:lnTo>
                <a:lnTo>
                  <a:pt x="445844" y="173100"/>
                </a:lnTo>
                <a:lnTo>
                  <a:pt x="445309" y="175737"/>
                </a:lnTo>
                <a:lnTo>
                  <a:pt x="438491" y="185797"/>
                </a:lnTo>
                <a:lnTo>
                  <a:pt x="429838" y="191604"/>
                </a:lnTo>
                <a:lnTo>
                  <a:pt x="402120" y="191604"/>
                </a:lnTo>
                <a:lnTo>
                  <a:pt x="379462" y="202577"/>
                </a:lnTo>
                <a:close/>
              </a:path>
              <a:path w="602615" h="610235">
                <a:moveTo>
                  <a:pt x="235319" y="179844"/>
                </a:moveTo>
                <a:lnTo>
                  <a:pt x="209156" y="179844"/>
                </a:lnTo>
                <a:lnTo>
                  <a:pt x="216535" y="172478"/>
                </a:lnTo>
                <a:lnTo>
                  <a:pt x="216535" y="154292"/>
                </a:lnTo>
                <a:lnTo>
                  <a:pt x="209156" y="146926"/>
                </a:lnTo>
                <a:lnTo>
                  <a:pt x="234456" y="146926"/>
                </a:lnTo>
                <a:lnTo>
                  <a:pt x="235488" y="148453"/>
                </a:lnTo>
                <a:lnTo>
                  <a:pt x="238518" y="163385"/>
                </a:lnTo>
                <a:lnTo>
                  <a:pt x="238518" y="171538"/>
                </a:lnTo>
                <a:lnTo>
                  <a:pt x="235851" y="179057"/>
                </a:lnTo>
                <a:lnTo>
                  <a:pt x="235319" y="179844"/>
                </a:lnTo>
                <a:close/>
              </a:path>
              <a:path w="602615" h="610235">
                <a:moveTo>
                  <a:pt x="445844" y="173100"/>
                </a:moveTo>
                <a:lnTo>
                  <a:pt x="421436" y="173100"/>
                </a:lnTo>
                <a:lnTo>
                  <a:pt x="425830" y="168706"/>
                </a:lnTo>
                <a:lnTo>
                  <a:pt x="425830" y="158051"/>
                </a:lnTo>
                <a:lnTo>
                  <a:pt x="421436" y="153657"/>
                </a:lnTo>
                <a:lnTo>
                  <a:pt x="445848" y="153657"/>
                </a:lnTo>
                <a:lnTo>
                  <a:pt x="447814" y="163385"/>
                </a:lnTo>
                <a:lnTo>
                  <a:pt x="445844" y="173100"/>
                </a:lnTo>
                <a:close/>
              </a:path>
              <a:path w="602615" h="610235">
                <a:moveTo>
                  <a:pt x="416090" y="195046"/>
                </a:moveTo>
                <a:lnTo>
                  <a:pt x="411073" y="195046"/>
                </a:lnTo>
                <a:lnTo>
                  <a:pt x="406361" y="193789"/>
                </a:lnTo>
                <a:lnTo>
                  <a:pt x="402120" y="191604"/>
                </a:lnTo>
                <a:lnTo>
                  <a:pt x="429838" y="191604"/>
                </a:lnTo>
                <a:lnTo>
                  <a:pt x="428403" y="192567"/>
                </a:lnTo>
                <a:lnTo>
                  <a:pt x="416090" y="195046"/>
                </a:lnTo>
                <a:close/>
              </a:path>
              <a:path w="602615" h="610235">
                <a:moveTo>
                  <a:pt x="330682" y="266382"/>
                </a:moveTo>
                <a:lnTo>
                  <a:pt x="318307" y="263903"/>
                </a:lnTo>
                <a:lnTo>
                  <a:pt x="308230" y="257132"/>
                </a:lnTo>
                <a:lnTo>
                  <a:pt x="301452" y="247067"/>
                </a:lnTo>
                <a:lnTo>
                  <a:pt x="298970" y="234708"/>
                </a:lnTo>
                <a:lnTo>
                  <a:pt x="299017" y="229374"/>
                </a:lnTo>
                <a:lnTo>
                  <a:pt x="300380" y="224523"/>
                </a:lnTo>
                <a:lnTo>
                  <a:pt x="302729" y="220281"/>
                </a:lnTo>
                <a:lnTo>
                  <a:pt x="205232" y="202882"/>
                </a:lnTo>
                <a:lnTo>
                  <a:pt x="378832" y="202882"/>
                </a:lnTo>
                <a:lnTo>
                  <a:pt x="354863" y="214490"/>
                </a:lnTo>
                <a:lnTo>
                  <a:pt x="359410" y="219976"/>
                </a:lnTo>
                <a:lnTo>
                  <a:pt x="361534" y="224993"/>
                </a:lnTo>
                <a:lnTo>
                  <a:pt x="325348" y="224993"/>
                </a:lnTo>
                <a:lnTo>
                  <a:pt x="320941" y="229374"/>
                </a:lnTo>
                <a:lnTo>
                  <a:pt x="320941" y="240042"/>
                </a:lnTo>
                <a:lnTo>
                  <a:pt x="325348" y="244424"/>
                </a:lnTo>
                <a:lnTo>
                  <a:pt x="360425" y="244424"/>
                </a:lnTo>
                <a:lnTo>
                  <a:pt x="359889" y="247067"/>
                </a:lnTo>
                <a:lnTo>
                  <a:pt x="353072" y="257132"/>
                </a:lnTo>
                <a:lnTo>
                  <a:pt x="342988" y="263903"/>
                </a:lnTo>
                <a:lnTo>
                  <a:pt x="330682" y="266382"/>
                </a:lnTo>
                <a:close/>
              </a:path>
              <a:path w="602615" h="610235">
                <a:moveTo>
                  <a:pt x="360425" y="244424"/>
                </a:moveTo>
                <a:lnTo>
                  <a:pt x="336016" y="244424"/>
                </a:lnTo>
                <a:lnTo>
                  <a:pt x="340410" y="240042"/>
                </a:lnTo>
                <a:lnTo>
                  <a:pt x="340410" y="229374"/>
                </a:lnTo>
                <a:lnTo>
                  <a:pt x="336016" y="224993"/>
                </a:lnTo>
                <a:lnTo>
                  <a:pt x="361534" y="224993"/>
                </a:lnTo>
                <a:lnTo>
                  <a:pt x="362394" y="227025"/>
                </a:lnTo>
                <a:lnTo>
                  <a:pt x="362394" y="234708"/>
                </a:lnTo>
                <a:lnTo>
                  <a:pt x="360425" y="244424"/>
                </a:lnTo>
                <a:close/>
              </a:path>
              <a:path w="602615" h="610235">
                <a:moveTo>
                  <a:pt x="167055" y="609688"/>
                </a:moveTo>
                <a:lnTo>
                  <a:pt x="165163" y="609688"/>
                </a:lnTo>
                <a:lnTo>
                  <a:pt x="163283" y="609536"/>
                </a:lnTo>
                <a:lnTo>
                  <a:pt x="134556" y="571118"/>
                </a:lnTo>
                <a:lnTo>
                  <a:pt x="161404" y="414502"/>
                </a:lnTo>
                <a:lnTo>
                  <a:pt x="228434" y="414502"/>
                </a:lnTo>
                <a:lnTo>
                  <a:pt x="199542" y="582256"/>
                </a:lnTo>
                <a:lnTo>
                  <a:pt x="195484" y="593288"/>
                </a:lnTo>
                <a:lnTo>
                  <a:pt x="188128" y="601968"/>
                </a:lnTo>
                <a:lnTo>
                  <a:pt x="178357" y="607651"/>
                </a:lnTo>
                <a:lnTo>
                  <a:pt x="167055" y="609688"/>
                </a:lnTo>
                <a:close/>
              </a:path>
              <a:path w="602615" h="610235">
                <a:moveTo>
                  <a:pt x="436308" y="609688"/>
                </a:moveTo>
                <a:lnTo>
                  <a:pt x="434416" y="609688"/>
                </a:lnTo>
                <a:lnTo>
                  <a:pt x="423049" y="607651"/>
                </a:lnTo>
                <a:lnTo>
                  <a:pt x="413284" y="601968"/>
                </a:lnTo>
                <a:lnTo>
                  <a:pt x="405960" y="593288"/>
                </a:lnTo>
                <a:lnTo>
                  <a:pt x="401916" y="582256"/>
                </a:lnTo>
                <a:lnTo>
                  <a:pt x="373037" y="414502"/>
                </a:lnTo>
                <a:lnTo>
                  <a:pt x="439915" y="414502"/>
                </a:lnTo>
                <a:lnTo>
                  <a:pt x="466915" y="571118"/>
                </a:lnTo>
                <a:lnTo>
                  <a:pt x="466562" y="584167"/>
                </a:lnTo>
                <a:lnTo>
                  <a:pt x="438035" y="609536"/>
                </a:lnTo>
                <a:lnTo>
                  <a:pt x="436308" y="6096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952904" y="1446149"/>
            <a:ext cx="2337435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非直属附属医</a:t>
            </a:r>
            <a:r>
              <a:rPr sz="2600" b="1" spc="5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院</a:t>
            </a:r>
            <a:endParaRPr sz="26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52904" y="4131335"/>
            <a:ext cx="2337435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非直属附属医</a:t>
            </a:r>
            <a:r>
              <a:rPr sz="2600" b="1" spc="5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院</a:t>
            </a:r>
            <a:endParaRPr sz="26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052778" y="4114774"/>
            <a:ext cx="686435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其</a:t>
            </a:r>
            <a:r>
              <a:rPr sz="2600" b="1" spc="5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他</a:t>
            </a:r>
            <a:endParaRPr sz="26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005393" y="1978952"/>
            <a:ext cx="684530" cy="0"/>
          </a:xfrm>
          <a:custGeom>
            <a:avLst/>
            <a:gdLst/>
            <a:ahLst/>
            <a:cxnLst/>
            <a:rect l="l" t="t" r="r" b="b"/>
            <a:pathLst>
              <a:path w="684530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9050">
            <a:solidFill>
              <a:srgbClr val="0045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988464" y="4622927"/>
            <a:ext cx="684530" cy="0"/>
          </a:xfrm>
          <a:custGeom>
            <a:avLst/>
            <a:gdLst/>
            <a:ahLst/>
            <a:cxnLst/>
            <a:rect l="l" t="t" r="r" b="b"/>
            <a:pathLst>
              <a:path w="684530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9050">
            <a:solidFill>
              <a:srgbClr val="0045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005064" y="1962010"/>
            <a:ext cx="68453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9050">
            <a:solidFill>
              <a:srgbClr val="0045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072793" y="4589055"/>
            <a:ext cx="68453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9050">
            <a:solidFill>
              <a:srgbClr val="0045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941576" y="2031745"/>
            <a:ext cx="5026469" cy="1812932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800" b="1" spc="50" dirty="0">
                <a:solidFill>
                  <a:srgbClr val="6E6C5A"/>
                </a:solidFill>
                <a:latin typeface="微软雅黑" panose="020B0503020204020204" charset="-122"/>
                <a:cs typeface="微软雅黑" panose="020B0503020204020204" charset="-122"/>
              </a:rPr>
              <a:t>省立临床医学院（省立医院</a:t>
            </a:r>
            <a:r>
              <a:rPr sz="1800" b="1" dirty="0">
                <a:solidFill>
                  <a:srgbClr val="6E6C5A"/>
                </a:solidFill>
                <a:latin typeface="微软雅黑" panose="020B0503020204020204" charset="-122"/>
                <a:cs typeface="微软雅黑" panose="020B0503020204020204" charset="-122"/>
              </a:rPr>
              <a:t>）</a:t>
            </a:r>
            <a:endParaRPr sz="18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marR="5080">
              <a:lnSpc>
                <a:spcPct val="130000"/>
              </a:lnSpc>
            </a:pPr>
            <a:r>
              <a:rPr sz="1800" b="1" dirty="0">
                <a:solidFill>
                  <a:srgbClr val="6E6C5A"/>
                </a:solidFill>
                <a:latin typeface="微软雅黑" panose="020B0503020204020204" charset="-122"/>
                <a:cs typeface="微软雅黑" panose="020B0503020204020204" charset="-122"/>
              </a:rPr>
              <a:t>福总临床医学院（联勤保障部队第九〇〇医院） </a:t>
            </a:r>
            <a:r>
              <a:rPr sz="1800" b="1" spc="100" dirty="0">
                <a:solidFill>
                  <a:srgbClr val="6E6C5A"/>
                </a:solidFill>
                <a:latin typeface="微软雅黑" panose="020B0503020204020204" charset="-122"/>
                <a:cs typeface="微软雅黑" panose="020B0503020204020204" charset="-122"/>
              </a:rPr>
              <a:t>附属漳州市医</a:t>
            </a:r>
            <a:r>
              <a:rPr sz="1800" b="1" dirty="0">
                <a:solidFill>
                  <a:srgbClr val="6E6C5A"/>
                </a:solidFill>
                <a:latin typeface="微软雅黑" panose="020B0503020204020204" charset="-122"/>
                <a:cs typeface="微软雅黑" panose="020B0503020204020204" charset="-122"/>
              </a:rPr>
              <a:t>院</a:t>
            </a:r>
            <a:endParaRPr sz="18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marR="2887980">
              <a:lnSpc>
                <a:spcPct val="130000"/>
              </a:lnSpc>
            </a:pPr>
            <a:r>
              <a:rPr sz="1800" b="1" spc="100" dirty="0" err="1">
                <a:solidFill>
                  <a:srgbClr val="6E6C5A"/>
                </a:solidFill>
                <a:latin typeface="微软雅黑" panose="020B0503020204020204" charset="-122"/>
                <a:cs typeface="微软雅黑" panose="020B0503020204020204" charset="-122"/>
              </a:rPr>
              <a:t>附属泉州第一医</a:t>
            </a:r>
            <a:r>
              <a:rPr sz="1800" b="1" dirty="0" err="1">
                <a:solidFill>
                  <a:srgbClr val="6E6C5A"/>
                </a:solidFill>
                <a:latin typeface="微软雅黑" panose="020B0503020204020204" charset="-122"/>
                <a:cs typeface="微软雅黑" panose="020B0503020204020204" charset="-122"/>
              </a:rPr>
              <a:t>院</a:t>
            </a:r>
            <a:r>
              <a:rPr sz="1800" b="1" spc="100" dirty="0" err="1">
                <a:solidFill>
                  <a:srgbClr val="6E6C5A"/>
                </a:solidFill>
                <a:latin typeface="微软雅黑" panose="020B0503020204020204" charset="-122"/>
                <a:cs typeface="微软雅黑" panose="020B0503020204020204" charset="-122"/>
              </a:rPr>
              <a:t>附属三明第一</a:t>
            </a:r>
            <a:r>
              <a:rPr lang="zh-CN" altLang="en-US" sz="1800" b="1" spc="100" dirty="0">
                <a:solidFill>
                  <a:srgbClr val="6E6C5A"/>
                </a:solidFill>
                <a:latin typeface="微软雅黑" panose="020B0503020204020204" charset="-122"/>
                <a:cs typeface="微软雅黑" panose="020B0503020204020204" charset="-122"/>
              </a:rPr>
              <a:t>医</a:t>
            </a:r>
            <a:r>
              <a:rPr sz="1800" b="1" dirty="0">
                <a:solidFill>
                  <a:srgbClr val="6E6C5A"/>
                </a:solidFill>
                <a:latin typeface="微软雅黑" panose="020B0503020204020204" charset="-122"/>
                <a:cs typeface="微软雅黑" panose="020B0503020204020204" charset="-122"/>
              </a:rPr>
              <a:t>院</a:t>
            </a:r>
            <a:endParaRPr sz="18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998091" y="2012581"/>
            <a:ext cx="2996044" cy="18261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46380" algn="just">
              <a:lnSpc>
                <a:spcPct val="130000"/>
              </a:lnSpc>
              <a:spcBef>
                <a:spcPts val="100"/>
              </a:spcBef>
            </a:pPr>
            <a:r>
              <a:rPr sz="1800" b="1" spc="100" dirty="0" err="1">
                <a:solidFill>
                  <a:srgbClr val="6E6C5A"/>
                </a:solidFill>
                <a:latin typeface="微软雅黑" panose="020B0503020204020204" charset="-122"/>
                <a:cs typeface="微软雅黑" panose="020B0503020204020204" charset="-122"/>
              </a:rPr>
              <a:t>附属龙岩第一医</a:t>
            </a:r>
            <a:r>
              <a:rPr sz="1800" b="1" dirty="0" err="1">
                <a:solidFill>
                  <a:srgbClr val="6E6C5A"/>
                </a:solidFill>
                <a:latin typeface="微软雅黑" panose="020B0503020204020204" charset="-122"/>
                <a:cs typeface="微软雅黑" panose="020B0503020204020204" charset="-122"/>
              </a:rPr>
              <a:t>院</a:t>
            </a:r>
            <a:endParaRPr lang="en-US" sz="1800" b="1" dirty="0">
              <a:solidFill>
                <a:srgbClr val="6E6C5A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marR="246380" algn="just">
              <a:lnSpc>
                <a:spcPct val="130000"/>
              </a:lnSpc>
              <a:spcBef>
                <a:spcPts val="100"/>
              </a:spcBef>
            </a:pPr>
            <a:r>
              <a:rPr sz="1800" b="1" spc="100" dirty="0" err="1">
                <a:solidFill>
                  <a:srgbClr val="6E6C5A"/>
                </a:solidFill>
                <a:latin typeface="微软雅黑" panose="020B0503020204020204" charset="-122"/>
                <a:cs typeface="微软雅黑" panose="020B0503020204020204" charset="-122"/>
              </a:rPr>
              <a:t>附属孟超肝胆医</a:t>
            </a:r>
            <a:r>
              <a:rPr sz="1800" b="1" dirty="0" err="1">
                <a:solidFill>
                  <a:srgbClr val="6E6C5A"/>
                </a:solidFill>
                <a:latin typeface="微软雅黑" panose="020B0503020204020204" charset="-122"/>
                <a:cs typeface="微软雅黑" panose="020B0503020204020204" charset="-122"/>
              </a:rPr>
              <a:t>院</a:t>
            </a:r>
            <a:endParaRPr lang="en-US" sz="1800" b="1" dirty="0">
              <a:solidFill>
                <a:srgbClr val="6E6C5A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marR="246380" algn="just">
              <a:lnSpc>
                <a:spcPct val="130000"/>
              </a:lnSpc>
              <a:spcBef>
                <a:spcPts val="100"/>
              </a:spcBef>
            </a:pPr>
            <a:r>
              <a:rPr sz="1800" b="1" spc="100" dirty="0" err="1">
                <a:solidFill>
                  <a:srgbClr val="6E6C5A"/>
                </a:solidFill>
                <a:latin typeface="微软雅黑" panose="020B0503020204020204" charset="-122"/>
                <a:cs typeface="微软雅黑" panose="020B0503020204020204" charset="-122"/>
              </a:rPr>
              <a:t>附属闽东医</a:t>
            </a:r>
            <a:r>
              <a:rPr sz="1800" b="1" dirty="0" err="1">
                <a:solidFill>
                  <a:srgbClr val="6E6C5A"/>
                </a:solidFill>
                <a:latin typeface="微软雅黑" panose="020B0503020204020204" charset="-122"/>
                <a:cs typeface="微软雅黑" panose="020B0503020204020204" charset="-122"/>
              </a:rPr>
              <a:t>院</a:t>
            </a:r>
            <a:endParaRPr sz="18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marR="5080">
              <a:lnSpc>
                <a:spcPct val="130000"/>
              </a:lnSpc>
            </a:pPr>
            <a:r>
              <a:rPr sz="1800" b="1" spc="100" dirty="0" err="1">
                <a:solidFill>
                  <a:srgbClr val="6E6C5A"/>
                </a:solidFill>
                <a:latin typeface="微软雅黑" panose="020B0503020204020204" charset="-122"/>
                <a:cs typeface="微软雅黑" panose="020B0503020204020204" charset="-122"/>
              </a:rPr>
              <a:t>附属南平第一医</a:t>
            </a:r>
            <a:r>
              <a:rPr sz="1800" b="1" dirty="0" err="1">
                <a:solidFill>
                  <a:srgbClr val="6E6C5A"/>
                </a:solidFill>
                <a:latin typeface="微软雅黑" panose="020B0503020204020204" charset="-122"/>
                <a:cs typeface="微软雅黑" panose="020B0503020204020204" charset="-122"/>
              </a:rPr>
              <a:t>院</a:t>
            </a:r>
            <a:endParaRPr lang="en-US" sz="1800" b="1" dirty="0">
              <a:solidFill>
                <a:srgbClr val="6E6C5A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marR="5080">
              <a:lnSpc>
                <a:spcPct val="130000"/>
              </a:lnSpc>
            </a:pPr>
            <a:r>
              <a:rPr sz="1800" b="1" spc="100" dirty="0" err="1">
                <a:solidFill>
                  <a:srgbClr val="6E6C5A"/>
                </a:solidFill>
                <a:latin typeface="微软雅黑" panose="020B0503020204020204" charset="-122"/>
                <a:cs typeface="微软雅黑" panose="020B0503020204020204" charset="-122"/>
              </a:rPr>
              <a:t>附属福州市第一医</a:t>
            </a:r>
            <a:r>
              <a:rPr sz="1800" b="1" dirty="0" err="1">
                <a:solidFill>
                  <a:srgbClr val="6E6C5A"/>
                </a:solidFill>
                <a:latin typeface="微软雅黑" panose="020B0503020204020204" charset="-122"/>
                <a:cs typeface="微软雅黑" panose="020B0503020204020204" charset="-122"/>
              </a:rPr>
              <a:t>院</a:t>
            </a:r>
            <a:endParaRPr sz="18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941576" y="4666818"/>
            <a:ext cx="2667000" cy="1806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46380">
              <a:lnSpc>
                <a:spcPct val="130000"/>
              </a:lnSpc>
              <a:spcBef>
                <a:spcPts val="100"/>
              </a:spcBef>
            </a:pPr>
            <a:r>
              <a:rPr sz="1800" b="1" spc="100" dirty="0">
                <a:solidFill>
                  <a:srgbClr val="6E6C5A"/>
                </a:solidFill>
                <a:latin typeface="微软雅黑" panose="020B0503020204020204" charset="-122"/>
                <a:cs typeface="微软雅黑" panose="020B0503020204020204" charset="-122"/>
              </a:rPr>
              <a:t>附属武警福建总队医</a:t>
            </a:r>
            <a:r>
              <a:rPr sz="1800" b="1" dirty="0">
                <a:solidFill>
                  <a:srgbClr val="6E6C5A"/>
                </a:solidFill>
                <a:latin typeface="微软雅黑" panose="020B0503020204020204" charset="-122"/>
                <a:cs typeface="微软雅黑" panose="020B0503020204020204" charset="-122"/>
              </a:rPr>
              <a:t>院 </a:t>
            </a:r>
            <a:r>
              <a:rPr sz="1800" b="1" spc="100" dirty="0">
                <a:solidFill>
                  <a:srgbClr val="6E6C5A"/>
                </a:solidFill>
                <a:latin typeface="微软雅黑" panose="020B0503020204020204" charset="-122"/>
                <a:cs typeface="微软雅黑" panose="020B0503020204020204" charset="-122"/>
              </a:rPr>
              <a:t>附属宁德市医</a:t>
            </a:r>
            <a:r>
              <a:rPr sz="1800" b="1" dirty="0">
                <a:solidFill>
                  <a:srgbClr val="6E6C5A"/>
                </a:solidFill>
                <a:latin typeface="微软雅黑" panose="020B0503020204020204" charset="-122"/>
                <a:cs typeface="微软雅黑" panose="020B0503020204020204" charset="-122"/>
              </a:rPr>
              <a:t>院</a:t>
            </a:r>
            <a:endParaRPr sz="18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marR="246380">
              <a:lnSpc>
                <a:spcPct val="130000"/>
              </a:lnSpc>
            </a:pPr>
            <a:r>
              <a:rPr sz="1800" b="1" spc="100" dirty="0" err="1">
                <a:solidFill>
                  <a:srgbClr val="6E6C5A"/>
                </a:solidFill>
                <a:latin typeface="微软雅黑" panose="020B0503020204020204" charset="-122"/>
                <a:cs typeface="微软雅黑" panose="020B0503020204020204" charset="-122"/>
              </a:rPr>
              <a:t>附属福建省妇幼保健</a:t>
            </a:r>
            <a:r>
              <a:rPr sz="1800" b="1" dirty="0" err="1">
                <a:solidFill>
                  <a:srgbClr val="6E6C5A"/>
                </a:solidFill>
                <a:latin typeface="微软雅黑" panose="020B0503020204020204" charset="-122"/>
                <a:cs typeface="微软雅黑" panose="020B0503020204020204" charset="-122"/>
              </a:rPr>
              <a:t>院</a:t>
            </a:r>
            <a:r>
              <a:rPr sz="1800" b="1" spc="100" dirty="0" err="1">
                <a:solidFill>
                  <a:srgbClr val="6E6C5A"/>
                </a:solidFill>
                <a:latin typeface="微软雅黑" panose="020B0503020204020204" charset="-122"/>
                <a:cs typeface="微软雅黑" panose="020B0503020204020204" charset="-122"/>
              </a:rPr>
              <a:t>附属福建省肿瘤医</a:t>
            </a:r>
            <a:r>
              <a:rPr sz="1800" b="1" dirty="0" err="1">
                <a:solidFill>
                  <a:srgbClr val="6E6C5A"/>
                </a:solidFill>
                <a:latin typeface="微软雅黑" panose="020B0503020204020204" charset="-122"/>
                <a:cs typeface="微软雅黑" panose="020B0503020204020204" charset="-122"/>
              </a:rPr>
              <a:t>院</a:t>
            </a:r>
            <a:endParaRPr sz="18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800" b="1" spc="100" dirty="0">
                <a:solidFill>
                  <a:srgbClr val="6E6C5A"/>
                </a:solidFill>
                <a:latin typeface="微软雅黑" panose="020B0503020204020204" charset="-122"/>
                <a:cs typeface="微软雅黑" panose="020B0503020204020204" charset="-122"/>
              </a:rPr>
              <a:t>附属福州市神经精神病</a:t>
            </a:r>
            <a:r>
              <a:rPr sz="1800" b="1" dirty="0">
                <a:solidFill>
                  <a:srgbClr val="6E6C5A"/>
                </a:solidFill>
                <a:latin typeface="微软雅黑" panose="020B0503020204020204" charset="-122"/>
                <a:cs typeface="微软雅黑" panose="020B0503020204020204" charset="-122"/>
              </a:rPr>
              <a:t>院</a:t>
            </a:r>
            <a:endParaRPr sz="18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048879" y="4541647"/>
            <a:ext cx="3911600" cy="2082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800" b="1" dirty="0">
                <a:solidFill>
                  <a:srgbClr val="6E6C5A"/>
                </a:solidFill>
                <a:latin typeface="微软雅黑" panose="020B0503020204020204" charset="-122"/>
                <a:cs typeface="微软雅黑" panose="020B0503020204020204" charset="-122"/>
              </a:rPr>
              <a:t>中华人民共和国福建出入境检验检疫局 福建省卫生和计划生育委员会</a:t>
            </a:r>
            <a:endParaRPr sz="18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marR="919480">
              <a:lnSpc>
                <a:spcPct val="150000"/>
              </a:lnSpc>
            </a:pPr>
            <a:r>
              <a:rPr sz="1800" b="1" dirty="0">
                <a:solidFill>
                  <a:srgbClr val="6E6C5A"/>
                </a:solidFill>
                <a:latin typeface="微软雅黑" panose="020B0503020204020204" charset="-122"/>
                <a:cs typeface="微软雅黑" panose="020B0503020204020204" charset="-122"/>
              </a:rPr>
              <a:t>中国医学科学院北京协和医院 福建省妇女联合会</a:t>
            </a:r>
            <a:endParaRPr sz="18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b="1" dirty="0">
                <a:solidFill>
                  <a:srgbClr val="6E6C5A"/>
                </a:solidFill>
                <a:latin typeface="微软雅黑" panose="020B0503020204020204" charset="-122"/>
                <a:cs typeface="微软雅黑" panose="020B0503020204020204" charset="-122"/>
              </a:rPr>
              <a:t>…………</a:t>
            </a:r>
            <a:endParaRPr sz="18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12216" y="1004258"/>
            <a:ext cx="10563860" cy="0"/>
          </a:xfrm>
          <a:custGeom>
            <a:avLst/>
            <a:gdLst/>
            <a:ahLst/>
            <a:cxnLst/>
            <a:rect l="l" t="t" r="r" b="b"/>
            <a:pathLst>
              <a:path w="10563860">
                <a:moveTo>
                  <a:pt x="0" y="0"/>
                </a:moveTo>
                <a:lnTo>
                  <a:pt x="10563707" y="0"/>
                </a:lnTo>
              </a:path>
            </a:pathLst>
          </a:custGeom>
          <a:ln w="28587">
            <a:solidFill>
              <a:srgbClr val="0045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0994135" y="204215"/>
            <a:ext cx="1014983" cy="9845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7959420" y="1454937"/>
            <a:ext cx="2337435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非直属附属医</a:t>
            </a:r>
            <a:r>
              <a:rPr sz="2600" b="1" spc="5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院</a:t>
            </a:r>
            <a:endParaRPr sz="2600"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5" name="音频 24">
            <a:hlinkClick r:id="" action="ppaction://media"/>
            <a:extLst>
              <a:ext uri="{FF2B5EF4-FFF2-40B4-BE49-F238E27FC236}">
                <a16:creationId xmlns:a16="http://schemas.microsoft.com/office/drawing/2014/main" id="{EC3ABB38-7A62-458F-AB7B-B37EAA7C7E4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967"/>
    </mc:Choice>
    <mc:Fallback>
      <p:transition spd="slow" advTm="596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1922" y="330542"/>
            <a:ext cx="297497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73075" algn="l"/>
                <a:tab pos="473075" algn="l"/>
              </a:tabLst>
            </a:pPr>
            <a:r>
              <a:rPr sz="2800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先进的科研平</a:t>
            </a:r>
            <a:r>
              <a:rPr sz="2800" spc="-5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台</a:t>
            </a:r>
            <a:endParaRPr sz="28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12216" y="973778"/>
            <a:ext cx="10563860" cy="0"/>
          </a:xfrm>
          <a:custGeom>
            <a:avLst/>
            <a:gdLst/>
            <a:ahLst/>
            <a:cxnLst/>
            <a:rect l="l" t="t" r="r" b="b"/>
            <a:pathLst>
              <a:path w="10563860">
                <a:moveTo>
                  <a:pt x="0" y="0"/>
                </a:moveTo>
                <a:lnTo>
                  <a:pt x="10563707" y="0"/>
                </a:lnTo>
              </a:path>
            </a:pathLst>
          </a:custGeom>
          <a:ln w="28587">
            <a:solidFill>
              <a:srgbClr val="0045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009376" y="172212"/>
            <a:ext cx="1014983" cy="9845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081271" y="1368552"/>
            <a:ext cx="7051675" cy="5125720"/>
          </a:xfrm>
          <a:custGeom>
            <a:avLst/>
            <a:gdLst/>
            <a:ahLst/>
            <a:cxnLst/>
            <a:rect l="l" t="t" r="r" b="b"/>
            <a:pathLst>
              <a:path w="7051675" h="5125720">
                <a:moveTo>
                  <a:pt x="0" y="0"/>
                </a:moveTo>
                <a:lnTo>
                  <a:pt x="7051548" y="0"/>
                </a:lnTo>
                <a:lnTo>
                  <a:pt x="7051548" y="5125212"/>
                </a:lnTo>
                <a:lnTo>
                  <a:pt x="0" y="5125212"/>
                </a:lnTo>
                <a:lnTo>
                  <a:pt x="0" y="0"/>
                </a:lnTo>
                <a:close/>
              </a:path>
            </a:pathLst>
          </a:custGeom>
          <a:solidFill>
            <a:srgbClr val="D9D9D9">
              <a:alpha val="83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6976" y="1353451"/>
            <a:ext cx="3644341" cy="515564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75820" y="1497012"/>
            <a:ext cx="3378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福建医科大学重点实验室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4263847" y="1959013"/>
          <a:ext cx="6621780" cy="4371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1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21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项目类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别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615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数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量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615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项目名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称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615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455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国家地方联合工程研究中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心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05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sz="10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819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2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肿瘤免疫药物开发国家地方联合工程研究中</a:t>
                      </a:r>
                      <a:r>
                        <a:rPr sz="1200" b="1" spc="-5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心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829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教育部重点实验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室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0"/>
                        </a:spcBef>
                      </a:pPr>
                      <a:r>
                        <a:rPr sz="105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sz="10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584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2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消化道恶性肿瘤重点实验</a:t>
                      </a:r>
                      <a:r>
                        <a:rPr sz="1200" b="1" spc="-5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室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945">
                <a:tc>
                  <a:txBody>
                    <a:bodyPr/>
                    <a:lstStyle/>
                    <a:p>
                      <a:pPr marL="68580" marR="6223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200" b="1" spc="80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国</a:t>
                      </a:r>
                      <a:r>
                        <a:rPr sz="1200" b="1" spc="85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家中医药管理局中医药科研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三 级实验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室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sz="10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2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中药药</a:t>
                      </a:r>
                      <a:r>
                        <a:rPr sz="1200" b="1" spc="-5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理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604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福建省重点实验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室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977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70"/>
                        </a:spcBef>
                      </a:pPr>
                      <a:r>
                        <a:rPr sz="105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7</a:t>
                      </a:r>
                      <a:endParaRPr sz="10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1104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8580" marR="6223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200" b="1" spc="3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福建省血液病学重点实验室、福建省天然药</a:t>
                      </a:r>
                      <a:r>
                        <a:rPr sz="1200" b="1" spc="35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物药理</a:t>
                      </a:r>
                      <a:r>
                        <a:rPr sz="12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学 重点实验室、福建省分子神经病学重点实验室</a:t>
                      </a:r>
                      <a:r>
                        <a:rPr sz="1200" b="1" spc="-5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等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735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福建省“2011协同创新中心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”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endParaRPr sz="10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8580" marR="6223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b="1" spc="25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福建省干细胞转化医</a:t>
                      </a:r>
                      <a:r>
                        <a:rPr sz="1200" b="1" spc="3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学2011协同创新中心、海西免</a:t>
                      </a:r>
                      <a:r>
                        <a:rPr sz="12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疫 治疗产学研福建省2011协同创新中</a:t>
                      </a:r>
                      <a:r>
                        <a:rPr sz="1200" b="1" spc="-5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心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185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福建省工程研究中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心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50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05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sz="10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2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福建省生物医药工程研究中</a:t>
                      </a:r>
                      <a:r>
                        <a:rPr sz="1200" b="1" spc="-5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心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50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9735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福建省工程技术研究中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心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endParaRPr sz="10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8580" marR="6223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b="1" spc="3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福建省老年眼病与视觉工程技术研究中心、</a:t>
                      </a:r>
                      <a:r>
                        <a:rPr sz="1200" b="1" spc="35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福建省</a:t>
                      </a:r>
                      <a:r>
                        <a:rPr sz="12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口 腔生物材料工程技术研究中</a:t>
                      </a:r>
                      <a:r>
                        <a:rPr sz="1200" b="1" spc="-5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心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闽台科技合作基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地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50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05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sz="10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2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转化医学研究</a:t>
                      </a:r>
                      <a:r>
                        <a:rPr sz="1200" b="1" spc="-5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院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50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299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4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福建省高校重点实验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室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05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9</a:t>
                      </a:r>
                      <a:endParaRPr sz="10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8580" marR="62230" algn="just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200" b="1" spc="3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干细胞工程与再生医学福建省高校重点实验</a:t>
                      </a:r>
                      <a:r>
                        <a:rPr sz="1200" b="1" spc="35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室、脑</a:t>
                      </a:r>
                      <a:r>
                        <a:rPr sz="12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老 </a:t>
                      </a:r>
                      <a:r>
                        <a:rPr sz="1200" b="1" spc="3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化与神经变性疾病福建省高校重点实验室、</a:t>
                      </a:r>
                      <a:r>
                        <a:rPr sz="1200" b="1" spc="35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口腔医</a:t>
                      </a:r>
                      <a:r>
                        <a:rPr sz="12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学 福建省高校重点实验室</a:t>
                      </a:r>
                      <a:r>
                        <a:rPr sz="1200" b="1" spc="-5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等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9095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福建省高校特色新型智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库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895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05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endParaRPr sz="10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8580" marR="62230">
                        <a:lnSpc>
                          <a:spcPts val="1440"/>
                        </a:lnSpc>
                        <a:spcBef>
                          <a:spcPts val="30"/>
                        </a:spcBef>
                      </a:pPr>
                      <a:r>
                        <a:rPr sz="1200" b="1" spc="25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2017年福建省医疗改革与发展研究中心、2</a:t>
                      </a:r>
                      <a:r>
                        <a:rPr sz="1200" b="1" spc="3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018年福</a:t>
                      </a:r>
                      <a:r>
                        <a:rPr sz="12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建 省老年护理教育研究中</a:t>
                      </a:r>
                      <a:r>
                        <a:rPr sz="1200" b="1" spc="-5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心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3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6069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数字福建大数据研究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所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533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05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sz="10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2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数字福建肿瘤大数据研究</a:t>
                      </a:r>
                      <a:r>
                        <a:rPr sz="1200" b="1" spc="-5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所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533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515112" y="1639823"/>
            <a:ext cx="3223260" cy="21366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15112" y="4154423"/>
            <a:ext cx="3214116" cy="195681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99948" y="3861536"/>
            <a:ext cx="30734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1F1F1"/>
                </a:solidFill>
                <a:latin typeface="微软雅黑" panose="020B0503020204020204" charset="-122"/>
                <a:cs typeface="微软雅黑" panose="020B0503020204020204" charset="-122"/>
              </a:rPr>
              <a:t>我校参加第十六届中国・海峡项目成果交易会</a:t>
            </a:r>
            <a:endParaRPr sz="1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9061" y="6179616"/>
            <a:ext cx="29870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1F1F1"/>
                </a:solidFill>
                <a:latin typeface="微软雅黑" panose="020B0503020204020204" charset="-122"/>
                <a:cs typeface="微软雅黑" panose="020B0503020204020204" charset="-122"/>
              </a:rPr>
              <a:t>我校举办2017年Pin1与信号转导国际研讨会</a:t>
            </a:r>
            <a:endParaRPr sz="1200"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4" name="音频 13">
            <a:hlinkClick r:id="" action="ppaction://media"/>
            <a:extLst>
              <a:ext uri="{FF2B5EF4-FFF2-40B4-BE49-F238E27FC236}">
                <a16:creationId xmlns:a16="http://schemas.microsoft.com/office/drawing/2014/main" id="{FFDD8053-78B6-4399-855F-F4E7500BA23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719"/>
    </mc:Choice>
    <mc:Fallback>
      <p:transition spd="slow" advTm="2071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1274" y="346303"/>
            <a:ext cx="368617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73075" algn="l"/>
                <a:tab pos="473075" algn="l"/>
              </a:tabLst>
            </a:pPr>
            <a:r>
              <a:rPr sz="2800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蓬勃发展的合作交</a:t>
            </a:r>
            <a:r>
              <a:rPr sz="2800" spc="-5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流</a:t>
            </a:r>
            <a:endParaRPr sz="28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12216" y="973778"/>
            <a:ext cx="10563860" cy="0"/>
          </a:xfrm>
          <a:custGeom>
            <a:avLst/>
            <a:gdLst/>
            <a:ahLst/>
            <a:cxnLst/>
            <a:rect l="l" t="t" r="r" b="b"/>
            <a:pathLst>
              <a:path w="10563860">
                <a:moveTo>
                  <a:pt x="0" y="0"/>
                </a:moveTo>
                <a:lnTo>
                  <a:pt x="10563707" y="0"/>
                </a:lnTo>
              </a:path>
            </a:pathLst>
          </a:custGeom>
          <a:ln w="28587">
            <a:solidFill>
              <a:srgbClr val="0045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009376" y="172212"/>
            <a:ext cx="1014983" cy="9845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39996" y="1258824"/>
            <a:ext cx="6263640" cy="3929379"/>
          </a:xfrm>
          <a:custGeom>
            <a:avLst/>
            <a:gdLst/>
            <a:ahLst/>
            <a:cxnLst/>
            <a:rect l="l" t="t" r="r" b="b"/>
            <a:pathLst>
              <a:path w="6263640" h="3929379">
                <a:moveTo>
                  <a:pt x="0" y="0"/>
                </a:moveTo>
                <a:lnTo>
                  <a:pt x="6263640" y="0"/>
                </a:lnTo>
                <a:lnTo>
                  <a:pt x="6263640" y="3928872"/>
                </a:lnTo>
                <a:lnTo>
                  <a:pt x="0" y="3928872"/>
                </a:lnTo>
                <a:lnTo>
                  <a:pt x="0" y="0"/>
                </a:lnTo>
                <a:close/>
              </a:path>
            </a:pathLst>
          </a:custGeom>
          <a:solidFill>
            <a:srgbClr val="D9D9D9">
              <a:alpha val="6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52679" y="1306156"/>
            <a:ext cx="3884739" cy="300320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812487" y="1417789"/>
            <a:ext cx="5747143" cy="365569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92099" y="5346814"/>
            <a:ext cx="10435043" cy="134178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59916" y="1575688"/>
            <a:ext cx="2835275" cy="2465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经</a:t>
            </a:r>
            <a:r>
              <a:rPr sz="20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教育部批准，自</a:t>
            </a:r>
            <a:r>
              <a:rPr sz="2000" b="1" spc="-25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2009</a:t>
            </a:r>
            <a:r>
              <a:rPr sz="2000" b="1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年 </a:t>
            </a:r>
            <a:r>
              <a:rPr sz="20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起，学校开始招收英文</a:t>
            </a:r>
            <a:r>
              <a:rPr sz="2000" b="1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授 </a:t>
            </a:r>
            <a:r>
              <a:rPr sz="20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课</a:t>
            </a:r>
            <a:r>
              <a:rPr sz="20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的国外留学生，</a:t>
            </a:r>
            <a:r>
              <a:rPr sz="2000" b="1" spc="-25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2011</a:t>
            </a:r>
            <a:r>
              <a:rPr sz="2000" b="1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年 </a:t>
            </a:r>
            <a:r>
              <a:rPr sz="20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成</a:t>
            </a:r>
            <a:r>
              <a:rPr sz="20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为</a:t>
            </a:r>
            <a:r>
              <a:rPr sz="2000" b="1" spc="10" dirty="0">
                <a:solidFill>
                  <a:srgbClr val="FF00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中国政府</a:t>
            </a:r>
            <a:r>
              <a:rPr sz="2000" b="1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奖</a:t>
            </a:r>
            <a:r>
              <a:rPr sz="2000" b="1" spc="10" dirty="0">
                <a:solidFill>
                  <a:srgbClr val="FF00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学金来</a:t>
            </a:r>
            <a:r>
              <a:rPr sz="2000" b="1" spc="-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华 </a:t>
            </a:r>
            <a:r>
              <a:rPr sz="2000" b="1" spc="10" dirty="0">
                <a:solidFill>
                  <a:srgbClr val="FF00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留学生</a:t>
            </a:r>
            <a:r>
              <a:rPr sz="20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接收院校。目前</a:t>
            </a:r>
            <a:r>
              <a:rPr sz="2000" b="1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学 </a:t>
            </a:r>
            <a:r>
              <a:rPr sz="20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校有来自</a:t>
            </a:r>
            <a:r>
              <a:rPr sz="2000" b="1" spc="-250" dirty="0">
                <a:solidFill>
                  <a:srgbClr val="FF00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41</a:t>
            </a:r>
            <a:r>
              <a:rPr sz="2000" b="1" spc="10" dirty="0">
                <a:solidFill>
                  <a:srgbClr val="FF00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个</a:t>
            </a:r>
            <a:r>
              <a:rPr sz="20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国家的</a:t>
            </a:r>
            <a:r>
              <a:rPr sz="2000" b="1" spc="-250" dirty="0">
                <a:solidFill>
                  <a:srgbClr val="FF00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400  </a:t>
            </a:r>
            <a:r>
              <a:rPr sz="2000" b="1" spc="10" dirty="0">
                <a:solidFill>
                  <a:srgbClr val="FF00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多</a:t>
            </a:r>
            <a:r>
              <a:rPr sz="20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名外国留学生</a:t>
            </a:r>
            <a:r>
              <a:rPr sz="2000" b="1" spc="355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(</a:t>
            </a:r>
            <a:r>
              <a:rPr sz="20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学</a:t>
            </a:r>
            <a:r>
              <a:rPr sz="20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历</a:t>
            </a:r>
            <a:r>
              <a:rPr sz="20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生</a:t>
            </a:r>
            <a:r>
              <a:rPr sz="2000" b="1" spc="325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) </a:t>
            </a:r>
            <a:r>
              <a:rPr sz="20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和</a:t>
            </a:r>
            <a:r>
              <a:rPr sz="2000" b="1" spc="-250" dirty="0">
                <a:solidFill>
                  <a:srgbClr val="FF00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100</a:t>
            </a:r>
            <a:r>
              <a:rPr sz="2000" b="1" spc="10" dirty="0">
                <a:solidFill>
                  <a:srgbClr val="FF00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多</a:t>
            </a:r>
            <a:r>
              <a:rPr sz="20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名港澳台学生</a:t>
            </a:r>
            <a:r>
              <a:rPr sz="2000" b="1" spc="5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。</a:t>
            </a:r>
            <a:endParaRPr sz="2000">
              <a:latin typeface="Kozuka Mincho Pr6N B" panose="02020800000000000000" charset="-128"/>
              <a:cs typeface="Kozuka Mincho Pr6N B" panose="02020800000000000000" charset="-128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58823" y="5491302"/>
            <a:ext cx="9004300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1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学校每年</a:t>
            </a:r>
            <a:r>
              <a:rPr sz="21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选</a:t>
            </a:r>
            <a:r>
              <a:rPr sz="21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派</a:t>
            </a:r>
            <a:r>
              <a:rPr sz="2100" b="1" spc="-260" dirty="0">
                <a:solidFill>
                  <a:srgbClr val="FF00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200</a:t>
            </a:r>
            <a:r>
              <a:rPr sz="2100" b="1" spc="10" dirty="0">
                <a:solidFill>
                  <a:srgbClr val="FF00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名</a:t>
            </a:r>
            <a:r>
              <a:rPr sz="21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左右学生出国</a:t>
            </a:r>
            <a:r>
              <a:rPr sz="2100" b="1" spc="375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(</a:t>
            </a:r>
            <a:r>
              <a:rPr sz="21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境</a:t>
            </a:r>
            <a:r>
              <a:rPr sz="2100" b="1" spc="375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)</a:t>
            </a:r>
            <a:r>
              <a:rPr sz="21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交流学</a:t>
            </a:r>
            <a:r>
              <a:rPr sz="21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习</a:t>
            </a:r>
            <a:r>
              <a:rPr sz="21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，并提供</a:t>
            </a:r>
            <a:r>
              <a:rPr sz="21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专项经费资</a:t>
            </a:r>
            <a:r>
              <a:rPr sz="21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助。</a:t>
            </a:r>
            <a:r>
              <a:rPr sz="21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给</a:t>
            </a:r>
            <a:r>
              <a:rPr sz="2100" b="1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予 </a:t>
            </a:r>
            <a:r>
              <a:rPr sz="21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赴港澳台地区高校交流学</a:t>
            </a:r>
            <a:r>
              <a:rPr sz="21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习</a:t>
            </a:r>
            <a:r>
              <a:rPr sz="21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学生每人</a:t>
            </a:r>
            <a:r>
              <a:rPr sz="2100" b="1" spc="-260" dirty="0">
                <a:solidFill>
                  <a:srgbClr val="FF00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10000</a:t>
            </a:r>
            <a:r>
              <a:rPr sz="2100" b="1" spc="10" dirty="0">
                <a:solidFill>
                  <a:srgbClr val="FF00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元</a:t>
            </a:r>
            <a:r>
              <a:rPr sz="2100" b="1" spc="195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/</a:t>
            </a:r>
            <a:r>
              <a:rPr sz="21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学期</a:t>
            </a:r>
            <a:r>
              <a:rPr sz="21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资</a:t>
            </a:r>
            <a:r>
              <a:rPr sz="21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助，</a:t>
            </a:r>
            <a:r>
              <a:rPr sz="21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给</a:t>
            </a:r>
            <a:r>
              <a:rPr sz="21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予赴国外友好</a:t>
            </a:r>
            <a:r>
              <a:rPr sz="2100" b="1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学 </a:t>
            </a:r>
            <a:r>
              <a:rPr sz="21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校交流学生</a:t>
            </a:r>
            <a:r>
              <a:rPr sz="2100" b="1" spc="-260" dirty="0">
                <a:solidFill>
                  <a:srgbClr val="FF00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20000</a:t>
            </a:r>
            <a:r>
              <a:rPr sz="2100" b="1" spc="10" dirty="0">
                <a:solidFill>
                  <a:srgbClr val="FF00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元</a:t>
            </a:r>
            <a:r>
              <a:rPr sz="2100" b="1" spc="195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/</a:t>
            </a:r>
            <a:r>
              <a:rPr sz="21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学期</a:t>
            </a:r>
            <a:r>
              <a:rPr sz="21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资</a:t>
            </a:r>
            <a:r>
              <a:rPr sz="21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助</a:t>
            </a:r>
            <a:r>
              <a:rPr sz="2100" b="1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。</a:t>
            </a:r>
            <a:endParaRPr sz="2100">
              <a:latin typeface="Kozuka Mincho Pr6N B" panose="02020800000000000000" charset="-128"/>
              <a:cs typeface="Kozuka Mincho Pr6N B" panose="02020800000000000000" charset="-128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66241" y="5536603"/>
            <a:ext cx="447675" cy="438150"/>
          </a:xfrm>
          <a:custGeom>
            <a:avLst/>
            <a:gdLst/>
            <a:ahLst/>
            <a:cxnLst/>
            <a:rect l="l" t="t" r="r" b="b"/>
            <a:pathLst>
              <a:path w="447675" h="438150">
                <a:moveTo>
                  <a:pt x="387210" y="438150"/>
                </a:moveTo>
                <a:lnTo>
                  <a:pt x="60312" y="438150"/>
                </a:lnTo>
                <a:lnTo>
                  <a:pt x="37049" y="433463"/>
                </a:lnTo>
                <a:lnTo>
                  <a:pt x="17854" y="420755"/>
                </a:lnTo>
                <a:lnTo>
                  <a:pt x="4810" y="402054"/>
                </a:lnTo>
                <a:lnTo>
                  <a:pt x="0" y="379387"/>
                </a:lnTo>
                <a:lnTo>
                  <a:pt x="0" y="144335"/>
                </a:lnTo>
                <a:lnTo>
                  <a:pt x="4810" y="121234"/>
                </a:lnTo>
                <a:lnTo>
                  <a:pt x="17854" y="102581"/>
                </a:lnTo>
                <a:lnTo>
                  <a:pt x="37049" y="90114"/>
                </a:lnTo>
                <a:lnTo>
                  <a:pt x="60312" y="85572"/>
                </a:lnTo>
                <a:lnTo>
                  <a:pt x="169278" y="85572"/>
                </a:lnTo>
                <a:lnTo>
                  <a:pt x="169278" y="0"/>
                </a:lnTo>
                <a:lnTo>
                  <a:pt x="285648" y="0"/>
                </a:lnTo>
                <a:lnTo>
                  <a:pt x="285648" y="27838"/>
                </a:lnTo>
                <a:lnTo>
                  <a:pt x="198894" y="27838"/>
                </a:lnTo>
                <a:lnTo>
                  <a:pt x="198894" y="113398"/>
                </a:lnTo>
                <a:lnTo>
                  <a:pt x="60312" y="113398"/>
                </a:lnTo>
                <a:lnTo>
                  <a:pt x="48209" y="115767"/>
                </a:lnTo>
                <a:lnTo>
                  <a:pt x="38088" y="122294"/>
                </a:lnTo>
                <a:lnTo>
                  <a:pt x="31142" y="132107"/>
                </a:lnTo>
                <a:lnTo>
                  <a:pt x="28562" y="144335"/>
                </a:lnTo>
                <a:lnTo>
                  <a:pt x="28562" y="379387"/>
                </a:lnTo>
                <a:lnTo>
                  <a:pt x="31142" y="391178"/>
                </a:lnTo>
                <a:lnTo>
                  <a:pt x="38088" y="401035"/>
                </a:lnTo>
                <a:lnTo>
                  <a:pt x="48209" y="407799"/>
                </a:lnTo>
                <a:lnTo>
                  <a:pt x="60312" y="410311"/>
                </a:lnTo>
                <a:lnTo>
                  <a:pt x="437209" y="410311"/>
                </a:lnTo>
                <a:lnTo>
                  <a:pt x="430063" y="420755"/>
                </a:lnTo>
                <a:lnTo>
                  <a:pt x="410918" y="433463"/>
                </a:lnTo>
                <a:lnTo>
                  <a:pt x="387210" y="438150"/>
                </a:lnTo>
                <a:close/>
              </a:path>
              <a:path w="447675" h="438150">
                <a:moveTo>
                  <a:pt x="285648" y="115468"/>
                </a:moveTo>
                <a:lnTo>
                  <a:pt x="257086" y="115468"/>
                </a:lnTo>
                <a:lnTo>
                  <a:pt x="257086" y="27838"/>
                </a:lnTo>
                <a:lnTo>
                  <a:pt x="285648" y="27838"/>
                </a:lnTo>
                <a:lnTo>
                  <a:pt x="285648" y="85572"/>
                </a:lnTo>
                <a:lnTo>
                  <a:pt x="387210" y="85572"/>
                </a:lnTo>
                <a:lnTo>
                  <a:pt x="410918" y="90114"/>
                </a:lnTo>
                <a:lnTo>
                  <a:pt x="430063" y="102581"/>
                </a:lnTo>
                <a:lnTo>
                  <a:pt x="437484" y="113398"/>
                </a:lnTo>
                <a:lnTo>
                  <a:pt x="285648" y="113398"/>
                </a:lnTo>
                <a:lnTo>
                  <a:pt x="285648" y="115468"/>
                </a:lnTo>
                <a:close/>
              </a:path>
              <a:path w="447675" h="438150">
                <a:moveTo>
                  <a:pt x="235610" y="76225"/>
                </a:moveTo>
                <a:lnTo>
                  <a:pt x="221576" y="76225"/>
                </a:lnTo>
                <a:lnTo>
                  <a:pt x="215887" y="70929"/>
                </a:lnTo>
                <a:lnTo>
                  <a:pt x="215887" y="57873"/>
                </a:lnTo>
                <a:lnTo>
                  <a:pt x="221576" y="52578"/>
                </a:lnTo>
                <a:lnTo>
                  <a:pt x="235610" y="52578"/>
                </a:lnTo>
                <a:lnTo>
                  <a:pt x="241299" y="57873"/>
                </a:lnTo>
                <a:lnTo>
                  <a:pt x="241299" y="70929"/>
                </a:lnTo>
                <a:lnTo>
                  <a:pt x="235610" y="76225"/>
                </a:lnTo>
                <a:close/>
              </a:path>
              <a:path w="447675" h="438150">
                <a:moveTo>
                  <a:pt x="285648" y="143294"/>
                </a:moveTo>
                <a:lnTo>
                  <a:pt x="169278" y="143294"/>
                </a:lnTo>
                <a:lnTo>
                  <a:pt x="169278" y="113398"/>
                </a:lnTo>
                <a:lnTo>
                  <a:pt x="198894" y="113398"/>
                </a:lnTo>
                <a:lnTo>
                  <a:pt x="198894" y="115468"/>
                </a:lnTo>
                <a:lnTo>
                  <a:pt x="285648" y="115468"/>
                </a:lnTo>
                <a:lnTo>
                  <a:pt x="285648" y="143294"/>
                </a:lnTo>
                <a:close/>
              </a:path>
              <a:path w="447675" h="438150">
                <a:moveTo>
                  <a:pt x="437209" y="410311"/>
                </a:moveTo>
                <a:lnTo>
                  <a:pt x="387210" y="410311"/>
                </a:lnTo>
                <a:lnTo>
                  <a:pt x="399755" y="407799"/>
                </a:lnTo>
                <a:lnTo>
                  <a:pt x="409822" y="401035"/>
                </a:lnTo>
                <a:lnTo>
                  <a:pt x="416517" y="391178"/>
                </a:lnTo>
                <a:lnTo>
                  <a:pt x="418947" y="379387"/>
                </a:lnTo>
                <a:lnTo>
                  <a:pt x="418947" y="144335"/>
                </a:lnTo>
                <a:lnTo>
                  <a:pt x="416517" y="132107"/>
                </a:lnTo>
                <a:lnTo>
                  <a:pt x="409822" y="122294"/>
                </a:lnTo>
                <a:lnTo>
                  <a:pt x="399755" y="115767"/>
                </a:lnTo>
                <a:lnTo>
                  <a:pt x="387210" y="113398"/>
                </a:lnTo>
                <a:lnTo>
                  <a:pt x="437484" y="113398"/>
                </a:lnTo>
                <a:lnTo>
                  <a:pt x="442860" y="121234"/>
                </a:lnTo>
                <a:lnTo>
                  <a:pt x="447522" y="144335"/>
                </a:lnTo>
                <a:lnTo>
                  <a:pt x="447522" y="379387"/>
                </a:lnTo>
                <a:lnTo>
                  <a:pt x="442860" y="402054"/>
                </a:lnTo>
                <a:lnTo>
                  <a:pt x="437209" y="410311"/>
                </a:lnTo>
                <a:close/>
              </a:path>
              <a:path w="447675" h="438150">
                <a:moveTo>
                  <a:pt x="222211" y="218503"/>
                </a:moveTo>
                <a:lnTo>
                  <a:pt x="132321" y="218503"/>
                </a:lnTo>
                <a:lnTo>
                  <a:pt x="133609" y="199961"/>
                </a:lnTo>
                <a:lnTo>
                  <a:pt x="139458" y="182287"/>
                </a:lnTo>
                <a:lnTo>
                  <a:pt x="152841" y="169059"/>
                </a:lnTo>
                <a:lnTo>
                  <a:pt x="176733" y="163855"/>
                </a:lnTo>
                <a:lnTo>
                  <a:pt x="199751" y="169059"/>
                </a:lnTo>
                <a:lnTo>
                  <a:pt x="213350" y="182287"/>
                </a:lnTo>
                <a:lnTo>
                  <a:pt x="220010" y="199961"/>
                </a:lnTo>
                <a:lnTo>
                  <a:pt x="222211" y="218503"/>
                </a:lnTo>
                <a:close/>
              </a:path>
              <a:path w="447675" h="438150">
                <a:moveTo>
                  <a:pt x="350253" y="215442"/>
                </a:moveTo>
                <a:lnTo>
                  <a:pt x="239090" y="215442"/>
                </a:lnTo>
                <a:lnTo>
                  <a:pt x="238036" y="212344"/>
                </a:lnTo>
                <a:lnTo>
                  <a:pt x="235915" y="210273"/>
                </a:lnTo>
                <a:lnTo>
                  <a:pt x="233794" y="209245"/>
                </a:lnTo>
                <a:lnTo>
                  <a:pt x="232639" y="201117"/>
                </a:lnTo>
                <a:lnTo>
                  <a:pt x="230887" y="193765"/>
                </a:lnTo>
                <a:lnTo>
                  <a:pt x="228738" y="187187"/>
                </a:lnTo>
                <a:lnTo>
                  <a:pt x="226390" y="181381"/>
                </a:lnTo>
                <a:lnTo>
                  <a:pt x="350253" y="181381"/>
                </a:lnTo>
                <a:lnTo>
                  <a:pt x="354495" y="185508"/>
                </a:lnTo>
                <a:lnTo>
                  <a:pt x="354495" y="211315"/>
                </a:lnTo>
                <a:lnTo>
                  <a:pt x="350253" y="215442"/>
                </a:lnTo>
                <a:close/>
              </a:path>
              <a:path w="447675" h="438150">
                <a:moveTo>
                  <a:pt x="202120" y="293789"/>
                </a:moveTo>
                <a:lnTo>
                  <a:pt x="151358" y="293789"/>
                </a:lnTo>
                <a:lnTo>
                  <a:pt x="156641" y="289661"/>
                </a:lnTo>
                <a:lnTo>
                  <a:pt x="156641" y="282435"/>
                </a:lnTo>
                <a:lnTo>
                  <a:pt x="154533" y="278320"/>
                </a:lnTo>
                <a:lnTo>
                  <a:pt x="149970" y="273920"/>
                </a:lnTo>
                <a:lnTo>
                  <a:pt x="145807" y="268649"/>
                </a:lnTo>
                <a:lnTo>
                  <a:pt x="142040" y="262797"/>
                </a:lnTo>
                <a:lnTo>
                  <a:pt x="138671" y="256654"/>
                </a:lnTo>
                <a:lnTo>
                  <a:pt x="130213" y="256654"/>
                </a:lnTo>
                <a:lnTo>
                  <a:pt x="123863" y="243255"/>
                </a:lnTo>
                <a:lnTo>
                  <a:pt x="123863" y="218503"/>
                </a:lnTo>
                <a:lnTo>
                  <a:pt x="229616" y="218503"/>
                </a:lnTo>
                <a:lnTo>
                  <a:pt x="230670" y="225729"/>
                </a:lnTo>
                <a:lnTo>
                  <a:pt x="230670" y="243255"/>
                </a:lnTo>
                <a:lnTo>
                  <a:pt x="223834" y="255625"/>
                </a:lnTo>
                <a:lnTo>
                  <a:pt x="214807" y="255625"/>
                </a:lnTo>
                <a:lnTo>
                  <a:pt x="212047" y="262216"/>
                </a:lnTo>
                <a:lnTo>
                  <a:pt x="208594" y="268130"/>
                </a:lnTo>
                <a:lnTo>
                  <a:pt x="204545" y="273465"/>
                </a:lnTo>
                <a:lnTo>
                  <a:pt x="199999" y="278320"/>
                </a:lnTo>
                <a:lnTo>
                  <a:pt x="197891" y="280377"/>
                </a:lnTo>
                <a:lnTo>
                  <a:pt x="196824" y="282435"/>
                </a:lnTo>
                <a:lnTo>
                  <a:pt x="196824" y="289661"/>
                </a:lnTo>
                <a:lnTo>
                  <a:pt x="202120" y="293789"/>
                </a:lnTo>
                <a:close/>
              </a:path>
              <a:path w="447675" h="438150">
                <a:moveTo>
                  <a:pt x="350253" y="278269"/>
                </a:moveTo>
                <a:lnTo>
                  <a:pt x="222148" y="278269"/>
                </a:lnTo>
                <a:lnTo>
                  <a:pt x="222148" y="267995"/>
                </a:lnTo>
                <a:lnTo>
                  <a:pt x="228863" y="264452"/>
                </a:lnTo>
                <a:lnTo>
                  <a:pt x="234588" y="258884"/>
                </a:lnTo>
                <a:lnTo>
                  <a:pt x="239121" y="251966"/>
                </a:lnTo>
                <a:lnTo>
                  <a:pt x="242265" y="244373"/>
                </a:lnTo>
                <a:lnTo>
                  <a:pt x="350253" y="244373"/>
                </a:lnTo>
                <a:lnTo>
                  <a:pt x="354495" y="248488"/>
                </a:lnTo>
                <a:lnTo>
                  <a:pt x="354495" y="274154"/>
                </a:lnTo>
                <a:lnTo>
                  <a:pt x="350253" y="278269"/>
                </a:lnTo>
                <a:close/>
              </a:path>
              <a:path w="447675" h="438150">
                <a:moveTo>
                  <a:pt x="223266" y="256654"/>
                </a:moveTo>
                <a:lnTo>
                  <a:pt x="215861" y="256654"/>
                </a:lnTo>
                <a:lnTo>
                  <a:pt x="214807" y="255625"/>
                </a:lnTo>
                <a:lnTo>
                  <a:pt x="223834" y="255625"/>
                </a:lnTo>
                <a:lnTo>
                  <a:pt x="223266" y="256654"/>
                </a:lnTo>
                <a:close/>
              </a:path>
              <a:path w="447675" h="438150">
                <a:moveTo>
                  <a:pt x="254990" y="359778"/>
                </a:moveTo>
                <a:lnTo>
                  <a:pt x="99542" y="359778"/>
                </a:lnTo>
                <a:lnTo>
                  <a:pt x="93205" y="353593"/>
                </a:lnTo>
                <a:lnTo>
                  <a:pt x="93205" y="335026"/>
                </a:lnTo>
                <a:lnTo>
                  <a:pt x="96541" y="319013"/>
                </a:lnTo>
                <a:lnTo>
                  <a:pt x="105625" y="305901"/>
                </a:lnTo>
                <a:lnTo>
                  <a:pt x="119072" y="297042"/>
                </a:lnTo>
                <a:lnTo>
                  <a:pt x="135496" y="293789"/>
                </a:lnTo>
                <a:lnTo>
                  <a:pt x="217982" y="293789"/>
                </a:lnTo>
                <a:lnTo>
                  <a:pt x="234400" y="297042"/>
                </a:lnTo>
                <a:lnTo>
                  <a:pt x="247848" y="305901"/>
                </a:lnTo>
                <a:lnTo>
                  <a:pt x="256935" y="319013"/>
                </a:lnTo>
                <a:lnTo>
                  <a:pt x="260273" y="335026"/>
                </a:lnTo>
                <a:lnTo>
                  <a:pt x="260273" y="353593"/>
                </a:lnTo>
                <a:lnTo>
                  <a:pt x="254990" y="359778"/>
                </a:lnTo>
                <a:close/>
              </a:path>
              <a:path w="447675" h="438150">
                <a:moveTo>
                  <a:pt x="350253" y="341261"/>
                </a:moveTo>
                <a:lnTo>
                  <a:pt x="272986" y="341261"/>
                </a:lnTo>
                <a:lnTo>
                  <a:pt x="272983" y="335026"/>
                </a:lnTo>
                <a:lnTo>
                  <a:pt x="272407" y="327520"/>
                </a:lnTo>
                <a:lnTo>
                  <a:pt x="270737" y="320360"/>
                </a:lnTo>
                <a:lnTo>
                  <a:pt x="268073" y="313586"/>
                </a:lnTo>
                <a:lnTo>
                  <a:pt x="264515" y="307200"/>
                </a:lnTo>
                <a:lnTo>
                  <a:pt x="350253" y="307200"/>
                </a:lnTo>
                <a:lnTo>
                  <a:pt x="354495" y="311327"/>
                </a:lnTo>
                <a:lnTo>
                  <a:pt x="354495" y="337134"/>
                </a:lnTo>
                <a:lnTo>
                  <a:pt x="350253" y="34126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17258" y="1634007"/>
            <a:ext cx="348615" cy="401320"/>
          </a:xfrm>
          <a:custGeom>
            <a:avLst/>
            <a:gdLst/>
            <a:ahLst/>
            <a:cxnLst/>
            <a:rect l="l" t="t" r="r" b="b"/>
            <a:pathLst>
              <a:path w="348615" h="401319">
                <a:moveTo>
                  <a:pt x="109042" y="401078"/>
                </a:moveTo>
                <a:lnTo>
                  <a:pt x="77488" y="378444"/>
                </a:lnTo>
                <a:lnTo>
                  <a:pt x="75639" y="370357"/>
                </a:lnTo>
                <a:lnTo>
                  <a:pt x="73702" y="362155"/>
                </a:lnTo>
                <a:lnTo>
                  <a:pt x="71678" y="353834"/>
                </a:lnTo>
                <a:lnTo>
                  <a:pt x="69692" y="345423"/>
                </a:lnTo>
                <a:lnTo>
                  <a:pt x="62896" y="302125"/>
                </a:lnTo>
                <a:lnTo>
                  <a:pt x="62331" y="280793"/>
                </a:lnTo>
                <a:lnTo>
                  <a:pt x="62524" y="274326"/>
                </a:lnTo>
                <a:lnTo>
                  <a:pt x="63371" y="264594"/>
                </a:lnTo>
                <a:lnTo>
                  <a:pt x="64787" y="254563"/>
                </a:lnTo>
                <a:lnTo>
                  <a:pt x="66776" y="244233"/>
                </a:lnTo>
                <a:lnTo>
                  <a:pt x="21043" y="244233"/>
                </a:lnTo>
                <a:lnTo>
                  <a:pt x="432" y="212134"/>
                </a:lnTo>
                <a:lnTo>
                  <a:pt x="0" y="142836"/>
                </a:lnTo>
                <a:lnTo>
                  <a:pt x="431" y="136419"/>
                </a:lnTo>
                <a:lnTo>
                  <a:pt x="20916" y="104076"/>
                </a:lnTo>
                <a:lnTo>
                  <a:pt x="123240" y="104076"/>
                </a:lnTo>
                <a:lnTo>
                  <a:pt x="134283" y="103532"/>
                </a:lnTo>
                <a:lnTo>
                  <a:pt x="181750" y="90604"/>
                </a:lnTo>
                <a:lnTo>
                  <a:pt x="217678" y="71920"/>
                </a:lnTo>
                <a:lnTo>
                  <a:pt x="251562" y="47568"/>
                </a:lnTo>
                <a:lnTo>
                  <a:pt x="281414" y="19551"/>
                </a:lnTo>
                <a:lnTo>
                  <a:pt x="297421" y="0"/>
                </a:lnTo>
                <a:lnTo>
                  <a:pt x="305358" y="0"/>
                </a:lnTo>
                <a:lnTo>
                  <a:pt x="325971" y="32173"/>
                </a:lnTo>
                <a:lnTo>
                  <a:pt x="326504" y="53009"/>
                </a:lnTo>
                <a:lnTo>
                  <a:pt x="297421" y="53009"/>
                </a:lnTo>
                <a:lnTo>
                  <a:pt x="290067" y="60632"/>
                </a:lnTo>
                <a:lnTo>
                  <a:pt x="257430" y="89592"/>
                </a:lnTo>
                <a:lnTo>
                  <a:pt x="220524" y="113888"/>
                </a:lnTo>
                <a:lnTo>
                  <a:pt x="181500" y="132613"/>
                </a:lnTo>
                <a:lnTo>
                  <a:pt x="152336" y="141173"/>
                </a:lnTo>
                <a:lnTo>
                  <a:pt x="152336" y="207454"/>
                </a:lnTo>
                <a:lnTo>
                  <a:pt x="191350" y="220268"/>
                </a:lnTo>
                <a:lnTo>
                  <a:pt x="230073" y="240576"/>
                </a:lnTo>
                <a:lnTo>
                  <a:pt x="239046" y="246354"/>
                </a:lnTo>
                <a:lnTo>
                  <a:pt x="141554" y="246354"/>
                </a:lnTo>
                <a:lnTo>
                  <a:pt x="136144" y="248437"/>
                </a:lnTo>
                <a:lnTo>
                  <a:pt x="119964" y="285216"/>
                </a:lnTo>
                <a:lnTo>
                  <a:pt x="120954" y="291503"/>
                </a:lnTo>
                <a:lnTo>
                  <a:pt x="121983" y="297751"/>
                </a:lnTo>
                <a:lnTo>
                  <a:pt x="124320" y="303415"/>
                </a:lnTo>
                <a:lnTo>
                  <a:pt x="127977" y="308432"/>
                </a:lnTo>
                <a:lnTo>
                  <a:pt x="124815" y="315531"/>
                </a:lnTo>
                <a:lnTo>
                  <a:pt x="123367" y="322122"/>
                </a:lnTo>
                <a:lnTo>
                  <a:pt x="123888" y="334111"/>
                </a:lnTo>
                <a:lnTo>
                  <a:pt x="125171" y="339940"/>
                </a:lnTo>
                <a:lnTo>
                  <a:pt x="127508" y="345503"/>
                </a:lnTo>
                <a:lnTo>
                  <a:pt x="129794" y="351104"/>
                </a:lnTo>
                <a:lnTo>
                  <a:pt x="132956" y="356400"/>
                </a:lnTo>
                <a:lnTo>
                  <a:pt x="140728" y="366648"/>
                </a:lnTo>
                <a:lnTo>
                  <a:pt x="144907" y="371779"/>
                </a:lnTo>
                <a:lnTo>
                  <a:pt x="149339" y="376783"/>
                </a:lnTo>
                <a:lnTo>
                  <a:pt x="146799" y="384314"/>
                </a:lnTo>
                <a:lnTo>
                  <a:pt x="142417" y="389978"/>
                </a:lnTo>
                <a:lnTo>
                  <a:pt x="129959" y="397814"/>
                </a:lnTo>
                <a:lnTo>
                  <a:pt x="123291" y="399999"/>
                </a:lnTo>
                <a:lnTo>
                  <a:pt x="109042" y="401078"/>
                </a:lnTo>
                <a:close/>
              </a:path>
              <a:path w="348615" h="401319">
                <a:moveTo>
                  <a:pt x="326504" y="295617"/>
                </a:moveTo>
                <a:lnTo>
                  <a:pt x="297421" y="295617"/>
                </a:lnTo>
                <a:lnTo>
                  <a:pt x="297421" y="53009"/>
                </a:lnTo>
                <a:lnTo>
                  <a:pt x="326504" y="53009"/>
                </a:lnTo>
                <a:lnTo>
                  <a:pt x="326504" y="136182"/>
                </a:lnTo>
                <a:lnTo>
                  <a:pt x="332689" y="138239"/>
                </a:lnTo>
                <a:lnTo>
                  <a:pt x="337781" y="142836"/>
                </a:lnTo>
                <a:lnTo>
                  <a:pt x="341896" y="149847"/>
                </a:lnTo>
                <a:lnTo>
                  <a:pt x="345986" y="156984"/>
                </a:lnTo>
                <a:lnTo>
                  <a:pt x="348056" y="165176"/>
                </a:lnTo>
                <a:lnTo>
                  <a:pt x="348056" y="183591"/>
                </a:lnTo>
                <a:lnTo>
                  <a:pt x="345986" y="191655"/>
                </a:lnTo>
                <a:lnTo>
                  <a:pt x="337781" y="205600"/>
                </a:lnTo>
                <a:lnTo>
                  <a:pt x="332689" y="210070"/>
                </a:lnTo>
                <a:lnTo>
                  <a:pt x="326504" y="212191"/>
                </a:lnTo>
                <a:lnTo>
                  <a:pt x="326504" y="295617"/>
                </a:lnTo>
                <a:close/>
              </a:path>
              <a:path w="348615" h="401319">
                <a:moveTo>
                  <a:pt x="305358" y="348322"/>
                </a:moveTo>
                <a:lnTo>
                  <a:pt x="297421" y="348322"/>
                </a:lnTo>
                <a:lnTo>
                  <a:pt x="290663" y="339530"/>
                </a:lnTo>
                <a:lnTo>
                  <a:pt x="283248" y="330865"/>
                </a:lnTo>
                <a:lnTo>
                  <a:pt x="247615" y="297894"/>
                </a:lnTo>
                <a:lnTo>
                  <a:pt x="206251" y="270322"/>
                </a:lnTo>
                <a:lnTo>
                  <a:pt x="162674" y="251185"/>
                </a:lnTo>
                <a:lnTo>
                  <a:pt x="141554" y="246354"/>
                </a:lnTo>
                <a:lnTo>
                  <a:pt x="239046" y="246354"/>
                </a:lnTo>
                <a:lnTo>
                  <a:pt x="274632" y="273543"/>
                </a:lnTo>
                <a:lnTo>
                  <a:pt x="297421" y="295617"/>
                </a:lnTo>
                <a:lnTo>
                  <a:pt x="326504" y="295617"/>
                </a:lnTo>
                <a:lnTo>
                  <a:pt x="326504" y="308432"/>
                </a:lnTo>
                <a:lnTo>
                  <a:pt x="325971" y="316364"/>
                </a:lnTo>
                <a:lnTo>
                  <a:pt x="324366" y="323711"/>
                </a:lnTo>
                <a:lnTo>
                  <a:pt x="321676" y="330461"/>
                </a:lnTo>
                <a:lnTo>
                  <a:pt x="317893" y="336600"/>
                </a:lnTo>
                <a:lnTo>
                  <a:pt x="312178" y="344462"/>
                </a:lnTo>
                <a:lnTo>
                  <a:pt x="305358" y="34832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02919" y="4456176"/>
            <a:ext cx="3688079" cy="631190"/>
          </a:xfrm>
          <a:custGeom>
            <a:avLst/>
            <a:gdLst/>
            <a:ahLst/>
            <a:cxnLst/>
            <a:rect l="l" t="t" r="r" b="b"/>
            <a:pathLst>
              <a:path w="3688079" h="631189">
                <a:moveTo>
                  <a:pt x="3582924" y="630936"/>
                </a:moveTo>
                <a:lnTo>
                  <a:pt x="105156" y="630936"/>
                </a:lnTo>
                <a:lnTo>
                  <a:pt x="64007" y="622620"/>
                </a:lnTo>
                <a:lnTo>
                  <a:pt x="30508" y="600065"/>
                </a:lnTo>
                <a:lnTo>
                  <a:pt x="8043" y="566656"/>
                </a:lnTo>
                <a:lnTo>
                  <a:pt x="0" y="525779"/>
                </a:lnTo>
                <a:lnTo>
                  <a:pt x="0" y="105156"/>
                </a:lnTo>
                <a:lnTo>
                  <a:pt x="8043" y="64100"/>
                </a:lnTo>
                <a:lnTo>
                  <a:pt x="30508" y="30632"/>
                </a:lnTo>
                <a:lnTo>
                  <a:pt x="64007" y="8136"/>
                </a:lnTo>
                <a:lnTo>
                  <a:pt x="105156" y="0"/>
                </a:lnTo>
                <a:lnTo>
                  <a:pt x="3582924" y="0"/>
                </a:lnTo>
                <a:lnTo>
                  <a:pt x="3624029" y="8136"/>
                </a:lnTo>
                <a:lnTo>
                  <a:pt x="3657514" y="30632"/>
                </a:lnTo>
                <a:lnTo>
                  <a:pt x="3679993" y="64100"/>
                </a:lnTo>
                <a:lnTo>
                  <a:pt x="3688079" y="105156"/>
                </a:lnTo>
                <a:lnTo>
                  <a:pt x="3688079" y="525779"/>
                </a:lnTo>
                <a:lnTo>
                  <a:pt x="3679993" y="566656"/>
                </a:lnTo>
                <a:lnTo>
                  <a:pt x="3657514" y="600065"/>
                </a:lnTo>
                <a:lnTo>
                  <a:pt x="3624029" y="622620"/>
                </a:lnTo>
                <a:lnTo>
                  <a:pt x="3582924" y="630936"/>
                </a:lnTo>
                <a:close/>
              </a:path>
            </a:pathLst>
          </a:custGeom>
          <a:solidFill>
            <a:srgbClr val="1F4E79">
              <a:alpha val="760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88073" y="4646485"/>
            <a:ext cx="35566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6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我校学生参加</a:t>
            </a:r>
            <a:r>
              <a:rPr sz="1400" b="1" spc="-125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2018</a:t>
            </a:r>
            <a:r>
              <a:rPr sz="1400" b="1" spc="6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年哈佛大学暑期研修</a:t>
            </a:r>
            <a:r>
              <a:rPr sz="1400" b="1" spc="5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项</a:t>
            </a:r>
            <a:r>
              <a:rPr sz="1400" b="1" spc="5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目</a:t>
            </a:r>
            <a:endParaRPr sz="1400">
              <a:latin typeface="Kozuka Mincho Pr6N B" panose="02020800000000000000" charset="-128"/>
              <a:cs typeface="Kozuka Mincho Pr6N B" panose="02020800000000000000" charset="-128"/>
            </a:endParaRPr>
          </a:p>
        </p:txBody>
      </p:sp>
      <p:pic>
        <p:nvPicPr>
          <p:cNvPr id="16" name="音频 15">
            <a:hlinkClick r:id="" action="ppaction://media"/>
            <a:extLst>
              <a:ext uri="{FF2B5EF4-FFF2-40B4-BE49-F238E27FC236}">
                <a16:creationId xmlns:a16="http://schemas.microsoft.com/office/drawing/2014/main" id="{FBFA34C2-4D0C-413E-8EFF-F1D3B5713C7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455"/>
    </mc:Choice>
    <mc:Fallback>
      <p:transition spd="slow" advTm="845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82625" y="266941"/>
            <a:ext cx="297497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73075" algn="l"/>
                <a:tab pos="473075" algn="l"/>
              </a:tabLst>
            </a:pPr>
            <a:r>
              <a:rPr lang="zh-CN" altLang="en-US" sz="28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anose="020B0503020204020204" charset="-122"/>
              </a:rPr>
              <a:t>我们</a:t>
            </a:r>
            <a:r>
              <a:rPr sz="2800" dirty="0" err="1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的校园生</a:t>
            </a:r>
            <a:r>
              <a:rPr sz="2800" spc="-5" dirty="0" err="1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活</a:t>
            </a:r>
            <a:endParaRPr sz="28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12216" y="879182"/>
            <a:ext cx="10563860" cy="0"/>
          </a:xfrm>
          <a:custGeom>
            <a:avLst/>
            <a:gdLst/>
            <a:ahLst/>
            <a:cxnLst/>
            <a:rect l="l" t="t" r="r" b="b"/>
            <a:pathLst>
              <a:path w="10563860">
                <a:moveTo>
                  <a:pt x="0" y="0"/>
                </a:moveTo>
                <a:lnTo>
                  <a:pt x="10563707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024616" y="45719"/>
            <a:ext cx="1014983" cy="98450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4873434"/>
            <a:ext cx="12192000" cy="198456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35279" y="3808476"/>
            <a:ext cx="2360930" cy="521334"/>
          </a:xfrm>
          <a:prstGeom prst="rect">
            <a:avLst/>
          </a:prstGeom>
          <a:solidFill>
            <a:srgbClr val="C55A11">
              <a:alpha val="76899"/>
            </a:srgbClr>
          </a:solidFill>
        </p:spPr>
        <p:txBody>
          <a:bodyPr vert="horz" wrap="square" lIns="0" tIns="3619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85"/>
              </a:spcBef>
            </a:pPr>
            <a:r>
              <a:rPr sz="28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校园也是教</a:t>
            </a:r>
            <a:r>
              <a:rPr sz="2800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育</a:t>
            </a:r>
            <a:endParaRPr sz="2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5419" y="4396625"/>
            <a:ext cx="9520555" cy="2352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来这里，享受宁静、和谐、美好的校园生活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>
              <a:lnSpc>
                <a:spcPct val="100000"/>
              </a:lnSpc>
              <a:spcBef>
                <a:spcPts val="2235"/>
              </a:spcBef>
            </a:pPr>
            <a:r>
              <a:rPr sz="16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优</a:t>
            </a:r>
            <a:r>
              <a:rPr sz="16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美的校园</a:t>
            </a:r>
            <a:r>
              <a:rPr sz="160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sz="1400" dirty="0">
                <a:solidFill>
                  <a:srgbClr val="FFFFFF"/>
                </a:solidFill>
                <a:latin typeface="楷体" panose="02010609060101010101" charset="-122"/>
                <a:cs typeface="楷体" panose="02010609060101010101" charset="-122"/>
              </a:rPr>
              <a:t>夏日的思语湖、深秋的榕树林、夕阳下的月亮桥、夜幕下的广场喷泉，抒写的都是医大的故事</a:t>
            </a:r>
            <a:r>
              <a:rPr sz="1400" spc="5" dirty="0">
                <a:solidFill>
                  <a:srgbClr val="FFFFFF"/>
                </a:solidFill>
                <a:latin typeface="楷体" panose="02010609060101010101" charset="-122"/>
                <a:cs typeface="楷体" panose="02010609060101010101" charset="-122"/>
              </a:rPr>
              <a:t>…</a:t>
            </a:r>
            <a:endParaRPr sz="1400">
              <a:latin typeface="楷体" panose="02010609060101010101" charset="-122"/>
              <a:cs typeface="楷体" panose="02010609060101010101" charset="-122"/>
            </a:endParaRPr>
          </a:p>
          <a:p>
            <a:pPr marL="12700" marR="2583180">
              <a:lnSpc>
                <a:spcPct val="100000"/>
              </a:lnSpc>
            </a:pPr>
            <a:r>
              <a:rPr sz="16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景</a:t>
            </a:r>
            <a:r>
              <a:rPr sz="16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观</a:t>
            </a:r>
            <a:r>
              <a:rPr sz="16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的校园：</a:t>
            </a:r>
            <a:r>
              <a:rPr sz="1400" dirty="0">
                <a:solidFill>
                  <a:srgbClr val="FFFFFF"/>
                </a:solidFill>
                <a:latin typeface="楷体" panose="02010609060101010101" charset="-122"/>
                <a:cs typeface="楷体" panose="02010609060101010101" charset="-122"/>
              </a:rPr>
              <a:t>医大会堂、综合体育馆、大小罗马柱、老校区的基础楼，都是医大的标志 </a:t>
            </a:r>
            <a:r>
              <a:rPr sz="16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学</a:t>
            </a:r>
            <a:r>
              <a:rPr sz="16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习</a:t>
            </a:r>
            <a:r>
              <a:rPr sz="16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的校园：</a:t>
            </a:r>
            <a:r>
              <a:rPr sz="1400" dirty="0">
                <a:solidFill>
                  <a:srgbClr val="FFFFFF"/>
                </a:solidFill>
                <a:latin typeface="楷体" panose="02010609060101010101" charset="-122"/>
                <a:cs typeface="楷体" panose="02010609060101010101" charset="-122"/>
              </a:rPr>
              <a:t>图书馆、博思楼、逸夫楼、实验室，随处可见医大学子的奋战身</a:t>
            </a:r>
            <a:r>
              <a:rPr sz="1400" spc="5" dirty="0">
                <a:solidFill>
                  <a:srgbClr val="FFFFFF"/>
                </a:solidFill>
                <a:latin typeface="楷体" panose="02010609060101010101" charset="-122"/>
                <a:cs typeface="楷体" panose="02010609060101010101" charset="-122"/>
              </a:rPr>
              <a:t>影</a:t>
            </a:r>
            <a:endParaRPr sz="1400">
              <a:latin typeface="楷体" panose="02010609060101010101" charset="-122"/>
              <a:cs typeface="楷体" panose="02010609060101010101" charset="-122"/>
            </a:endParaRPr>
          </a:p>
          <a:p>
            <a:pPr marL="1168400" marR="5080" indent="-1155700">
              <a:lnSpc>
                <a:spcPts val="1730"/>
              </a:lnSpc>
              <a:spcBef>
                <a:spcPts val="215"/>
              </a:spcBef>
            </a:pPr>
            <a:r>
              <a:rPr sz="16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文化的校园：</a:t>
            </a:r>
            <a:r>
              <a:rPr sz="1400" spc="-5" dirty="0">
                <a:solidFill>
                  <a:srgbClr val="FFFFFF"/>
                </a:solidFill>
                <a:latin typeface="楷体" panose="02010609060101010101" charset="-122"/>
                <a:cs typeface="楷体" panose="02010609060101010101" charset="-122"/>
              </a:rPr>
              <a:t>133个学生社团、校园科技文化艺术节、迎新晚会、十佳歌手大赛、“高雅艺术进校园”、急救技能培训</a:t>
            </a:r>
            <a:r>
              <a:rPr sz="1400" dirty="0">
                <a:solidFill>
                  <a:srgbClr val="FFFFFF"/>
                </a:solidFill>
                <a:latin typeface="楷体" panose="02010609060101010101" charset="-122"/>
                <a:cs typeface="楷体" panose="02010609060101010101" charset="-122"/>
              </a:rPr>
              <a:t>、  “青春红丝带”校园行、义诊等活动，让医大的校园生活不单</a:t>
            </a:r>
            <a:r>
              <a:rPr sz="1400" spc="5" dirty="0">
                <a:solidFill>
                  <a:srgbClr val="FFFFFF"/>
                </a:solidFill>
                <a:latin typeface="楷体" panose="02010609060101010101" charset="-122"/>
                <a:cs typeface="楷体" panose="02010609060101010101" charset="-122"/>
              </a:rPr>
              <a:t>调</a:t>
            </a:r>
            <a:endParaRPr sz="1400">
              <a:latin typeface="楷体" panose="02010609060101010101" charset="-122"/>
              <a:cs typeface="楷体" panose="02010609060101010101" charset="-122"/>
            </a:endParaRPr>
          </a:p>
          <a:p>
            <a:pPr marL="12700">
              <a:lnSpc>
                <a:spcPts val="1845"/>
              </a:lnSpc>
            </a:pPr>
            <a:r>
              <a:rPr sz="16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活力的校园：</a:t>
            </a:r>
            <a:r>
              <a:rPr sz="1400" dirty="0">
                <a:solidFill>
                  <a:srgbClr val="FFFFFF"/>
                </a:solidFill>
                <a:latin typeface="楷体" panose="02010609060101010101" charset="-122"/>
                <a:cs typeface="楷体" panose="02010609060101010101" charset="-122"/>
              </a:rPr>
              <a:t>校运会、游泳赛、篮球赛、足球赛、啦啦操比赛等体育项目，为学生提供了强健体魄的平</a:t>
            </a:r>
            <a:r>
              <a:rPr sz="1400" spc="5" dirty="0">
                <a:solidFill>
                  <a:srgbClr val="FFFFFF"/>
                </a:solidFill>
                <a:latin typeface="楷体" panose="02010609060101010101" charset="-122"/>
                <a:cs typeface="楷体" panose="02010609060101010101" charset="-122"/>
              </a:rPr>
              <a:t>台</a:t>
            </a:r>
            <a:endParaRPr sz="1400">
              <a:latin typeface="楷体" panose="02010609060101010101" charset="-122"/>
              <a:cs typeface="楷体" panose="02010609060101010101" charset="-122"/>
            </a:endParaRPr>
          </a:p>
          <a:p>
            <a:pPr marL="12700">
              <a:lnSpc>
                <a:spcPct val="100000"/>
              </a:lnSpc>
            </a:pPr>
            <a:r>
              <a:rPr sz="16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幸福的校园：</a:t>
            </a:r>
            <a:r>
              <a:rPr sz="1400" dirty="0">
                <a:solidFill>
                  <a:srgbClr val="FFFFFF"/>
                </a:solidFill>
                <a:latin typeface="楷体" panose="02010609060101010101" charset="-122"/>
                <a:cs typeface="楷体" panose="02010609060101010101" charset="-122"/>
              </a:rPr>
              <a:t>囊括了全国各类美食的食堂、设施齐备的公寓宿舍以及便捷的校内外交通，在医大体验“舒适生活</a:t>
            </a:r>
            <a:r>
              <a:rPr sz="1400" spc="5" dirty="0">
                <a:solidFill>
                  <a:srgbClr val="FFFFFF"/>
                </a:solidFill>
                <a:latin typeface="楷体" panose="02010609060101010101" charset="-122"/>
                <a:cs typeface="楷体" panose="02010609060101010101" charset="-122"/>
              </a:rPr>
              <a:t>”</a:t>
            </a:r>
            <a:endParaRPr sz="1400">
              <a:latin typeface="楷体" panose="02010609060101010101" charset="-122"/>
              <a:cs typeface="楷体" panose="02010609060101010101" charset="-122"/>
            </a:endParaRPr>
          </a:p>
        </p:txBody>
      </p:sp>
      <p:pic>
        <p:nvPicPr>
          <p:cNvPr id="10" name="音频 9">
            <a:hlinkClick r:id="" action="ppaction://media"/>
            <a:extLst>
              <a:ext uri="{FF2B5EF4-FFF2-40B4-BE49-F238E27FC236}">
                <a16:creationId xmlns:a16="http://schemas.microsoft.com/office/drawing/2014/main" id="{6B160B66-5410-47AF-8E10-07043E9D75F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31"/>
    </mc:Choice>
    <mc:Fallback>
      <p:transition spd="slow" advTm="603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12216" y="879182"/>
            <a:ext cx="10563860" cy="0"/>
          </a:xfrm>
          <a:custGeom>
            <a:avLst/>
            <a:gdLst/>
            <a:ahLst/>
            <a:cxnLst/>
            <a:rect l="l" t="t" r="r" b="b"/>
            <a:pathLst>
              <a:path w="10563860">
                <a:moveTo>
                  <a:pt x="0" y="0"/>
                </a:moveTo>
                <a:lnTo>
                  <a:pt x="10563707" y="0"/>
                </a:lnTo>
              </a:path>
            </a:pathLst>
          </a:custGeom>
          <a:ln w="28575">
            <a:solidFill>
              <a:srgbClr val="2E54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948416" y="124968"/>
            <a:ext cx="1014983" cy="9845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12420" y="1389888"/>
            <a:ext cx="6262115" cy="418795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59422" y="5770651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3A3838"/>
                </a:solidFill>
                <a:latin typeface="微软雅黑" panose="020B0503020204020204" charset="-122"/>
                <a:cs typeface="微软雅黑" panose="020B0503020204020204" charset="-122"/>
              </a:rPr>
              <a:t>深秋的榕树林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964680" y="1406652"/>
            <a:ext cx="3912108" cy="218694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238513" y="3699941"/>
            <a:ext cx="1625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夕阳下的思语湖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321295" y="4277867"/>
            <a:ext cx="3555492" cy="237896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367604" y="6301435"/>
            <a:ext cx="1854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3A3838"/>
                </a:solidFill>
                <a:latin typeface="微软雅黑" panose="020B0503020204020204" charset="-122"/>
                <a:cs typeface="微软雅黑" panose="020B0503020204020204" charset="-122"/>
              </a:rPr>
              <a:t>夜幕下的广场喷泉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" name="音频 10">
            <a:hlinkClick r:id="" action="ppaction://media"/>
            <a:extLst>
              <a:ext uri="{FF2B5EF4-FFF2-40B4-BE49-F238E27FC236}">
                <a16:creationId xmlns:a16="http://schemas.microsoft.com/office/drawing/2014/main" id="{75E3DEF5-2787-42DA-9FE8-420C99F6A1E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695"/>
    </mc:Choice>
    <mc:Fallback>
      <p:transition spd="slow" advTm="569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 flipV="1">
            <a:off x="312216" y="879181"/>
            <a:ext cx="10563860" cy="45719"/>
          </a:xfrm>
          <a:custGeom>
            <a:avLst/>
            <a:gdLst/>
            <a:ahLst/>
            <a:cxnLst/>
            <a:rect l="l" t="t" r="r" b="b"/>
            <a:pathLst>
              <a:path w="10563860">
                <a:moveTo>
                  <a:pt x="0" y="0"/>
                </a:moveTo>
                <a:lnTo>
                  <a:pt x="10563707" y="0"/>
                </a:lnTo>
              </a:path>
            </a:pathLst>
          </a:custGeom>
          <a:ln w="28575">
            <a:solidFill>
              <a:srgbClr val="2E54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948416" y="124968"/>
            <a:ext cx="1014983" cy="9845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550714" y="6503901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 panose="020B0503020204020204" charset="-122"/>
                <a:cs typeface="微软雅黑" panose="020B0503020204020204" charset="-122"/>
              </a:rPr>
              <a:t>医大台江校区</a:t>
            </a:r>
            <a:endParaRPr sz="18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26262" y="1046457"/>
            <a:ext cx="10335768" cy="545744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音频 4">
            <a:hlinkClick r:id="" action="ppaction://media"/>
            <a:extLst>
              <a:ext uri="{FF2B5EF4-FFF2-40B4-BE49-F238E27FC236}">
                <a16:creationId xmlns:a16="http://schemas.microsoft.com/office/drawing/2014/main" id="{BDB408DC-0620-4064-94DC-22E840E679E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713"/>
    </mc:Choice>
    <mc:Fallback>
      <p:transition spd="slow" advTm="871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12216" y="879182"/>
            <a:ext cx="10563860" cy="0"/>
          </a:xfrm>
          <a:custGeom>
            <a:avLst/>
            <a:gdLst/>
            <a:ahLst/>
            <a:cxnLst/>
            <a:rect l="l" t="t" r="r" b="b"/>
            <a:pathLst>
              <a:path w="10563860">
                <a:moveTo>
                  <a:pt x="10563707" y="0"/>
                </a:moveTo>
                <a:lnTo>
                  <a:pt x="0" y="0"/>
                </a:lnTo>
              </a:path>
            </a:pathLst>
          </a:custGeom>
          <a:ln w="28575">
            <a:solidFill>
              <a:srgbClr val="2E54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948416" y="124968"/>
            <a:ext cx="1014983" cy="9845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00100" y="3963923"/>
            <a:ext cx="4687823" cy="289407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855514" y="4991290"/>
            <a:ext cx="528320" cy="1625600"/>
          </a:xfrm>
          <a:prstGeom prst="rect">
            <a:avLst/>
          </a:prstGeom>
        </p:spPr>
        <p:txBody>
          <a:bodyPr vert="eaVert" wrap="square" lIns="0" tIns="0" rIns="0" bIns="0" rtlCol="0">
            <a:spAutoFit/>
          </a:bodyPr>
          <a:lstStyle/>
          <a:p>
            <a:pPr marL="12700">
              <a:lnSpc>
                <a:spcPct val="65000"/>
              </a:lnSpc>
            </a:pPr>
            <a:r>
              <a:rPr sz="1800" b="1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校运会奋勇冲刺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的短跑选手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040880" y="3197352"/>
            <a:ext cx="4709159" cy="366064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059071" y="5065890"/>
            <a:ext cx="528320" cy="1854200"/>
          </a:xfrm>
          <a:prstGeom prst="rect">
            <a:avLst/>
          </a:prstGeom>
        </p:spPr>
        <p:txBody>
          <a:bodyPr vert="eaVert" wrap="square" lIns="0" tIns="0" rIns="0" bIns="0" rtlCol="0">
            <a:spAutoFit/>
          </a:bodyPr>
          <a:lstStyle/>
          <a:p>
            <a:pPr marL="12700">
              <a:lnSpc>
                <a:spcPct val="65000"/>
              </a:lnSpc>
            </a:pPr>
            <a:r>
              <a:rPr sz="1800" b="1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校运会健步如飞的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跨栏选手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489447" y="925068"/>
            <a:ext cx="4219955" cy="304037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96823" y="925067"/>
            <a:ext cx="4212335" cy="29337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755936" y="2216124"/>
            <a:ext cx="802640" cy="1397000"/>
          </a:xfrm>
          <a:prstGeom prst="rect">
            <a:avLst/>
          </a:prstGeom>
        </p:spPr>
        <p:txBody>
          <a:bodyPr vert="eaVert" wrap="square" lIns="0" tIns="0" rIns="0" bIns="0" rtlCol="0">
            <a:spAutoFit/>
          </a:bodyPr>
          <a:lstStyle/>
          <a:p>
            <a:pPr marL="12700">
              <a:lnSpc>
                <a:spcPct val="65000"/>
              </a:lnSpc>
            </a:pPr>
            <a:r>
              <a:rPr sz="1800" b="1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我校临床医学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marR="5080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部开展彩跑活动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949182" y="925068"/>
            <a:ext cx="677108" cy="174193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</a:rPr>
              <a:t>“青春献礼福医</a:t>
            </a:r>
            <a:r>
              <a:rPr lang="en-US" altLang="zh-CN" sz="1600" dirty="0">
                <a:solidFill>
                  <a:schemeClr val="bg1"/>
                </a:solidFill>
              </a:rPr>
              <a:t>80</a:t>
            </a:r>
            <a:r>
              <a:rPr lang="zh-CN" altLang="en-US" sz="1600" dirty="0">
                <a:solidFill>
                  <a:schemeClr val="bg1"/>
                </a:solidFill>
              </a:rPr>
              <a:t>周年”舞蹈大赛</a:t>
            </a:r>
          </a:p>
        </p:txBody>
      </p:sp>
      <p:pic>
        <p:nvPicPr>
          <p:cNvPr id="2" name="音频 1">
            <a:hlinkClick r:id="" action="ppaction://media"/>
            <a:extLst>
              <a:ext uri="{FF2B5EF4-FFF2-40B4-BE49-F238E27FC236}">
                <a16:creationId xmlns:a16="http://schemas.microsoft.com/office/drawing/2014/main" id="{7E32A1D7-1609-42B7-80E6-CD177CC084F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632"/>
    </mc:Choice>
    <mc:Fallback>
      <p:transition spd="slow" advTm="463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86874" y="2849257"/>
            <a:ext cx="5418455" cy="0"/>
          </a:xfrm>
          <a:custGeom>
            <a:avLst/>
            <a:gdLst/>
            <a:ahLst/>
            <a:cxnLst/>
            <a:rect l="l" t="t" r="r" b="b"/>
            <a:pathLst>
              <a:path w="5418455">
                <a:moveTo>
                  <a:pt x="0" y="0"/>
                </a:moveTo>
                <a:lnTo>
                  <a:pt x="5418239" y="0"/>
                </a:lnTo>
              </a:path>
            </a:pathLst>
          </a:custGeom>
          <a:ln w="19050">
            <a:solidFill>
              <a:srgbClr val="004097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3386874" y="4266628"/>
            <a:ext cx="5418455" cy="0"/>
          </a:xfrm>
          <a:custGeom>
            <a:avLst/>
            <a:gdLst/>
            <a:ahLst/>
            <a:cxnLst/>
            <a:rect l="l" t="t" r="r" b="b"/>
            <a:pathLst>
              <a:path w="5418455">
                <a:moveTo>
                  <a:pt x="0" y="0"/>
                </a:moveTo>
                <a:lnTo>
                  <a:pt x="5418239" y="0"/>
                </a:lnTo>
              </a:path>
            </a:pathLst>
          </a:custGeom>
          <a:ln w="19050">
            <a:solidFill>
              <a:srgbClr val="004097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3355835" y="3048000"/>
            <a:ext cx="5449494" cy="976549"/>
          </a:xfrm>
          <a:prstGeom prst="rect">
            <a:avLst/>
          </a:prstGeom>
        </p:spPr>
        <p:txBody>
          <a:bodyPr vert="horz" wrap="square" lIns="0" tIns="2965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335"/>
              </a:spcBef>
            </a:pPr>
            <a:r>
              <a:rPr lang="zh-CN" altLang="en-US" spc="5" dirty="0"/>
              <a:t>学院及招生专业</a:t>
            </a:r>
            <a:endParaRPr spc="5" dirty="0"/>
          </a:p>
        </p:txBody>
      </p:sp>
      <p:sp>
        <p:nvSpPr>
          <p:cNvPr id="5" name="object 5"/>
          <p:cNvSpPr/>
          <p:nvPr/>
        </p:nvSpPr>
        <p:spPr>
          <a:xfrm>
            <a:off x="5366002" y="1223326"/>
            <a:ext cx="1458595" cy="1457325"/>
          </a:xfrm>
          <a:custGeom>
            <a:avLst/>
            <a:gdLst/>
            <a:ahLst/>
            <a:cxnLst/>
            <a:rect l="l" t="t" r="r" b="b"/>
            <a:pathLst>
              <a:path w="1458595" h="1457325">
                <a:moveTo>
                  <a:pt x="729361" y="1457325"/>
                </a:moveTo>
                <a:lnTo>
                  <a:pt x="681451" y="1455775"/>
                </a:lnTo>
                <a:lnTo>
                  <a:pt x="634368" y="1451189"/>
                </a:lnTo>
                <a:lnTo>
                  <a:pt x="588208" y="1443663"/>
                </a:lnTo>
                <a:lnTo>
                  <a:pt x="543066" y="1433294"/>
                </a:lnTo>
                <a:lnTo>
                  <a:pt x="499037" y="1420176"/>
                </a:lnTo>
                <a:lnTo>
                  <a:pt x="456219" y="1404407"/>
                </a:lnTo>
                <a:lnTo>
                  <a:pt x="414706" y="1386083"/>
                </a:lnTo>
                <a:lnTo>
                  <a:pt x="374594" y="1365298"/>
                </a:lnTo>
                <a:lnTo>
                  <a:pt x="335980" y="1342150"/>
                </a:lnTo>
                <a:lnTo>
                  <a:pt x="298958" y="1316734"/>
                </a:lnTo>
                <a:lnTo>
                  <a:pt x="263626" y="1289146"/>
                </a:lnTo>
                <a:lnTo>
                  <a:pt x="230078" y="1259483"/>
                </a:lnTo>
                <a:lnTo>
                  <a:pt x="198410" y="1227840"/>
                </a:lnTo>
                <a:lnTo>
                  <a:pt x="168719" y="1194313"/>
                </a:lnTo>
                <a:lnTo>
                  <a:pt x="141100" y="1158999"/>
                </a:lnTo>
                <a:lnTo>
                  <a:pt x="115650" y="1121993"/>
                </a:lnTo>
                <a:lnTo>
                  <a:pt x="92463" y="1083392"/>
                </a:lnTo>
                <a:lnTo>
                  <a:pt x="71637" y="1043291"/>
                </a:lnTo>
                <a:lnTo>
                  <a:pt x="53267" y="1001786"/>
                </a:lnTo>
                <a:lnTo>
                  <a:pt x="37450" y="958974"/>
                </a:lnTo>
                <a:lnTo>
                  <a:pt x="24280" y="914951"/>
                </a:lnTo>
                <a:lnTo>
                  <a:pt x="13855" y="869812"/>
                </a:lnTo>
                <a:lnTo>
                  <a:pt x="6290" y="823851"/>
                </a:lnTo>
                <a:lnTo>
                  <a:pt x="1630" y="776796"/>
                </a:lnTo>
                <a:lnTo>
                  <a:pt x="0" y="728916"/>
                </a:lnTo>
                <a:lnTo>
                  <a:pt x="1630" y="680977"/>
                </a:lnTo>
                <a:lnTo>
                  <a:pt x="6290" y="633869"/>
                </a:lnTo>
                <a:lnTo>
                  <a:pt x="13923" y="587512"/>
                </a:lnTo>
                <a:lnTo>
                  <a:pt x="24360" y="542373"/>
                </a:lnTo>
                <a:lnTo>
                  <a:pt x="37537" y="498350"/>
                </a:lnTo>
                <a:lnTo>
                  <a:pt x="53358" y="455538"/>
                </a:lnTo>
                <a:lnTo>
                  <a:pt x="71728" y="414033"/>
                </a:lnTo>
                <a:lnTo>
                  <a:pt x="92553" y="373932"/>
                </a:lnTo>
                <a:lnTo>
                  <a:pt x="115735" y="335331"/>
                </a:lnTo>
                <a:lnTo>
                  <a:pt x="141181" y="298325"/>
                </a:lnTo>
                <a:lnTo>
                  <a:pt x="168793" y="263011"/>
                </a:lnTo>
                <a:lnTo>
                  <a:pt x="198477" y="229484"/>
                </a:lnTo>
                <a:lnTo>
                  <a:pt x="230137" y="197841"/>
                </a:lnTo>
                <a:lnTo>
                  <a:pt x="263678" y="168178"/>
                </a:lnTo>
                <a:lnTo>
                  <a:pt x="299003" y="140590"/>
                </a:lnTo>
                <a:lnTo>
                  <a:pt x="336017" y="115174"/>
                </a:lnTo>
                <a:lnTo>
                  <a:pt x="374624" y="92026"/>
                </a:lnTo>
                <a:lnTo>
                  <a:pt x="414729" y="71241"/>
                </a:lnTo>
                <a:lnTo>
                  <a:pt x="456236" y="52917"/>
                </a:lnTo>
                <a:lnTo>
                  <a:pt x="499050" y="37148"/>
                </a:lnTo>
                <a:lnTo>
                  <a:pt x="543074" y="24030"/>
                </a:lnTo>
                <a:lnTo>
                  <a:pt x="588212" y="13661"/>
                </a:lnTo>
                <a:lnTo>
                  <a:pt x="634370" y="6135"/>
                </a:lnTo>
                <a:lnTo>
                  <a:pt x="681452" y="1549"/>
                </a:lnTo>
                <a:lnTo>
                  <a:pt x="729361" y="0"/>
                </a:lnTo>
                <a:lnTo>
                  <a:pt x="777270" y="1549"/>
                </a:lnTo>
                <a:lnTo>
                  <a:pt x="824352" y="6135"/>
                </a:lnTo>
                <a:lnTo>
                  <a:pt x="870512" y="13661"/>
                </a:lnTo>
                <a:lnTo>
                  <a:pt x="915653" y="24031"/>
                </a:lnTo>
                <a:lnTo>
                  <a:pt x="959678" y="37150"/>
                </a:lnTo>
                <a:lnTo>
                  <a:pt x="1002493" y="52920"/>
                </a:lnTo>
                <a:lnTo>
                  <a:pt x="1044000" y="71247"/>
                </a:lnTo>
                <a:lnTo>
                  <a:pt x="1084104" y="92034"/>
                </a:lnTo>
                <a:lnTo>
                  <a:pt x="1122709" y="115186"/>
                </a:lnTo>
                <a:lnTo>
                  <a:pt x="1159718" y="140607"/>
                </a:lnTo>
                <a:lnTo>
                  <a:pt x="1195036" y="168200"/>
                </a:lnTo>
                <a:lnTo>
                  <a:pt x="1228566" y="197869"/>
                </a:lnTo>
                <a:lnTo>
                  <a:pt x="1260213" y="229520"/>
                </a:lnTo>
                <a:lnTo>
                  <a:pt x="1289879" y="263056"/>
                </a:lnTo>
                <a:lnTo>
                  <a:pt x="1317470" y="298380"/>
                </a:lnTo>
                <a:lnTo>
                  <a:pt x="1342888" y="335398"/>
                </a:lnTo>
                <a:lnTo>
                  <a:pt x="1366038" y="374012"/>
                </a:lnTo>
                <a:lnTo>
                  <a:pt x="1386823" y="414128"/>
                </a:lnTo>
                <a:lnTo>
                  <a:pt x="1405147" y="455649"/>
                </a:lnTo>
                <a:lnTo>
                  <a:pt x="1420914" y="498480"/>
                </a:lnTo>
                <a:lnTo>
                  <a:pt x="1434027" y="542524"/>
                </a:lnTo>
                <a:lnTo>
                  <a:pt x="1444390" y="587686"/>
                </a:lnTo>
                <a:lnTo>
                  <a:pt x="1451887" y="633671"/>
                </a:lnTo>
                <a:lnTo>
                  <a:pt x="1456473" y="680753"/>
                </a:lnTo>
                <a:lnTo>
                  <a:pt x="1458023" y="728662"/>
                </a:lnTo>
                <a:lnTo>
                  <a:pt x="1456473" y="776571"/>
                </a:lnTo>
                <a:lnTo>
                  <a:pt x="1451887" y="823653"/>
                </a:lnTo>
                <a:lnTo>
                  <a:pt x="1444322" y="869985"/>
                </a:lnTo>
                <a:lnTo>
                  <a:pt x="1433947" y="915101"/>
                </a:lnTo>
                <a:lnTo>
                  <a:pt x="1420827" y="959104"/>
                </a:lnTo>
                <a:lnTo>
                  <a:pt x="1405057" y="1001898"/>
                </a:lnTo>
                <a:lnTo>
                  <a:pt x="1386732" y="1043385"/>
                </a:lnTo>
                <a:lnTo>
                  <a:pt x="1365949" y="1083471"/>
                </a:lnTo>
                <a:lnTo>
                  <a:pt x="1342802" y="1122060"/>
                </a:lnTo>
                <a:lnTo>
                  <a:pt x="1317389" y="1159054"/>
                </a:lnTo>
                <a:lnTo>
                  <a:pt x="1289805" y="1194358"/>
                </a:lnTo>
                <a:lnTo>
                  <a:pt x="1260145" y="1227875"/>
                </a:lnTo>
                <a:lnTo>
                  <a:pt x="1228506" y="1259511"/>
                </a:lnTo>
                <a:lnTo>
                  <a:pt x="1194984" y="1289168"/>
                </a:lnTo>
                <a:lnTo>
                  <a:pt x="1159674" y="1316750"/>
                </a:lnTo>
                <a:lnTo>
                  <a:pt x="1122672" y="1342162"/>
                </a:lnTo>
                <a:lnTo>
                  <a:pt x="1084074" y="1365306"/>
                </a:lnTo>
                <a:lnTo>
                  <a:pt x="1043976" y="1386088"/>
                </a:lnTo>
                <a:lnTo>
                  <a:pt x="1002475" y="1404411"/>
                </a:lnTo>
                <a:lnTo>
                  <a:pt x="959666" y="1420178"/>
                </a:lnTo>
                <a:lnTo>
                  <a:pt x="915645" y="1433295"/>
                </a:lnTo>
                <a:lnTo>
                  <a:pt x="870507" y="1443664"/>
                </a:lnTo>
                <a:lnTo>
                  <a:pt x="824350" y="1451189"/>
                </a:lnTo>
                <a:lnTo>
                  <a:pt x="777269" y="1455775"/>
                </a:lnTo>
                <a:lnTo>
                  <a:pt x="729361" y="1457325"/>
                </a:lnTo>
                <a:close/>
              </a:path>
            </a:pathLst>
          </a:custGeom>
          <a:solidFill>
            <a:srgbClr val="004578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680328" y="1527809"/>
            <a:ext cx="829944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0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0</a:t>
            </a:r>
            <a:r>
              <a:rPr lang="en-US" sz="5400" b="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2</a:t>
            </a:r>
            <a:endParaRPr sz="54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音频 6">
            <a:hlinkClick r:id="" action="ppaction://media"/>
            <a:extLst>
              <a:ext uri="{FF2B5EF4-FFF2-40B4-BE49-F238E27FC236}">
                <a16:creationId xmlns:a16="http://schemas.microsoft.com/office/drawing/2014/main" id="{811E10DB-D674-49E6-A04E-F96A73F70BC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3211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78"/>
    </mc:Choice>
    <mc:Fallback>
      <p:transition spd="slow" advTm="307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6514" y="306044"/>
            <a:ext cx="251396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67665" algn="l"/>
                <a:tab pos="368300" algn="l"/>
              </a:tabLst>
            </a:pPr>
            <a:r>
              <a:rPr sz="2800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专业设置情</a:t>
            </a:r>
            <a:r>
              <a:rPr sz="2800" spc="-5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况</a:t>
            </a:r>
            <a:endParaRPr sz="28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12420" y="1269491"/>
            <a:ext cx="10665460" cy="5191125"/>
          </a:xfrm>
          <a:custGeom>
            <a:avLst/>
            <a:gdLst/>
            <a:ahLst/>
            <a:cxnLst/>
            <a:rect l="l" t="t" r="r" b="b"/>
            <a:pathLst>
              <a:path w="10665460" h="5191125">
                <a:moveTo>
                  <a:pt x="0" y="0"/>
                </a:moveTo>
                <a:lnTo>
                  <a:pt x="10664952" y="0"/>
                </a:lnTo>
                <a:lnTo>
                  <a:pt x="10664952" y="5190744"/>
                </a:lnTo>
                <a:lnTo>
                  <a:pt x="0" y="5190744"/>
                </a:lnTo>
                <a:lnTo>
                  <a:pt x="0" y="0"/>
                </a:lnTo>
                <a:close/>
              </a:path>
            </a:pathLst>
          </a:custGeom>
          <a:solidFill>
            <a:srgbClr val="0045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009376" y="172212"/>
            <a:ext cx="1014983" cy="9845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12216" y="973778"/>
            <a:ext cx="10563860" cy="0"/>
          </a:xfrm>
          <a:custGeom>
            <a:avLst/>
            <a:gdLst/>
            <a:ahLst/>
            <a:cxnLst/>
            <a:rect l="l" t="t" r="r" b="b"/>
            <a:pathLst>
              <a:path w="10563860">
                <a:moveTo>
                  <a:pt x="0" y="0"/>
                </a:moveTo>
                <a:lnTo>
                  <a:pt x="10563707" y="0"/>
                </a:lnTo>
              </a:path>
            </a:pathLst>
          </a:custGeom>
          <a:ln w="28587">
            <a:solidFill>
              <a:srgbClr val="0045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044365" y="2688094"/>
            <a:ext cx="3428149" cy="333762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53485" y="2984347"/>
            <a:ext cx="1730159" cy="113090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019651" y="2275522"/>
            <a:ext cx="1387919" cy="158097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804308" y="2085848"/>
            <a:ext cx="842238" cy="170529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304104" y="2045144"/>
            <a:ext cx="667956" cy="173004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686843" y="2057996"/>
            <a:ext cx="749947" cy="172469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044365" y="2688094"/>
            <a:ext cx="3428149" cy="333762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553485" y="2984347"/>
            <a:ext cx="1730159" cy="113090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019651" y="2275522"/>
            <a:ext cx="1387919" cy="158097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804308" y="2085848"/>
            <a:ext cx="842238" cy="1705292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304104" y="2045144"/>
            <a:ext cx="667956" cy="173004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686843" y="2057996"/>
            <a:ext cx="749947" cy="1724698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8318512" y="3498850"/>
            <a:ext cx="16205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医学类</a:t>
            </a:r>
            <a:r>
              <a:rPr sz="2400" b="1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18</a:t>
            </a:r>
            <a:r>
              <a:rPr sz="2400" b="1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个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92596" y="3479291"/>
            <a:ext cx="847725" cy="524510"/>
          </a:xfrm>
          <a:prstGeom prst="rect">
            <a:avLst/>
          </a:prstGeom>
          <a:solidFill>
            <a:srgbClr val="C55A11"/>
          </a:solidFill>
        </p:spPr>
        <p:txBody>
          <a:bodyPr vert="horz" wrap="square" lIns="0" tIns="26034" rIns="0" bIns="0" rtlCol="0">
            <a:spAutoFit/>
          </a:bodyPr>
          <a:lstStyle/>
          <a:p>
            <a:pPr marL="153670">
              <a:lnSpc>
                <a:spcPct val="100000"/>
              </a:lnSpc>
              <a:spcBef>
                <a:spcPts val="205"/>
              </a:spcBef>
            </a:pPr>
            <a:r>
              <a:rPr sz="28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69%</a:t>
            </a:r>
            <a:endParaRPr sz="28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734832" y="3371215"/>
            <a:ext cx="11277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理学</a:t>
            </a:r>
            <a:r>
              <a:rPr sz="2400" b="1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3</a:t>
            </a:r>
            <a:r>
              <a:rPr sz="2400" b="1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个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739896" y="3473196"/>
            <a:ext cx="638810" cy="401320"/>
          </a:xfrm>
          <a:prstGeom prst="rect">
            <a:avLst/>
          </a:prstGeom>
          <a:solidFill>
            <a:srgbClr val="8496AF"/>
          </a:solidFill>
        </p:spPr>
        <p:txBody>
          <a:bodyPr vert="horz" wrap="square" lIns="0" tIns="31750" rIns="0" bIns="0" rtlCol="0">
            <a:spAutoFit/>
          </a:bodyPr>
          <a:lstStyle/>
          <a:p>
            <a:pPr marL="127000">
              <a:lnSpc>
                <a:spcPct val="100000"/>
              </a:lnSpc>
              <a:spcBef>
                <a:spcPts val="250"/>
              </a:spcBef>
            </a:pPr>
            <a:r>
              <a:rPr sz="20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11%</a:t>
            </a:r>
            <a:endParaRPr sz="2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84285" y="2015070"/>
            <a:ext cx="11277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工学</a:t>
            </a:r>
            <a:r>
              <a:rPr sz="2400" b="1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2</a:t>
            </a:r>
            <a:r>
              <a:rPr sz="2400" b="1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个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377184" y="2023872"/>
            <a:ext cx="562610" cy="416559"/>
          </a:xfrm>
          <a:prstGeom prst="rect">
            <a:avLst/>
          </a:prstGeom>
          <a:solidFill>
            <a:srgbClr val="538235"/>
          </a:solidFill>
        </p:spPr>
        <p:txBody>
          <a:bodyPr vert="horz" wrap="square" lIns="0" tIns="31115" rIns="0" bIns="0" rtlCol="0">
            <a:spAutoFit/>
          </a:bodyPr>
          <a:lstStyle/>
          <a:p>
            <a:pPr marL="152400">
              <a:lnSpc>
                <a:spcPct val="100000"/>
              </a:lnSpc>
              <a:spcBef>
                <a:spcPts val="245"/>
              </a:spcBef>
            </a:pPr>
            <a:r>
              <a:rPr sz="20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8%</a:t>
            </a:r>
            <a:endParaRPr sz="2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996313" y="2512060"/>
            <a:ext cx="2366645" cy="0"/>
          </a:xfrm>
          <a:custGeom>
            <a:avLst/>
            <a:gdLst/>
            <a:ahLst/>
            <a:cxnLst/>
            <a:rect l="l" t="t" r="r" b="b"/>
            <a:pathLst>
              <a:path w="2366645">
                <a:moveTo>
                  <a:pt x="0" y="0"/>
                </a:moveTo>
                <a:lnTo>
                  <a:pt x="2366264" y="0"/>
                </a:lnTo>
              </a:path>
            </a:pathLst>
          </a:custGeom>
          <a:ln w="4952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648980" y="3865422"/>
            <a:ext cx="1936114" cy="0"/>
          </a:xfrm>
          <a:custGeom>
            <a:avLst/>
            <a:gdLst/>
            <a:ahLst/>
            <a:cxnLst/>
            <a:rect l="l" t="t" r="r" b="b"/>
            <a:pathLst>
              <a:path w="1936114">
                <a:moveTo>
                  <a:pt x="0" y="0"/>
                </a:moveTo>
                <a:lnTo>
                  <a:pt x="1935746" y="0"/>
                </a:lnTo>
              </a:path>
            </a:pathLst>
          </a:custGeom>
          <a:ln w="4861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270991" y="4003192"/>
            <a:ext cx="2748280" cy="0"/>
          </a:xfrm>
          <a:custGeom>
            <a:avLst/>
            <a:gdLst/>
            <a:ahLst/>
            <a:cxnLst/>
            <a:rect l="l" t="t" r="r" b="b"/>
            <a:pathLst>
              <a:path w="2748279">
                <a:moveTo>
                  <a:pt x="0" y="0"/>
                </a:moveTo>
                <a:lnTo>
                  <a:pt x="2748241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180620" y="2546908"/>
            <a:ext cx="3009265" cy="0"/>
          </a:xfrm>
          <a:custGeom>
            <a:avLst/>
            <a:gdLst/>
            <a:ahLst/>
            <a:cxnLst/>
            <a:rect l="l" t="t" r="r" b="b"/>
            <a:pathLst>
              <a:path w="3009265">
                <a:moveTo>
                  <a:pt x="0" y="0"/>
                </a:moveTo>
                <a:lnTo>
                  <a:pt x="3008668" y="0"/>
                </a:lnTo>
              </a:path>
            </a:pathLst>
          </a:custGeom>
          <a:ln w="3743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7852574" y="2066772"/>
            <a:ext cx="14325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管理学</a:t>
            </a:r>
            <a:r>
              <a:rPr sz="2400" b="1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1</a:t>
            </a:r>
            <a:r>
              <a:rPr sz="2400" b="1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个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139940" y="2040635"/>
            <a:ext cx="562610" cy="416559"/>
          </a:xfrm>
          <a:prstGeom prst="rect">
            <a:avLst/>
          </a:prstGeom>
          <a:solidFill>
            <a:srgbClr val="ECA1BD"/>
          </a:solidFill>
        </p:spPr>
        <p:txBody>
          <a:bodyPr vert="horz" wrap="square" lIns="0" tIns="32384" rIns="0" bIns="0" rtlCol="0">
            <a:spAutoFit/>
          </a:bodyPr>
          <a:lstStyle/>
          <a:p>
            <a:pPr marL="151765">
              <a:lnSpc>
                <a:spcPct val="100000"/>
              </a:lnSpc>
              <a:spcBef>
                <a:spcPts val="255"/>
              </a:spcBef>
            </a:pPr>
            <a:r>
              <a:rPr sz="20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4%</a:t>
            </a:r>
            <a:endParaRPr sz="2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852809" y="1895690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①</a:t>
            </a: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404421" y="1816100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②</a:t>
            </a: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435100" y="4717542"/>
            <a:ext cx="1942464" cy="82296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35"/>
              </a:spcBef>
              <a:tabLst>
                <a:tab pos="523875" algn="l"/>
              </a:tabLst>
            </a:pPr>
            <a:r>
              <a:rPr sz="20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①	</a:t>
            </a:r>
            <a:r>
              <a:rPr sz="2000" b="1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法学</a:t>
            </a:r>
            <a:r>
              <a:rPr sz="2000" b="1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1</a:t>
            </a:r>
            <a:r>
              <a:rPr sz="2000" b="1" spc="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个</a:t>
            </a:r>
            <a:r>
              <a:rPr sz="2000" b="1" spc="-10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4%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  <a:p>
            <a:pPr marL="28575">
              <a:lnSpc>
                <a:spcPct val="100000"/>
              </a:lnSpc>
              <a:spcBef>
                <a:spcPts val="740"/>
              </a:spcBef>
              <a:tabLst>
                <a:tab pos="540385" algn="l"/>
              </a:tabLst>
            </a:pPr>
            <a:r>
              <a:rPr sz="20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②	</a:t>
            </a:r>
            <a:r>
              <a:rPr sz="2000" b="1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文学</a:t>
            </a:r>
            <a:r>
              <a:rPr sz="2000" b="1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1</a:t>
            </a:r>
            <a:r>
              <a:rPr sz="2000" b="1" spc="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个</a:t>
            </a:r>
            <a:r>
              <a:rPr sz="2000" b="1" spc="-10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4%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827519" y="5949950"/>
            <a:ext cx="186672" cy="278129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036561" y="5928359"/>
            <a:ext cx="687235" cy="34226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749502" y="5928359"/>
            <a:ext cx="338581" cy="328294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107883" y="5923915"/>
            <a:ext cx="336499" cy="344170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472855" y="5928995"/>
            <a:ext cx="334073" cy="344804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944444" y="6177279"/>
            <a:ext cx="69532" cy="93980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9185275" y="5949950"/>
            <a:ext cx="177082" cy="273685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9403180" y="5949950"/>
            <a:ext cx="186568" cy="278129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9608311" y="5932170"/>
            <a:ext cx="345871" cy="338454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9967734" y="5927725"/>
            <a:ext cx="339623" cy="347979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0321252" y="5934075"/>
            <a:ext cx="343090" cy="320039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5" name="音频 44">
            <a:hlinkClick r:id="" action="ppaction://media"/>
            <a:extLst>
              <a:ext uri="{FF2B5EF4-FFF2-40B4-BE49-F238E27FC236}">
                <a16:creationId xmlns:a16="http://schemas.microsoft.com/office/drawing/2014/main" id="{4DD4AEB9-2622-4F2A-88B5-266883DBE6B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28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510"/>
    </mc:Choice>
    <mc:Fallback>
      <p:transition spd="slow" advTm="1151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5"/>
                </p:tgtEl>
              </p:cMediaNode>
            </p:audi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1167" y="330542"/>
            <a:ext cx="190817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73075" algn="l"/>
                <a:tab pos="473075" algn="l"/>
              </a:tabLst>
            </a:pPr>
            <a:r>
              <a:rPr sz="2800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招生专</a:t>
            </a:r>
            <a:r>
              <a:rPr sz="2800" spc="-5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业</a:t>
            </a:r>
            <a:endParaRPr sz="28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12216" y="973778"/>
            <a:ext cx="10563860" cy="0"/>
          </a:xfrm>
          <a:custGeom>
            <a:avLst/>
            <a:gdLst/>
            <a:ahLst/>
            <a:cxnLst/>
            <a:rect l="l" t="t" r="r" b="b"/>
            <a:pathLst>
              <a:path w="10563860">
                <a:moveTo>
                  <a:pt x="0" y="0"/>
                </a:moveTo>
                <a:lnTo>
                  <a:pt x="10563707" y="0"/>
                </a:lnTo>
              </a:path>
            </a:pathLst>
          </a:custGeom>
          <a:ln w="28587">
            <a:solidFill>
              <a:srgbClr val="0045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009376" y="172212"/>
            <a:ext cx="1014983" cy="9845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20419" y="14312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20419" y="146176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20419" y="14922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20419" y="152273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20419" y="15532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20419" y="15836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20419" y="161416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20419" y="16446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20419" y="16751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20419" y="17056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20419" y="17360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20419" y="17665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20419" y="17970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671320" y="14312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671320" y="146176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671320" y="14922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671320" y="152273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671320" y="15532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671320" y="15836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671320" y="161416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671320" y="16446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671320" y="16751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671320" y="17056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671320" y="17360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671320" y="17665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671320" y="17970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391534" y="14312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391534" y="146176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391534" y="14922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391534" y="152273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391534" y="15532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391534" y="15836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391534" y="161416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391534" y="16446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391534" y="16751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391534" y="17056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391534" y="17360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391534" y="17665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391534" y="17970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874134" y="14312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874134" y="146176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874134" y="14922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874134" y="152273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874134" y="15532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874134" y="15836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874134" y="161416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3874134" y="16446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3874134" y="16751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874134" y="17056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874134" y="17360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3874134" y="17665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874134" y="17970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820419" y="18554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820419" y="18859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820419" y="19164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820419" y="1946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820419" y="19773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820419" y="20078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820419" y="20383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820419" y="20688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820419" y="20993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820419" y="21297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820419" y="21602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820419" y="21907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820419" y="22212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820419" y="22821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820419" y="23126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820419" y="23431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820419" y="23736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820419" y="24041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820419" y="24345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820419" y="24650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820419" y="24955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820419" y="25260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820419" y="25565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820419" y="25869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820419" y="26174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820419" y="26479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820419" y="26784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82041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820419" y="27393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820419" y="27698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820419" y="28003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820419" y="28308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820419" y="28613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820419" y="28917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820419" y="29222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820419" y="29527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820419" y="29832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820419" y="30137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820419" y="30441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820419" y="30746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820419" y="31051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820419" y="31356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820419" y="31661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820419" y="31965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820419" y="32270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820419" y="32575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820419" y="32880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820419" y="33185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820419" y="33489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820419" y="33794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820419" y="34099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820419" y="34404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820419" y="34709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820419" y="35013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820419" y="35318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820419" y="35623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820419" y="35928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820419" y="36537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820419" y="36842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820419" y="37147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820419" y="37452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820419" y="37757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820419" y="38061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820419" y="38366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820419" y="38671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820419" y="38976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820419" y="39281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820419" y="39585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820419" y="39890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820419" y="40195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820419" y="40500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820419" y="40805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820419" y="41109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820419" y="41414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820419" y="41719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820419" y="42024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820419" y="42329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820419" y="42633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820419" y="42938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820419" y="43243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820419" y="43548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820419" y="43853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820419" y="44157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820419" y="44462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820419" y="44767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820419" y="45072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820419" y="45377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820419" y="45681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820419" y="45986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820419" y="46291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820419" y="46596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820419" y="46901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820419" y="47205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820419" y="47510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820419" y="47815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820419" y="48120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820419" y="48425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820419" y="48729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820419" y="49034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820419" y="49949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820419" y="50253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820419" y="50558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1"/>
          <p:cNvSpPr/>
          <p:nvPr/>
        </p:nvSpPr>
        <p:spPr>
          <a:xfrm>
            <a:off x="820419" y="50863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820419" y="51168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63"/>
          <p:cNvSpPr/>
          <p:nvPr/>
        </p:nvSpPr>
        <p:spPr>
          <a:xfrm>
            <a:off x="820419" y="51473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64"/>
          <p:cNvSpPr/>
          <p:nvPr/>
        </p:nvSpPr>
        <p:spPr>
          <a:xfrm>
            <a:off x="820419" y="51777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820419" y="52082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6"/>
          <p:cNvSpPr/>
          <p:nvPr/>
        </p:nvSpPr>
        <p:spPr>
          <a:xfrm>
            <a:off x="820419" y="52387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67"/>
          <p:cNvSpPr/>
          <p:nvPr/>
        </p:nvSpPr>
        <p:spPr>
          <a:xfrm>
            <a:off x="820419" y="52692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820419" y="52997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820419" y="53301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820419" y="53606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820419" y="53911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820419" y="54216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/>
          <p:cNvSpPr/>
          <p:nvPr/>
        </p:nvSpPr>
        <p:spPr>
          <a:xfrm>
            <a:off x="820419" y="54521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820419" y="54825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820419" y="55130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820419" y="55435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820419" y="55740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820419" y="56045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820419" y="56349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820419" y="56654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820419" y="56959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820419" y="57264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820419" y="57569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820419" y="57873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820419" y="58178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820419" y="58483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7"/>
          <p:cNvSpPr/>
          <p:nvPr/>
        </p:nvSpPr>
        <p:spPr>
          <a:xfrm>
            <a:off x="820419" y="58788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8"/>
          <p:cNvSpPr/>
          <p:nvPr/>
        </p:nvSpPr>
        <p:spPr>
          <a:xfrm>
            <a:off x="820419" y="59093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89"/>
          <p:cNvSpPr/>
          <p:nvPr/>
        </p:nvSpPr>
        <p:spPr>
          <a:xfrm>
            <a:off x="820419" y="59397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90"/>
          <p:cNvSpPr/>
          <p:nvPr/>
        </p:nvSpPr>
        <p:spPr>
          <a:xfrm>
            <a:off x="820419" y="59702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191"/>
          <p:cNvSpPr/>
          <p:nvPr/>
        </p:nvSpPr>
        <p:spPr>
          <a:xfrm>
            <a:off x="820419" y="60007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92"/>
          <p:cNvSpPr/>
          <p:nvPr/>
        </p:nvSpPr>
        <p:spPr>
          <a:xfrm>
            <a:off x="820419" y="60312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93"/>
          <p:cNvSpPr/>
          <p:nvPr/>
        </p:nvSpPr>
        <p:spPr>
          <a:xfrm>
            <a:off x="820419" y="60617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94"/>
          <p:cNvSpPr/>
          <p:nvPr/>
        </p:nvSpPr>
        <p:spPr>
          <a:xfrm>
            <a:off x="820419" y="60921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95"/>
          <p:cNvSpPr/>
          <p:nvPr/>
        </p:nvSpPr>
        <p:spPr>
          <a:xfrm>
            <a:off x="820419" y="61226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196"/>
          <p:cNvSpPr/>
          <p:nvPr/>
        </p:nvSpPr>
        <p:spPr>
          <a:xfrm>
            <a:off x="1671320" y="18554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97"/>
          <p:cNvSpPr/>
          <p:nvPr/>
        </p:nvSpPr>
        <p:spPr>
          <a:xfrm>
            <a:off x="1671320" y="18859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198"/>
          <p:cNvSpPr/>
          <p:nvPr/>
        </p:nvSpPr>
        <p:spPr>
          <a:xfrm>
            <a:off x="1671320" y="19164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199"/>
          <p:cNvSpPr/>
          <p:nvPr/>
        </p:nvSpPr>
        <p:spPr>
          <a:xfrm>
            <a:off x="1671320" y="1946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0"/>
          <p:cNvSpPr/>
          <p:nvPr/>
        </p:nvSpPr>
        <p:spPr>
          <a:xfrm>
            <a:off x="1671320" y="19773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201"/>
          <p:cNvSpPr/>
          <p:nvPr/>
        </p:nvSpPr>
        <p:spPr>
          <a:xfrm>
            <a:off x="1671320" y="20078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202"/>
          <p:cNvSpPr/>
          <p:nvPr/>
        </p:nvSpPr>
        <p:spPr>
          <a:xfrm>
            <a:off x="1671320" y="20383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object 203"/>
          <p:cNvSpPr/>
          <p:nvPr/>
        </p:nvSpPr>
        <p:spPr>
          <a:xfrm>
            <a:off x="1671320" y="20688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204"/>
          <p:cNvSpPr/>
          <p:nvPr/>
        </p:nvSpPr>
        <p:spPr>
          <a:xfrm>
            <a:off x="1671320" y="20993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object 205"/>
          <p:cNvSpPr/>
          <p:nvPr/>
        </p:nvSpPr>
        <p:spPr>
          <a:xfrm>
            <a:off x="1671320" y="21297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206"/>
          <p:cNvSpPr/>
          <p:nvPr/>
        </p:nvSpPr>
        <p:spPr>
          <a:xfrm>
            <a:off x="1671320" y="21602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object 207"/>
          <p:cNvSpPr/>
          <p:nvPr/>
        </p:nvSpPr>
        <p:spPr>
          <a:xfrm>
            <a:off x="1671320" y="21907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208"/>
          <p:cNvSpPr/>
          <p:nvPr/>
        </p:nvSpPr>
        <p:spPr>
          <a:xfrm>
            <a:off x="1671320" y="22212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object 209"/>
          <p:cNvSpPr/>
          <p:nvPr/>
        </p:nvSpPr>
        <p:spPr>
          <a:xfrm>
            <a:off x="1671320" y="22821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object 210"/>
          <p:cNvSpPr/>
          <p:nvPr/>
        </p:nvSpPr>
        <p:spPr>
          <a:xfrm>
            <a:off x="1671320" y="23126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object 211"/>
          <p:cNvSpPr/>
          <p:nvPr/>
        </p:nvSpPr>
        <p:spPr>
          <a:xfrm>
            <a:off x="1671320" y="23431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object 212"/>
          <p:cNvSpPr/>
          <p:nvPr/>
        </p:nvSpPr>
        <p:spPr>
          <a:xfrm>
            <a:off x="1671320" y="23736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object 213"/>
          <p:cNvSpPr/>
          <p:nvPr/>
        </p:nvSpPr>
        <p:spPr>
          <a:xfrm>
            <a:off x="1671320" y="24041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object 214"/>
          <p:cNvSpPr/>
          <p:nvPr/>
        </p:nvSpPr>
        <p:spPr>
          <a:xfrm>
            <a:off x="1671320" y="24345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object 215"/>
          <p:cNvSpPr/>
          <p:nvPr/>
        </p:nvSpPr>
        <p:spPr>
          <a:xfrm>
            <a:off x="1671320" y="24650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object 216"/>
          <p:cNvSpPr/>
          <p:nvPr/>
        </p:nvSpPr>
        <p:spPr>
          <a:xfrm>
            <a:off x="1671320" y="24955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object 217"/>
          <p:cNvSpPr/>
          <p:nvPr/>
        </p:nvSpPr>
        <p:spPr>
          <a:xfrm>
            <a:off x="1671320" y="25260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object 218"/>
          <p:cNvSpPr/>
          <p:nvPr/>
        </p:nvSpPr>
        <p:spPr>
          <a:xfrm>
            <a:off x="1671320" y="25565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object 219"/>
          <p:cNvSpPr/>
          <p:nvPr/>
        </p:nvSpPr>
        <p:spPr>
          <a:xfrm>
            <a:off x="1671320" y="25869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object 220"/>
          <p:cNvSpPr/>
          <p:nvPr/>
        </p:nvSpPr>
        <p:spPr>
          <a:xfrm>
            <a:off x="1671320" y="26174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object 221"/>
          <p:cNvSpPr/>
          <p:nvPr/>
        </p:nvSpPr>
        <p:spPr>
          <a:xfrm>
            <a:off x="1671320" y="26479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object 222"/>
          <p:cNvSpPr/>
          <p:nvPr/>
        </p:nvSpPr>
        <p:spPr>
          <a:xfrm>
            <a:off x="1671320" y="26784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" name="object 223"/>
          <p:cNvSpPr/>
          <p:nvPr/>
        </p:nvSpPr>
        <p:spPr>
          <a:xfrm>
            <a:off x="167132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" name="object 224"/>
          <p:cNvSpPr/>
          <p:nvPr/>
        </p:nvSpPr>
        <p:spPr>
          <a:xfrm>
            <a:off x="1671320" y="27393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" name="object 225"/>
          <p:cNvSpPr/>
          <p:nvPr/>
        </p:nvSpPr>
        <p:spPr>
          <a:xfrm>
            <a:off x="1671320" y="27698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" name="object 226"/>
          <p:cNvSpPr/>
          <p:nvPr/>
        </p:nvSpPr>
        <p:spPr>
          <a:xfrm>
            <a:off x="1671320" y="28003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object 227"/>
          <p:cNvSpPr/>
          <p:nvPr/>
        </p:nvSpPr>
        <p:spPr>
          <a:xfrm>
            <a:off x="1671320" y="28308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object 228"/>
          <p:cNvSpPr/>
          <p:nvPr/>
        </p:nvSpPr>
        <p:spPr>
          <a:xfrm>
            <a:off x="1671320" y="28613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object 229"/>
          <p:cNvSpPr/>
          <p:nvPr/>
        </p:nvSpPr>
        <p:spPr>
          <a:xfrm>
            <a:off x="1671320" y="28917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object 230"/>
          <p:cNvSpPr/>
          <p:nvPr/>
        </p:nvSpPr>
        <p:spPr>
          <a:xfrm>
            <a:off x="1671320" y="29222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object 231"/>
          <p:cNvSpPr/>
          <p:nvPr/>
        </p:nvSpPr>
        <p:spPr>
          <a:xfrm>
            <a:off x="1671320" y="29527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object 232"/>
          <p:cNvSpPr/>
          <p:nvPr/>
        </p:nvSpPr>
        <p:spPr>
          <a:xfrm>
            <a:off x="1671320" y="29832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object 233"/>
          <p:cNvSpPr/>
          <p:nvPr/>
        </p:nvSpPr>
        <p:spPr>
          <a:xfrm>
            <a:off x="1671320" y="30137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" name="object 234"/>
          <p:cNvSpPr/>
          <p:nvPr/>
        </p:nvSpPr>
        <p:spPr>
          <a:xfrm>
            <a:off x="1671320" y="30441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" name="object 235"/>
          <p:cNvSpPr/>
          <p:nvPr/>
        </p:nvSpPr>
        <p:spPr>
          <a:xfrm>
            <a:off x="1671320" y="30746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object 236"/>
          <p:cNvSpPr/>
          <p:nvPr/>
        </p:nvSpPr>
        <p:spPr>
          <a:xfrm>
            <a:off x="1671320" y="31051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object 237"/>
          <p:cNvSpPr/>
          <p:nvPr/>
        </p:nvSpPr>
        <p:spPr>
          <a:xfrm>
            <a:off x="1671320" y="31356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object 238"/>
          <p:cNvSpPr/>
          <p:nvPr/>
        </p:nvSpPr>
        <p:spPr>
          <a:xfrm>
            <a:off x="1671320" y="31661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object 239"/>
          <p:cNvSpPr/>
          <p:nvPr/>
        </p:nvSpPr>
        <p:spPr>
          <a:xfrm>
            <a:off x="1671320" y="31965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object 240"/>
          <p:cNvSpPr/>
          <p:nvPr/>
        </p:nvSpPr>
        <p:spPr>
          <a:xfrm>
            <a:off x="1671320" y="32270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" name="object 241"/>
          <p:cNvSpPr/>
          <p:nvPr/>
        </p:nvSpPr>
        <p:spPr>
          <a:xfrm>
            <a:off x="1671320" y="32575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" name="object 242"/>
          <p:cNvSpPr/>
          <p:nvPr/>
        </p:nvSpPr>
        <p:spPr>
          <a:xfrm>
            <a:off x="1671320" y="32880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" name="object 243"/>
          <p:cNvSpPr/>
          <p:nvPr/>
        </p:nvSpPr>
        <p:spPr>
          <a:xfrm>
            <a:off x="1671320" y="33185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" name="object 244"/>
          <p:cNvSpPr/>
          <p:nvPr/>
        </p:nvSpPr>
        <p:spPr>
          <a:xfrm>
            <a:off x="1671320" y="33489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" name="object 245"/>
          <p:cNvSpPr/>
          <p:nvPr/>
        </p:nvSpPr>
        <p:spPr>
          <a:xfrm>
            <a:off x="1671320" y="33794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" name="object 246"/>
          <p:cNvSpPr/>
          <p:nvPr/>
        </p:nvSpPr>
        <p:spPr>
          <a:xfrm>
            <a:off x="1671320" y="34099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7" name="object 247"/>
          <p:cNvSpPr/>
          <p:nvPr/>
        </p:nvSpPr>
        <p:spPr>
          <a:xfrm>
            <a:off x="1671320" y="34404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" name="object 248"/>
          <p:cNvSpPr/>
          <p:nvPr/>
        </p:nvSpPr>
        <p:spPr>
          <a:xfrm>
            <a:off x="1671320" y="34709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" name="object 249"/>
          <p:cNvSpPr/>
          <p:nvPr/>
        </p:nvSpPr>
        <p:spPr>
          <a:xfrm>
            <a:off x="1671320" y="35013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" name="object 250"/>
          <p:cNvSpPr/>
          <p:nvPr/>
        </p:nvSpPr>
        <p:spPr>
          <a:xfrm>
            <a:off x="1671320" y="35318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" name="object 251"/>
          <p:cNvSpPr/>
          <p:nvPr/>
        </p:nvSpPr>
        <p:spPr>
          <a:xfrm>
            <a:off x="1671320" y="35623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" name="object 252"/>
          <p:cNvSpPr/>
          <p:nvPr/>
        </p:nvSpPr>
        <p:spPr>
          <a:xfrm>
            <a:off x="1671320" y="35928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3" name="object 253"/>
          <p:cNvSpPr/>
          <p:nvPr/>
        </p:nvSpPr>
        <p:spPr>
          <a:xfrm>
            <a:off x="1671320" y="36537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" name="object 254"/>
          <p:cNvSpPr/>
          <p:nvPr/>
        </p:nvSpPr>
        <p:spPr>
          <a:xfrm>
            <a:off x="1671320" y="36842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" name="object 255"/>
          <p:cNvSpPr/>
          <p:nvPr/>
        </p:nvSpPr>
        <p:spPr>
          <a:xfrm>
            <a:off x="1671320" y="37147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" name="object 256"/>
          <p:cNvSpPr/>
          <p:nvPr/>
        </p:nvSpPr>
        <p:spPr>
          <a:xfrm>
            <a:off x="1671320" y="37452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" name="object 257"/>
          <p:cNvSpPr/>
          <p:nvPr/>
        </p:nvSpPr>
        <p:spPr>
          <a:xfrm>
            <a:off x="1671320" y="37757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" name="object 258"/>
          <p:cNvSpPr/>
          <p:nvPr/>
        </p:nvSpPr>
        <p:spPr>
          <a:xfrm>
            <a:off x="1671320" y="38061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9" name="object 259"/>
          <p:cNvSpPr/>
          <p:nvPr/>
        </p:nvSpPr>
        <p:spPr>
          <a:xfrm>
            <a:off x="1671320" y="38366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0" name="object 260"/>
          <p:cNvSpPr/>
          <p:nvPr/>
        </p:nvSpPr>
        <p:spPr>
          <a:xfrm>
            <a:off x="1671320" y="38671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1" name="object 261"/>
          <p:cNvSpPr/>
          <p:nvPr/>
        </p:nvSpPr>
        <p:spPr>
          <a:xfrm>
            <a:off x="1671320" y="38976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" name="object 262"/>
          <p:cNvSpPr/>
          <p:nvPr/>
        </p:nvSpPr>
        <p:spPr>
          <a:xfrm>
            <a:off x="1671320" y="39281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" name="object 263"/>
          <p:cNvSpPr/>
          <p:nvPr/>
        </p:nvSpPr>
        <p:spPr>
          <a:xfrm>
            <a:off x="1671320" y="39585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4" name="object 264"/>
          <p:cNvSpPr/>
          <p:nvPr/>
        </p:nvSpPr>
        <p:spPr>
          <a:xfrm>
            <a:off x="1671320" y="39890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" name="object 265"/>
          <p:cNvSpPr/>
          <p:nvPr/>
        </p:nvSpPr>
        <p:spPr>
          <a:xfrm>
            <a:off x="1671320" y="40195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" name="object 266"/>
          <p:cNvSpPr/>
          <p:nvPr/>
        </p:nvSpPr>
        <p:spPr>
          <a:xfrm>
            <a:off x="1671320" y="40500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7" name="object 267"/>
          <p:cNvSpPr/>
          <p:nvPr/>
        </p:nvSpPr>
        <p:spPr>
          <a:xfrm>
            <a:off x="1671320" y="40805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" name="object 268"/>
          <p:cNvSpPr/>
          <p:nvPr/>
        </p:nvSpPr>
        <p:spPr>
          <a:xfrm>
            <a:off x="1671320" y="41109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9" name="object 269"/>
          <p:cNvSpPr/>
          <p:nvPr/>
        </p:nvSpPr>
        <p:spPr>
          <a:xfrm>
            <a:off x="1671320" y="41414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0" name="object 270"/>
          <p:cNvSpPr/>
          <p:nvPr/>
        </p:nvSpPr>
        <p:spPr>
          <a:xfrm>
            <a:off x="1671320" y="41719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" name="object 271"/>
          <p:cNvSpPr/>
          <p:nvPr/>
        </p:nvSpPr>
        <p:spPr>
          <a:xfrm>
            <a:off x="1671320" y="42024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2" name="object 272"/>
          <p:cNvSpPr/>
          <p:nvPr/>
        </p:nvSpPr>
        <p:spPr>
          <a:xfrm>
            <a:off x="1671320" y="42329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3" name="object 273"/>
          <p:cNvSpPr/>
          <p:nvPr/>
        </p:nvSpPr>
        <p:spPr>
          <a:xfrm>
            <a:off x="1671320" y="42633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4" name="object 274"/>
          <p:cNvSpPr/>
          <p:nvPr/>
        </p:nvSpPr>
        <p:spPr>
          <a:xfrm>
            <a:off x="1671320" y="42938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5" name="object 275"/>
          <p:cNvSpPr/>
          <p:nvPr/>
        </p:nvSpPr>
        <p:spPr>
          <a:xfrm>
            <a:off x="1671320" y="43243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6" name="object 276"/>
          <p:cNvSpPr/>
          <p:nvPr/>
        </p:nvSpPr>
        <p:spPr>
          <a:xfrm>
            <a:off x="1671320" y="43548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7" name="object 277"/>
          <p:cNvSpPr/>
          <p:nvPr/>
        </p:nvSpPr>
        <p:spPr>
          <a:xfrm>
            <a:off x="1671320" y="43853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8" name="object 278"/>
          <p:cNvSpPr/>
          <p:nvPr/>
        </p:nvSpPr>
        <p:spPr>
          <a:xfrm>
            <a:off x="1671320" y="44157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9" name="object 279"/>
          <p:cNvSpPr/>
          <p:nvPr/>
        </p:nvSpPr>
        <p:spPr>
          <a:xfrm>
            <a:off x="1671320" y="44462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0" name="object 280"/>
          <p:cNvSpPr/>
          <p:nvPr/>
        </p:nvSpPr>
        <p:spPr>
          <a:xfrm>
            <a:off x="1671320" y="44767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1" name="object 281"/>
          <p:cNvSpPr/>
          <p:nvPr/>
        </p:nvSpPr>
        <p:spPr>
          <a:xfrm>
            <a:off x="1671320" y="45072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2" name="object 282"/>
          <p:cNvSpPr/>
          <p:nvPr/>
        </p:nvSpPr>
        <p:spPr>
          <a:xfrm>
            <a:off x="1671320" y="45377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3" name="object 283"/>
          <p:cNvSpPr/>
          <p:nvPr/>
        </p:nvSpPr>
        <p:spPr>
          <a:xfrm>
            <a:off x="1671320" y="45681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4" name="object 284"/>
          <p:cNvSpPr/>
          <p:nvPr/>
        </p:nvSpPr>
        <p:spPr>
          <a:xfrm>
            <a:off x="1671320" y="45986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5" name="object 285"/>
          <p:cNvSpPr/>
          <p:nvPr/>
        </p:nvSpPr>
        <p:spPr>
          <a:xfrm>
            <a:off x="1671320" y="46291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6" name="object 286"/>
          <p:cNvSpPr/>
          <p:nvPr/>
        </p:nvSpPr>
        <p:spPr>
          <a:xfrm>
            <a:off x="1671320" y="46596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7" name="object 287"/>
          <p:cNvSpPr/>
          <p:nvPr/>
        </p:nvSpPr>
        <p:spPr>
          <a:xfrm>
            <a:off x="1671320" y="46901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8" name="object 288"/>
          <p:cNvSpPr/>
          <p:nvPr/>
        </p:nvSpPr>
        <p:spPr>
          <a:xfrm>
            <a:off x="1671320" y="47205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9" name="object 289"/>
          <p:cNvSpPr/>
          <p:nvPr/>
        </p:nvSpPr>
        <p:spPr>
          <a:xfrm>
            <a:off x="1671320" y="47510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0" name="object 290"/>
          <p:cNvSpPr/>
          <p:nvPr/>
        </p:nvSpPr>
        <p:spPr>
          <a:xfrm>
            <a:off x="1671320" y="47815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1" name="object 291"/>
          <p:cNvSpPr/>
          <p:nvPr/>
        </p:nvSpPr>
        <p:spPr>
          <a:xfrm>
            <a:off x="1671320" y="48120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2" name="object 292"/>
          <p:cNvSpPr/>
          <p:nvPr/>
        </p:nvSpPr>
        <p:spPr>
          <a:xfrm>
            <a:off x="1671320" y="48425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3" name="object 293"/>
          <p:cNvSpPr/>
          <p:nvPr/>
        </p:nvSpPr>
        <p:spPr>
          <a:xfrm>
            <a:off x="1671320" y="48729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4" name="object 294"/>
          <p:cNvSpPr/>
          <p:nvPr/>
        </p:nvSpPr>
        <p:spPr>
          <a:xfrm>
            <a:off x="1671320" y="49034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5" name="object 295"/>
          <p:cNvSpPr/>
          <p:nvPr/>
        </p:nvSpPr>
        <p:spPr>
          <a:xfrm>
            <a:off x="1671320" y="49339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6" name="object 296"/>
          <p:cNvSpPr/>
          <p:nvPr/>
        </p:nvSpPr>
        <p:spPr>
          <a:xfrm>
            <a:off x="1671320" y="49949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7" name="object 297"/>
          <p:cNvSpPr/>
          <p:nvPr/>
        </p:nvSpPr>
        <p:spPr>
          <a:xfrm>
            <a:off x="1671320" y="50253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8" name="object 298"/>
          <p:cNvSpPr/>
          <p:nvPr/>
        </p:nvSpPr>
        <p:spPr>
          <a:xfrm>
            <a:off x="1671320" y="50558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9" name="object 299"/>
          <p:cNvSpPr/>
          <p:nvPr/>
        </p:nvSpPr>
        <p:spPr>
          <a:xfrm>
            <a:off x="1671320" y="50863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0" name="object 300"/>
          <p:cNvSpPr/>
          <p:nvPr/>
        </p:nvSpPr>
        <p:spPr>
          <a:xfrm>
            <a:off x="1671320" y="51168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1" name="object 301"/>
          <p:cNvSpPr/>
          <p:nvPr/>
        </p:nvSpPr>
        <p:spPr>
          <a:xfrm>
            <a:off x="1671320" y="51473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2" name="object 302"/>
          <p:cNvSpPr/>
          <p:nvPr/>
        </p:nvSpPr>
        <p:spPr>
          <a:xfrm>
            <a:off x="1671320" y="51777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3" name="object 303"/>
          <p:cNvSpPr/>
          <p:nvPr/>
        </p:nvSpPr>
        <p:spPr>
          <a:xfrm>
            <a:off x="1671320" y="52082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4" name="object 304"/>
          <p:cNvSpPr/>
          <p:nvPr/>
        </p:nvSpPr>
        <p:spPr>
          <a:xfrm>
            <a:off x="1671320" y="52387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5" name="object 305"/>
          <p:cNvSpPr/>
          <p:nvPr/>
        </p:nvSpPr>
        <p:spPr>
          <a:xfrm>
            <a:off x="1671320" y="52692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6" name="object 306"/>
          <p:cNvSpPr/>
          <p:nvPr/>
        </p:nvSpPr>
        <p:spPr>
          <a:xfrm>
            <a:off x="1671320" y="52997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7" name="object 307"/>
          <p:cNvSpPr/>
          <p:nvPr/>
        </p:nvSpPr>
        <p:spPr>
          <a:xfrm>
            <a:off x="1671320" y="53301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8" name="object 308"/>
          <p:cNvSpPr/>
          <p:nvPr/>
        </p:nvSpPr>
        <p:spPr>
          <a:xfrm>
            <a:off x="1671320" y="53606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9" name="object 309"/>
          <p:cNvSpPr/>
          <p:nvPr/>
        </p:nvSpPr>
        <p:spPr>
          <a:xfrm>
            <a:off x="1671320" y="53911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0" name="object 310"/>
          <p:cNvSpPr/>
          <p:nvPr/>
        </p:nvSpPr>
        <p:spPr>
          <a:xfrm>
            <a:off x="1671320" y="54216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1" name="object 311"/>
          <p:cNvSpPr/>
          <p:nvPr/>
        </p:nvSpPr>
        <p:spPr>
          <a:xfrm>
            <a:off x="1671320" y="54521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2" name="object 312"/>
          <p:cNvSpPr/>
          <p:nvPr/>
        </p:nvSpPr>
        <p:spPr>
          <a:xfrm>
            <a:off x="1671320" y="54825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3" name="object 313"/>
          <p:cNvSpPr/>
          <p:nvPr/>
        </p:nvSpPr>
        <p:spPr>
          <a:xfrm>
            <a:off x="1671320" y="55130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4" name="object 314"/>
          <p:cNvSpPr/>
          <p:nvPr/>
        </p:nvSpPr>
        <p:spPr>
          <a:xfrm>
            <a:off x="1671320" y="55435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5" name="object 315"/>
          <p:cNvSpPr/>
          <p:nvPr/>
        </p:nvSpPr>
        <p:spPr>
          <a:xfrm>
            <a:off x="1671320" y="55740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6" name="object 316"/>
          <p:cNvSpPr/>
          <p:nvPr/>
        </p:nvSpPr>
        <p:spPr>
          <a:xfrm>
            <a:off x="1671320" y="56045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7" name="object 317"/>
          <p:cNvSpPr/>
          <p:nvPr/>
        </p:nvSpPr>
        <p:spPr>
          <a:xfrm>
            <a:off x="1671320" y="56349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8" name="object 318"/>
          <p:cNvSpPr/>
          <p:nvPr/>
        </p:nvSpPr>
        <p:spPr>
          <a:xfrm>
            <a:off x="1671320" y="56654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9" name="object 319"/>
          <p:cNvSpPr/>
          <p:nvPr/>
        </p:nvSpPr>
        <p:spPr>
          <a:xfrm>
            <a:off x="1671320" y="56959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0" name="object 320"/>
          <p:cNvSpPr/>
          <p:nvPr/>
        </p:nvSpPr>
        <p:spPr>
          <a:xfrm>
            <a:off x="1671320" y="57264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1" name="object 321"/>
          <p:cNvSpPr/>
          <p:nvPr/>
        </p:nvSpPr>
        <p:spPr>
          <a:xfrm>
            <a:off x="1671320" y="57569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2" name="object 322"/>
          <p:cNvSpPr/>
          <p:nvPr/>
        </p:nvSpPr>
        <p:spPr>
          <a:xfrm>
            <a:off x="1671320" y="57873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3" name="object 323"/>
          <p:cNvSpPr/>
          <p:nvPr/>
        </p:nvSpPr>
        <p:spPr>
          <a:xfrm>
            <a:off x="1671320" y="58178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4" name="object 324"/>
          <p:cNvSpPr/>
          <p:nvPr/>
        </p:nvSpPr>
        <p:spPr>
          <a:xfrm>
            <a:off x="1671320" y="58483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5" name="object 325"/>
          <p:cNvSpPr/>
          <p:nvPr/>
        </p:nvSpPr>
        <p:spPr>
          <a:xfrm>
            <a:off x="1671320" y="58788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6" name="object 326"/>
          <p:cNvSpPr/>
          <p:nvPr/>
        </p:nvSpPr>
        <p:spPr>
          <a:xfrm>
            <a:off x="1671320" y="59093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7" name="object 327"/>
          <p:cNvSpPr/>
          <p:nvPr/>
        </p:nvSpPr>
        <p:spPr>
          <a:xfrm>
            <a:off x="1671320" y="59397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8" name="object 328"/>
          <p:cNvSpPr/>
          <p:nvPr/>
        </p:nvSpPr>
        <p:spPr>
          <a:xfrm>
            <a:off x="1671320" y="59702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9" name="object 329"/>
          <p:cNvSpPr/>
          <p:nvPr/>
        </p:nvSpPr>
        <p:spPr>
          <a:xfrm>
            <a:off x="1671320" y="60007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0" name="object 330"/>
          <p:cNvSpPr/>
          <p:nvPr/>
        </p:nvSpPr>
        <p:spPr>
          <a:xfrm>
            <a:off x="1671320" y="60312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1" name="object 331"/>
          <p:cNvSpPr/>
          <p:nvPr/>
        </p:nvSpPr>
        <p:spPr>
          <a:xfrm>
            <a:off x="1671320" y="60617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2" name="object 332"/>
          <p:cNvSpPr/>
          <p:nvPr/>
        </p:nvSpPr>
        <p:spPr>
          <a:xfrm>
            <a:off x="1671320" y="60921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3" name="object 333"/>
          <p:cNvSpPr/>
          <p:nvPr/>
        </p:nvSpPr>
        <p:spPr>
          <a:xfrm>
            <a:off x="1671320" y="61226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4" name="object 334"/>
          <p:cNvSpPr/>
          <p:nvPr/>
        </p:nvSpPr>
        <p:spPr>
          <a:xfrm>
            <a:off x="3391534" y="18554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5" name="object 335"/>
          <p:cNvSpPr/>
          <p:nvPr/>
        </p:nvSpPr>
        <p:spPr>
          <a:xfrm>
            <a:off x="3391534" y="18859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6" name="object 336"/>
          <p:cNvSpPr/>
          <p:nvPr/>
        </p:nvSpPr>
        <p:spPr>
          <a:xfrm>
            <a:off x="3391534" y="19164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7" name="object 337"/>
          <p:cNvSpPr/>
          <p:nvPr/>
        </p:nvSpPr>
        <p:spPr>
          <a:xfrm>
            <a:off x="3391534" y="1946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8" name="object 338"/>
          <p:cNvSpPr/>
          <p:nvPr/>
        </p:nvSpPr>
        <p:spPr>
          <a:xfrm>
            <a:off x="3391534" y="19773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9" name="object 339"/>
          <p:cNvSpPr/>
          <p:nvPr/>
        </p:nvSpPr>
        <p:spPr>
          <a:xfrm>
            <a:off x="3391534" y="20078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0" name="object 340"/>
          <p:cNvSpPr/>
          <p:nvPr/>
        </p:nvSpPr>
        <p:spPr>
          <a:xfrm>
            <a:off x="3391534" y="20383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1" name="object 341"/>
          <p:cNvSpPr/>
          <p:nvPr/>
        </p:nvSpPr>
        <p:spPr>
          <a:xfrm>
            <a:off x="3391534" y="20688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2" name="object 342"/>
          <p:cNvSpPr/>
          <p:nvPr/>
        </p:nvSpPr>
        <p:spPr>
          <a:xfrm>
            <a:off x="3391534" y="20993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3" name="object 343"/>
          <p:cNvSpPr/>
          <p:nvPr/>
        </p:nvSpPr>
        <p:spPr>
          <a:xfrm>
            <a:off x="3391534" y="21297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4" name="object 344"/>
          <p:cNvSpPr/>
          <p:nvPr/>
        </p:nvSpPr>
        <p:spPr>
          <a:xfrm>
            <a:off x="3391534" y="21602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5" name="object 345"/>
          <p:cNvSpPr/>
          <p:nvPr/>
        </p:nvSpPr>
        <p:spPr>
          <a:xfrm>
            <a:off x="3391534" y="21907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6" name="object 346"/>
          <p:cNvSpPr/>
          <p:nvPr/>
        </p:nvSpPr>
        <p:spPr>
          <a:xfrm>
            <a:off x="3391534" y="22212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7" name="object 347"/>
          <p:cNvSpPr/>
          <p:nvPr/>
        </p:nvSpPr>
        <p:spPr>
          <a:xfrm>
            <a:off x="3391534" y="22821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8" name="object 348"/>
          <p:cNvSpPr/>
          <p:nvPr/>
        </p:nvSpPr>
        <p:spPr>
          <a:xfrm>
            <a:off x="3391534" y="23126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9" name="object 349"/>
          <p:cNvSpPr/>
          <p:nvPr/>
        </p:nvSpPr>
        <p:spPr>
          <a:xfrm>
            <a:off x="3391534" y="23431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0" name="object 350"/>
          <p:cNvSpPr/>
          <p:nvPr/>
        </p:nvSpPr>
        <p:spPr>
          <a:xfrm>
            <a:off x="3391534" y="23736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1" name="object 351"/>
          <p:cNvSpPr/>
          <p:nvPr/>
        </p:nvSpPr>
        <p:spPr>
          <a:xfrm>
            <a:off x="3391534" y="24041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2" name="object 352"/>
          <p:cNvSpPr/>
          <p:nvPr/>
        </p:nvSpPr>
        <p:spPr>
          <a:xfrm>
            <a:off x="3391534" y="24345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3" name="object 353"/>
          <p:cNvSpPr/>
          <p:nvPr/>
        </p:nvSpPr>
        <p:spPr>
          <a:xfrm>
            <a:off x="3391534" y="24650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4" name="object 354"/>
          <p:cNvSpPr/>
          <p:nvPr/>
        </p:nvSpPr>
        <p:spPr>
          <a:xfrm>
            <a:off x="3391534" y="24955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5" name="object 355"/>
          <p:cNvSpPr/>
          <p:nvPr/>
        </p:nvSpPr>
        <p:spPr>
          <a:xfrm>
            <a:off x="3391534" y="25260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6" name="object 356"/>
          <p:cNvSpPr/>
          <p:nvPr/>
        </p:nvSpPr>
        <p:spPr>
          <a:xfrm>
            <a:off x="3391534" y="25565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7" name="object 357"/>
          <p:cNvSpPr/>
          <p:nvPr/>
        </p:nvSpPr>
        <p:spPr>
          <a:xfrm>
            <a:off x="3391534" y="25869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8" name="object 358"/>
          <p:cNvSpPr/>
          <p:nvPr/>
        </p:nvSpPr>
        <p:spPr>
          <a:xfrm>
            <a:off x="3391534" y="26174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9" name="object 359"/>
          <p:cNvSpPr/>
          <p:nvPr/>
        </p:nvSpPr>
        <p:spPr>
          <a:xfrm>
            <a:off x="3391534" y="26479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0" name="object 360"/>
          <p:cNvSpPr/>
          <p:nvPr/>
        </p:nvSpPr>
        <p:spPr>
          <a:xfrm>
            <a:off x="3391534" y="26784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1" name="object 361"/>
          <p:cNvSpPr/>
          <p:nvPr/>
        </p:nvSpPr>
        <p:spPr>
          <a:xfrm>
            <a:off x="3391534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2" name="object 362"/>
          <p:cNvSpPr/>
          <p:nvPr/>
        </p:nvSpPr>
        <p:spPr>
          <a:xfrm>
            <a:off x="3391534" y="27393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3" name="object 363"/>
          <p:cNvSpPr/>
          <p:nvPr/>
        </p:nvSpPr>
        <p:spPr>
          <a:xfrm>
            <a:off x="3391534" y="27698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4" name="object 364"/>
          <p:cNvSpPr/>
          <p:nvPr/>
        </p:nvSpPr>
        <p:spPr>
          <a:xfrm>
            <a:off x="3391534" y="28003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5" name="object 365"/>
          <p:cNvSpPr/>
          <p:nvPr/>
        </p:nvSpPr>
        <p:spPr>
          <a:xfrm>
            <a:off x="3391534" y="28308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6" name="object 366"/>
          <p:cNvSpPr/>
          <p:nvPr/>
        </p:nvSpPr>
        <p:spPr>
          <a:xfrm>
            <a:off x="3391534" y="28613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7" name="object 367"/>
          <p:cNvSpPr/>
          <p:nvPr/>
        </p:nvSpPr>
        <p:spPr>
          <a:xfrm>
            <a:off x="3391534" y="28917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8" name="object 368"/>
          <p:cNvSpPr/>
          <p:nvPr/>
        </p:nvSpPr>
        <p:spPr>
          <a:xfrm>
            <a:off x="3391534" y="29222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9" name="object 369"/>
          <p:cNvSpPr/>
          <p:nvPr/>
        </p:nvSpPr>
        <p:spPr>
          <a:xfrm>
            <a:off x="3391534" y="29527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0" name="object 370"/>
          <p:cNvSpPr/>
          <p:nvPr/>
        </p:nvSpPr>
        <p:spPr>
          <a:xfrm>
            <a:off x="3391534" y="29832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1" name="object 371"/>
          <p:cNvSpPr/>
          <p:nvPr/>
        </p:nvSpPr>
        <p:spPr>
          <a:xfrm>
            <a:off x="3391534" y="30137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2" name="object 372"/>
          <p:cNvSpPr/>
          <p:nvPr/>
        </p:nvSpPr>
        <p:spPr>
          <a:xfrm>
            <a:off x="3391534" y="30441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3" name="object 373"/>
          <p:cNvSpPr/>
          <p:nvPr/>
        </p:nvSpPr>
        <p:spPr>
          <a:xfrm>
            <a:off x="3391534" y="30746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4" name="object 374"/>
          <p:cNvSpPr/>
          <p:nvPr/>
        </p:nvSpPr>
        <p:spPr>
          <a:xfrm>
            <a:off x="3391534" y="31051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5" name="object 375"/>
          <p:cNvSpPr/>
          <p:nvPr/>
        </p:nvSpPr>
        <p:spPr>
          <a:xfrm>
            <a:off x="3391534" y="31356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6" name="object 376"/>
          <p:cNvSpPr/>
          <p:nvPr/>
        </p:nvSpPr>
        <p:spPr>
          <a:xfrm>
            <a:off x="3391534" y="31661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7" name="object 377"/>
          <p:cNvSpPr/>
          <p:nvPr/>
        </p:nvSpPr>
        <p:spPr>
          <a:xfrm>
            <a:off x="3391534" y="31965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8" name="object 378"/>
          <p:cNvSpPr/>
          <p:nvPr/>
        </p:nvSpPr>
        <p:spPr>
          <a:xfrm>
            <a:off x="3391534" y="32270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9" name="object 379"/>
          <p:cNvSpPr/>
          <p:nvPr/>
        </p:nvSpPr>
        <p:spPr>
          <a:xfrm>
            <a:off x="3391534" y="32575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0" name="object 380"/>
          <p:cNvSpPr/>
          <p:nvPr/>
        </p:nvSpPr>
        <p:spPr>
          <a:xfrm>
            <a:off x="3391534" y="32880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1" name="object 381"/>
          <p:cNvSpPr/>
          <p:nvPr/>
        </p:nvSpPr>
        <p:spPr>
          <a:xfrm>
            <a:off x="3391534" y="33185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2" name="object 382"/>
          <p:cNvSpPr/>
          <p:nvPr/>
        </p:nvSpPr>
        <p:spPr>
          <a:xfrm>
            <a:off x="3391534" y="33489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3" name="object 383"/>
          <p:cNvSpPr/>
          <p:nvPr/>
        </p:nvSpPr>
        <p:spPr>
          <a:xfrm>
            <a:off x="3391534" y="33794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4" name="object 384"/>
          <p:cNvSpPr/>
          <p:nvPr/>
        </p:nvSpPr>
        <p:spPr>
          <a:xfrm>
            <a:off x="3391534" y="34099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5" name="object 385"/>
          <p:cNvSpPr/>
          <p:nvPr/>
        </p:nvSpPr>
        <p:spPr>
          <a:xfrm>
            <a:off x="3391534" y="34404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6" name="object 386"/>
          <p:cNvSpPr/>
          <p:nvPr/>
        </p:nvSpPr>
        <p:spPr>
          <a:xfrm>
            <a:off x="3391534" y="34709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7" name="object 387"/>
          <p:cNvSpPr/>
          <p:nvPr/>
        </p:nvSpPr>
        <p:spPr>
          <a:xfrm>
            <a:off x="3391534" y="35013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8" name="object 388"/>
          <p:cNvSpPr/>
          <p:nvPr/>
        </p:nvSpPr>
        <p:spPr>
          <a:xfrm>
            <a:off x="3391534" y="35318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9" name="object 389"/>
          <p:cNvSpPr/>
          <p:nvPr/>
        </p:nvSpPr>
        <p:spPr>
          <a:xfrm>
            <a:off x="3391534" y="35623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0" name="object 390"/>
          <p:cNvSpPr/>
          <p:nvPr/>
        </p:nvSpPr>
        <p:spPr>
          <a:xfrm>
            <a:off x="3391534" y="35928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1" name="object 391"/>
          <p:cNvSpPr/>
          <p:nvPr/>
        </p:nvSpPr>
        <p:spPr>
          <a:xfrm>
            <a:off x="3391534" y="36537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2" name="object 392"/>
          <p:cNvSpPr/>
          <p:nvPr/>
        </p:nvSpPr>
        <p:spPr>
          <a:xfrm>
            <a:off x="3391534" y="36842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3" name="object 393"/>
          <p:cNvSpPr/>
          <p:nvPr/>
        </p:nvSpPr>
        <p:spPr>
          <a:xfrm>
            <a:off x="3391534" y="37147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4" name="object 394"/>
          <p:cNvSpPr/>
          <p:nvPr/>
        </p:nvSpPr>
        <p:spPr>
          <a:xfrm>
            <a:off x="3391534" y="37452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5" name="object 395"/>
          <p:cNvSpPr/>
          <p:nvPr/>
        </p:nvSpPr>
        <p:spPr>
          <a:xfrm>
            <a:off x="3391534" y="37757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6" name="object 396"/>
          <p:cNvSpPr/>
          <p:nvPr/>
        </p:nvSpPr>
        <p:spPr>
          <a:xfrm>
            <a:off x="3391534" y="38061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7" name="object 397"/>
          <p:cNvSpPr/>
          <p:nvPr/>
        </p:nvSpPr>
        <p:spPr>
          <a:xfrm>
            <a:off x="3391534" y="38366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8" name="object 398"/>
          <p:cNvSpPr/>
          <p:nvPr/>
        </p:nvSpPr>
        <p:spPr>
          <a:xfrm>
            <a:off x="3391534" y="38671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9" name="object 399"/>
          <p:cNvSpPr/>
          <p:nvPr/>
        </p:nvSpPr>
        <p:spPr>
          <a:xfrm>
            <a:off x="3391534" y="38976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0" name="object 400"/>
          <p:cNvSpPr/>
          <p:nvPr/>
        </p:nvSpPr>
        <p:spPr>
          <a:xfrm>
            <a:off x="3391534" y="39281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1" name="object 401"/>
          <p:cNvSpPr/>
          <p:nvPr/>
        </p:nvSpPr>
        <p:spPr>
          <a:xfrm>
            <a:off x="3391534" y="39585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2" name="object 402"/>
          <p:cNvSpPr/>
          <p:nvPr/>
        </p:nvSpPr>
        <p:spPr>
          <a:xfrm>
            <a:off x="3391534" y="39890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3" name="object 403"/>
          <p:cNvSpPr/>
          <p:nvPr/>
        </p:nvSpPr>
        <p:spPr>
          <a:xfrm>
            <a:off x="3391534" y="40195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4" name="object 404"/>
          <p:cNvSpPr/>
          <p:nvPr/>
        </p:nvSpPr>
        <p:spPr>
          <a:xfrm>
            <a:off x="3391534" y="40500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5" name="object 405"/>
          <p:cNvSpPr/>
          <p:nvPr/>
        </p:nvSpPr>
        <p:spPr>
          <a:xfrm>
            <a:off x="3391534" y="40805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6" name="object 406"/>
          <p:cNvSpPr/>
          <p:nvPr/>
        </p:nvSpPr>
        <p:spPr>
          <a:xfrm>
            <a:off x="3391534" y="41109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7" name="object 407"/>
          <p:cNvSpPr/>
          <p:nvPr/>
        </p:nvSpPr>
        <p:spPr>
          <a:xfrm>
            <a:off x="3391534" y="41414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8" name="object 408"/>
          <p:cNvSpPr/>
          <p:nvPr/>
        </p:nvSpPr>
        <p:spPr>
          <a:xfrm>
            <a:off x="3391534" y="41719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9" name="object 409"/>
          <p:cNvSpPr/>
          <p:nvPr/>
        </p:nvSpPr>
        <p:spPr>
          <a:xfrm>
            <a:off x="3391534" y="42024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0" name="object 410"/>
          <p:cNvSpPr/>
          <p:nvPr/>
        </p:nvSpPr>
        <p:spPr>
          <a:xfrm>
            <a:off x="3391534" y="42329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1" name="object 411"/>
          <p:cNvSpPr/>
          <p:nvPr/>
        </p:nvSpPr>
        <p:spPr>
          <a:xfrm>
            <a:off x="3391534" y="42633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2" name="object 412"/>
          <p:cNvSpPr/>
          <p:nvPr/>
        </p:nvSpPr>
        <p:spPr>
          <a:xfrm>
            <a:off x="3391534" y="42938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3" name="object 413"/>
          <p:cNvSpPr/>
          <p:nvPr/>
        </p:nvSpPr>
        <p:spPr>
          <a:xfrm>
            <a:off x="3391534" y="43243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4" name="object 414"/>
          <p:cNvSpPr/>
          <p:nvPr/>
        </p:nvSpPr>
        <p:spPr>
          <a:xfrm>
            <a:off x="3391534" y="43548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5" name="object 415"/>
          <p:cNvSpPr/>
          <p:nvPr/>
        </p:nvSpPr>
        <p:spPr>
          <a:xfrm>
            <a:off x="3391534" y="43853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6" name="object 416"/>
          <p:cNvSpPr/>
          <p:nvPr/>
        </p:nvSpPr>
        <p:spPr>
          <a:xfrm>
            <a:off x="3391534" y="44157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7" name="object 417"/>
          <p:cNvSpPr/>
          <p:nvPr/>
        </p:nvSpPr>
        <p:spPr>
          <a:xfrm>
            <a:off x="3391534" y="44462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8" name="object 418"/>
          <p:cNvSpPr/>
          <p:nvPr/>
        </p:nvSpPr>
        <p:spPr>
          <a:xfrm>
            <a:off x="3391534" y="44767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9" name="object 419"/>
          <p:cNvSpPr/>
          <p:nvPr/>
        </p:nvSpPr>
        <p:spPr>
          <a:xfrm>
            <a:off x="3391534" y="45072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0" name="object 420"/>
          <p:cNvSpPr/>
          <p:nvPr/>
        </p:nvSpPr>
        <p:spPr>
          <a:xfrm>
            <a:off x="3391534" y="45377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1" name="object 421"/>
          <p:cNvSpPr/>
          <p:nvPr/>
        </p:nvSpPr>
        <p:spPr>
          <a:xfrm>
            <a:off x="3391534" y="45681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2" name="object 422"/>
          <p:cNvSpPr/>
          <p:nvPr/>
        </p:nvSpPr>
        <p:spPr>
          <a:xfrm>
            <a:off x="3391534" y="45986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3" name="object 423"/>
          <p:cNvSpPr/>
          <p:nvPr/>
        </p:nvSpPr>
        <p:spPr>
          <a:xfrm>
            <a:off x="3391534" y="46291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4" name="object 424"/>
          <p:cNvSpPr/>
          <p:nvPr/>
        </p:nvSpPr>
        <p:spPr>
          <a:xfrm>
            <a:off x="3391534" y="46596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5" name="object 425"/>
          <p:cNvSpPr/>
          <p:nvPr/>
        </p:nvSpPr>
        <p:spPr>
          <a:xfrm>
            <a:off x="3391534" y="46901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6" name="object 426"/>
          <p:cNvSpPr/>
          <p:nvPr/>
        </p:nvSpPr>
        <p:spPr>
          <a:xfrm>
            <a:off x="3391534" y="47205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7" name="object 427"/>
          <p:cNvSpPr/>
          <p:nvPr/>
        </p:nvSpPr>
        <p:spPr>
          <a:xfrm>
            <a:off x="3391534" y="47510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8" name="object 428"/>
          <p:cNvSpPr/>
          <p:nvPr/>
        </p:nvSpPr>
        <p:spPr>
          <a:xfrm>
            <a:off x="3391534" y="47815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9" name="object 429"/>
          <p:cNvSpPr/>
          <p:nvPr/>
        </p:nvSpPr>
        <p:spPr>
          <a:xfrm>
            <a:off x="3391534" y="48120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0" name="object 430"/>
          <p:cNvSpPr/>
          <p:nvPr/>
        </p:nvSpPr>
        <p:spPr>
          <a:xfrm>
            <a:off x="3391534" y="48425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1" name="object 431"/>
          <p:cNvSpPr/>
          <p:nvPr/>
        </p:nvSpPr>
        <p:spPr>
          <a:xfrm>
            <a:off x="3391534" y="48729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2" name="object 432"/>
          <p:cNvSpPr/>
          <p:nvPr/>
        </p:nvSpPr>
        <p:spPr>
          <a:xfrm>
            <a:off x="3391534" y="49034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3" name="object 433"/>
          <p:cNvSpPr/>
          <p:nvPr/>
        </p:nvSpPr>
        <p:spPr>
          <a:xfrm>
            <a:off x="3391534" y="49339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4" name="object 434"/>
          <p:cNvSpPr/>
          <p:nvPr/>
        </p:nvSpPr>
        <p:spPr>
          <a:xfrm>
            <a:off x="3391534" y="49949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5" name="object 435"/>
          <p:cNvSpPr/>
          <p:nvPr/>
        </p:nvSpPr>
        <p:spPr>
          <a:xfrm>
            <a:off x="3391534" y="50253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6" name="object 436"/>
          <p:cNvSpPr/>
          <p:nvPr/>
        </p:nvSpPr>
        <p:spPr>
          <a:xfrm>
            <a:off x="3391534" y="50558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7" name="object 437"/>
          <p:cNvSpPr/>
          <p:nvPr/>
        </p:nvSpPr>
        <p:spPr>
          <a:xfrm>
            <a:off x="3391534" y="50863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8" name="object 438"/>
          <p:cNvSpPr/>
          <p:nvPr/>
        </p:nvSpPr>
        <p:spPr>
          <a:xfrm>
            <a:off x="3391534" y="51168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9" name="object 439"/>
          <p:cNvSpPr/>
          <p:nvPr/>
        </p:nvSpPr>
        <p:spPr>
          <a:xfrm>
            <a:off x="3391534" y="51473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0" name="object 440"/>
          <p:cNvSpPr/>
          <p:nvPr/>
        </p:nvSpPr>
        <p:spPr>
          <a:xfrm>
            <a:off x="3391534" y="51777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1" name="object 441"/>
          <p:cNvSpPr/>
          <p:nvPr/>
        </p:nvSpPr>
        <p:spPr>
          <a:xfrm>
            <a:off x="3391534" y="52082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2" name="object 442"/>
          <p:cNvSpPr/>
          <p:nvPr/>
        </p:nvSpPr>
        <p:spPr>
          <a:xfrm>
            <a:off x="3391534" y="52387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3" name="object 443"/>
          <p:cNvSpPr/>
          <p:nvPr/>
        </p:nvSpPr>
        <p:spPr>
          <a:xfrm>
            <a:off x="3391534" y="52692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4" name="object 444"/>
          <p:cNvSpPr/>
          <p:nvPr/>
        </p:nvSpPr>
        <p:spPr>
          <a:xfrm>
            <a:off x="3391534" y="52997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5" name="object 445"/>
          <p:cNvSpPr/>
          <p:nvPr/>
        </p:nvSpPr>
        <p:spPr>
          <a:xfrm>
            <a:off x="3391534" y="53301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6" name="object 446"/>
          <p:cNvSpPr/>
          <p:nvPr/>
        </p:nvSpPr>
        <p:spPr>
          <a:xfrm>
            <a:off x="3391534" y="53606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7" name="object 447"/>
          <p:cNvSpPr/>
          <p:nvPr/>
        </p:nvSpPr>
        <p:spPr>
          <a:xfrm>
            <a:off x="3391534" y="53911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8" name="object 448"/>
          <p:cNvSpPr/>
          <p:nvPr/>
        </p:nvSpPr>
        <p:spPr>
          <a:xfrm>
            <a:off x="3391534" y="54216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9" name="object 449"/>
          <p:cNvSpPr/>
          <p:nvPr/>
        </p:nvSpPr>
        <p:spPr>
          <a:xfrm>
            <a:off x="3391534" y="54521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0" name="object 450"/>
          <p:cNvSpPr/>
          <p:nvPr/>
        </p:nvSpPr>
        <p:spPr>
          <a:xfrm>
            <a:off x="3391534" y="54825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1" name="object 451"/>
          <p:cNvSpPr/>
          <p:nvPr/>
        </p:nvSpPr>
        <p:spPr>
          <a:xfrm>
            <a:off x="3391534" y="55130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2" name="object 452"/>
          <p:cNvSpPr/>
          <p:nvPr/>
        </p:nvSpPr>
        <p:spPr>
          <a:xfrm>
            <a:off x="3391534" y="55435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3" name="object 453"/>
          <p:cNvSpPr/>
          <p:nvPr/>
        </p:nvSpPr>
        <p:spPr>
          <a:xfrm>
            <a:off x="3391534" y="55740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4" name="object 454"/>
          <p:cNvSpPr/>
          <p:nvPr/>
        </p:nvSpPr>
        <p:spPr>
          <a:xfrm>
            <a:off x="3391534" y="56045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5" name="object 455"/>
          <p:cNvSpPr/>
          <p:nvPr/>
        </p:nvSpPr>
        <p:spPr>
          <a:xfrm>
            <a:off x="3391534" y="56349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6" name="object 456"/>
          <p:cNvSpPr/>
          <p:nvPr/>
        </p:nvSpPr>
        <p:spPr>
          <a:xfrm>
            <a:off x="3391534" y="56654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7" name="object 457"/>
          <p:cNvSpPr/>
          <p:nvPr/>
        </p:nvSpPr>
        <p:spPr>
          <a:xfrm>
            <a:off x="3391534" y="56959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8" name="object 458"/>
          <p:cNvSpPr/>
          <p:nvPr/>
        </p:nvSpPr>
        <p:spPr>
          <a:xfrm>
            <a:off x="3391534" y="57264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9" name="object 459"/>
          <p:cNvSpPr/>
          <p:nvPr/>
        </p:nvSpPr>
        <p:spPr>
          <a:xfrm>
            <a:off x="3391534" y="57569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0" name="object 460"/>
          <p:cNvSpPr/>
          <p:nvPr/>
        </p:nvSpPr>
        <p:spPr>
          <a:xfrm>
            <a:off x="3391534" y="57873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1" name="object 461"/>
          <p:cNvSpPr/>
          <p:nvPr/>
        </p:nvSpPr>
        <p:spPr>
          <a:xfrm>
            <a:off x="3391534" y="58178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2" name="object 462"/>
          <p:cNvSpPr/>
          <p:nvPr/>
        </p:nvSpPr>
        <p:spPr>
          <a:xfrm>
            <a:off x="3391534" y="58483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3" name="object 463"/>
          <p:cNvSpPr/>
          <p:nvPr/>
        </p:nvSpPr>
        <p:spPr>
          <a:xfrm>
            <a:off x="3391534" y="58788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4" name="object 464"/>
          <p:cNvSpPr/>
          <p:nvPr/>
        </p:nvSpPr>
        <p:spPr>
          <a:xfrm>
            <a:off x="3391534" y="59093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5" name="object 465"/>
          <p:cNvSpPr/>
          <p:nvPr/>
        </p:nvSpPr>
        <p:spPr>
          <a:xfrm>
            <a:off x="3391534" y="59397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6" name="object 466"/>
          <p:cNvSpPr/>
          <p:nvPr/>
        </p:nvSpPr>
        <p:spPr>
          <a:xfrm>
            <a:off x="3391534" y="59702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7" name="object 467"/>
          <p:cNvSpPr/>
          <p:nvPr/>
        </p:nvSpPr>
        <p:spPr>
          <a:xfrm>
            <a:off x="3391534" y="60007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8" name="object 468"/>
          <p:cNvSpPr/>
          <p:nvPr/>
        </p:nvSpPr>
        <p:spPr>
          <a:xfrm>
            <a:off x="3391534" y="60312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9" name="object 469"/>
          <p:cNvSpPr/>
          <p:nvPr/>
        </p:nvSpPr>
        <p:spPr>
          <a:xfrm>
            <a:off x="3391534" y="60617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0" name="object 470"/>
          <p:cNvSpPr/>
          <p:nvPr/>
        </p:nvSpPr>
        <p:spPr>
          <a:xfrm>
            <a:off x="3391534" y="60921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1" name="object 471"/>
          <p:cNvSpPr/>
          <p:nvPr/>
        </p:nvSpPr>
        <p:spPr>
          <a:xfrm>
            <a:off x="3391534" y="61226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2" name="object 472"/>
          <p:cNvSpPr/>
          <p:nvPr/>
        </p:nvSpPr>
        <p:spPr>
          <a:xfrm>
            <a:off x="3874134" y="18554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3" name="object 473"/>
          <p:cNvSpPr/>
          <p:nvPr/>
        </p:nvSpPr>
        <p:spPr>
          <a:xfrm>
            <a:off x="3874134" y="18859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4" name="object 474"/>
          <p:cNvSpPr/>
          <p:nvPr/>
        </p:nvSpPr>
        <p:spPr>
          <a:xfrm>
            <a:off x="3874134" y="19164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5" name="object 475"/>
          <p:cNvSpPr/>
          <p:nvPr/>
        </p:nvSpPr>
        <p:spPr>
          <a:xfrm>
            <a:off x="3874134" y="1946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6" name="object 476"/>
          <p:cNvSpPr/>
          <p:nvPr/>
        </p:nvSpPr>
        <p:spPr>
          <a:xfrm>
            <a:off x="3874134" y="19773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7" name="object 477"/>
          <p:cNvSpPr/>
          <p:nvPr/>
        </p:nvSpPr>
        <p:spPr>
          <a:xfrm>
            <a:off x="3874134" y="20078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8" name="object 478"/>
          <p:cNvSpPr/>
          <p:nvPr/>
        </p:nvSpPr>
        <p:spPr>
          <a:xfrm>
            <a:off x="3874134" y="20383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9" name="object 479"/>
          <p:cNvSpPr/>
          <p:nvPr/>
        </p:nvSpPr>
        <p:spPr>
          <a:xfrm>
            <a:off x="3874134" y="20688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0" name="object 480"/>
          <p:cNvSpPr/>
          <p:nvPr/>
        </p:nvSpPr>
        <p:spPr>
          <a:xfrm>
            <a:off x="3874134" y="20993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1" name="object 481"/>
          <p:cNvSpPr/>
          <p:nvPr/>
        </p:nvSpPr>
        <p:spPr>
          <a:xfrm>
            <a:off x="3874134" y="21297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2" name="object 482"/>
          <p:cNvSpPr/>
          <p:nvPr/>
        </p:nvSpPr>
        <p:spPr>
          <a:xfrm>
            <a:off x="3874134" y="21602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3" name="object 483"/>
          <p:cNvSpPr/>
          <p:nvPr/>
        </p:nvSpPr>
        <p:spPr>
          <a:xfrm>
            <a:off x="3874134" y="21907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4" name="object 484"/>
          <p:cNvSpPr/>
          <p:nvPr/>
        </p:nvSpPr>
        <p:spPr>
          <a:xfrm>
            <a:off x="3874134" y="22212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5" name="object 485"/>
          <p:cNvSpPr/>
          <p:nvPr/>
        </p:nvSpPr>
        <p:spPr>
          <a:xfrm>
            <a:off x="3874134" y="22821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6" name="object 486"/>
          <p:cNvSpPr/>
          <p:nvPr/>
        </p:nvSpPr>
        <p:spPr>
          <a:xfrm>
            <a:off x="3874134" y="23126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7" name="object 487"/>
          <p:cNvSpPr/>
          <p:nvPr/>
        </p:nvSpPr>
        <p:spPr>
          <a:xfrm>
            <a:off x="3874134" y="23431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8" name="object 488"/>
          <p:cNvSpPr/>
          <p:nvPr/>
        </p:nvSpPr>
        <p:spPr>
          <a:xfrm>
            <a:off x="3874134" y="23736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9" name="object 489"/>
          <p:cNvSpPr/>
          <p:nvPr/>
        </p:nvSpPr>
        <p:spPr>
          <a:xfrm>
            <a:off x="3874134" y="24041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0" name="object 490"/>
          <p:cNvSpPr/>
          <p:nvPr/>
        </p:nvSpPr>
        <p:spPr>
          <a:xfrm>
            <a:off x="3874134" y="24345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1" name="object 491"/>
          <p:cNvSpPr/>
          <p:nvPr/>
        </p:nvSpPr>
        <p:spPr>
          <a:xfrm>
            <a:off x="3874134" y="24650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2" name="object 492"/>
          <p:cNvSpPr/>
          <p:nvPr/>
        </p:nvSpPr>
        <p:spPr>
          <a:xfrm>
            <a:off x="3874134" y="24955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3" name="object 493"/>
          <p:cNvSpPr/>
          <p:nvPr/>
        </p:nvSpPr>
        <p:spPr>
          <a:xfrm>
            <a:off x="3874134" y="25260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4" name="object 494"/>
          <p:cNvSpPr/>
          <p:nvPr/>
        </p:nvSpPr>
        <p:spPr>
          <a:xfrm>
            <a:off x="3874134" y="25565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5" name="object 495"/>
          <p:cNvSpPr/>
          <p:nvPr/>
        </p:nvSpPr>
        <p:spPr>
          <a:xfrm>
            <a:off x="3874134" y="25869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6" name="object 496"/>
          <p:cNvSpPr/>
          <p:nvPr/>
        </p:nvSpPr>
        <p:spPr>
          <a:xfrm>
            <a:off x="3874134" y="26174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7" name="object 497"/>
          <p:cNvSpPr/>
          <p:nvPr/>
        </p:nvSpPr>
        <p:spPr>
          <a:xfrm>
            <a:off x="3874134" y="26479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8" name="object 498"/>
          <p:cNvSpPr/>
          <p:nvPr/>
        </p:nvSpPr>
        <p:spPr>
          <a:xfrm>
            <a:off x="3874134" y="26784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9" name="object 499"/>
          <p:cNvSpPr/>
          <p:nvPr/>
        </p:nvSpPr>
        <p:spPr>
          <a:xfrm>
            <a:off x="3874134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0" name="object 500"/>
          <p:cNvSpPr/>
          <p:nvPr/>
        </p:nvSpPr>
        <p:spPr>
          <a:xfrm>
            <a:off x="3874134" y="27393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1" name="object 501"/>
          <p:cNvSpPr/>
          <p:nvPr/>
        </p:nvSpPr>
        <p:spPr>
          <a:xfrm>
            <a:off x="3874134" y="27698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2" name="object 502"/>
          <p:cNvSpPr/>
          <p:nvPr/>
        </p:nvSpPr>
        <p:spPr>
          <a:xfrm>
            <a:off x="3874134" y="28003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3" name="object 503"/>
          <p:cNvSpPr/>
          <p:nvPr/>
        </p:nvSpPr>
        <p:spPr>
          <a:xfrm>
            <a:off x="3874134" y="28308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4" name="object 504"/>
          <p:cNvSpPr/>
          <p:nvPr/>
        </p:nvSpPr>
        <p:spPr>
          <a:xfrm>
            <a:off x="3874134" y="28613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5" name="object 505"/>
          <p:cNvSpPr/>
          <p:nvPr/>
        </p:nvSpPr>
        <p:spPr>
          <a:xfrm>
            <a:off x="3874134" y="28917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6" name="object 506"/>
          <p:cNvSpPr/>
          <p:nvPr/>
        </p:nvSpPr>
        <p:spPr>
          <a:xfrm>
            <a:off x="3874134" y="29222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7" name="object 507"/>
          <p:cNvSpPr/>
          <p:nvPr/>
        </p:nvSpPr>
        <p:spPr>
          <a:xfrm>
            <a:off x="3874134" y="29527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8" name="object 508"/>
          <p:cNvSpPr/>
          <p:nvPr/>
        </p:nvSpPr>
        <p:spPr>
          <a:xfrm>
            <a:off x="3874134" y="29832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9" name="object 509"/>
          <p:cNvSpPr/>
          <p:nvPr/>
        </p:nvSpPr>
        <p:spPr>
          <a:xfrm>
            <a:off x="3874134" y="30137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0" name="object 510"/>
          <p:cNvSpPr/>
          <p:nvPr/>
        </p:nvSpPr>
        <p:spPr>
          <a:xfrm>
            <a:off x="3874134" y="30441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1" name="object 511"/>
          <p:cNvSpPr/>
          <p:nvPr/>
        </p:nvSpPr>
        <p:spPr>
          <a:xfrm>
            <a:off x="3874134" y="30746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2" name="object 512"/>
          <p:cNvSpPr/>
          <p:nvPr/>
        </p:nvSpPr>
        <p:spPr>
          <a:xfrm>
            <a:off x="3874134" y="31051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3" name="object 513"/>
          <p:cNvSpPr/>
          <p:nvPr/>
        </p:nvSpPr>
        <p:spPr>
          <a:xfrm>
            <a:off x="3874134" y="31356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4" name="object 514"/>
          <p:cNvSpPr/>
          <p:nvPr/>
        </p:nvSpPr>
        <p:spPr>
          <a:xfrm>
            <a:off x="3874134" y="31661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5" name="object 515"/>
          <p:cNvSpPr/>
          <p:nvPr/>
        </p:nvSpPr>
        <p:spPr>
          <a:xfrm>
            <a:off x="3874134" y="31965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6" name="object 516"/>
          <p:cNvSpPr/>
          <p:nvPr/>
        </p:nvSpPr>
        <p:spPr>
          <a:xfrm>
            <a:off x="3874134" y="32270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7" name="object 517"/>
          <p:cNvSpPr/>
          <p:nvPr/>
        </p:nvSpPr>
        <p:spPr>
          <a:xfrm>
            <a:off x="3874134" y="32575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8" name="object 518"/>
          <p:cNvSpPr/>
          <p:nvPr/>
        </p:nvSpPr>
        <p:spPr>
          <a:xfrm>
            <a:off x="3874134" y="32880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9" name="object 519"/>
          <p:cNvSpPr/>
          <p:nvPr/>
        </p:nvSpPr>
        <p:spPr>
          <a:xfrm>
            <a:off x="3874134" y="33185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0" name="object 520"/>
          <p:cNvSpPr/>
          <p:nvPr/>
        </p:nvSpPr>
        <p:spPr>
          <a:xfrm>
            <a:off x="3874134" y="33489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1" name="object 521"/>
          <p:cNvSpPr/>
          <p:nvPr/>
        </p:nvSpPr>
        <p:spPr>
          <a:xfrm>
            <a:off x="3874134" y="33794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2" name="object 522"/>
          <p:cNvSpPr/>
          <p:nvPr/>
        </p:nvSpPr>
        <p:spPr>
          <a:xfrm>
            <a:off x="3874134" y="34099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3" name="object 523"/>
          <p:cNvSpPr/>
          <p:nvPr/>
        </p:nvSpPr>
        <p:spPr>
          <a:xfrm>
            <a:off x="3874134" y="34404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4" name="object 524"/>
          <p:cNvSpPr/>
          <p:nvPr/>
        </p:nvSpPr>
        <p:spPr>
          <a:xfrm>
            <a:off x="3874134" y="34709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5" name="object 525"/>
          <p:cNvSpPr/>
          <p:nvPr/>
        </p:nvSpPr>
        <p:spPr>
          <a:xfrm>
            <a:off x="3874134" y="35013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6" name="object 526"/>
          <p:cNvSpPr/>
          <p:nvPr/>
        </p:nvSpPr>
        <p:spPr>
          <a:xfrm>
            <a:off x="3874134" y="35318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7" name="object 527"/>
          <p:cNvSpPr/>
          <p:nvPr/>
        </p:nvSpPr>
        <p:spPr>
          <a:xfrm>
            <a:off x="3874134" y="35623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8" name="object 528"/>
          <p:cNvSpPr/>
          <p:nvPr/>
        </p:nvSpPr>
        <p:spPr>
          <a:xfrm>
            <a:off x="3874134" y="35928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9" name="object 529"/>
          <p:cNvSpPr/>
          <p:nvPr/>
        </p:nvSpPr>
        <p:spPr>
          <a:xfrm>
            <a:off x="3874134" y="36537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0" name="object 530"/>
          <p:cNvSpPr/>
          <p:nvPr/>
        </p:nvSpPr>
        <p:spPr>
          <a:xfrm>
            <a:off x="3874134" y="36842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1" name="object 531"/>
          <p:cNvSpPr/>
          <p:nvPr/>
        </p:nvSpPr>
        <p:spPr>
          <a:xfrm>
            <a:off x="3874134" y="37147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2" name="object 532"/>
          <p:cNvSpPr/>
          <p:nvPr/>
        </p:nvSpPr>
        <p:spPr>
          <a:xfrm>
            <a:off x="3874134" y="37452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3" name="object 533"/>
          <p:cNvSpPr/>
          <p:nvPr/>
        </p:nvSpPr>
        <p:spPr>
          <a:xfrm>
            <a:off x="3874134" y="37757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4" name="object 534"/>
          <p:cNvSpPr/>
          <p:nvPr/>
        </p:nvSpPr>
        <p:spPr>
          <a:xfrm>
            <a:off x="3874134" y="38061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5" name="object 535"/>
          <p:cNvSpPr/>
          <p:nvPr/>
        </p:nvSpPr>
        <p:spPr>
          <a:xfrm>
            <a:off x="3874134" y="38366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6" name="object 536"/>
          <p:cNvSpPr/>
          <p:nvPr/>
        </p:nvSpPr>
        <p:spPr>
          <a:xfrm>
            <a:off x="3874134" y="38671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7" name="object 537"/>
          <p:cNvSpPr/>
          <p:nvPr/>
        </p:nvSpPr>
        <p:spPr>
          <a:xfrm>
            <a:off x="3874134" y="38976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8" name="object 538"/>
          <p:cNvSpPr/>
          <p:nvPr/>
        </p:nvSpPr>
        <p:spPr>
          <a:xfrm>
            <a:off x="3874134" y="39281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9" name="object 539"/>
          <p:cNvSpPr/>
          <p:nvPr/>
        </p:nvSpPr>
        <p:spPr>
          <a:xfrm>
            <a:off x="3874134" y="39585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0" name="object 540"/>
          <p:cNvSpPr/>
          <p:nvPr/>
        </p:nvSpPr>
        <p:spPr>
          <a:xfrm>
            <a:off x="3874134" y="39890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1" name="object 541"/>
          <p:cNvSpPr/>
          <p:nvPr/>
        </p:nvSpPr>
        <p:spPr>
          <a:xfrm>
            <a:off x="3874134" y="40195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2" name="object 542"/>
          <p:cNvSpPr/>
          <p:nvPr/>
        </p:nvSpPr>
        <p:spPr>
          <a:xfrm>
            <a:off x="3874134" y="40500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3" name="object 543"/>
          <p:cNvSpPr/>
          <p:nvPr/>
        </p:nvSpPr>
        <p:spPr>
          <a:xfrm>
            <a:off x="3874134" y="40805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4" name="object 544"/>
          <p:cNvSpPr/>
          <p:nvPr/>
        </p:nvSpPr>
        <p:spPr>
          <a:xfrm>
            <a:off x="3874134" y="41109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5" name="object 545"/>
          <p:cNvSpPr/>
          <p:nvPr/>
        </p:nvSpPr>
        <p:spPr>
          <a:xfrm>
            <a:off x="3874134" y="41414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6" name="object 546"/>
          <p:cNvSpPr/>
          <p:nvPr/>
        </p:nvSpPr>
        <p:spPr>
          <a:xfrm>
            <a:off x="3874134" y="41719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7" name="object 547"/>
          <p:cNvSpPr/>
          <p:nvPr/>
        </p:nvSpPr>
        <p:spPr>
          <a:xfrm>
            <a:off x="3874134" y="42024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8" name="object 548"/>
          <p:cNvSpPr/>
          <p:nvPr/>
        </p:nvSpPr>
        <p:spPr>
          <a:xfrm>
            <a:off x="3874134" y="42329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9" name="object 549"/>
          <p:cNvSpPr/>
          <p:nvPr/>
        </p:nvSpPr>
        <p:spPr>
          <a:xfrm>
            <a:off x="3874134" y="42633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0" name="object 550"/>
          <p:cNvSpPr/>
          <p:nvPr/>
        </p:nvSpPr>
        <p:spPr>
          <a:xfrm>
            <a:off x="3874134" y="42938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1" name="object 551"/>
          <p:cNvSpPr/>
          <p:nvPr/>
        </p:nvSpPr>
        <p:spPr>
          <a:xfrm>
            <a:off x="3874134" y="43243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2" name="object 552"/>
          <p:cNvSpPr/>
          <p:nvPr/>
        </p:nvSpPr>
        <p:spPr>
          <a:xfrm>
            <a:off x="3874134" y="43548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3" name="object 553"/>
          <p:cNvSpPr/>
          <p:nvPr/>
        </p:nvSpPr>
        <p:spPr>
          <a:xfrm>
            <a:off x="3874134" y="43853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4" name="object 554"/>
          <p:cNvSpPr/>
          <p:nvPr/>
        </p:nvSpPr>
        <p:spPr>
          <a:xfrm>
            <a:off x="3874134" y="44157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5" name="object 555"/>
          <p:cNvSpPr/>
          <p:nvPr/>
        </p:nvSpPr>
        <p:spPr>
          <a:xfrm>
            <a:off x="3874134" y="44462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6" name="object 556"/>
          <p:cNvSpPr/>
          <p:nvPr/>
        </p:nvSpPr>
        <p:spPr>
          <a:xfrm>
            <a:off x="3874134" y="44767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7" name="object 557"/>
          <p:cNvSpPr/>
          <p:nvPr/>
        </p:nvSpPr>
        <p:spPr>
          <a:xfrm>
            <a:off x="3874134" y="45072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8" name="object 558"/>
          <p:cNvSpPr/>
          <p:nvPr/>
        </p:nvSpPr>
        <p:spPr>
          <a:xfrm>
            <a:off x="3874134" y="45377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9" name="object 559"/>
          <p:cNvSpPr/>
          <p:nvPr/>
        </p:nvSpPr>
        <p:spPr>
          <a:xfrm>
            <a:off x="3874134" y="45681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0" name="object 560"/>
          <p:cNvSpPr/>
          <p:nvPr/>
        </p:nvSpPr>
        <p:spPr>
          <a:xfrm>
            <a:off x="3874134" y="45986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1" name="object 561"/>
          <p:cNvSpPr/>
          <p:nvPr/>
        </p:nvSpPr>
        <p:spPr>
          <a:xfrm>
            <a:off x="3874134" y="46291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2" name="object 562"/>
          <p:cNvSpPr/>
          <p:nvPr/>
        </p:nvSpPr>
        <p:spPr>
          <a:xfrm>
            <a:off x="3874134" y="46596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3" name="object 563"/>
          <p:cNvSpPr/>
          <p:nvPr/>
        </p:nvSpPr>
        <p:spPr>
          <a:xfrm>
            <a:off x="3874134" y="46901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4" name="object 564"/>
          <p:cNvSpPr/>
          <p:nvPr/>
        </p:nvSpPr>
        <p:spPr>
          <a:xfrm>
            <a:off x="3874134" y="47205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5" name="object 565"/>
          <p:cNvSpPr/>
          <p:nvPr/>
        </p:nvSpPr>
        <p:spPr>
          <a:xfrm>
            <a:off x="3874134" y="47510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6" name="object 566"/>
          <p:cNvSpPr/>
          <p:nvPr/>
        </p:nvSpPr>
        <p:spPr>
          <a:xfrm>
            <a:off x="3874134" y="47815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7" name="object 567"/>
          <p:cNvSpPr/>
          <p:nvPr/>
        </p:nvSpPr>
        <p:spPr>
          <a:xfrm>
            <a:off x="3874134" y="48120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8" name="object 568"/>
          <p:cNvSpPr/>
          <p:nvPr/>
        </p:nvSpPr>
        <p:spPr>
          <a:xfrm>
            <a:off x="3874134" y="48425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9" name="object 569"/>
          <p:cNvSpPr/>
          <p:nvPr/>
        </p:nvSpPr>
        <p:spPr>
          <a:xfrm>
            <a:off x="3874134" y="48729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0" name="object 570"/>
          <p:cNvSpPr/>
          <p:nvPr/>
        </p:nvSpPr>
        <p:spPr>
          <a:xfrm>
            <a:off x="3874134" y="49034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1" name="object 571"/>
          <p:cNvSpPr/>
          <p:nvPr/>
        </p:nvSpPr>
        <p:spPr>
          <a:xfrm>
            <a:off x="3874134" y="49339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2" name="object 572"/>
          <p:cNvSpPr/>
          <p:nvPr/>
        </p:nvSpPr>
        <p:spPr>
          <a:xfrm>
            <a:off x="3874134" y="49949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3" name="object 573"/>
          <p:cNvSpPr/>
          <p:nvPr/>
        </p:nvSpPr>
        <p:spPr>
          <a:xfrm>
            <a:off x="3874134" y="50253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4" name="object 574"/>
          <p:cNvSpPr/>
          <p:nvPr/>
        </p:nvSpPr>
        <p:spPr>
          <a:xfrm>
            <a:off x="3874134" y="50558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5" name="object 575"/>
          <p:cNvSpPr/>
          <p:nvPr/>
        </p:nvSpPr>
        <p:spPr>
          <a:xfrm>
            <a:off x="3874134" y="50863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6" name="object 576"/>
          <p:cNvSpPr/>
          <p:nvPr/>
        </p:nvSpPr>
        <p:spPr>
          <a:xfrm>
            <a:off x="3874134" y="51168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7" name="object 577"/>
          <p:cNvSpPr/>
          <p:nvPr/>
        </p:nvSpPr>
        <p:spPr>
          <a:xfrm>
            <a:off x="3874134" y="51473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8" name="object 578"/>
          <p:cNvSpPr/>
          <p:nvPr/>
        </p:nvSpPr>
        <p:spPr>
          <a:xfrm>
            <a:off x="3874134" y="51777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9" name="object 579"/>
          <p:cNvSpPr/>
          <p:nvPr/>
        </p:nvSpPr>
        <p:spPr>
          <a:xfrm>
            <a:off x="3874134" y="52082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0" name="object 580"/>
          <p:cNvSpPr/>
          <p:nvPr/>
        </p:nvSpPr>
        <p:spPr>
          <a:xfrm>
            <a:off x="3874134" y="52387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1" name="object 581"/>
          <p:cNvSpPr/>
          <p:nvPr/>
        </p:nvSpPr>
        <p:spPr>
          <a:xfrm>
            <a:off x="3874134" y="52692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2" name="object 582"/>
          <p:cNvSpPr/>
          <p:nvPr/>
        </p:nvSpPr>
        <p:spPr>
          <a:xfrm>
            <a:off x="3874134" y="52997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3" name="object 583"/>
          <p:cNvSpPr/>
          <p:nvPr/>
        </p:nvSpPr>
        <p:spPr>
          <a:xfrm>
            <a:off x="3874134" y="53301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4" name="object 584"/>
          <p:cNvSpPr/>
          <p:nvPr/>
        </p:nvSpPr>
        <p:spPr>
          <a:xfrm>
            <a:off x="3874134" y="53606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5" name="object 585"/>
          <p:cNvSpPr/>
          <p:nvPr/>
        </p:nvSpPr>
        <p:spPr>
          <a:xfrm>
            <a:off x="3874134" y="53911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6" name="object 586"/>
          <p:cNvSpPr/>
          <p:nvPr/>
        </p:nvSpPr>
        <p:spPr>
          <a:xfrm>
            <a:off x="3874134" y="54216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7" name="object 587"/>
          <p:cNvSpPr/>
          <p:nvPr/>
        </p:nvSpPr>
        <p:spPr>
          <a:xfrm>
            <a:off x="3874134" y="54521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8" name="object 588"/>
          <p:cNvSpPr/>
          <p:nvPr/>
        </p:nvSpPr>
        <p:spPr>
          <a:xfrm>
            <a:off x="3874134" y="54825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9" name="object 589"/>
          <p:cNvSpPr/>
          <p:nvPr/>
        </p:nvSpPr>
        <p:spPr>
          <a:xfrm>
            <a:off x="3874134" y="55130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0" name="object 590"/>
          <p:cNvSpPr/>
          <p:nvPr/>
        </p:nvSpPr>
        <p:spPr>
          <a:xfrm>
            <a:off x="3874134" y="55435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1" name="object 591"/>
          <p:cNvSpPr/>
          <p:nvPr/>
        </p:nvSpPr>
        <p:spPr>
          <a:xfrm>
            <a:off x="3874134" y="55740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2" name="object 592"/>
          <p:cNvSpPr/>
          <p:nvPr/>
        </p:nvSpPr>
        <p:spPr>
          <a:xfrm>
            <a:off x="3874134" y="56045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3" name="object 593"/>
          <p:cNvSpPr/>
          <p:nvPr/>
        </p:nvSpPr>
        <p:spPr>
          <a:xfrm>
            <a:off x="3874134" y="56349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4" name="object 594"/>
          <p:cNvSpPr/>
          <p:nvPr/>
        </p:nvSpPr>
        <p:spPr>
          <a:xfrm>
            <a:off x="3874134" y="56654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5" name="object 595"/>
          <p:cNvSpPr/>
          <p:nvPr/>
        </p:nvSpPr>
        <p:spPr>
          <a:xfrm>
            <a:off x="3874134" y="56959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6" name="object 596"/>
          <p:cNvSpPr/>
          <p:nvPr/>
        </p:nvSpPr>
        <p:spPr>
          <a:xfrm>
            <a:off x="3874134" y="57264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7" name="object 597"/>
          <p:cNvSpPr/>
          <p:nvPr/>
        </p:nvSpPr>
        <p:spPr>
          <a:xfrm>
            <a:off x="3874134" y="57569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8" name="object 598"/>
          <p:cNvSpPr/>
          <p:nvPr/>
        </p:nvSpPr>
        <p:spPr>
          <a:xfrm>
            <a:off x="3874134" y="57873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9" name="object 599"/>
          <p:cNvSpPr/>
          <p:nvPr/>
        </p:nvSpPr>
        <p:spPr>
          <a:xfrm>
            <a:off x="3874134" y="58178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0" name="object 600"/>
          <p:cNvSpPr/>
          <p:nvPr/>
        </p:nvSpPr>
        <p:spPr>
          <a:xfrm>
            <a:off x="3874134" y="58483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1" name="object 601"/>
          <p:cNvSpPr/>
          <p:nvPr/>
        </p:nvSpPr>
        <p:spPr>
          <a:xfrm>
            <a:off x="3874134" y="58788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2" name="object 602"/>
          <p:cNvSpPr/>
          <p:nvPr/>
        </p:nvSpPr>
        <p:spPr>
          <a:xfrm>
            <a:off x="3874134" y="59093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3" name="object 603"/>
          <p:cNvSpPr/>
          <p:nvPr/>
        </p:nvSpPr>
        <p:spPr>
          <a:xfrm>
            <a:off x="3874134" y="59397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4" name="object 604"/>
          <p:cNvSpPr/>
          <p:nvPr/>
        </p:nvSpPr>
        <p:spPr>
          <a:xfrm>
            <a:off x="3874134" y="59702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5" name="object 605"/>
          <p:cNvSpPr/>
          <p:nvPr/>
        </p:nvSpPr>
        <p:spPr>
          <a:xfrm>
            <a:off x="3874134" y="60007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6" name="object 606"/>
          <p:cNvSpPr/>
          <p:nvPr/>
        </p:nvSpPr>
        <p:spPr>
          <a:xfrm>
            <a:off x="3874134" y="60312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7" name="object 607"/>
          <p:cNvSpPr/>
          <p:nvPr/>
        </p:nvSpPr>
        <p:spPr>
          <a:xfrm>
            <a:off x="3874134" y="60617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8" name="object 608"/>
          <p:cNvSpPr/>
          <p:nvPr/>
        </p:nvSpPr>
        <p:spPr>
          <a:xfrm>
            <a:off x="3874134" y="60921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9" name="object 609"/>
          <p:cNvSpPr/>
          <p:nvPr/>
        </p:nvSpPr>
        <p:spPr>
          <a:xfrm>
            <a:off x="3874134" y="61226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0" name="object 610"/>
          <p:cNvSpPr/>
          <p:nvPr/>
        </p:nvSpPr>
        <p:spPr>
          <a:xfrm>
            <a:off x="82423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1" name="object 611"/>
          <p:cNvSpPr/>
          <p:nvPr/>
        </p:nvSpPr>
        <p:spPr>
          <a:xfrm>
            <a:off x="85471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2" name="object 612"/>
          <p:cNvSpPr/>
          <p:nvPr/>
        </p:nvSpPr>
        <p:spPr>
          <a:xfrm>
            <a:off x="88518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3" name="object 613"/>
          <p:cNvSpPr/>
          <p:nvPr/>
        </p:nvSpPr>
        <p:spPr>
          <a:xfrm>
            <a:off x="91566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4" name="object 614"/>
          <p:cNvSpPr/>
          <p:nvPr/>
        </p:nvSpPr>
        <p:spPr>
          <a:xfrm>
            <a:off x="94615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5" name="object 615"/>
          <p:cNvSpPr/>
          <p:nvPr/>
        </p:nvSpPr>
        <p:spPr>
          <a:xfrm>
            <a:off x="97663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6" name="object 616"/>
          <p:cNvSpPr/>
          <p:nvPr/>
        </p:nvSpPr>
        <p:spPr>
          <a:xfrm>
            <a:off x="100711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7" name="object 617"/>
          <p:cNvSpPr/>
          <p:nvPr/>
        </p:nvSpPr>
        <p:spPr>
          <a:xfrm>
            <a:off x="103758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8" name="object 618"/>
          <p:cNvSpPr/>
          <p:nvPr/>
        </p:nvSpPr>
        <p:spPr>
          <a:xfrm>
            <a:off x="106806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9" name="object 619"/>
          <p:cNvSpPr/>
          <p:nvPr/>
        </p:nvSpPr>
        <p:spPr>
          <a:xfrm>
            <a:off x="109855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0" name="object 620"/>
          <p:cNvSpPr/>
          <p:nvPr/>
        </p:nvSpPr>
        <p:spPr>
          <a:xfrm>
            <a:off x="112903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1" name="object 621"/>
          <p:cNvSpPr/>
          <p:nvPr/>
        </p:nvSpPr>
        <p:spPr>
          <a:xfrm>
            <a:off x="115951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2" name="object 622"/>
          <p:cNvSpPr/>
          <p:nvPr/>
        </p:nvSpPr>
        <p:spPr>
          <a:xfrm>
            <a:off x="118998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3" name="object 623"/>
          <p:cNvSpPr/>
          <p:nvPr/>
        </p:nvSpPr>
        <p:spPr>
          <a:xfrm>
            <a:off x="122046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4" name="object 624"/>
          <p:cNvSpPr/>
          <p:nvPr/>
        </p:nvSpPr>
        <p:spPr>
          <a:xfrm>
            <a:off x="125095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5" name="object 625"/>
          <p:cNvSpPr/>
          <p:nvPr/>
        </p:nvSpPr>
        <p:spPr>
          <a:xfrm>
            <a:off x="128143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6" name="object 626"/>
          <p:cNvSpPr/>
          <p:nvPr/>
        </p:nvSpPr>
        <p:spPr>
          <a:xfrm>
            <a:off x="131191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7" name="object 627"/>
          <p:cNvSpPr/>
          <p:nvPr/>
        </p:nvSpPr>
        <p:spPr>
          <a:xfrm>
            <a:off x="134238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8" name="object 628"/>
          <p:cNvSpPr/>
          <p:nvPr/>
        </p:nvSpPr>
        <p:spPr>
          <a:xfrm>
            <a:off x="137286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9" name="object 629"/>
          <p:cNvSpPr/>
          <p:nvPr/>
        </p:nvSpPr>
        <p:spPr>
          <a:xfrm>
            <a:off x="140335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0" name="object 630"/>
          <p:cNvSpPr/>
          <p:nvPr/>
        </p:nvSpPr>
        <p:spPr>
          <a:xfrm>
            <a:off x="143383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1" name="object 631"/>
          <p:cNvSpPr/>
          <p:nvPr/>
        </p:nvSpPr>
        <p:spPr>
          <a:xfrm>
            <a:off x="146431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2" name="object 632"/>
          <p:cNvSpPr/>
          <p:nvPr/>
        </p:nvSpPr>
        <p:spPr>
          <a:xfrm>
            <a:off x="149478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3" name="object 633"/>
          <p:cNvSpPr/>
          <p:nvPr/>
        </p:nvSpPr>
        <p:spPr>
          <a:xfrm>
            <a:off x="152526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4" name="object 634"/>
          <p:cNvSpPr/>
          <p:nvPr/>
        </p:nvSpPr>
        <p:spPr>
          <a:xfrm>
            <a:off x="155575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5" name="object 635"/>
          <p:cNvSpPr/>
          <p:nvPr/>
        </p:nvSpPr>
        <p:spPr>
          <a:xfrm>
            <a:off x="158623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6" name="object 636"/>
          <p:cNvSpPr/>
          <p:nvPr/>
        </p:nvSpPr>
        <p:spPr>
          <a:xfrm>
            <a:off x="161671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7" name="object 637"/>
          <p:cNvSpPr/>
          <p:nvPr/>
        </p:nvSpPr>
        <p:spPr>
          <a:xfrm>
            <a:off x="164718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8" name="object 638"/>
          <p:cNvSpPr/>
          <p:nvPr/>
        </p:nvSpPr>
        <p:spPr>
          <a:xfrm>
            <a:off x="167767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9" name="object 639"/>
          <p:cNvSpPr/>
          <p:nvPr/>
        </p:nvSpPr>
        <p:spPr>
          <a:xfrm>
            <a:off x="170815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0" name="object 640"/>
          <p:cNvSpPr/>
          <p:nvPr/>
        </p:nvSpPr>
        <p:spPr>
          <a:xfrm>
            <a:off x="173862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1" name="object 641"/>
          <p:cNvSpPr/>
          <p:nvPr/>
        </p:nvSpPr>
        <p:spPr>
          <a:xfrm>
            <a:off x="176911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2" name="object 642"/>
          <p:cNvSpPr/>
          <p:nvPr/>
        </p:nvSpPr>
        <p:spPr>
          <a:xfrm>
            <a:off x="179958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3" name="object 643"/>
          <p:cNvSpPr/>
          <p:nvPr/>
        </p:nvSpPr>
        <p:spPr>
          <a:xfrm>
            <a:off x="183007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4" name="object 644"/>
          <p:cNvSpPr/>
          <p:nvPr/>
        </p:nvSpPr>
        <p:spPr>
          <a:xfrm>
            <a:off x="186055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5" name="object 645"/>
          <p:cNvSpPr/>
          <p:nvPr/>
        </p:nvSpPr>
        <p:spPr>
          <a:xfrm>
            <a:off x="189102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6" name="object 646"/>
          <p:cNvSpPr/>
          <p:nvPr/>
        </p:nvSpPr>
        <p:spPr>
          <a:xfrm>
            <a:off x="192151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7" name="object 647"/>
          <p:cNvSpPr/>
          <p:nvPr/>
        </p:nvSpPr>
        <p:spPr>
          <a:xfrm>
            <a:off x="195198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8" name="object 648"/>
          <p:cNvSpPr/>
          <p:nvPr/>
        </p:nvSpPr>
        <p:spPr>
          <a:xfrm>
            <a:off x="198247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9" name="object 649"/>
          <p:cNvSpPr/>
          <p:nvPr/>
        </p:nvSpPr>
        <p:spPr>
          <a:xfrm>
            <a:off x="201295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0" name="object 650"/>
          <p:cNvSpPr/>
          <p:nvPr/>
        </p:nvSpPr>
        <p:spPr>
          <a:xfrm>
            <a:off x="204342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1" name="object 651"/>
          <p:cNvSpPr/>
          <p:nvPr/>
        </p:nvSpPr>
        <p:spPr>
          <a:xfrm>
            <a:off x="207391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2" name="object 652"/>
          <p:cNvSpPr/>
          <p:nvPr/>
        </p:nvSpPr>
        <p:spPr>
          <a:xfrm>
            <a:off x="210438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3" name="object 653"/>
          <p:cNvSpPr/>
          <p:nvPr/>
        </p:nvSpPr>
        <p:spPr>
          <a:xfrm>
            <a:off x="213487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4" name="object 654"/>
          <p:cNvSpPr/>
          <p:nvPr/>
        </p:nvSpPr>
        <p:spPr>
          <a:xfrm>
            <a:off x="216535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5" name="object 655"/>
          <p:cNvSpPr/>
          <p:nvPr/>
        </p:nvSpPr>
        <p:spPr>
          <a:xfrm>
            <a:off x="219582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6" name="object 656"/>
          <p:cNvSpPr/>
          <p:nvPr/>
        </p:nvSpPr>
        <p:spPr>
          <a:xfrm>
            <a:off x="222631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7" name="object 657"/>
          <p:cNvSpPr/>
          <p:nvPr/>
        </p:nvSpPr>
        <p:spPr>
          <a:xfrm>
            <a:off x="225678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8" name="object 658"/>
          <p:cNvSpPr/>
          <p:nvPr/>
        </p:nvSpPr>
        <p:spPr>
          <a:xfrm>
            <a:off x="228727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9" name="object 659"/>
          <p:cNvSpPr/>
          <p:nvPr/>
        </p:nvSpPr>
        <p:spPr>
          <a:xfrm>
            <a:off x="231775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0" name="object 660"/>
          <p:cNvSpPr/>
          <p:nvPr/>
        </p:nvSpPr>
        <p:spPr>
          <a:xfrm>
            <a:off x="234822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1" name="object 661"/>
          <p:cNvSpPr/>
          <p:nvPr/>
        </p:nvSpPr>
        <p:spPr>
          <a:xfrm>
            <a:off x="237871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2" name="object 662"/>
          <p:cNvSpPr/>
          <p:nvPr/>
        </p:nvSpPr>
        <p:spPr>
          <a:xfrm>
            <a:off x="240918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3" name="object 663"/>
          <p:cNvSpPr/>
          <p:nvPr/>
        </p:nvSpPr>
        <p:spPr>
          <a:xfrm>
            <a:off x="243967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4" name="object 664"/>
          <p:cNvSpPr/>
          <p:nvPr/>
        </p:nvSpPr>
        <p:spPr>
          <a:xfrm>
            <a:off x="247015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5" name="object 665"/>
          <p:cNvSpPr/>
          <p:nvPr/>
        </p:nvSpPr>
        <p:spPr>
          <a:xfrm>
            <a:off x="250062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6" name="object 666"/>
          <p:cNvSpPr/>
          <p:nvPr/>
        </p:nvSpPr>
        <p:spPr>
          <a:xfrm>
            <a:off x="253111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7" name="object 667"/>
          <p:cNvSpPr/>
          <p:nvPr/>
        </p:nvSpPr>
        <p:spPr>
          <a:xfrm>
            <a:off x="256158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8" name="object 668"/>
          <p:cNvSpPr/>
          <p:nvPr/>
        </p:nvSpPr>
        <p:spPr>
          <a:xfrm>
            <a:off x="259207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9" name="object 669"/>
          <p:cNvSpPr/>
          <p:nvPr/>
        </p:nvSpPr>
        <p:spPr>
          <a:xfrm>
            <a:off x="262255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0" name="object 670"/>
          <p:cNvSpPr/>
          <p:nvPr/>
        </p:nvSpPr>
        <p:spPr>
          <a:xfrm>
            <a:off x="265302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1" name="object 671"/>
          <p:cNvSpPr/>
          <p:nvPr/>
        </p:nvSpPr>
        <p:spPr>
          <a:xfrm>
            <a:off x="268351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2" name="object 672"/>
          <p:cNvSpPr/>
          <p:nvPr/>
        </p:nvSpPr>
        <p:spPr>
          <a:xfrm>
            <a:off x="271398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3" name="object 673"/>
          <p:cNvSpPr/>
          <p:nvPr/>
        </p:nvSpPr>
        <p:spPr>
          <a:xfrm>
            <a:off x="274447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4" name="object 674"/>
          <p:cNvSpPr/>
          <p:nvPr/>
        </p:nvSpPr>
        <p:spPr>
          <a:xfrm>
            <a:off x="277495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5" name="object 675"/>
          <p:cNvSpPr/>
          <p:nvPr/>
        </p:nvSpPr>
        <p:spPr>
          <a:xfrm>
            <a:off x="280542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6" name="object 676"/>
          <p:cNvSpPr/>
          <p:nvPr/>
        </p:nvSpPr>
        <p:spPr>
          <a:xfrm>
            <a:off x="283591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7" name="object 677"/>
          <p:cNvSpPr/>
          <p:nvPr/>
        </p:nvSpPr>
        <p:spPr>
          <a:xfrm>
            <a:off x="286638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8" name="object 678"/>
          <p:cNvSpPr/>
          <p:nvPr/>
        </p:nvSpPr>
        <p:spPr>
          <a:xfrm>
            <a:off x="289687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9" name="object 679"/>
          <p:cNvSpPr/>
          <p:nvPr/>
        </p:nvSpPr>
        <p:spPr>
          <a:xfrm>
            <a:off x="292735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0" name="object 680"/>
          <p:cNvSpPr/>
          <p:nvPr/>
        </p:nvSpPr>
        <p:spPr>
          <a:xfrm>
            <a:off x="295782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1" name="object 681"/>
          <p:cNvSpPr/>
          <p:nvPr/>
        </p:nvSpPr>
        <p:spPr>
          <a:xfrm>
            <a:off x="298831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2" name="object 682"/>
          <p:cNvSpPr/>
          <p:nvPr/>
        </p:nvSpPr>
        <p:spPr>
          <a:xfrm>
            <a:off x="301878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3" name="object 683"/>
          <p:cNvSpPr/>
          <p:nvPr/>
        </p:nvSpPr>
        <p:spPr>
          <a:xfrm>
            <a:off x="304927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4" name="object 684"/>
          <p:cNvSpPr/>
          <p:nvPr/>
        </p:nvSpPr>
        <p:spPr>
          <a:xfrm>
            <a:off x="307975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5" name="object 685"/>
          <p:cNvSpPr/>
          <p:nvPr/>
        </p:nvSpPr>
        <p:spPr>
          <a:xfrm>
            <a:off x="311022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6" name="object 686"/>
          <p:cNvSpPr/>
          <p:nvPr/>
        </p:nvSpPr>
        <p:spPr>
          <a:xfrm>
            <a:off x="314071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7" name="object 687"/>
          <p:cNvSpPr/>
          <p:nvPr/>
        </p:nvSpPr>
        <p:spPr>
          <a:xfrm>
            <a:off x="317118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8" name="object 688"/>
          <p:cNvSpPr/>
          <p:nvPr/>
        </p:nvSpPr>
        <p:spPr>
          <a:xfrm>
            <a:off x="320167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9" name="object 689"/>
          <p:cNvSpPr/>
          <p:nvPr/>
        </p:nvSpPr>
        <p:spPr>
          <a:xfrm>
            <a:off x="323215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0" name="object 690"/>
          <p:cNvSpPr/>
          <p:nvPr/>
        </p:nvSpPr>
        <p:spPr>
          <a:xfrm>
            <a:off x="326262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1" name="object 691"/>
          <p:cNvSpPr/>
          <p:nvPr/>
        </p:nvSpPr>
        <p:spPr>
          <a:xfrm>
            <a:off x="329310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2" name="object 692"/>
          <p:cNvSpPr/>
          <p:nvPr/>
        </p:nvSpPr>
        <p:spPr>
          <a:xfrm>
            <a:off x="332359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3" name="object 693"/>
          <p:cNvSpPr/>
          <p:nvPr/>
        </p:nvSpPr>
        <p:spPr>
          <a:xfrm>
            <a:off x="335407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4" name="object 694"/>
          <p:cNvSpPr/>
          <p:nvPr/>
        </p:nvSpPr>
        <p:spPr>
          <a:xfrm>
            <a:off x="338455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5" name="object 695"/>
          <p:cNvSpPr/>
          <p:nvPr/>
        </p:nvSpPr>
        <p:spPr>
          <a:xfrm>
            <a:off x="341502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6" name="object 696"/>
          <p:cNvSpPr/>
          <p:nvPr/>
        </p:nvSpPr>
        <p:spPr>
          <a:xfrm>
            <a:off x="344550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7" name="object 697"/>
          <p:cNvSpPr/>
          <p:nvPr/>
        </p:nvSpPr>
        <p:spPr>
          <a:xfrm>
            <a:off x="347599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8" name="object 698"/>
          <p:cNvSpPr/>
          <p:nvPr/>
        </p:nvSpPr>
        <p:spPr>
          <a:xfrm>
            <a:off x="350647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9" name="object 699"/>
          <p:cNvSpPr/>
          <p:nvPr/>
        </p:nvSpPr>
        <p:spPr>
          <a:xfrm>
            <a:off x="353695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0" name="object 700"/>
          <p:cNvSpPr/>
          <p:nvPr/>
        </p:nvSpPr>
        <p:spPr>
          <a:xfrm>
            <a:off x="356742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1" name="object 701"/>
          <p:cNvSpPr/>
          <p:nvPr/>
        </p:nvSpPr>
        <p:spPr>
          <a:xfrm>
            <a:off x="359790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2" name="object 702"/>
          <p:cNvSpPr/>
          <p:nvPr/>
        </p:nvSpPr>
        <p:spPr>
          <a:xfrm>
            <a:off x="362839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3" name="object 703"/>
          <p:cNvSpPr/>
          <p:nvPr/>
        </p:nvSpPr>
        <p:spPr>
          <a:xfrm>
            <a:off x="365887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4" name="object 704"/>
          <p:cNvSpPr/>
          <p:nvPr/>
        </p:nvSpPr>
        <p:spPr>
          <a:xfrm>
            <a:off x="368935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5" name="object 705"/>
          <p:cNvSpPr/>
          <p:nvPr/>
        </p:nvSpPr>
        <p:spPr>
          <a:xfrm>
            <a:off x="371982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6" name="object 706"/>
          <p:cNvSpPr/>
          <p:nvPr/>
        </p:nvSpPr>
        <p:spPr>
          <a:xfrm>
            <a:off x="375030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7" name="object 707"/>
          <p:cNvSpPr/>
          <p:nvPr/>
        </p:nvSpPr>
        <p:spPr>
          <a:xfrm>
            <a:off x="378079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8" name="object 708"/>
          <p:cNvSpPr/>
          <p:nvPr/>
        </p:nvSpPr>
        <p:spPr>
          <a:xfrm>
            <a:off x="381127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9" name="object 709"/>
          <p:cNvSpPr/>
          <p:nvPr/>
        </p:nvSpPr>
        <p:spPr>
          <a:xfrm>
            <a:off x="384175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0" name="object 710"/>
          <p:cNvSpPr/>
          <p:nvPr/>
        </p:nvSpPr>
        <p:spPr>
          <a:xfrm>
            <a:off x="387222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1" name="object 711"/>
          <p:cNvSpPr/>
          <p:nvPr/>
        </p:nvSpPr>
        <p:spPr>
          <a:xfrm>
            <a:off x="390270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2" name="object 712"/>
          <p:cNvSpPr/>
          <p:nvPr/>
        </p:nvSpPr>
        <p:spPr>
          <a:xfrm>
            <a:off x="393319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3" name="object 713"/>
          <p:cNvSpPr/>
          <p:nvPr/>
        </p:nvSpPr>
        <p:spPr>
          <a:xfrm>
            <a:off x="396367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4" name="object 714"/>
          <p:cNvSpPr/>
          <p:nvPr/>
        </p:nvSpPr>
        <p:spPr>
          <a:xfrm>
            <a:off x="399415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5" name="object 715"/>
          <p:cNvSpPr/>
          <p:nvPr/>
        </p:nvSpPr>
        <p:spPr>
          <a:xfrm>
            <a:off x="402462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6" name="object 716"/>
          <p:cNvSpPr/>
          <p:nvPr/>
        </p:nvSpPr>
        <p:spPr>
          <a:xfrm>
            <a:off x="405510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7" name="object 717"/>
          <p:cNvSpPr/>
          <p:nvPr/>
        </p:nvSpPr>
        <p:spPr>
          <a:xfrm>
            <a:off x="408559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8" name="object 718"/>
          <p:cNvSpPr/>
          <p:nvPr/>
        </p:nvSpPr>
        <p:spPr>
          <a:xfrm>
            <a:off x="411607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9" name="object 719"/>
          <p:cNvSpPr/>
          <p:nvPr/>
        </p:nvSpPr>
        <p:spPr>
          <a:xfrm>
            <a:off x="414655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0" name="object 720"/>
          <p:cNvSpPr/>
          <p:nvPr/>
        </p:nvSpPr>
        <p:spPr>
          <a:xfrm>
            <a:off x="417702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1" name="object 721"/>
          <p:cNvSpPr/>
          <p:nvPr/>
        </p:nvSpPr>
        <p:spPr>
          <a:xfrm>
            <a:off x="420750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2" name="object 722"/>
          <p:cNvSpPr/>
          <p:nvPr/>
        </p:nvSpPr>
        <p:spPr>
          <a:xfrm>
            <a:off x="423799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3" name="object 723"/>
          <p:cNvSpPr/>
          <p:nvPr/>
        </p:nvSpPr>
        <p:spPr>
          <a:xfrm>
            <a:off x="426847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4" name="object 724"/>
          <p:cNvSpPr/>
          <p:nvPr/>
        </p:nvSpPr>
        <p:spPr>
          <a:xfrm>
            <a:off x="429895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5" name="object 725"/>
          <p:cNvSpPr/>
          <p:nvPr/>
        </p:nvSpPr>
        <p:spPr>
          <a:xfrm>
            <a:off x="432942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6" name="object 726"/>
          <p:cNvSpPr/>
          <p:nvPr/>
        </p:nvSpPr>
        <p:spPr>
          <a:xfrm>
            <a:off x="435990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7" name="object 727"/>
          <p:cNvSpPr/>
          <p:nvPr/>
        </p:nvSpPr>
        <p:spPr>
          <a:xfrm>
            <a:off x="439039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8" name="object 728"/>
          <p:cNvSpPr/>
          <p:nvPr/>
        </p:nvSpPr>
        <p:spPr>
          <a:xfrm>
            <a:off x="442087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9" name="object 729"/>
          <p:cNvSpPr/>
          <p:nvPr/>
        </p:nvSpPr>
        <p:spPr>
          <a:xfrm>
            <a:off x="445135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0" name="object 730"/>
          <p:cNvSpPr/>
          <p:nvPr/>
        </p:nvSpPr>
        <p:spPr>
          <a:xfrm>
            <a:off x="448182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1" name="object 731"/>
          <p:cNvSpPr/>
          <p:nvPr/>
        </p:nvSpPr>
        <p:spPr>
          <a:xfrm>
            <a:off x="451230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2" name="object 732"/>
          <p:cNvSpPr/>
          <p:nvPr/>
        </p:nvSpPr>
        <p:spPr>
          <a:xfrm>
            <a:off x="454279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3" name="object 733"/>
          <p:cNvSpPr/>
          <p:nvPr/>
        </p:nvSpPr>
        <p:spPr>
          <a:xfrm>
            <a:off x="457327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4" name="object 734"/>
          <p:cNvSpPr/>
          <p:nvPr/>
        </p:nvSpPr>
        <p:spPr>
          <a:xfrm>
            <a:off x="460375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5" name="object 735"/>
          <p:cNvSpPr/>
          <p:nvPr/>
        </p:nvSpPr>
        <p:spPr>
          <a:xfrm>
            <a:off x="463422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6" name="object 736"/>
          <p:cNvSpPr/>
          <p:nvPr/>
        </p:nvSpPr>
        <p:spPr>
          <a:xfrm>
            <a:off x="466470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7" name="object 737"/>
          <p:cNvSpPr/>
          <p:nvPr/>
        </p:nvSpPr>
        <p:spPr>
          <a:xfrm>
            <a:off x="469519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8" name="object 738"/>
          <p:cNvSpPr/>
          <p:nvPr/>
        </p:nvSpPr>
        <p:spPr>
          <a:xfrm>
            <a:off x="472567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9" name="object 739"/>
          <p:cNvSpPr/>
          <p:nvPr/>
        </p:nvSpPr>
        <p:spPr>
          <a:xfrm>
            <a:off x="475615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0" name="object 740"/>
          <p:cNvSpPr/>
          <p:nvPr/>
        </p:nvSpPr>
        <p:spPr>
          <a:xfrm>
            <a:off x="478662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1" name="object 741"/>
          <p:cNvSpPr/>
          <p:nvPr/>
        </p:nvSpPr>
        <p:spPr>
          <a:xfrm>
            <a:off x="481710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2" name="object 742"/>
          <p:cNvSpPr/>
          <p:nvPr/>
        </p:nvSpPr>
        <p:spPr>
          <a:xfrm>
            <a:off x="484759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3" name="object 743"/>
          <p:cNvSpPr/>
          <p:nvPr/>
        </p:nvSpPr>
        <p:spPr>
          <a:xfrm>
            <a:off x="487807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4" name="object 744"/>
          <p:cNvSpPr/>
          <p:nvPr/>
        </p:nvSpPr>
        <p:spPr>
          <a:xfrm>
            <a:off x="490855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5" name="object 745"/>
          <p:cNvSpPr/>
          <p:nvPr/>
        </p:nvSpPr>
        <p:spPr>
          <a:xfrm>
            <a:off x="493902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6" name="object 746"/>
          <p:cNvSpPr/>
          <p:nvPr/>
        </p:nvSpPr>
        <p:spPr>
          <a:xfrm>
            <a:off x="496950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7" name="object 747"/>
          <p:cNvSpPr/>
          <p:nvPr/>
        </p:nvSpPr>
        <p:spPr>
          <a:xfrm>
            <a:off x="499999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8" name="object 748"/>
          <p:cNvSpPr/>
          <p:nvPr/>
        </p:nvSpPr>
        <p:spPr>
          <a:xfrm>
            <a:off x="503047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9" name="object 749"/>
          <p:cNvSpPr/>
          <p:nvPr/>
        </p:nvSpPr>
        <p:spPr>
          <a:xfrm>
            <a:off x="506095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0" name="object 750"/>
          <p:cNvSpPr/>
          <p:nvPr/>
        </p:nvSpPr>
        <p:spPr>
          <a:xfrm>
            <a:off x="509142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1" name="object 751"/>
          <p:cNvSpPr/>
          <p:nvPr/>
        </p:nvSpPr>
        <p:spPr>
          <a:xfrm>
            <a:off x="512190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2" name="object 752"/>
          <p:cNvSpPr/>
          <p:nvPr/>
        </p:nvSpPr>
        <p:spPr>
          <a:xfrm>
            <a:off x="515239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3" name="object 753"/>
          <p:cNvSpPr/>
          <p:nvPr/>
        </p:nvSpPr>
        <p:spPr>
          <a:xfrm>
            <a:off x="518287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4" name="object 754"/>
          <p:cNvSpPr/>
          <p:nvPr/>
        </p:nvSpPr>
        <p:spPr>
          <a:xfrm>
            <a:off x="521335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5" name="object 755"/>
          <p:cNvSpPr/>
          <p:nvPr/>
        </p:nvSpPr>
        <p:spPr>
          <a:xfrm>
            <a:off x="524382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6" name="object 756"/>
          <p:cNvSpPr/>
          <p:nvPr/>
        </p:nvSpPr>
        <p:spPr>
          <a:xfrm>
            <a:off x="527430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7" name="object 757"/>
          <p:cNvSpPr/>
          <p:nvPr/>
        </p:nvSpPr>
        <p:spPr>
          <a:xfrm>
            <a:off x="530479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8" name="object 758"/>
          <p:cNvSpPr/>
          <p:nvPr/>
        </p:nvSpPr>
        <p:spPr>
          <a:xfrm>
            <a:off x="533527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9" name="object 759"/>
          <p:cNvSpPr/>
          <p:nvPr/>
        </p:nvSpPr>
        <p:spPr>
          <a:xfrm>
            <a:off x="536575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0" name="object 760"/>
          <p:cNvSpPr/>
          <p:nvPr/>
        </p:nvSpPr>
        <p:spPr>
          <a:xfrm>
            <a:off x="539622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1" name="object 761"/>
          <p:cNvSpPr/>
          <p:nvPr/>
        </p:nvSpPr>
        <p:spPr>
          <a:xfrm>
            <a:off x="542670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2" name="object 762"/>
          <p:cNvSpPr/>
          <p:nvPr/>
        </p:nvSpPr>
        <p:spPr>
          <a:xfrm>
            <a:off x="545719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3" name="object 763"/>
          <p:cNvSpPr/>
          <p:nvPr/>
        </p:nvSpPr>
        <p:spPr>
          <a:xfrm>
            <a:off x="548767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4" name="object 764"/>
          <p:cNvSpPr/>
          <p:nvPr/>
        </p:nvSpPr>
        <p:spPr>
          <a:xfrm>
            <a:off x="551815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5" name="object 765"/>
          <p:cNvSpPr/>
          <p:nvPr/>
        </p:nvSpPr>
        <p:spPr>
          <a:xfrm>
            <a:off x="554862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6" name="object 766"/>
          <p:cNvSpPr/>
          <p:nvPr/>
        </p:nvSpPr>
        <p:spPr>
          <a:xfrm>
            <a:off x="557910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7" name="object 767"/>
          <p:cNvSpPr/>
          <p:nvPr/>
        </p:nvSpPr>
        <p:spPr>
          <a:xfrm>
            <a:off x="560959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8" name="object 768"/>
          <p:cNvSpPr/>
          <p:nvPr/>
        </p:nvSpPr>
        <p:spPr>
          <a:xfrm>
            <a:off x="564007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9" name="object 769"/>
          <p:cNvSpPr/>
          <p:nvPr/>
        </p:nvSpPr>
        <p:spPr>
          <a:xfrm>
            <a:off x="567055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0" name="object 770"/>
          <p:cNvSpPr/>
          <p:nvPr/>
        </p:nvSpPr>
        <p:spPr>
          <a:xfrm>
            <a:off x="570102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1" name="object 771"/>
          <p:cNvSpPr/>
          <p:nvPr/>
        </p:nvSpPr>
        <p:spPr>
          <a:xfrm>
            <a:off x="5731509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2" name="object 772"/>
          <p:cNvSpPr/>
          <p:nvPr/>
        </p:nvSpPr>
        <p:spPr>
          <a:xfrm>
            <a:off x="5761990" y="2708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3" name="object 773"/>
          <p:cNvSpPr/>
          <p:nvPr/>
        </p:nvSpPr>
        <p:spPr>
          <a:xfrm>
            <a:off x="82423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4" name="object 774"/>
          <p:cNvSpPr/>
          <p:nvPr/>
        </p:nvSpPr>
        <p:spPr>
          <a:xfrm>
            <a:off x="85471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5" name="object 775"/>
          <p:cNvSpPr/>
          <p:nvPr/>
        </p:nvSpPr>
        <p:spPr>
          <a:xfrm>
            <a:off x="88518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6" name="object 776"/>
          <p:cNvSpPr/>
          <p:nvPr/>
        </p:nvSpPr>
        <p:spPr>
          <a:xfrm>
            <a:off x="91566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7" name="object 777"/>
          <p:cNvSpPr/>
          <p:nvPr/>
        </p:nvSpPr>
        <p:spPr>
          <a:xfrm>
            <a:off x="94615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8" name="object 778"/>
          <p:cNvSpPr/>
          <p:nvPr/>
        </p:nvSpPr>
        <p:spPr>
          <a:xfrm>
            <a:off x="97663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9" name="object 779"/>
          <p:cNvSpPr/>
          <p:nvPr/>
        </p:nvSpPr>
        <p:spPr>
          <a:xfrm>
            <a:off x="100711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0" name="object 780"/>
          <p:cNvSpPr/>
          <p:nvPr/>
        </p:nvSpPr>
        <p:spPr>
          <a:xfrm>
            <a:off x="103758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1" name="object 781"/>
          <p:cNvSpPr/>
          <p:nvPr/>
        </p:nvSpPr>
        <p:spPr>
          <a:xfrm>
            <a:off x="106806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2" name="object 782"/>
          <p:cNvSpPr/>
          <p:nvPr/>
        </p:nvSpPr>
        <p:spPr>
          <a:xfrm>
            <a:off x="109855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3" name="object 783"/>
          <p:cNvSpPr/>
          <p:nvPr/>
        </p:nvSpPr>
        <p:spPr>
          <a:xfrm>
            <a:off x="112903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4" name="object 784"/>
          <p:cNvSpPr/>
          <p:nvPr/>
        </p:nvSpPr>
        <p:spPr>
          <a:xfrm>
            <a:off x="115951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5" name="object 785"/>
          <p:cNvSpPr/>
          <p:nvPr/>
        </p:nvSpPr>
        <p:spPr>
          <a:xfrm>
            <a:off x="118998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6" name="object 786"/>
          <p:cNvSpPr/>
          <p:nvPr/>
        </p:nvSpPr>
        <p:spPr>
          <a:xfrm>
            <a:off x="122046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7" name="object 787"/>
          <p:cNvSpPr/>
          <p:nvPr/>
        </p:nvSpPr>
        <p:spPr>
          <a:xfrm>
            <a:off x="125095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8" name="object 788"/>
          <p:cNvSpPr/>
          <p:nvPr/>
        </p:nvSpPr>
        <p:spPr>
          <a:xfrm>
            <a:off x="128143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9" name="object 789"/>
          <p:cNvSpPr/>
          <p:nvPr/>
        </p:nvSpPr>
        <p:spPr>
          <a:xfrm>
            <a:off x="131191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0" name="object 790"/>
          <p:cNvSpPr/>
          <p:nvPr/>
        </p:nvSpPr>
        <p:spPr>
          <a:xfrm>
            <a:off x="134238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1" name="object 791"/>
          <p:cNvSpPr/>
          <p:nvPr/>
        </p:nvSpPr>
        <p:spPr>
          <a:xfrm>
            <a:off x="137286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2" name="object 792"/>
          <p:cNvSpPr/>
          <p:nvPr/>
        </p:nvSpPr>
        <p:spPr>
          <a:xfrm>
            <a:off x="140335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3" name="object 793"/>
          <p:cNvSpPr/>
          <p:nvPr/>
        </p:nvSpPr>
        <p:spPr>
          <a:xfrm>
            <a:off x="143383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4" name="object 794"/>
          <p:cNvSpPr/>
          <p:nvPr/>
        </p:nvSpPr>
        <p:spPr>
          <a:xfrm>
            <a:off x="146431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5" name="object 795"/>
          <p:cNvSpPr/>
          <p:nvPr/>
        </p:nvSpPr>
        <p:spPr>
          <a:xfrm>
            <a:off x="149478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6" name="object 796"/>
          <p:cNvSpPr/>
          <p:nvPr/>
        </p:nvSpPr>
        <p:spPr>
          <a:xfrm>
            <a:off x="152526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7" name="object 797"/>
          <p:cNvSpPr/>
          <p:nvPr/>
        </p:nvSpPr>
        <p:spPr>
          <a:xfrm>
            <a:off x="155575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8" name="object 798"/>
          <p:cNvSpPr/>
          <p:nvPr/>
        </p:nvSpPr>
        <p:spPr>
          <a:xfrm>
            <a:off x="158623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9" name="object 799"/>
          <p:cNvSpPr/>
          <p:nvPr/>
        </p:nvSpPr>
        <p:spPr>
          <a:xfrm>
            <a:off x="161671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0" name="object 800"/>
          <p:cNvSpPr/>
          <p:nvPr/>
        </p:nvSpPr>
        <p:spPr>
          <a:xfrm>
            <a:off x="164718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1" name="object 801"/>
          <p:cNvSpPr/>
          <p:nvPr/>
        </p:nvSpPr>
        <p:spPr>
          <a:xfrm>
            <a:off x="167767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2" name="object 802"/>
          <p:cNvSpPr/>
          <p:nvPr/>
        </p:nvSpPr>
        <p:spPr>
          <a:xfrm>
            <a:off x="170815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3" name="object 803"/>
          <p:cNvSpPr/>
          <p:nvPr/>
        </p:nvSpPr>
        <p:spPr>
          <a:xfrm>
            <a:off x="173862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4" name="object 804"/>
          <p:cNvSpPr/>
          <p:nvPr/>
        </p:nvSpPr>
        <p:spPr>
          <a:xfrm>
            <a:off x="176911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5" name="object 805"/>
          <p:cNvSpPr/>
          <p:nvPr/>
        </p:nvSpPr>
        <p:spPr>
          <a:xfrm>
            <a:off x="179958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6" name="object 806"/>
          <p:cNvSpPr/>
          <p:nvPr/>
        </p:nvSpPr>
        <p:spPr>
          <a:xfrm>
            <a:off x="183007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7" name="object 807"/>
          <p:cNvSpPr/>
          <p:nvPr/>
        </p:nvSpPr>
        <p:spPr>
          <a:xfrm>
            <a:off x="186055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8" name="object 808"/>
          <p:cNvSpPr/>
          <p:nvPr/>
        </p:nvSpPr>
        <p:spPr>
          <a:xfrm>
            <a:off x="189102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9" name="object 809"/>
          <p:cNvSpPr/>
          <p:nvPr/>
        </p:nvSpPr>
        <p:spPr>
          <a:xfrm>
            <a:off x="192151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0" name="object 810"/>
          <p:cNvSpPr/>
          <p:nvPr/>
        </p:nvSpPr>
        <p:spPr>
          <a:xfrm>
            <a:off x="195198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1" name="object 811"/>
          <p:cNvSpPr/>
          <p:nvPr/>
        </p:nvSpPr>
        <p:spPr>
          <a:xfrm>
            <a:off x="198247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2" name="object 812"/>
          <p:cNvSpPr/>
          <p:nvPr/>
        </p:nvSpPr>
        <p:spPr>
          <a:xfrm>
            <a:off x="201295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3" name="object 813"/>
          <p:cNvSpPr/>
          <p:nvPr/>
        </p:nvSpPr>
        <p:spPr>
          <a:xfrm>
            <a:off x="204342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4" name="object 814"/>
          <p:cNvSpPr/>
          <p:nvPr/>
        </p:nvSpPr>
        <p:spPr>
          <a:xfrm>
            <a:off x="207391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5" name="object 815"/>
          <p:cNvSpPr/>
          <p:nvPr/>
        </p:nvSpPr>
        <p:spPr>
          <a:xfrm>
            <a:off x="210438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6" name="object 816"/>
          <p:cNvSpPr/>
          <p:nvPr/>
        </p:nvSpPr>
        <p:spPr>
          <a:xfrm>
            <a:off x="213487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7" name="object 817"/>
          <p:cNvSpPr/>
          <p:nvPr/>
        </p:nvSpPr>
        <p:spPr>
          <a:xfrm>
            <a:off x="216535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8" name="object 818"/>
          <p:cNvSpPr/>
          <p:nvPr/>
        </p:nvSpPr>
        <p:spPr>
          <a:xfrm>
            <a:off x="219582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9" name="object 819"/>
          <p:cNvSpPr/>
          <p:nvPr/>
        </p:nvSpPr>
        <p:spPr>
          <a:xfrm>
            <a:off x="222631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0" name="object 820"/>
          <p:cNvSpPr/>
          <p:nvPr/>
        </p:nvSpPr>
        <p:spPr>
          <a:xfrm>
            <a:off x="225678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1" name="object 821"/>
          <p:cNvSpPr/>
          <p:nvPr/>
        </p:nvSpPr>
        <p:spPr>
          <a:xfrm>
            <a:off x="228727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2" name="object 822"/>
          <p:cNvSpPr/>
          <p:nvPr/>
        </p:nvSpPr>
        <p:spPr>
          <a:xfrm>
            <a:off x="231775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3" name="object 823"/>
          <p:cNvSpPr/>
          <p:nvPr/>
        </p:nvSpPr>
        <p:spPr>
          <a:xfrm>
            <a:off x="234822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4" name="object 824"/>
          <p:cNvSpPr/>
          <p:nvPr/>
        </p:nvSpPr>
        <p:spPr>
          <a:xfrm>
            <a:off x="237871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5" name="object 825"/>
          <p:cNvSpPr/>
          <p:nvPr/>
        </p:nvSpPr>
        <p:spPr>
          <a:xfrm>
            <a:off x="240918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6" name="object 826"/>
          <p:cNvSpPr/>
          <p:nvPr/>
        </p:nvSpPr>
        <p:spPr>
          <a:xfrm>
            <a:off x="243967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7" name="object 827"/>
          <p:cNvSpPr/>
          <p:nvPr/>
        </p:nvSpPr>
        <p:spPr>
          <a:xfrm>
            <a:off x="247015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8" name="object 828"/>
          <p:cNvSpPr/>
          <p:nvPr/>
        </p:nvSpPr>
        <p:spPr>
          <a:xfrm>
            <a:off x="250062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9" name="object 829"/>
          <p:cNvSpPr/>
          <p:nvPr/>
        </p:nvSpPr>
        <p:spPr>
          <a:xfrm>
            <a:off x="253111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0" name="object 830"/>
          <p:cNvSpPr/>
          <p:nvPr/>
        </p:nvSpPr>
        <p:spPr>
          <a:xfrm>
            <a:off x="256158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1" name="object 831"/>
          <p:cNvSpPr/>
          <p:nvPr/>
        </p:nvSpPr>
        <p:spPr>
          <a:xfrm>
            <a:off x="259207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2" name="object 832"/>
          <p:cNvSpPr/>
          <p:nvPr/>
        </p:nvSpPr>
        <p:spPr>
          <a:xfrm>
            <a:off x="262255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3" name="object 833"/>
          <p:cNvSpPr/>
          <p:nvPr/>
        </p:nvSpPr>
        <p:spPr>
          <a:xfrm>
            <a:off x="265302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4" name="object 834"/>
          <p:cNvSpPr/>
          <p:nvPr/>
        </p:nvSpPr>
        <p:spPr>
          <a:xfrm>
            <a:off x="268351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5" name="object 835"/>
          <p:cNvSpPr/>
          <p:nvPr/>
        </p:nvSpPr>
        <p:spPr>
          <a:xfrm>
            <a:off x="271398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6" name="object 836"/>
          <p:cNvSpPr/>
          <p:nvPr/>
        </p:nvSpPr>
        <p:spPr>
          <a:xfrm>
            <a:off x="274447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7" name="object 837"/>
          <p:cNvSpPr/>
          <p:nvPr/>
        </p:nvSpPr>
        <p:spPr>
          <a:xfrm>
            <a:off x="277495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8" name="object 838"/>
          <p:cNvSpPr/>
          <p:nvPr/>
        </p:nvSpPr>
        <p:spPr>
          <a:xfrm>
            <a:off x="280542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9" name="object 839"/>
          <p:cNvSpPr/>
          <p:nvPr/>
        </p:nvSpPr>
        <p:spPr>
          <a:xfrm>
            <a:off x="283591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0" name="object 840"/>
          <p:cNvSpPr/>
          <p:nvPr/>
        </p:nvSpPr>
        <p:spPr>
          <a:xfrm>
            <a:off x="286638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1" name="object 841"/>
          <p:cNvSpPr/>
          <p:nvPr/>
        </p:nvSpPr>
        <p:spPr>
          <a:xfrm>
            <a:off x="289687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2" name="object 842"/>
          <p:cNvSpPr/>
          <p:nvPr/>
        </p:nvSpPr>
        <p:spPr>
          <a:xfrm>
            <a:off x="292735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3" name="object 843"/>
          <p:cNvSpPr/>
          <p:nvPr/>
        </p:nvSpPr>
        <p:spPr>
          <a:xfrm>
            <a:off x="295782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4" name="object 844"/>
          <p:cNvSpPr/>
          <p:nvPr/>
        </p:nvSpPr>
        <p:spPr>
          <a:xfrm>
            <a:off x="298831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5" name="object 845"/>
          <p:cNvSpPr/>
          <p:nvPr/>
        </p:nvSpPr>
        <p:spPr>
          <a:xfrm>
            <a:off x="301878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6" name="object 846"/>
          <p:cNvSpPr/>
          <p:nvPr/>
        </p:nvSpPr>
        <p:spPr>
          <a:xfrm>
            <a:off x="304927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7" name="object 847"/>
          <p:cNvSpPr/>
          <p:nvPr/>
        </p:nvSpPr>
        <p:spPr>
          <a:xfrm>
            <a:off x="307975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8" name="object 848"/>
          <p:cNvSpPr/>
          <p:nvPr/>
        </p:nvSpPr>
        <p:spPr>
          <a:xfrm>
            <a:off x="311022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9" name="object 849"/>
          <p:cNvSpPr/>
          <p:nvPr/>
        </p:nvSpPr>
        <p:spPr>
          <a:xfrm>
            <a:off x="314071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0" name="object 850"/>
          <p:cNvSpPr/>
          <p:nvPr/>
        </p:nvSpPr>
        <p:spPr>
          <a:xfrm>
            <a:off x="317118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1" name="object 851"/>
          <p:cNvSpPr/>
          <p:nvPr/>
        </p:nvSpPr>
        <p:spPr>
          <a:xfrm>
            <a:off x="320167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2" name="object 852"/>
          <p:cNvSpPr/>
          <p:nvPr/>
        </p:nvSpPr>
        <p:spPr>
          <a:xfrm>
            <a:off x="323215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3" name="object 853"/>
          <p:cNvSpPr/>
          <p:nvPr/>
        </p:nvSpPr>
        <p:spPr>
          <a:xfrm>
            <a:off x="326262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4" name="object 854"/>
          <p:cNvSpPr/>
          <p:nvPr/>
        </p:nvSpPr>
        <p:spPr>
          <a:xfrm>
            <a:off x="329310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5" name="object 855"/>
          <p:cNvSpPr/>
          <p:nvPr/>
        </p:nvSpPr>
        <p:spPr>
          <a:xfrm>
            <a:off x="332359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6" name="object 856"/>
          <p:cNvSpPr/>
          <p:nvPr/>
        </p:nvSpPr>
        <p:spPr>
          <a:xfrm>
            <a:off x="335407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7" name="object 857"/>
          <p:cNvSpPr/>
          <p:nvPr/>
        </p:nvSpPr>
        <p:spPr>
          <a:xfrm>
            <a:off x="338455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8" name="object 858"/>
          <p:cNvSpPr/>
          <p:nvPr/>
        </p:nvSpPr>
        <p:spPr>
          <a:xfrm>
            <a:off x="341502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9" name="object 859"/>
          <p:cNvSpPr/>
          <p:nvPr/>
        </p:nvSpPr>
        <p:spPr>
          <a:xfrm>
            <a:off x="344550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0" name="object 860"/>
          <p:cNvSpPr/>
          <p:nvPr/>
        </p:nvSpPr>
        <p:spPr>
          <a:xfrm>
            <a:off x="347599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1" name="object 861"/>
          <p:cNvSpPr/>
          <p:nvPr/>
        </p:nvSpPr>
        <p:spPr>
          <a:xfrm>
            <a:off x="350647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2" name="object 862"/>
          <p:cNvSpPr/>
          <p:nvPr/>
        </p:nvSpPr>
        <p:spPr>
          <a:xfrm>
            <a:off x="353695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3" name="object 863"/>
          <p:cNvSpPr/>
          <p:nvPr/>
        </p:nvSpPr>
        <p:spPr>
          <a:xfrm>
            <a:off x="356742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4" name="object 864"/>
          <p:cNvSpPr/>
          <p:nvPr/>
        </p:nvSpPr>
        <p:spPr>
          <a:xfrm>
            <a:off x="359790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5" name="object 865"/>
          <p:cNvSpPr/>
          <p:nvPr/>
        </p:nvSpPr>
        <p:spPr>
          <a:xfrm>
            <a:off x="362839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6" name="object 866"/>
          <p:cNvSpPr/>
          <p:nvPr/>
        </p:nvSpPr>
        <p:spPr>
          <a:xfrm>
            <a:off x="365887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7" name="object 867"/>
          <p:cNvSpPr/>
          <p:nvPr/>
        </p:nvSpPr>
        <p:spPr>
          <a:xfrm>
            <a:off x="368935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8" name="object 868"/>
          <p:cNvSpPr/>
          <p:nvPr/>
        </p:nvSpPr>
        <p:spPr>
          <a:xfrm>
            <a:off x="371982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9" name="object 869"/>
          <p:cNvSpPr/>
          <p:nvPr/>
        </p:nvSpPr>
        <p:spPr>
          <a:xfrm>
            <a:off x="375030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0" name="object 870"/>
          <p:cNvSpPr/>
          <p:nvPr/>
        </p:nvSpPr>
        <p:spPr>
          <a:xfrm>
            <a:off x="378079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1" name="object 871"/>
          <p:cNvSpPr/>
          <p:nvPr/>
        </p:nvSpPr>
        <p:spPr>
          <a:xfrm>
            <a:off x="381127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2" name="object 872"/>
          <p:cNvSpPr/>
          <p:nvPr/>
        </p:nvSpPr>
        <p:spPr>
          <a:xfrm>
            <a:off x="384175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3" name="object 873"/>
          <p:cNvSpPr/>
          <p:nvPr/>
        </p:nvSpPr>
        <p:spPr>
          <a:xfrm>
            <a:off x="387222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4" name="object 874"/>
          <p:cNvSpPr/>
          <p:nvPr/>
        </p:nvSpPr>
        <p:spPr>
          <a:xfrm>
            <a:off x="390270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5" name="object 875"/>
          <p:cNvSpPr/>
          <p:nvPr/>
        </p:nvSpPr>
        <p:spPr>
          <a:xfrm>
            <a:off x="393319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6" name="object 876"/>
          <p:cNvSpPr/>
          <p:nvPr/>
        </p:nvSpPr>
        <p:spPr>
          <a:xfrm>
            <a:off x="396367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7" name="object 877"/>
          <p:cNvSpPr/>
          <p:nvPr/>
        </p:nvSpPr>
        <p:spPr>
          <a:xfrm>
            <a:off x="399415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8" name="object 878"/>
          <p:cNvSpPr/>
          <p:nvPr/>
        </p:nvSpPr>
        <p:spPr>
          <a:xfrm>
            <a:off x="402462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9" name="object 879"/>
          <p:cNvSpPr/>
          <p:nvPr/>
        </p:nvSpPr>
        <p:spPr>
          <a:xfrm>
            <a:off x="405510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0" name="object 880"/>
          <p:cNvSpPr/>
          <p:nvPr/>
        </p:nvSpPr>
        <p:spPr>
          <a:xfrm>
            <a:off x="408559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1" name="object 881"/>
          <p:cNvSpPr/>
          <p:nvPr/>
        </p:nvSpPr>
        <p:spPr>
          <a:xfrm>
            <a:off x="411607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2" name="object 882"/>
          <p:cNvSpPr/>
          <p:nvPr/>
        </p:nvSpPr>
        <p:spPr>
          <a:xfrm>
            <a:off x="414655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3" name="object 883"/>
          <p:cNvSpPr/>
          <p:nvPr/>
        </p:nvSpPr>
        <p:spPr>
          <a:xfrm>
            <a:off x="417702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4" name="object 884"/>
          <p:cNvSpPr/>
          <p:nvPr/>
        </p:nvSpPr>
        <p:spPr>
          <a:xfrm>
            <a:off x="420750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5" name="object 885"/>
          <p:cNvSpPr/>
          <p:nvPr/>
        </p:nvSpPr>
        <p:spPr>
          <a:xfrm>
            <a:off x="423799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6" name="object 886"/>
          <p:cNvSpPr/>
          <p:nvPr/>
        </p:nvSpPr>
        <p:spPr>
          <a:xfrm>
            <a:off x="426847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7" name="object 887"/>
          <p:cNvSpPr/>
          <p:nvPr/>
        </p:nvSpPr>
        <p:spPr>
          <a:xfrm>
            <a:off x="429895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8" name="object 888"/>
          <p:cNvSpPr/>
          <p:nvPr/>
        </p:nvSpPr>
        <p:spPr>
          <a:xfrm>
            <a:off x="432942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9" name="object 889"/>
          <p:cNvSpPr/>
          <p:nvPr/>
        </p:nvSpPr>
        <p:spPr>
          <a:xfrm>
            <a:off x="435990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0" name="object 890"/>
          <p:cNvSpPr/>
          <p:nvPr/>
        </p:nvSpPr>
        <p:spPr>
          <a:xfrm>
            <a:off x="439039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1" name="object 891"/>
          <p:cNvSpPr/>
          <p:nvPr/>
        </p:nvSpPr>
        <p:spPr>
          <a:xfrm>
            <a:off x="442087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2" name="object 892"/>
          <p:cNvSpPr/>
          <p:nvPr/>
        </p:nvSpPr>
        <p:spPr>
          <a:xfrm>
            <a:off x="445135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3" name="object 893"/>
          <p:cNvSpPr/>
          <p:nvPr/>
        </p:nvSpPr>
        <p:spPr>
          <a:xfrm>
            <a:off x="448182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4" name="object 894"/>
          <p:cNvSpPr/>
          <p:nvPr/>
        </p:nvSpPr>
        <p:spPr>
          <a:xfrm>
            <a:off x="451230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5" name="object 895"/>
          <p:cNvSpPr/>
          <p:nvPr/>
        </p:nvSpPr>
        <p:spPr>
          <a:xfrm>
            <a:off x="454279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6" name="object 896"/>
          <p:cNvSpPr/>
          <p:nvPr/>
        </p:nvSpPr>
        <p:spPr>
          <a:xfrm>
            <a:off x="457327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7" name="object 897"/>
          <p:cNvSpPr/>
          <p:nvPr/>
        </p:nvSpPr>
        <p:spPr>
          <a:xfrm>
            <a:off x="460375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8" name="object 898"/>
          <p:cNvSpPr/>
          <p:nvPr/>
        </p:nvSpPr>
        <p:spPr>
          <a:xfrm>
            <a:off x="463422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9" name="object 899"/>
          <p:cNvSpPr/>
          <p:nvPr/>
        </p:nvSpPr>
        <p:spPr>
          <a:xfrm>
            <a:off x="466470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0" name="object 900"/>
          <p:cNvSpPr/>
          <p:nvPr/>
        </p:nvSpPr>
        <p:spPr>
          <a:xfrm>
            <a:off x="469519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1" name="object 901"/>
          <p:cNvSpPr/>
          <p:nvPr/>
        </p:nvSpPr>
        <p:spPr>
          <a:xfrm>
            <a:off x="472567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2" name="object 902"/>
          <p:cNvSpPr/>
          <p:nvPr/>
        </p:nvSpPr>
        <p:spPr>
          <a:xfrm>
            <a:off x="475615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3" name="object 903"/>
          <p:cNvSpPr/>
          <p:nvPr/>
        </p:nvSpPr>
        <p:spPr>
          <a:xfrm>
            <a:off x="478662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4" name="object 904"/>
          <p:cNvSpPr/>
          <p:nvPr/>
        </p:nvSpPr>
        <p:spPr>
          <a:xfrm>
            <a:off x="481710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5" name="object 905"/>
          <p:cNvSpPr/>
          <p:nvPr/>
        </p:nvSpPr>
        <p:spPr>
          <a:xfrm>
            <a:off x="484759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6" name="object 906"/>
          <p:cNvSpPr/>
          <p:nvPr/>
        </p:nvSpPr>
        <p:spPr>
          <a:xfrm>
            <a:off x="487807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7" name="object 907"/>
          <p:cNvSpPr/>
          <p:nvPr/>
        </p:nvSpPr>
        <p:spPr>
          <a:xfrm>
            <a:off x="490855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8" name="object 908"/>
          <p:cNvSpPr/>
          <p:nvPr/>
        </p:nvSpPr>
        <p:spPr>
          <a:xfrm>
            <a:off x="493902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9" name="object 909"/>
          <p:cNvSpPr/>
          <p:nvPr/>
        </p:nvSpPr>
        <p:spPr>
          <a:xfrm>
            <a:off x="496950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0" name="object 910"/>
          <p:cNvSpPr/>
          <p:nvPr/>
        </p:nvSpPr>
        <p:spPr>
          <a:xfrm>
            <a:off x="499999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1" name="object 911"/>
          <p:cNvSpPr/>
          <p:nvPr/>
        </p:nvSpPr>
        <p:spPr>
          <a:xfrm>
            <a:off x="503047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2" name="object 912"/>
          <p:cNvSpPr/>
          <p:nvPr/>
        </p:nvSpPr>
        <p:spPr>
          <a:xfrm>
            <a:off x="506095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3" name="object 913"/>
          <p:cNvSpPr/>
          <p:nvPr/>
        </p:nvSpPr>
        <p:spPr>
          <a:xfrm>
            <a:off x="509142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4" name="object 914"/>
          <p:cNvSpPr/>
          <p:nvPr/>
        </p:nvSpPr>
        <p:spPr>
          <a:xfrm>
            <a:off x="512190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5" name="object 915"/>
          <p:cNvSpPr/>
          <p:nvPr/>
        </p:nvSpPr>
        <p:spPr>
          <a:xfrm>
            <a:off x="515239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6" name="object 916"/>
          <p:cNvSpPr/>
          <p:nvPr/>
        </p:nvSpPr>
        <p:spPr>
          <a:xfrm>
            <a:off x="518287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7" name="object 917"/>
          <p:cNvSpPr/>
          <p:nvPr/>
        </p:nvSpPr>
        <p:spPr>
          <a:xfrm>
            <a:off x="521335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8" name="object 918"/>
          <p:cNvSpPr/>
          <p:nvPr/>
        </p:nvSpPr>
        <p:spPr>
          <a:xfrm>
            <a:off x="524382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9" name="object 919"/>
          <p:cNvSpPr/>
          <p:nvPr/>
        </p:nvSpPr>
        <p:spPr>
          <a:xfrm>
            <a:off x="527430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0" name="object 920"/>
          <p:cNvSpPr/>
          <p:nvPr/>
        </p:nvSpPr>
        <p:spPr>
          <a:xfrm>
            <a:off x="530479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1" name="object 921"/>
          <p:cNvSpPr/>
          <p:nvPr/>
        </p:nvSpPr>
        <p:spPr>
          <a:xfrm>
            <a:off x="533527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2" name="object 922"/>
          <p:cNvSpPr/>
          <p:nvPr/>
        </p:nvSpPr>
        <p:spPr>
          <a:xfrm>
            <a:off x="536575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3" name="object 923"/>
          <p:cNvSpPr/>
          <p:nvPr/>
        </p:nvSpPr>
        <p:spPr>
          <a:xfrm>
            <a:off x="539622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4" name="object 924"/>
          <p:cNvSpPr/>
          <p:nvPr/>
        </p:nvSpPr>
        <p:spPr>
          <a:xfrm>
            <a:off x="542670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5" name="object 925"/>
          <p:cNvSpPr/>
          <p:nvPr/>
        </p:nvSpPr>
        <p:spPr>
          <a:xfrm>
            <a:off x="545719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6" name="object 926"/>
          <p:cNvSpPr/>
          <p:nvPr/>
        </p:nvSpPr>
        <p:spPr>
          <a:xfrm>
            <a:off x="548767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7" name="object 927"/>
          <p:cNvSpPr/>
          <p:nvPr/>
        </p:nvSpPr>
        <p:spPr>
          <a:xfrm>
            <a:off x="551815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8" name="object 928"/>
          <p:cNvSpPr/>
          <p:nvPr/>
        </p:nvSpPr>
        <p:spPr>
          <a:xfrm>
            <a:off x="554862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9" name="object 929"/>
          <p:cNvSpPr/>
          <p:nvPr/>
        </p:nvSpPr>
        <p:spPr>
          <a:xfrm>
            <a:off x="557910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0" name="object 930"/>
          <p:cNvSpPr/>
          <p:nvPr/>
        </p:nvSpPr>
        <p:spPr>
          <a:xfrm>
            <a:off x="560959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1" name="object 931"/>
          <p:cNvSpPr/>
          <p:nvPr/>
        </p:nvSpPr>
        <p:spPr>
          <a:xfrm>
            <a:off x="564007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2" name="object 932"/>
          <p:cNvSpPr/>
          <p:nvPr/>
        </p:nvSpPr>
        <p:spPr>
          <a:xfrm>
            <a:off x="567055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3" name="object 933"/>
          <p:cNvSpPr/>
          <p:nvPr/>
        </p:nvSpPr>
        <p:spPr>
          <a:xfrm>
            <a:off x="570102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4" name="object 934"/>
          <p:cNvSpPr/>
          <p:nvPr/>
        </p:nvSpPr>
        <p:spPr>
          <a:xfrm>
            <a:off x="5731509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5" name="object 935"/>
          <p:cNvSpPr/>
          <p:nvPr/>
        </p:nvSpPr>
        <p:spPr>
          <a:xfrm>
            <a:off x="5761990" y="30143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6" name="object 936"/>
          <p:cNvSpPr/>
          <p:nvPr/>
        </p:nvSpPr>
        <p:spPr>
          <a:xfrm>
            <a:off x="82423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7" name="object 937"/>
          <p:cNvSpPr/>
          <p:nvPr/>
        </p:nvSpPr>
        <p:spPr>
          <a:xfrm>
            <a:off x="85471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8" name="object 938"/>
          <p:cNvSpPr/>
          <p:nvPr/>
        </p:nvSpPr>
        <p:spPr>
          <a:xfrm>
            <a:off x="88518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9" name="object 939"/>
          <p:cNvSpPr/>
          <p:nvPr/>
        </p:nvSpPr>
        <p:spPr>
          <a:xfrm>
            <a:off x="91566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0" name="object 940"/>
          <p:cNvSpPr/>
          <p:nvPr/>
        </p:nvSpPr>
        <p:spPr>
          <a:xfrm>
            <a:off x="94615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1" name="object 941"/>
          <p:cNvSpPr/>
          <p:nvPr/>
        </p:nvSpPr>
        <p:spPr>
          <a:xfrm>
            <a:off x="97663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2" name="object 942"/>
          <p:cNvSpPr/>
          <p:nvPr/>
        </p:nvSpPr>
        <p:spPr>
          <a:xfrm>
            <a:off x="100711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3" name="object 943"/>
          <p:cNvSpPr/>
          <p:nvPr/>
        </p:nvSpPr>
        <p:spPr>
          <a:xfrm>
            <a:off x="103758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4" name="object 944"/>
          <p:cNvSpPr/>
          <p:nvPr/>
        </p:nvSpPr>
        <p:spPr>
          <a:xfrm>
            <a:off x="106806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5" name="object 945"/>
          <p:cNvSpPr/>
          <p:nvPr/>
        </p:nvSpPr>
        <p:spPr>
          <a:xfrm>
            <a:off x="109855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6" name="object 946"/>
          <p:cNvSpPr/>
          <p:nvPr/>
        </p:nvSpPr>
        <p:spPr>
          <a:xfrm>
            <a:off x="112903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7" name="object 947"/>
          <p:cNvSpPr/>
          <p:nvPr/>
        </p:nvSpPr>
        <p:spPr>
          <a:xfrm>
            <a:off x="115951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8" name="object 948"/>
          <p:cNvSpPr/>
          <p:nvPr/>
        </p:nvSpPr>
        <p:spPr>
          <a:xfrm>
            <a:off x="118998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9" name="object 949"/>
          <p:cNvSpPr/>
          <p:nvPr/>
        </p:nvSpPr>
        <p:spPr>
          <a:xfrm>
            <a:off x="122046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0" name="object 950"/>
          <p:cNvSpPr/>
          <p:nvPr/>
        </p:nvSpPr>
        <p:spPr>
          <a:xfrm>
            <a:off x="125095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1" name="object 951"/>
          <p:cNvSpPr/>
          <p:nvPr/>
        </p:nvSpPr>
        <p:spPr>
          <a:xfrm>
            <a:off x="128143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2" name="object 952"/>
          <p:cNvSpPr/>
          <p:nvPr/>
        </p:nvSpPr>
        <p:spPr>
          <a:xfrm>
            <a:off x="131191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3" name="object 953"/>
          <p:cNvSpPr/>
          <p:nvPr/>
        </p:nvSpPr>
        <p:spPr>
          <a:xfrm>
            <a:off x="134238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4" name="object 954"/>
          <p:cNvSpPr/>
          <p:nvPr/>
        </p:nvSpPr>
        <p:spPr>
          <a:xfrm>
            <a:off x="137286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5" name="object 955"/>
          <p:cNvSpPr/>
          <p:nvPr/>
        </p:nvSpPr>
        <p:spPr>
          <a:xfrm>
            <a:off x="140335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6" name="object 956"/>
          <p:cNvSpPr/>
          <p:nvPr/>
        </p:nvSpPr>
        <p:spPr>
          <a:xfrm>
            <a:off x="143383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7" name="object 957"/>
          <p:cNvSpPr/>
          <p:nvPr/>
        </p:nvSpPr>
        <p:spPr>
          <a:xfrm>
            <a:off x="146431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8" name="object 958"/>
          <p:cNvSpPr/>
          <p:nvPr/>
        </p:nvSpPr>
        <p:spPr>
          <a:xfrm>
            <a:off x="149478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9" name="object 959"/>
          <p:cNvSpPr/>
          <p:nvPr/>
        </p:nvSpPr>
        <p:spPr>
          <a:xfrm>
            <a:off x="152526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0" name="object 960"/>
          <p:cNvSpPr/>
          <p:nvPr/>
        </p:nvSpPr>
        <p:spPr>
          <a:xfrm>
            <a:off x="155575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1" name="object 961"/>
          <p:cNvSpPr/>
          <p:nvPr/>
        </p:nvSpPr>
        <p:spPr>
          <a:xfrm>
            <a:off x="158623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2" name="object 962"/>
          <p:cNvSpPr/>
          <p:nvPr/>
        </p:nvSpPr>
        <p:spPr>
          <a:xfrm>
            <a:off x="161671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3" name="object 963"/>
          <p:cNvSpPr/>
          <p:nvPr/>
        </p:nvSpPr>
        <p:spPr>
          <a:xfrm>
            <a:off x="164718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4" name="object 964"/>
          <p:cNvSpPr/>
          <p:nvPr/>
        </p:nvSpPr>
        <p:spPr>
          <a:xfrm>
            <a:off x="167767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5" name="object 965"/>
          <p:cNvSpPr/>
          <p:nvPr/>
        </p:nvSpPr>
        <p:spPr>
          <a:xfrm>
            <a:off x="170815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6" name="object 966"/>
          <p:cNvSpPr/>
          <p:nvPr/>
        </p:nvSpPr>
        <p:spPr>
          <a:xfrm>
            <a:off x="173862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7" name="object 967"/>
          <p:cNvSpPr/>
          <p:nvPr/>
        </p:nvSpPr>
        <p:spPr>
          <a:xfrm>
            <a:off x="176911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8" name="object 968"/>
          <p:cNvSpPr/>
          <p:nvPr/>
        </p:nvSpPr>
        <p:spPr>
          <a:xfrm>
            <a:off x="179958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9" name="object 969"/>
          <p:cNvSpPr/>
          <p:nvPr/>
        </p:nvSpPr>
        <p:spPr>
          <a:xfrm>
            <a:off x="183007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0" name="object 970"/>
          <p:cNvSpPr/>
          <p:nvPr/>
        </p:nvSpPr>
        <p:spPr>
          <a:xfrm>
            <a:off x="186055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1" name="object 971"/>
          <p:cNvSpPr/>
          <p:nvPr/>
        </p:nvSpPr>
        <p:spPr>
          <a:xfrm>
            <a:off x="189102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2" name="object 972"/>
          <p:cNvSpPr/>
          <p:nvPr/>
        </p:nvSpPr>
        <p:spPr>
          <a:xfrm>
            <a:off x="192151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3" name="object 973"/>
          <p:cNvSpPr/>
          <p:nvPr/>
        </p:nvSpPr>
        <p:spPr>
          <a:xfrm>
            <a:off x="195198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4" name="object 974"/>
          <p:cNvSpPr/>
          <p:nvPr/>
        </p:nvSpPr>
        <p:spPr>
          <a:xfrm>
            <a:off x="198247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5" name="object 975"/>
          <p:cNvSpPr/>
          <p:nvPr/>
        </p:nvSpPr>
        <p:spPr>
          <a:xfrm>
            <a:off x="201295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6" name="object 976"/>
          <p:cNvSpPr/>
          <p:nvPr/>
        </p:nvSpPr>
        <p:spPr>
          <a:xfrm>
            <a:off x="204342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7" name="object 977"/>
          <p:cNvSpPr/>
          <p:nvPr/>
        </p:nvSpPr>
        <p:spPr>
          <a:xfrm>
            <a:off x="207391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8" name="object 978"/>
          <p:cNvSpPr/>
          <p:nvPr/>
        </p:nvSpPr>
        <p:spPr>
          <a:xfrm>
            <a:off x="210438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9" name="object 979"/>
          <p:cNvSpPr/>
          <p:nvPr/>
        </p:nvSpPr>
        <p:spPr>
          <a:xfrm>
            <a:off x="213487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0" name="object 980"/>
          <p:cNvSpPr/>
          <p:nvPr/>
        </p:nvSpPr>
        <p:spPr>
          <a:xfrm>
            <a:off x="216535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1" name="object 981"/>
          <p:cNvSpPr/>
          <p:nvPr/>
        </p:nvSpPr>
        <p:spPr>
          <a:xfrm>
            <a:off x="219582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2" name="object 982"/>
          <p:cNvSpPr/>
          <p:nvPr/>
        </p:nvSpPr>
        <p:spPr>
          <a:xfrm>
            <a:off x="222631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3" name="object 983"/>
          <p:cNvSpPr/>
          <p:nvPr/>
        </p:nvSpPr>
        <p:spPr>
          <a:xfrm>
            <a:off x="225678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4" name="object 984"/>
          <p:cNvSpPr/>
          <p:nvPr/>
        </p:nvSpPr>
        <p:spPr>
          <a:xfrm>
            <a:off x="228727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5" name="object 985"/>
          <p:cNvSpPr/>
          <p:nvPr/>
        </p:nvSpPr>
        <p:spPr>
          <a:xfrm>
            <a:off x="231775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6" name="object 986"/>
          <p:cNvSpPr/>
          <p:nvPr/>
        </p:nvSpPr>
        <p:spPr>
          <a:xfrm>
            <a:off x="234822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7" name="object 987"/>
          <p:cNvSpPr/>
          <p:nvPr/>
        </p:nvSpPr>
        <p:spPr>
          <a:xfrm>
            <a:off x="237871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8" name="object 988"/>
          <p:cNvSpPr/>
          <p:nvPr/>
        </p:nvSpPr>
        <p:spPr>
          <a:xfrm>
            <a:off x="240918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9" name="object 989"/>
          <p:cNvSpPr/>
          <p:nvPr/>
        </p:nvSpPr>
        <p:spPr>
          <a:xfrm>
            <a:off x="243967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0" name="object 990"/>
          <p:cNvSpPr/>
          <p:nvPr/>
        </p:nvSpPr>
        <p:spPr>
          <a:xfrm>
            <a:off x="247015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1" name="object 991"/>
          <p:cNvSpPr/>
          <p:nvPr/>
        </p:nvSpPr>
        <p:spPr>
          <a:xfrm>
            <a:off x="250062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2" name="object 992"/>
          <p:cNvSpPr/>
          <p:nvPr/>
        </p:nvSpPr>
        <p:spPr>
          <a:xfrm>
            <a:off x="253111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3" name="object 993"/>
          <p:cNvSpPr/>
          <p:nvPr/>
        </p:nvSpPr>
        <p:spPr>
          <a:xfrm>
            <a:off x="256158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4" name="object 994"/>
          <p:cNvSpPr/>
          <p:nvPr/>
        </p:nvSpPr>
        <p:spPr>
          <a:xfrm>
            <a:off x="259207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5" name="object 995"/>
          <p:cNvSpPr/>
          <p:nvPr/>
        </p:nvSpPr>
        <p:spPr>
          <a:xfrm>
            <a:off x="262255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6" name="object 996"/>
          <p:cNvSpPr/>
          <p:nvPr/>
        </p:nvSpPr>
        <p:spPr>
          <a:xfrm>
            <a:off x="265302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7" name="object 997"/>
          <p:cNvSpPr/>
          <p:nvPr/>
        </p:nvSpPr>
        <p:spPr>
          <a:xfrm>
            <a:off x="268351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8" name="object 998"/>
          <p:cNvSpPr/>
          <p:nvPr/>
        </p:nvSpPr>
        <p:spPr>
          <a:xfrm>
            <a:off x="271398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9" name="object 999"/>
          <p:cNvSpPr/>
          <p:nvPr/>
        </p:nvSpPr>
        <p:spPr>
          <a:xfrm>
            <a:off x="274447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0" name="object 1000"/>
          <p:cNvSpPr/>
          <p:nvPr/>
        </p:nvSpPr>
        <p:spPr>
          <a:xfrm>
            <a:off x="277495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1" name="object 1001"/>
          <p:cNvSpPr/>
          <p:nvPr/>
        </p:nvSpPr>
        <p:spPr>
          <a:xfrm>
            <a:off x="280542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2" name="object 1002"/>
          <p:cNvSpPr/>
          <p:nvPr/>
        </p:nvSpPr>
        <p:spPr>
          <a:xfrm>
            <a:off x="283591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3" name="object 1003"/>
          <p:cNvSpPr/>
          <p:nvPr/>
        </p:nvSpPr>
        <p:spPr>
          <a:xfrm>
            <a:off x="286638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4" name="object 1004"/>
          <p:cNvSpPr/>
          <p:nvPr/>
        </p:nvSpPr>
        <p:spPr>
          <a:xfrm>
            <a:off x="289687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5" name="object 1005"/>
          <p:cNvSpPr/>
          <p:nvPr/>
        </p:nvSpPr>
        <p:spPr>
          <a:xfrm>
            <a:off x="292735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6" name="object 1006"/>
          <p:cNvSpPr/>
          <p:nvPr/>
        </p:nvSpPr>
        <p:spPr>
          <a:xfrm>
            <a:off x="295782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7" name="object 1007"/>
          <p:cNvSpPr/>
          <p:nvPr/>
        </p:nvSpPr>
        <p:spPr>
          <a:xfrm>
            <a:off x="298831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8" name="object 1008"/>
          <p:cNvSpPr/>
          <p:nvPr/>
        </p:nvSpPr>
        <p:spPr>
          <a:xfrm>
            <a:off x="301878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9" name="object 1009"/>
          <p:cNvSpPr/>
          <p:nvPr/>
        </p:nvSpPr>
        <p:spPr>
          <a:xfrm>
            <a:off x="304927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0" name="object 1010"/>
          <p:cNvSpPr/>
          <p:nvPr/>
        </p:nvSpPr>
        <p:spPr>
          <a:xfrm>
            <a:off x="307975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1" name="object 1011"/>
          <p:cNvSpPr/>
          <p:nvPr/>
        </p:nvSpPr>
        <p:spPr>
          <a:xfrm>
            <a:off x="311022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2" name="object 1012"/>
          <p:cNvSpPr/>
          <p:nvPr/>
        </p:nvSpPr>
        <p:spPr>
          <a:xfrm>
            <a:off x="314071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3" name="object 1013"/>
          <p:cNvSpPr/>
          <p:nvPr/>
        </p:nvSpPr>
        <p:spPr>
          <a:xfrm>
            <a:off x="317118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4" name="object 1014"/>
          <p:cNvSpPr/>
          <p:nvPr/>
        </p:nvSpPr>
        <p:spPr>
          <a:xfrm>
            <a:off x="320167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5" name="object 1015"/>
          <p:cNvSpPr/>
          <p:nvPr/>
        </p:nvSpPr>
        <p:spPr>
          <a:xfrm>
            <a:off x="323215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6" name="object 1016"/>
          <p:cNvSpPr/>
          <p:nvPr/>
        </p:nvSpPr>
        <p:spPr>
          <a:xfrm>
            <a:off x="326262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7" name="object 1017"/>
          <p:cNvSpPr/>
          <p:nvPr/>
        </p:nvSpPr>
        <p:spPr>
          <a:xfrm>
            <a:off x="329310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8" name="object 1018"/>
          <p:cNvSpPr/>
          <p:nvPr/>
        </p:nvSpPr>
        <p:spPr>
          <a:xfrm>
            <a:off x="332359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9" name="object 1019"/>
          <p:cNvSpPr/>
          <p:nvPr/>
        </p:nvSpPr>
        <p:spPr>
          <a:xfrm>
            <a:off x="335407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0" name="object 1020"/>
          <p:cNvSpPr/>
          <p:nvPr/>
        </p:nvSpPr>
        <p:spPr>
          <a:xfrm>
            <a:off x="338455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1" name="object 1021"/>
          <p:cNvSpPr/>
          <p:nvPr/>
        </p:nvSpPr>
        <p:spPr>
          <a:xfrm>
            <a:off x="341502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2" name="object 1022"/>
          <p:cNvSpPr/>
          <p:nvPr/>
        </p:nvSpPr>
        <p:spPr>
          <a:xfrm>
            <a:off x="344550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3" name="object 1023"/>
          <p:cNvSpPr/>
          <p:nvPr/>
        </p:nvSpPr>
        <p:spPr>
          <a:xfrm>
            <a:off x="347599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4" name="object 1024"/>
          <p:cNvSpPr/>
          <p:nvPr/>
        </p:nvSpPr>
        <p:spPr>
          <a:xfrm>
            <a:off x="350647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5" name="object 1025"/>
          <p:cNvSpPr/>
          <p:nvPr/>
        </p:nvSpPr>
        <p:spPr>
          <a:xfrm>
            <a:off x="353695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6" name="object 1026"/>
          <p:cNvSpPr/>
          <p:nvPr/>
        </p:nvSpPr>
        <p:spPr>
          <a:xfrm>
            <a:off x="356742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7" name="object 1027"/>
          <p:cNvSpPr/>
          <p:nvPr/>
        </p:nvSpPr>
        <p:spPr>
          <a:xfrm>
            <a:off x="359790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8" name="object 1028"/>
          <p:cNvSpPr/>
          <p:nvPr/>
        </p:nvSpPr>
        <p:spPr>
          <a:xfrm>
            <a:off x="362839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9" name="object 1029"/>
          <p:cNvSpPr/>
          <p:nvPr/>
        </p:nvSpPr>
        <p:spPr>
          <a:xfrm>
            <a:off x="365887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0" name="object 1030"/>
          <p:cNvSpPr/>
          <p:nvPr/>
        </p:nvSpPr>
        <p:spPr>
          <a:xfrm>
            <a:off x="368935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1" name="object 1031"/>
          <p:cNvSpPr/>
          <p:nvPr/>
        </p:nvSpPr>
        <p:spPr>
          <a:xfrm>
            <a:off x="371982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2" name="object 1032"/>
          <p:cNvSpPr/>
          <p:nvPr/>
        </p:nvSpPr>
        <p:spPr>
          <a:xfrm>
            <a:off x="375030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3" name="object 1033"/>
          <p:cNvSpPr/>
          <p:nvPr/>
        </p:nvSpPr>
        <p:spPr>
          <a:xfrm>
            <a:off x="378079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4" name="object 1034"/>
          <p:cNvSpPr/>
          <p:nvPr/>
        </p:nvSpPr>
        <p:spPr>
          <a:xfrm>
            <a:off x="381127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5" name="object 1035"/>
          <p:cNvSpPr/>
          <p:nvPr/>
        </p:nvSpPr>
        <p:spPr>
          <a:xfrm>
            <a:off x="384175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6" name="object 1036"/>
          <p:cNvSpPr/>
          <p:nvPr/>
        </p:nvSpPr>
        <p:spPr>
          <a:xfrm>
            <a:off x="387222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7" name="object 1037"/>
          <p:cNvSpPr/>
          <p:nvPr/>
        </p:nvSpPr>
        <p:spPr>
          <a:xfrm>
            <a:off x="390270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8" name="object 1038"/>
          <p:cNvSpPr/>
          <p:nvPr/>
        </p:nvSpPr>
        <p:spPr>
          <a:xfrm>
            <a:off x="393319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9" name="object 1039"/>
          <p:cNvSpPr/>
          <p:nvPr/>
        </p:nvSpPr>
        <p:spPr>
          <a:xfrm>
            <a:off x="396367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0" name="object 1040"/>
          <p:cNvSpPr/>
          <p:nvPr/>
        </p:nvSpPr>
        <p:spPr>
          <a:xfrm>
            <a:off x="399415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1" name="object 1041"/>
          <p:cNvSpPr/>
          <p:nvPr/>
        </p:nvSpPr>
        <p:spPr>
          <a:xfrm>
            <a:off x="402462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2" name="object 1042"/>
          <p:cNvSpPr/>
          <p:nvPr/>
        </p:nvSpPr>
        <p:spPr>
          <a:xfrm>
            <a:off x="405510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3" name="object 1043"/>
          <p:cNvSpPr/>
          <p:nvPr/>
        </p:nvSpPr>
        <p:spPr>
          <a:xfrm>
            <a:off x="408559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4" name="object 1044"/>
          <p:cNvSpPr/>
          <p:nvPr/>
        </p:nvSpPr>
        <p:spPr>
          <a:xfrm>
            <a:off x="411607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5" name="object 1045"/>
          <p:cNvSpPr/>
          <p:nvPr/>
        </p:nvSpPr>
        <p:spPr>
          <a:xfrm>
            <a:off x="414655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6" name="object 1046"/>
          <p:cNvSpPr/>
          <p:nvPr/>
        </p:nvSpPr>
        <p:spPr>
          <a:xfrm>
            <a:off x="417702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7" name="object 1047"/>
          <p:cNvSpPr/>
          <p:nvPr/>
        </p:nvSpPr>
        <p:spPr>
          <a:xfrm>
            <a:off x="420750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" name="object 1048"/>
          <p:cNvSpPr/>
          <p:nvPr/>
        </p:nvSpPr>
        <p:spPr>
          <a:xfrm>
            <a:off x="423799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9" name="object 1049"/>
          <p:cNvSpPr/>
          <p:nvPr/>
        </p:nvSpPr>
        <p:spPr>
          <a:xfrm>
            <a:off x="426847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0" name="object 1050"/>
          <p:cNvSpPr/>
          <p:nvPr/>
        </p:nvSpPr>
        <p:spPr>
          <a:xfrm>
            <a:off x="429895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1" name="object 1051"/>
          <p:cNvSpPr/>
          <p:nvPr/>
        </p:nvSpPr>
        <p:spPr>
          <a:xfrm>
            <a:off x="432942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2" name="object 1052"/>
          <p:cNvSpPr/>
          <p:nvPr/>
        </p:nvSpPr>
        <p:spPr>
          <a:xfrm>
            <a:off x="435990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3" name="object 1053"/>
          <p:cNvSpPr/>
          <p:nvPr/>
        </p:nvSpPr>
        <p:spPr>
          <a:xfrm>
            <a:off x="439039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4" name="object 1054"/>
          <p:cNvSpPr/>
          <p:nvPr/>
        </p:nvSpPr>
        <p:spPr>
          <a:xfrm>
            <a:off x="442087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5" name="object 1055"/>
          <p:cNvSpPr/>
          <p:nvPr/>
        </p:nvSpPr>
        <p:spPr>
          <a:xfrm>
            <a:off x="445135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6" name="object 1056"/>
          <p:cNvSpPr/>
          <p:nvPr/>
        </p:nvSpPr>
        <p:spPr>
          <a:xfrm>
            <a:off x="448182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7" name="object 1057"/>
          <p:cNvSpPr/>
          <p:nvPr/>
        </p:nvSpPr>
        <p:spPr>
          <a:xfrm>
            <a:off x="451230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8" name="object 1058"/>
          <p:cNvSpPr/>
          <p:nvPr/>
        </p:nvSpPr>
        <p:spPr>
          <a:xfrm>
            <a:off x="454279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9" name="object 1059"/>
          <p:cNvSpPr/>
          <p:nvPr/>
        </p:nvSpPr>
        <p:spPr>
          <a:xfrm>
            <a:off x="457327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0" name="object 1060"/>
          <p:cNvSpPr/>
          <p:nvPr/>
        </p:nvSpPr>
        <p:spPr>
          <a:xfrm>
            <a:off x="460375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1" name="object 1061"/>
          <p:cNvSpPr/>
          <p:nvPr/>
        </p:nvSpPr>
        <p:spPr>
          <a:xfrm>
            <a:off x="463422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2" name="object 1062"/>
          <p:cNvSpPr/>
          <p:nvPr/>
        </p:nvSpPr>
        <p:spPr>
          <a:xfrm>
            <a:off x="466470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3" name="object 1063"/>
          <p:cNvSpPr/>
          <p:nvPr/>
        </p:nvSpPr>
        <p:spPr>
          <a:xfrm>
            <a:off x="469519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4" name="object 1064"/>
          <p:cNvSpPr/>
          <p:nvPr/>
        </p:nvSpPr>
        <p:spPr>
          <a:xfrm>
            <a:off x="472567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5" name="object 1065"/>
          <p:cNvSpPr/>
          <p:nvPr/>
        </p:nvSpPr>
        <p:spPr>
          <a:xfrm>
            <a:off x="475615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6" name="object 1066"/>
          <p:cNvSpPr/>
          <p:nvPr/>
        </p:nvSpPr>
        <p:spPr>
          <a:xfrm>
            <a:off x="478662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7" name="object 1067"/>
          <p:cNvSpPr/>
          <p:nvPr/>
        </p:nvSpPr>
        <p:spPr>
          <a:xfrm>
            <a:off x="481710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8" name="object 1068"/>
          <p:cNvSpPr/>
          <p:nvPr/>
        </p:nvSpPr>
        <p:spPr>
          <a:xfrm>
            <a:off x="484759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9" name="object 1069"/>
          <p:cNvSpPr/>
          <p:nvPr/>
        </p:nvSpPr>
        <p:spPr>
          <a:xfrm>
            <a:off x="487807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0" name="object 1070"/>
          <p:cNvSpPr/>
          <p:nvPr/>
        </p:nvSpPr>
        <p:spPr>
          <a:xfrm>
            <a:off x="490855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1" name="object 1071"/>
          <p:cNvSpPr/>
          <p:nvPr/>
        </p:nvSpPr>
        <p:spPr>
          <a:xfrm>
            <a:off x="493902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2" name="object 1072"/>
          <p:cNvSpPr/>
          <p:nvPr/>
        </p:nvSpPr>
        <p:spPr>
          <a:xfrm>
            <a:off x="496950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3" name="object 1073"/>
          <p:cNvSpPr/>
          <p:nvPr/>
        </p:nvSpPr>
        <p:spPr>
          <a:xfrm>
            <a:off x="499999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4" name="object 1074"/>
          <p:cNvSpPr/>
          <p:nvPr/>
        </p:nvSpPr>
        <p:spPr>
          <a:xfrm>
            <a:off x="503047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5" name="object 1075"/>
          <p:cNvSpPr/>
          <p:nvPr/>
        </p:nvSpPr>
        <p:spPr>
          <a:xfrm>
            <a:off x="506095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6" name="object 1076"/>
          <p:cNvSpPr/>
          <p:nvPr/>
        </p:nvSpPr>
        <p:spPr>
          <a:xfrm>
            <a:off x="509142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7" name="object 1077"/>
          <p:cNvSpPr/>
          <p:nvPr/>
        </p:nvSpPr>
        <p:spPr>
          <a:xfrm>
            <a:off x="512190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8" name="object 1078"/>
          <p:cNvSpPr/>
          <p:nvPr/>
        </p:nvSpPr>
        <p:spPr>
          <a:xfrm>
            <a:off x="515239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9" name="object 1079"/>
          <p:cNvSpPr/>
          <p:nvPr/>
        </p:nvSpPr>
        <p:spPr>
          <a:xfrm>
            <a:off x="518287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0" name="object 1080"/>
          <p:cNvSpPr/>
          <p:nvPr/>
        </p:nvSpPr>
        <p:spPr>
          <a:xfrm>
            <a:off x="521335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1" name="object 1081"/>
          <p:cNvSpPr/>
          <p:nvPr/>
        </p:nvSpPr>
        <p:spPr>
          <a:xfrm>
            <a:off x="524382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2" name="object 1082"/>
          <p:cNvSpPr/>
          <p:nvPr/>
        </p:nvSpPr>
        <p:spPr>
          <a:xfrm>
            <a:off x="527430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3" name="object 1083"/>
          <p:cNvSpPr/>
          <p:nvPr/>
        </p:nvSpPr>
        <p:spPr>
          <a:xfrm>
            <a:off x="530479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4" name="object 1084"/>
          <p:cNvSpPr/>
          <p:nvPr/>
        </p:nvSpPr>
        <p:spPr>
          <a:xfrm>
            <a:off x="533527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5" name="object 1085"/>
          <p:cNvSpPr/>
          <p:nvPr/>
        </p:nvSpPr>
        <p:spPr>
          <a:xfrm>
            <a:off x="536575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6" name="object 1086"/>
          <p:cNvSpPr/>
          <p:nvPr/>
        </p:nvSpPr>
        <p:spPr>
          <a:xfrm>
            <a:off x="539622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7" name="object 1087"/>
          <p:cNvSpPr/>
          <p:nvPr/>
        </p:nvSpPr>
        <p:spPr>
          <a:xfrm>
            <a:off x="542670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8" name="object 1088"/>
          <p:cNvSpPr/>
          <p:nvPr/>
        </p:nvSpPr>
        <p:spPr>
          <a:xfrm>
            <a:off x="545719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9" name="object 1089"/>
          <p:cNvSpPr/>
          <p:nvPr/>
        </p:nvSpPr>
        <p:spPr>
          <a:xfrm>
            <a:off x="548767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0" name="object 1090"/>
          <p:cNvSpPr/>
          <p:nvPr/>
        </p:nvSpPr>
        <p:spPr>
          <a:xfrm>
            <a:off x="551815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1" name="object 1091"/>
          <p:cNvSpPr/>
          <p:nvPr/>
        </p:nvSpPr>
        <p:spPr>
          <a:xfrm>
            <a:off x="554862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2" name="object 1092"/>
          <p:cNvSpPr/>
          <p:nvPr/>
        </p:nvSpPr>
        <p:spPr>
          <a:xfrm>
            <a:off x="557910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3" name="object 1093"/>
          <p:cNvSpPr/>
          <p:nvPr/>
        </p:nvSpPr>
        <p:spPr>
          <a:xfrm>
            <a:off x="560959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4" name="object 1094"/>
          <p:cNvSpPr/>
          <p:nvPr/>
        </p:nvSpPr>
        <p:spPr>
          <a:xfrm>
            <a:off x="564007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5" name="object 1095"/>
          <p:cNvSpPr/>
          <p:nvPr/>
        </p:nvSpPr>
        <p:spPr>
          <a:xfrm>
            <a:off x="567055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6" name="object 1096"/>
          <p:cNvSpPr/>
          <p:nvPr/>
        </p:nvSpPr>
        <p:spPr>
          <a:xfrm>
            <a:off x="570102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7" name="object 1097"/>
          <p:cNvSpPr/>
          <p:nvPr/>
        </p:nvSpPr>
        <p:spPr>
          <a:xfrm>
            <a:off x="5731509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8" name="object 1098"/>
          <p:cNvSpPr/>
          <p:nvPr/>
        </p:nvSpPr>
        <p:spPr>
          <a:xfrm>
            <a:off x="5761990" y="331914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9" name="object 1099"/>
          <p:cNvSpPr/>
          <p:nvPr/>
        </p:nvSpPr>
        <p:spPr>
          <a:xfrm>
            <a:off x="852169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0" name="object 1100"/>
          <p:cNvSpPr/>
          <p:nvPr/>
        </p:nvSpPr>
        <p:spPr>
          <a:xfrm>
            <a:off x="88265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1" name="object 1101"/>
          <p:cNvSpPr/>
          <p:nvPr/>
        </p:nvSpPr>
        <p:spPr>
          <a:xfrm>
            <a:off x="91313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2" name="object 1102"/>
          <p:cNvSpPr/>
          <p:nvPr/>
        </p:nvSpPr>
        <p:spPr>
          <a:xfrm>
            <a:off x="94361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3" name="object 1103"/>
          <p:cNvSpPr/>
          <p:nvPr/>
        </p:nvSpPr>
        <p:spPr>
          <a:xfrm>
            <a:off x="974089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4" name="object 1104"/>
          <p:cNvSpPr/>
          <p:nvPr/>
        </p:nvSpPr>
        <p:spPr>
          <a:xfrm>
            <a:off x="1004569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5" name="object 1105"/>
          <p:cNvSpPr/>
          <p:nvPr/>
        </p:nvSpPr>
        <p:spPr>
          <a:xfrm>
            <a:off x="103505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6" name="object 1106"/>
          <p:cNvSpPr/>
          <p:nvPr/>
        </p:nvSpPr>
        <p:spPr>
          <a:xfrm>
            <a:off x="106553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7" name="object 1107"/>
          <p:cNvSpPr/>
          <p:nvPr/>
        </p:nvSpPr>
        <p:spPr>
          <a:xfrm>
            <a:off x="109601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8" name="object 1108"/>
          <p:cNvSpPr/>
          <p:nvPr/>
        </p:nvSpPr>
        <p:spPr>
          <a:xfrm>
            <a:off x="1126489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9" name="object 1109"/>
          <p:cNvSpPr/>
          <p:nvPr/>
        </p:nvSpPr>
        <p:spPr>
          <a:xfrm>
            <a:off x="1156969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0" name="object 1110"/>
          <p:cNvSpPr/>
          <p:nvPr/>
        </p:nvSpPr>
        <p:spPr>
          <a:xfrm>
            <a:off x="118745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1" name="object 1111"/>
          <p:cNvSpPr/>
          <p:nvPr/>
        </p:nvSpPr>
        <p:spPr>
          <a:xfrm>
            <a:off x="121793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2" name="object 1112"/>
          <p:cNvSpPr/>
          <p:nvPr/>
        </p:nvSpPr>
        <p:spPr>
          <a:xfrm>
            <a:off x="124841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3" name="object 1113"/>
          <p:cNvSpPr/>
          <p:nvPr/>
        </p:nvSpPr>
        <p:spPr>
          <a:xfrm>
            <a:off x="1278889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4" name="object 1114"/>
          <p:cNvSpPr/>
          <p:nvPr/>
        </p:nvSpPr>
        <p:spPr>
          <a:xfrm>
            <a:off x="1309369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5" name="object 1115"/>
          <p:cNvSpPr/>
          <p:nvPr/>
        </p:nvSpPr>
        <p:spPr>
          <a:xfrm>
            <a:off x="133985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6" name="object 1116"/>
          <p:cNvSpPr/>
          <p:nvPr/>
        </p:nvSpPr>
        <p:spPr>
          <a:xfrm>
            <a:off x="137033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7" name="object 1117"/>
          <p:cNvSpPr/>
          <p:nvPr/>
        </p:nvSpPr>
        <p:spPr>
          <a:xfrm>
            <a:off x="140081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8" name="object 1118"/>
          <p:cNvSpPr/>
          <p:nvPr/>
        </p:nvSpPr>
        <p:spPr>
          <a:xfrm>
            <a:off x="1431289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9" name="object 1119"/>
          <p:cNvSpPr/>
          <p:nvPr/>
        </p:nvSpPr>
        <p:spPr>
          <a:xfrm>
            <a:off x="1461769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0" name="object 1120"/>
          <p:cNvSpPr/>
          <p:nvPr/>
        </p:nvSpPr>
        <p:spPr>
          <a:xfrm>
            <a:off x="149225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1" name="object 1121"/>
          <p:cNvSpPr/>
          <p:nvPr/>
        </p:nvSpPr>
        <p:spPr>
          <a:xfrm>
            <a:off x="152273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2" name="object 1122"/>
          <p:cNvSpPr/>
          <p:nvPr/>
        </p:nvSpPr>
        <p:spPr>
          <a:xfrm>
            <a:off x="155321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3" name="object 1123"/>
          <p:cNvSpPr/>
          <p:nvPr/>
        </p:nvSpPr>
        <p:spPr>
          <a:xfrm>
            <a:off x="1583689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4" name="object 1124"/>
          <p:cNvSpPr/>
          <p:nvPr/>
        </p:nvSpPr>
        <p:spPr>
          <a:xfrm>
            <a:off x="1614169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5" name="object 1125"/>
          <p:cNvSpPr/>
          <p:nvPr/>
        </p:nvSpPr>
        <p:spPr>
          <a:xfrm>
            <a:off x="164465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6" name="object 1126"/>
          <p:cNvSpPr/>
          <p:nvPr/>
        </p:nvSpPr>
        <p:spPr>
          <a:xfrm>
            <a:off x="1675129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7" name="object 1127"/>
          <p:cNvSpPr/>
          <p:nvPr/>
        </p:nvSpPr>
        <p:spPr>
          <a:xfrm>
            <a:off x="170561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8" name="object 1128"/>
          <p:cNvSpPr/>
          <p:nvPr/>
        </p:nvSpPr>
        <p:spPr>
          <a:xfrm>
            <a:off x="1736089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9" name="object 1129"/>
          <p:cNvSpPr/>
          <p:nvPr/>
        </p:nvSpPr>
        <p:spPr>
          <a:xfrm>
            <a:off x="176657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0" name="object 1130"/>
          <p:cNvSpPr/>
          <p:nvPr/>
        </p:nvSpPr>
        <p:spPr>
          <a:xfrm>
            <a:off x="179705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1" name="object 1131"/>
          <p:cNvSpPr/>
          <p:nvPr/>
        </p:nvSpPr>
        <p:spPr>
          <a:xfrm>
            <a:off x="1827529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2" name="object 1132"/>
          <p:cNvSpPr/>
          <p:nvPr/>
        </p:nvSpPr>
        <p:spPr>
          <a:xfrm>
            <a:off x="185801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3" name="object 1133"/>
          <p:cNvSpPr/>
          <p:nvPr/>
        </p:nvSpPr>
        <p:spPr>
          <a:xfrm>
            <a:off x="1888489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4" name="object 1134"/>
          <p:cNvSpPr/>
          <p:nvPr/>
        </p:nvSpPr>
        <p:spPr>
          <a:xfrm>
            <a:off x="191897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5" name="object 1135"/>
          <p:cNvSpPr/>
          <p:nvPr/>
        </p:nvSpPr>
        <p:spPr>
          <a:xfrm>
            <a:off x="194945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6" name="object 1136"/>
          <p:cNvSpPr/>
          <p:nvPr/>
        </p:nvSpPr>
        <p:spPr>
          <a:xfrm>
            <a:off x="1979929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7" name="object 1137"/>
          <p:cNvSpPr/>
          <p:nvPr/>
        </p:nvSpPr>
        <p:spPr>
          <a:xfrm>
            <a:off x="201041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8" name="object 1138"/>
          <p:cNvSpPr/>
          <p:nvPr/>
        </p:nvSpPr>
        <p:spPr>
          <a:xfrm>
            <a:off x="2040889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9" name="object 1139"/>
          <p:cNvSpPr/>
          <p:nvPr/>
        </p:nvSpPr>
        <p:spPr>
          <a:xfrm>
            <a:off x="207137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0" name="object 1140"/>
          <p:cNvSpPr/>
          <p:nvPr/>
        </p:nvSpPr>
        <p:spPr>
          <a:xfrm>
            <a:off x="210185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1" name="object 1141"/>
          <p:cNvSpPr/>
          <p:nvPr/>
        </p:nvSpPr>
        <p:spPr>
          <a:xfrm>
            <a:off x="2132329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2" name="object 1142"/>
          <p:cNvSpPr/>
          <p:nvPr/>
        </p:nvSpPr>
        <p:spPr>
          <a:xfrm>
            <a:off x="216281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3" name="object 1143"/>
          <p:cNvSpPr/>
          <p:nvPr/>
        </p:nvSpPr>
        <p:spPr>
          <a:xfrm>
            <a:off x="2193289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4" name="object 1144"/>
          <p:cNvSpPr/>
          <p:nvPr/>
        </p:nvSpPr>
        <p:spPr>
          <a:xfrm>
            <a:off x="222377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5" name="object 1145"/>
          <p:cNvSpPr/>
          <p:nvPr/>
        </p:nvSpPr>
        <p:spPr>
          <a:xfrm>
            <a:off x="225425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6" name="object 1146"/>
          <p:cNvSpPr/>
          <p:nvPr/>
        </p:nvSpPr>
        <p:spPr>
          <a:xfrm>
            <a:off x="2284729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7" name="object 1147"/>
          <p:cNvSpPr/>
          <p:nvPr/>
        </p:nvSpPr>
        <p:spPr>
          <a:xfrm>
            <a:off x="231521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8" name="object 1148"/>
          <p:cNvSpPr/>
          <p:nvPr/>
        </p:nvSpPr>
        <p:spPr>
          <a:xfrm>
            <a:off x="2345689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9" name="object 1149"/>
          <p:cNvSpPr/>
          <p:nvPr/>
        </p:nvSpPr>
        <p:spPr>
          <a:xfrm>
            <a:off x="237617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0" name="object 1150"/>
          <p:cNvSpPr/>
          <p:nvPr/>
        </p:nvSpPr>
        <p:spPr>
          <a:xfrm>
            <a:off x="240665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1" name="object 1151"/>
          <p:cNvSpPr/>
          <p:nvPr/>
        </p:nvSpPr>
        <p:spPr>
          <a:xfrm>
            <a:off x="2437129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2" name="object 1152"/>
          <p:cNvSpPr/>
          <p:nvPr/>
        </p:nvSpPr>
        <p:spPr>
          <a:xfrm>
            <a:off x="246761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3" name="object 1153"/>
          <p:cNvSpPr/>
          <p:nvPr/>
        </p:nvSpPr>
        <p:spPr>
          <a:xfrm>
            <a:off x="2498089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4" name="object 1154"/>
          <p:cNvSpPr/>
          <p:nvPr/>
        </p:nvSpPr>
        <p:spPr>
          <a:xfrm>
            <a:off x="252857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5" name="object 1155"/>
          <p:cNvSpPr/>
          <p:nvPr/>
        </p:nvSpPr>
        <p:spPr>
          <a:xfrm>
            <a:off x="255905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6" name="object 1156"/>
          <p:cNvSpPr/>
          <p:nvPr/>
        </p:nvSpPr>
        <p:spPr>
          <a:xfrm>
            <a:off x="2589529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7" name="object 1157"/>
          <p:cNvSpPr/>
          <p:nvPr/>
        </p:nvSpPr>
        <p:spPr>
          <a:xfrm>
            <a:off x="262001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8" name="object 1158"/>
          <p:cNvSpPr/>
          <p:nvPr/>
        </p:nvSpPr>
        <p:spPr>
          <a:xfrm>
            <a:off x="2650489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9" name="object 1159"/>
          <p:cNvSpPr/>
          <p:nvPr/>
        </p:nvSpPr>
        <p:spPr>
          <a:xfrm>
            <a:off x="268097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0" name="object 1160"/>
          <p:cNvSpPr/>
          <p:nvPr/>
        </p:nvSpPr>
        <p:spPr>
          <a:xfrm>
            <a:off x="271145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1" name="object 1161"/>
          <p:cNvSpPr/>
          <p:nvPr/>
        </p:nvSpPr>
        <p:spPr>
          <a:xfrm>
            <a:off x="2741929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2" name="object 1162"/>
          <p:cNvSpPr/>
          <p:nvPr/>
        </p:nvSpPr>
        <p:spPr>
          <a:xfrm>
            <a:off x="277241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3" name="object 1163"/>
          <p:cNvSpPr/>
          <p:nvPr/>
        </p:nvSpPr>
        <p:spPr>
          <a:xfrm>
            <a:off x="2802889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4" name="object 1164"/>
          <p:cNvSpPr/>
          <p:nvPr/>
        </p:nvSpPr>
        <p:spPr>
          <a:xfrm>
            <a:off x="283337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5" name="object 1165"/>
          <p:cNvSpPr/>
          <p:nvPr/>
        </p:nvSpPr>
        <p:spPr>
          <a:xfrm>
            <a:off x="286385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6" name="object 1166"/>
          <p:cNvSpPr/>
          <p:nvPr/>
        </p:nvSpPr>
        <p:spPr>
          <a:xfrm>
            <a:off x="2894329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7" name="object 1167"/>
          <p:cNvSpPr/>
          <p:nvPr/>
        </p:nvSpPr>
        <p:spPr>
          <a:xfrm>
            <a:off x="292481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8" name="object 1168"/>
          <p:cNvSpPr/>
          <p:nvPr/>
        </p:nvSpPr>
        <p:spPr>
          <a:xfrm>
            <a:off x="2955289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9" name="object 1169"/>
          <p:cNvSpPr/>
          <p:nvPr/>
        </p:nvSpPr>
        <p:spPr>
          <a:xfrm>
            <a:off x="298577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0" name="object 1170"/>
          <p:cNvSpPr/>
          <p:nvPr/>
        </p:nvSpPr>
        <p:spPr>
          <a:xfrm>
            <a:off x="301625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1" name="object 1171"/>
          <p:cNvSpPr/>
          <p:nvPr/>
        </p:nvSpPr>
        <p:spPr>
          <a:xfrm>
            <a:off x="3046729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2" name="object 1172"/>
          <p:cNvSpPr/>
          <p:nvPr/>
        </p:nvSpPr>
        <p:spPr>
          <a:xfrm>
            <a:off x="307721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3" name="object 1173"/>
          <p:cNvSpPr/>
          <p:nvPr/>
        </p:nvSpPr>
        <p:spPr>
          <a:xfrm>
            <a:off x="3107689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4" name="object 1174"/>
          <p:cNvSpPr/>
          <p:nvPr/>
        </p:nvSpPr>
        <p:spPr>
          <a:xfrm>
            <a:off x="313817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5" name="object 1175"/>
          <p:cNvSpPr/>
          <p:nvPr/>
        </p:nvSpPr>
        <p:spPr>
          <a:xfrm>
            <a:off x="316865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6" name="object 1176"/>
          <p:cNvSpPr/>
          <p:nvPr/>
        </p:nvSpPr>
        <p:spPr>
          <a:xfrm>
            <a:off x="3199129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7" name="object 1177"/>
          <p:cNvSpPr/>
          <p:nvPr/>
        </p:nvSpPr>
        <p:spPr>
          <a:xfrm>
            <a:off x="322961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8" name="object 1178"/>
          <p:cNvSpPr/>
          <p:nvPr/>
        </p:nvSpPr>
        <p:spPr>
          <a:xfrm>
            <a:off x="326009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9" name="object 1179"/>
          <p:cNvSpPr/>
          <p:nvPr/>
        </p:nvSpPr>
        <p:spPr>
          <a:xfrm>
            <a:off x="329057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0" name="object 1180"/>
          <p:cNvSpPr/>
          <p:nvPr/>
        </p:nvSpPr>
        <p:spPr>
          <a:xfrm>
            <a:off x="332105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1" name="object 1181"/>
          <p:cNvSpPr/>
          <p:nvPr/>
        </p:nvSpPr>
        <p:spPr>
          <a:xfrm>
            <a:off x="3351529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2" name="object 1182"/>
          <p:cNvSpPr/>
          <p:nvPr/>
        </p:nvSpPr>
        <p:spPr>
          <a:xfrm>
            <a:off x="3382009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3" name="object 1183"/>
          <p:cNvSpPr/>
          <p:nvPr/>
        </p:nvSpPr>
        <p:spPr>
          <a:xfrm>
            <a:off x="341249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4" name="object 1184"/>
          <p:cNvSpPr/>
          <p:nvPr/>
        </p:nvSpPr>
        <p:spPr>
          <a:xfrm>
            <a:off x="344297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5" name="object 1185"/>
          <p:cNvSpPr/>
          <p:nvPr/>
        </p:nvSpPr>
        <p:spPr>
          <a:xfrm>
            <a:off x="347345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6" name="object 1186"/>
          <p:cNvSpPr/>
          <p:nvPr/>
        </p:nvSpPr>
        <p:spPr>
          <a:xfrm>
            <a:off x="3503929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7" name="object 1187"/>
          <p:cNvSpPr/>
          <p:nvPr/>
        </p:nvSpPr>
        <p:spPr>
          <a:xfrm>
            <a:off x="3534409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8" name="object 1188"/>
          <p:cNvSpPr/>
          <p:nvPr/>
        </p:nvSpPr>
        <p:spPr>
          <a:xfrm>
            <a:off x="356489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9" name="object 1189"/>
          <p:cNvSpPr/>
          <p:nvPr/>
        </p:nvSpPr>
        <p:spPr>
          <a:xfrm>
            <a:off x="359537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0" name="object 1190"/>
          <p:cNvSpPr/>
          <p:nvPr/>
        </p:nvSpPr>
        <p:spPr>
          <a:xfrm>
            <a:off x="362585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1" name="object 1191"/>
          <p:cNvSpPr/>
          <p:nvPr/>
        </p:nvSpPr>
        <p:spPr>
          <a:xfrm>
            <a:off x="3656329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2" name="object 1192"/>
          <p:cNvSpPr/>
          <p:nvPr/>
        </p:nvSpPr>
        <p:spPr>
          <a:xfrm>
            <a:off x="3686809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3" name="object 1193"/>
          <p:cNvSpPr/>
          <p:nvPr/>
        </p:nvSpPr>
        <p:spPr>
          <a:xfrm>
            <a:off x="371729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4" name="object 1194"/>
          <p:cNvSpPr/>
          <p:nvPr/>
        </p:nvSpPr>
        <p:spPr>
          <a:xfrm>
            <a:off x="374777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5" name="object 1195"/>
          <p:cNvSpPr/>
          <p:nvPr/>
        </p:nvSpPr>
        <p:spPr>
          <a:xfrm>
            <a:off x="377825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6" name="object 1196"/>
          <p:cNvSpPr/>
          <p:nvPr/>
        </p:nvSpPr>
        <p:spPr>
          <a:xfrm>
            <a:off x="3808729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7" name="object 1197"/>
          <p:cNvSpPr/>
          <p:nvPr/>
        </p:nvSpPr>
        <p:spPr>
          <a:xfrm>
            <a:off x="3839209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8" name="object 1198"/>
          <p:cNvSpPr/>
          <p:nvPr/>
        </p:nvSpPr>
        <p:spPr>
          <a:xfrm>
            <a:off x="386969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9" name="object 1199"/>
          <p:cNvSpPr/>
          <p:nvPr/>
        </p:nvSpPr>
        <p:spPr>
          <a:xfrm>
            <a:off x="390017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0" name="object 1200"/>
          <p:cNvSpPr/>
          <p:nvPr/>
        </p:nvSpPr>
        <p:spPr>
          <a:xfrm>
            <a:off x="393065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1" name="object 1201"/>
          <p:cNvSpPr/>
          <p:nvPr/>
        </p:nvSpPr>
        <p:spPr>
          <a:xfrm>
            <a:off x="3961129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2" name="object 1202"/>
          <p:cNvSpPr/>
          <p:nvPr/>
        </p:nvSpPr>
        <p:spPr>
          <a:xfrm>
            <a:off x="3991609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3" name="object 1203"/>
          <p:cNvSpPr/>
          <p:nvPr/>
        </p:nvSpPr>
        <p:spPr>
          <a:xfrm>
            <a:off x="402209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4" name="object 1204"/>
          <p:cNvSpPr/>
          <p:nvPr/>
        </p:nvSpPr>
        <p:spPr>
          <a:xfrm>
            <a:off x="405257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5" name="object 1205"/>
          <p:cNvSpPr/>
          <p:nvPr/>
        </p:nvSpPr>
        <p:spPr>
          <a:xfrm>
            <a:off x="408305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6" name="object 1206"/>
          <p:cNvSpPr/>
          <p:nvPr/>
        </p:nvSpPr>
        <p:spPr>
          <a:xfrm>
            <a:off x="4113529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7" name="object 1207"/>
          <p:cNvSpPr/>
          <p:nvPr/>
        </p:nvSpPr>
        <p:spPr>
          <a:xfrm>
            <a:off x="4144009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8" name="object 1208"/>
          <p:cNvSpPr/>
          <p:nvPr/>
        </p:nvSpPr>
        <p:spPr>
          <a:xfrm>
            <a:off x="417449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9" name="object 1209"/>
          <p:cNvSpPr/>
          <p:nvPr/>
        </p:nvSpPr>
        <p:spPr>
          <a:xfrm>
            <a:off x="420497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0" name="object 1210"/>
          <p:cNvSpPr/>
          <p:nvPr/>
        </p:nvSpPr>
        <p:spPr>
          <a:xfrm>
            <a:off x="423545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1" name="object 1211"/>
          <p:cNvSpPr/>
          <p:nvPr/>
        </p:nvSpPr>
        <p:spPr>
          <a:xfrm>
            <a:off x="4265929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2" name="object 1212"/>
          <p:cNvSpPr/>
          <p:nvPr/>
        </p:nvSpPr>
        <p:spPr>
          <a:xfrm>
            <a:off x="4296409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3" name="object 1213"/>
          <p:cNvSpPr/>
          <p:nvPr/>
        </p:nvSpPr>
        <p:spPr>
          <a:xfrm>
            <a:off x="432689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4" name="object 1214"/>
          <p:cNvSpPr/>
          <p:nvPr/>
        </p:nvSpPr>
        <p:spPr>
          <a:xfrm>
            <a:off x="435737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5" name="object 1215"/>
          <p:cNvSpPr/>
          <p:nvPr/>
        </p:nvSpPr>
        <p:spPr>
          <a:xfrm>
            <a:off x="438785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6" name="object 1216"/>
          <p:cNvSpPr/>
          <p:nvPr/>
        </p:nvSpPr>
        <p:spPr>
          <a:xfrm>
            <a:off x="4418329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7" name="object 1217"/>
          <p:cNvSpPr/>
          <p:nvPr/>
        </p:nvSpPr>
        <p:spPr>
          <a:xfrm>
            <a:off x="4448809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8" name="object 1218"/>
          <p:cNvSpPr/>
          <p:nvPr/>
        </p:nvSpPr>
        <p:spPr>
          <a:xfrm>
            <a:off x="447929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9" name="object 1219"/>
          <p:cNvSpPr/>
          <p:nvPr/>
        </p:nvSpPr>
        <p:spPr>
          <a:xfrm>
            <a:off x="450977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0" name="object 1220"/>
          <p:cNvSpPr/>
          <p:nvPr/>
        </p:nvSpPr>
        <p:spPr>
          <a:xfrm>
            <a:off x="454025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1" name="object 1221"/>
          <p:cNvSpPr/>
          <p:nvPr/>
        </p:nvSpPr>
        <p:spPr>
          <a:xfrm>
            <a:off x="4570729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2" name="object 1222"/>
          <p:cNvSpPr/>
          <p:nvPr/>
        </p:nvSpPr>
        <p:spPr>
          <a:xfrm>
            <a:off x="4601209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3" name="object 1223"/>
          <p:cNvSpPr/>
          <p:nvPr/>
        </p:nvSpPr>
        <p:spPr>
          <a:xfrm>
            <a:off x="463169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4" name="object 1224"/>
          <p:cNvSpPr/>
          <p:nvPr/>
        </p:nvSpPr>
        <p:spPr>
          <a:xfrm>
            <a:off x="466217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5" name="object 1225"/>
          <p:cNvSpPr/>
          <p:nvPr/>
        </p:nvSpPr>
        <p:spPr>
          <a:xfrm>
            <a:off x="469265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6" name="object 1226"/>
          <p:cNvSpPr/>
          <p:nvPr/>
        </p:nvSpPr>
        <p:spPr>
          <a:xfrm>
            <a:off x="4723129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7" name="object 1227"/>
          <p:cNvSpPr/>
          <p:nvPr/>
        </p:nvSpPr>
        <p:spPr>
          <a:xfrm>
            <a:off x="4753609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8" name="object 1228"/>
          <p:cNvSpPr/>
          <p:nvPr/>
        </p:nvSpPr>
        <p:spPr>
          <a:xfrm>
            <a:off x="478409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9" name="object 1229"/>
          <p:cNvSpPr/>
          <p:nvPr/>
        </p:nvSpPr>
        <p:spPr>
          <a:xfrm>
            <a:off x="481457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0" name="object 1230"/>
          <p:cNvSpPr/>
          <p:nvPr/>
        </p:nvSpPr>
        <p:spPr>
          <a:xfrm>
            <a:off x="484505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1" name="object 1231"/>
          <p:cNvSpPr/>
          <p:nvPr/>
        </p:nvSpPr>
        <p:spPr>
          <a:xfrm>
            <a:off x="4875529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2" name="object 1232"/>
          <p:cNvSpPr/>
          <p:nvPr/>
        </p:nvSpPr>
        <p:spPr>
          <a:xfrm>
            <a:off x="4906009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3" name="object 1233"/>
          <p:cNvSpPr/>
          <p:nvPr/>
        </p:nvSpPr>
        <p:spPr>
          <a:xfrm>
            <a:off x="493649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4" name="object 1234"/>
          <p:cNvSpPr/>
          <p:nvPr/>
        </p:nvSpPr>
        <p:spPr>
          <a:xfrm>
            <a:off x="496697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5" name="object 1235"/>
          <p:cNvSpPr/>
          <p:nvPr/>
        </p:nvSpPr>
        <p:spPr>
          <a:xfrm>
            <a:off x="499745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6" name="object 1236"/>
          <p:cNvSpPr/>
          <p:nvPr/>
        </p:nvSpPr>
        <p:spPr>
          <a:xfrm>
            <a:off x="5027929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7" name="object 1237"/>
          <p:cNvSpPr/>
          <p:nvPr/>
        </p:nvSpPr>
        <p:spPr>
          <a:xfrm>
            <a:off x="5058409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8" name="object 1238"/>
          <p:cNvSpPr/>
          <p:nvPr/>
        </p:nvSpPr>
        <p:spPr>
          <a:xfrm>
            <a:off x="508889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9" name="object 1239"/>
          <p:cNvSpPr/>
          <p:nvPr/>
        </p:nvSpPr>
        <p:spPr>
          <a:xfrm>
            <a:off x="511937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0" name="object 1240"/>
          <p:cNvSpPr/>
          <p:nvPr/>
        </p:nvSpPr>
        <p:spPr>
          <a:xfrm>
            <a:off x="514985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1" name="object 1241"/>
          <p:cNvSpPr/>
          <p:nvPr/>
        </p:nvSpPr>
        <p:spPr>
          <a:xfrm>
            <a:off x="5180329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2" name="object 1242"/>
          <p:cNvSpPr/>
          <p:nvPr/>
        </p:nvSpPr>
        <p:spPr>
          <a:xfrm>
            <a:off x="5210809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3" name="object 1243"/>
          <p:cNvSpPr/>
          <p:nvPr/>
        </p:nvSpPr>
        <p:spPr>
          <a:xfrm>
            <a:off x="524129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4" name="object 1244"/>
          <p:cNvSpPr/>
          <p:nvPr/>
        </p:nvSpPr>
        <p:spPr>
          <a:xfrm>
            <a:off x="527177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5" name="object 1245"/>
          <p:cNvSpPr/>
          <p:nvPr/>
        </p:nvSpPr>
        <p:spPr>
          <a:xfrm>
            <a:off x="530225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6" name="object 1246"/>
          <p:cNvSpPr/>
          <p:nvPr/>
        </p:nvSpPr>
        <p:spPr>
          <a:xfrm>
            <a:off x="5332729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7" name="object 1247"/>
          <p:cNvSpPr/>
          <p:nvPr/>
        </p:nvSpPr>
        <p:spPr>
          <a:xfrm>
            <a:off x="5363209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8" name="object 1248"/>
          <p:cNvSpPr/>
          <p:nvPr/>
        </p:nvSpPr>
        <p:spPr>
          <a:xfrm>
            <a:off x="539369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9" name="object 1249"/>
          <p:cNvSpPr/>
          <p:nvPr/>
        </p:nvSpPr>
        <p:spPr>
          <a:xfrm>
            <a:off x="542417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0" name="object 1250"/>
          <p:cNvSpPr/>
          <p:nvPr/>
        </p:nvSpPr>
        <p:spPr>
          <a:xfrm>
            <a:off x="545465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1" name="object 1251"/>
          <p:cNvSpPr/>
          <p:nvPr/>
        </p:nvSpPr>
        <p:spPr>
          <a:xfrm>
            <a:off x="5485129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2" name="object 1252"/>
          <p:cNvSpPr/>
          <p:nvPr/>
        </p:nvSpPr>
        <p:spPr>
          <a:xfrm>
            <a:off x="5515609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3" name="object 1253"/>
          <p:cNvSpPr/>
          <p:nvPr/>
        </p:nvSpPr>
        <p:spPr>
          <a:xfrm>
            <a:off x="554609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4" name="object 1254"/>
          <p:cNvSpPr/>
          <p:nvPr/>
        </p:nvSpPr>
        <p:spPr>
          <a:xfrm>
            <a:off x="557657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5" name="object 1255"/>
          <p:cNvSpPr/>
          <p:nvPr/>
        </p:nvSpPr>
        <p:spPr>
          <a:xfrm>
            <a:off x="560705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6" name="object 1256"/>
          <p:cNvSpPr/>
          <p:nvPr/>
        </p:nvSpPr>
        <p:spPr>
          <a:xfrm>
            <a:off x="5637529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7" name="object 1257"/>
          <p:cNvSpPr/>
          <p:nvPr/>
        </p:nvSpPr>
        <p:spPr>
          <a:xfrm>
            <a:off x="5668009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8" name="object 1258"/>
          <p:cNvSpPr/>
          <p:nvPr/>
        </p:nvSpPr>
        <p:spPr>
          <a:xfrm>
            <a:off x="569849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9" name="object 1259"/>
          <p:cNvSpPr/>
          <p:nvPr/>
        </p:nvSpPr>
        <p:spPr>
          <a:xfrm>
            <a:off x="572897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0" name="object 1260"/>
          <p:cNvSpPr/>
          <p:nvPr/>
        </p:nvSpPr>
        <p:spPr>
          <a:xfrm>
            <a:off x="5759450" y="49472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1" name="object 1261"/>
          <p:cNvSpPr/>
          <p:nvPr/>
        </p:nvSpPr>
        <p:spPr>
          <a:xfrm>
            <a:off x="82423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2" name="object 1262"/>
          <p:cNvSpPr/>
          <p:nvPr/>
        </p:nvSpPr>
        <p:spPr>
          <a:xfrm>
            <a:off x="85471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3" name="object 1263"/>
          <p:cNvSpPr/>
          <p:nvPr/>
        </p:nvSpPr>
        <p:spPr>
          <a:xfrm>
            <a:off x="88518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4" name="object 1264"/>
          <p:cNvSpPr/>
          <p:nvPr/>
        </p:nvSpPr>
        <p:spPr>
          <a:xfrm>
            <a:off x="91566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5" name="object 1265"/>
          <p:cNvSpPr/>
          <p:nvPr/>
        </p:nvSpPr>
        <p:spPr>
          <a:xfrm>
            <a:off x="94615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6" name="object 1266"/>
          <p:cNvSpPr/>
          <p:nvPr/>
        </p:nvSpPr>
        <p:spPr>
          <a:xfrm>
            <a:off x="97663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7" name="object 1267"/>
          <p:cNvSpPr/>
          <p:nvPr/>
        </p:nvSpPr>
        <p:spPr>
          <a:xfrm>
            <a:off x="100711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8" name="object 1268"/>
          <p:cNvSpPr/>
          <p:nvPr/>
        </p:nvSpPr>
        <p:spPr>
          <a:xfrm>
            <a:off x="103758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9" name="object 1269"/>
          <p:cNvSpPr/>
          <p:nvPr/>
        </p:nvSpPr>
        <p:spPr>
          <a:xfrm>
            <a:off x="106806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0" name="object 1270"/>
          <p:cNvSpPr/>
          <p:nvPr/>
        </p:nvSpPr>
        <p:spPr>
          <a:xfrm>
            <a:off x="109855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1" name="object 1271"/>
          <p:cNvSpPr/>
          <p:nvPr/>
        </p:nvSpPr>
        <p:spPr>
          <a:xfrm>
            <a:off x="112903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2" name="object 1272"/>
          <p:cNvSpPr/>
          <p:nvPr/>
        </p:nvSpPr>
        <p:spPr>
          <a:xfrm>
            <a:off x="115951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3" name="object 1273"/>
          <p:cNvSpPr/>
          <p:nvPr/>
        </p:nvSpPr>
        <p:spPr>
          <a:xfrm>
            <a:off x="118998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4" name="object 1274"/>
          <p:cNvSpPr/>
          <p:nvPr/>
        </p:nvSpPr>
        <p:spPr>
          <a:xfrm>
            <a:off x="122046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5" name="object 1275"/>
          <p:cNvSpPr/>
          <p:nvPr/>
        </p:nvSpPr>
        <p:spPr>
          <a:xfrm>
            <a:off x="125095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6" name="object 1276"/>
          <p:cNvSpPr/>
          <p:nvPr/>
        </p:nvSpPr>
        <p:spPr>
          <a:xfrm>
            <a:off x="128143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7" name="object 1277"/>
          <p:cNvSpPr/>
          <p:nvPr/>
        </p:nvSpPr>
        <p:spPr>
          <a:xfrm>
            <a:off x="131191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8" name="object 1278"/>
          <p:cNvSpPr/>
          <p:nvPr/>
        </p:nvSpPr>
        <p:spPr>
          <a:xfrm>
            <a:off x="134238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9" name="object 1279"/>
          <p:cNvSpPr/>
          <p:nvPr/>
        </p:nvSpPr>
        <p:spPr>
          <a:xfrm>
            <a:off x="137286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0" name="object 1280"/>
          <p:cNvSpPr/>
          <p:nvPr/>
        </p:nvSpPr>
        <p:spPr>
          <a:xfrm>
            <a:off x="140335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1" name="object 1281"/>
          <p:cNvSpPr/>
          <p:nvPr/>
        </p:nvSpPr>
        <p:spPr>
          <a:xfrm>
            <a:off x="143383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2" name="object 1282"/>
          <p:cNvSpPr/>
          <p:nvPr/>
        </p:nvSpPr>
        <p:spPr>
          <a:xfrm>
            <a:off x="146431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3" name="object 1283"/>
          <p:cNvSpPr/>
          <p:nvPr/>
        </p:nvSpPr>
        <p:spPr>
          <a:xfrm>
            <a:off x="149478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4" name="object 1284"/>
          <p:cNvSpPr/>
          <p:nvPr/>
        </p:nvSpPr>
        <p:spPr>
          <a:xfrm>
            <a:off x="152526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5" name="object 1285"/>
          <p:cNvSpPr/>
          <p:nvPr/>
        </p:nvSpPr>
        <p:spPr>
          <a:xfrm>
            <a:off x="155575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6" name="object 1286"/>
          <p:cNvSpPr/>
          <p:nvPr/>
        </p:nvSpPr>
        <p:spPr>
          <a:xfrm>
            <a:off x="158623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7" name="object 1287"/>
          <p:cNvSpPr/>
          <p:nvPr/>
        </p:nvSpPr>
        <p:spPr>
          <a:xfrm>
            <a:off x="161671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8" name="object 1288"/>
          <p:cNvSpPr/>
          <p:nvPr/>
        </p:nvSpPr>
        <p:spPr>
          <a:xfrm>
            <a:off x="164718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9" name="object 1289"/>
          <p:cNvSpPr/>
          <p:nvPr/>
        </p:nvSpPr>
        <p:spPr>
          <a:xfrm>
            <a:off x="167767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0" name="object 1290"/>
          <p:cNvSpPr/>
          <p:nvPr/>
        </p:nvSpPr>
        <p:spPr>
          <a:xfrm>
            <a:off x="170815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1" name="object 1291"/>
          <p:cNvSpPr/>
          <p:nvPr/>
        </p:nvSpPr>
        <p:spPr>
          <a:xfrm>
            <a:off x="173862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2" name="object 1292"/>
          <p:cNvSpPr/>
          <p:nvPr/>
        </p:nvSpPr>
        <p:spPr>
          <a:xfrm>
            <a:off x="176911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3" name="object 1293"/>
          <p:cNvSpPr/>
          <p:nvPr/>
        </p:nvSpPr>
        <p:spPr>
          <a:xfrm>
            <a:off x="179958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4" name="object 1294"/>
          <p:cNvSpPr/>
          <p:nvPr/>
        </p:nvSpPr>
        <p:spPr>
          <a:xfrm>
            <a:off x="183007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5" name="object 1295"/>
          <p:cNvSpPr/>
          <p:nvPr/>
        </p:nvSpPr>
        <p:spPr>
          <a:xfrm>
            <a:off x="186055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6" name="object 1296"/>
          <p:cNvSpPr/>
          <p:nvPr/>
        </p:nvSpPr>
        <p:spPr>
          <a:xfrm>
            <a:off x="189102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7" name="object 1297"/>
          <p:cNvSpPr/>
          <p:nvPr/>
        </p:nvSpPr>
        <p:spPr>
          <a:xfrm>
            <a:off x="192151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8" name="object 1298"/>
          <p:cNvSpPr/>
          <p:nvPr/>
        </p:nvSpPr>
        <p:spPr>
          <a:xfrm>
            <a:off x="195198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9" name="object 1299"/>
          <p:cNvSpPr/>
          <p:nvPr/>
        </p:nvSpPr>
        <p:spPr>
          <a:xfrm>
            <a:off x="198247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0" name="object 1300"/>
          <p:cNvSpPr/>
          <p:nvPr/>
        </p:nvSpPr>
        <p:spPr>
          <a:xfrm>
            <a:off x="201295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1" name="object 1301"/>
          <p:cNvSpPr/>
          <p:nvPr/>
        </p:nvSpPr>
        <p:spPr>
          <a:xfrm>
            <a:off x="204342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2" name="object 1302"/>
          <p:cNvSpPr/>
          <p:nvPr/>
        </p:nvSpPr>
        <p:spPr>
          <a:xfrm>
            <a:off x="207391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3" name="object 1303"/>
          <p:cNvSpPr/>
          <p:nvPr/>
        </p:nvSpPr>
        <p:spPr>
          <a:xfrm>
            <a:off x="210438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4" name="object 1304"/>
          <p:cNvSpPr/>
          <p:nvPr/>
        </p:nvSpPr>
        <p:spPr>
          <a:xfrm>
            <a:off x="213487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5" name="object 1305"/>
          <p:cNvSpPr/>
          <p:nvPr/>
        </p:nvSpPr>
        <p:spPr>
          <a:xfrm>
            <a:off x="216535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6" name="object 1306"/>
          <p:cNvSpPr/>
          <p:nvPr/>
        </p:nvSpPr>
        <p:spPr>
          <a:xfrm>
            <a:off x="219582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7" name="object 1307"/>
          <p:cNvSpPr/>
          <p:nvPr/>
        </p:nvSpPr>
        <p:spPr>
          <a:xfrm>
            <a:off x="222631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8" name="object 1308"/>
          <p:cNvSpPr/>
          <p:nvPr/>
        </p:nvSpPr>
        <p:spPr>
          <a:xfrm>
            <a:off x="225678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9" name="object 1309"/>
          <p:cNvSpPr/>
          <p:nvPr/>
        </p:nvSpPr>
        <p:spPr>
          <a:xfrm>
            <a:off x="228727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0" name="object 1310"/>
          <p:cNvSpPr/>
          <p:nvPr/>
        </p:nvSpPr>
        <p:spPr>
          <a:xfrm>
            <a:off x="231775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1" name="object 1311"/>
          <p:cNvSpPr/>
          <p:nvPr/>
        </p:nvSpPr>
        <p:spPr>
          <a:xfrm>
            <a:off x="234822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2" name="object 1312"/>
          <p:cNvSpPr/>
          <p:nvPr/>
        </p:nvSpPr>
        <p:spPr>
          <a:xfrm>
            <a:off x="237871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3" name="object 1313"/>
          <p:cNvSpPr/>
          <p:nvPr/>
        </p:nvSpPr>
        <p:spPr>
          <a:xfrm>
            <a:off x="240918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4" name="object 1314"/>
          <p:cNvSpPr/>
          <p:nvPr/>
        </p:nvSpPr>
        <p:spPr>
          <a:xfrm>
            <a:off x="243967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5" name="object 1315"/>
          <p:cNvSpPr/>
          <p:nvPr/>
        </p:nvSpPr>
        <p:spPr>
          <a:xfrm>
            <a:off x="247015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6" name="object 1316"/>
          <p:cNvSpPr/>
          <p:nvPr/>
        </p:nvSpPr>
        <p:spPr>
          <a:xfrm>
            <a:off x="250062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7" name="object 1317"/>
          <p:cNvSpPr/>
          <p:nvPr/>
        </p:nvSpPr>
        <p:spPr>
          <a:xfrm>
            <a:off x="253111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8" name="object 1318"/>
          <p:cNvSpPr/>
          <p:nvPr/>
        </p:nvSpPr>
        <p:spPr>
          <a:xfrm>
            <a:off x="256158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9" name="object 1319"/>
          <p:cNvSpPr/>
          <p:nvPr/>
        </p:nvSpPr>
        <p:spPr>
          <a:xfrm>
            <a:off x="259207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0" name="object 1320"/>
          <p:cNvSpPr/>
          <p:nvPr/>
        </p:nvSpPr>
        <p:spPr>
          <a:xfrm>
            <a:off x="262255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1" name="object 1321"/>
          <p:cNvSpPr/>
          <p:nvPr/>
        </p:nvSpPr>
        <p:spPr>
          <a:xfrm>
            <a:off x="265302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2" name="object 1322"/>
          <p:cNvSpPr/>
          <p:nvPr/>
        </p:nvSpPr>
        <p:spPr>
          <a:xfrm>
            <a:off x="268351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3" name="object 1323"/>
          <p:cNvSpPr/>
          <p:nvPr/>
        </p:nvSpPr>
        <p:spPr>
          <a:xfrm>
            <a:off x="271398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4" name="object 1324"/>
          <p:cNvSpPr/>
          <p:nvPr/>
        </p:nvSpPr>
        <p:spPr>
          <a:xfrm>
            <a:off x="274447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5" name="object 1325"/>
          <p:cNvSpPr/>
          <p:nvPr/>
        </p:nvSpPr>
        <p:spPr>
          <a:xfrm>
            <a:off x="277495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6" name="object 1326"/>
          <p:cNvSpPr/>
          <p:nvPr/>
        </p:nvSpPr>
        <p:spPr>
          <a:xfrm>
            <a:off x="280542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7" name="object 1327"/>
          <p:cNvSpPr/>
          <p:nvPr/>
        </p:nvSpPr>
        <p:spPr>
          <a:xfrm>
            <a:off x="283591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8" name="object 1328"/>
          <p:cNvSpPr/>
          <p:nvPr/>
        </p:nvSpPr>
        <p:spPr>
          <a:xfrm>
            <a:off x="286638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9" name="object 1329"/>
          <p:cNvSpPr/>
          <p:nvPr/>
        </p:nvSpPr>
        <p:spPr>
          <a:xfrm>
            <a:off x="289687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0" name="object 1330"/>
          <p:cNvSpPr/>
          <p:nvPr/>
        </p:nvSpPr>
        <p:spPr>
          <a:xfrm>
            <a:off x="292735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1" name="object 1331"/>
          <p:cNvSpPr/>
          <p:nvPr/>
        </p:nvSpPr>
        <p:spPr>
          <a:xfrm>
            <a:off x="295782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2" name="object 1332"/>
          <p:cNvSpPr/>
          <p:nvPr/>
        </p:nvSpPr>
        <p:spPr>
          <a:xfrm>
            <a:off x="298831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3" name="object 1333"/>
          <p:cNvSpPr/>
          <p:nvPr/>
        </p:nvSpPr>
        <p:spPr>
          <a:xfrm>
            <a:off x="301878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4" name="object 1334"/>
          <p:cNvSpPr/>
          <p:nvPr/>
        </p:nvSpPr>
        <p:spPr>
          <a:xfrm>
            <a:off x="304927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5" name="object 1335"/>
          <p:cNvSpPr/>
          <p:nvPr/>
        </p:nvSpPr>
        <p:spPr>
          <a:xfrm>
            <a:off x="307975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6" name="object 1336"/>
          <p:cNvSpPr/>
          <p:nvPr/>
        </p:nvSpPr>
        <p:spPr>
          <a:xfrm>
            <a:off x="311022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7" name="object 1337"/>
          <p:cNvSpPr/>
          <p:nvPr/>
        </p:nvSpPr>
        <p:spPr>
          <a:xfrm>
            <a:off x="314071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8" name="object 1338"/>
          <p:cNvSpPr/>
          <p:nvPr/>
        </p:nvSpPr>
        <p:spPr>
          <a:xfrm>
            <a:off x="317118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9" name="object 1339"/>
          <p:cNvSpPr/>
          <p:nvPr/>
        </p:nvSpPr>
        <p:spPr>
          <a:xfrm>
            <a:off x="320167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0" name="object 1340"/>
          <p:cNvSpPr/>
          <p:nvPr/>
        </p:nvSpPr>
        <p:spPr>
          <a:xfrm>
            <a:off x="323215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1" name="object 1341"/>
          <p:cNvSpPr/>
          <p:nvPr/>
        </p:nvSpPr>
        <p:spPr>
          <a:xfrm>
            <a:off x="326262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2" name="object 1342"/>
          <p:cNvSpPr/>
          <p:nvPr/>
        </p:nvSpPr>
        <p:spPr>
          <a:xfrm>
            <a:off x="329310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3" name="object 1343"/>
          <p:cNvSpPr/>
          <p:nvPr/>
        </p:nvSpPr>
        <p:spPr>
          <a:xfrm>
            <a:off x="332359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4" name="object 1344"/>
          <p:cNvSpPr/>
          <p:nvPr/>
        </p:nvSpPr>
        <p:spPr>
          <a:xfrm>
            <a:off x="335407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5" name="object 1345"/>
          <p:cNvSpPr/>
          <p:nvPr/>
        </p:nvSpPr>
        <p:spPr>
          <a:xfrm>
            <a:off x="338455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6" name="object 1346"/>
          <p:cNvSpPr/>
          <p:nvPr/>
        </p:nvSpPr>
        <p:spPr>
          <a:xfrm>
            <a:off x="341502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7" name="object 1347"/>
          <p:cNvSpPr/>
          <p:nvPr/>
        </p:nvSpPr>
        <p:spPr>
          <a:xfrm>
            <a:off x="344550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8" name="object 1348"/>
          <p:cNvSpPr/>
          <p:nvPr/>
        </p:nvSpPr>
        <p:spPr>
          <a:xfrm>
            <a:off x="347599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9" name="object 1349"/>
          <p:cNvSpPr/>
          <p:nvPr/>
        </p:nvSpPr>
        <p:spPr>
          <a:xfrm>
            <a:off x="350647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0" name="object 1350"/>
          <p:cNvSpPr/>
          <p:nvPr/>
        </p:nvSpPr>
        <p:spPr>
          <a:xfrm>
            <a:off x="353695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1" name="object 1351"/>
          <p:cNvSpPr/>
          <p:nvPr/>
        </p:nvSpPr>
        <p:spPr>
          <a:xfrm>
            <a:off x="356742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2" name="object 1352"/>
          <p:cNvSpPr/>
          <p:nvPr/>
        </p:nvSpPr>
        <p:spPr>
          <a:xfrm>
            <a:off x="359790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3" name="object 1353"/>
          <p:cNvSpPr/>
          <p:nvPr/>
        </p:nvSpPr>
        <p:spPr>
          <a:xfrm>
            <a:off x="362839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4" name="object 1354"/>
          <p:cNvSpPr/>
          <p:nvPr/>
        </p:nvSpPr>
        <p:spPr>
          <a:xfrm>
            <a:off x="365887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5" name="object 1355"/>
          <p:cNvSpPr/>
          <p:nvPr/>
        </p:nvSpPr>
        <p:spPr>
          <a:xfrm>
            <a:off x="368935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6" name="object 1356"/>
          <p:cNvSpPr/>
          <p:nvPr/>
        </p:nvSpPr>
        <p:spPr>
          <a:xfrm>
            <a:off x="371982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7" name="object 1357"/>
          <p:cNvSpPr/>
          <p:nvPr/>
        </p:nvSpPr>
        <p:spPr>
          <a:xfrm>
            <a:off x="375030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8" name="object 1358"/>
          <p:cNvSpPr/>
          <p:nvPr/>
        </p:nvSpPr>
        <p:spPr>
          <a:xfrm>
            <a:off x="378079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9" name="object 1359"/>
          <p:cNvSpPr/>
          <p:nvPr/>
        </p:nvSpPr>
        <p:spPr>
          <a:xfrm>
            <a:off x="381127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0" name="object 1360"/>
          <p:cNvSpPr/>
          <p:nvPr/>
        </p:nvSpPr>
        <p:spPr>
          <a:xfrm>
            <a:off x="384175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1" name="object 1361"/>
          <p:cNvSpPr/>
          <p:nvPr/>
        </p:nvSpPr>
        <p:spPr>
          <a:xfrm>
            <a:off x="387222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2" name="object 1362"/>
          <p:cNvSpPr/>
          <p:nvPr/>
        </p:nvSpPr>
        <p:spPr>
          <a:xfrm>
            <a:off x="390270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3" name="object 1363"/>
          <p:cNvSpPr/>
          <p:nvPr/>
        </p:nvSpPr>
        <p:spPr>
          <a:xfrm>
            <a:off x="393319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4" name="object 1364"/>
          <p:cNvSpPr/>
          <p:nvPr/>
        </p:nvSpPr>
        <p:spPr>
          <a:xfrm>
            <a:off x="396367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5" name="object 1365"/>
          <p:cNvSpPr/>
          <p:nvPr/>
        </p:nvSpPr>
        <p:spPr>
          <a:xfrm>
            <a:off x="399415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6" name="object 1366"/>
          <p:cNvSpPr/>
          <p:nvPr/>
        </p:nvSpPr>
        <p:spPr>
          <a:xfrm>
            <a:off x="402462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7" name="object 1367"/>
          <p:cNvSpPr/>
          <p:nvPr/>
        </p:nvSpPr>
        <p:spPr>
          <a:xfrm>
            <a:off x="405510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8" name="object 1368"/>
          <p:cNvSpPr/>
          <p:nvPr/>
        </p:nvSpPr>
        <p:spPr>
          <a:xfrm>
            <a:off x="408559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9" name="object 1369"/>
          <p:cNvSpPr/>
          <p:nvPr/>
        </p:nvSpPr>
        <p:spPr>
          <a:xfrm>
            <a:off x="411607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0" name="object 1370"/>
          <p:cNvSpPr/>
          <p:nvPr/>
        </p:nvSpPr>
        <p:spPr>
          <a:xfrm>
            <a:off x="414655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1" name="object 1371"/>
          <p:cNvSpPr/>
          <p:nvPr/>
        </p:nvSpPr>
        <p:spPr>
          <a:xfrm>
            <a:off x="417702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2" name="object 1372"/>
          <p:cNvSpPr/>
          <p:nvPr/>
        </p:nvSpPr>
        <p:spPr>
          <a:xfrm>
            <a:off x="420750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3" name="object 1373"/>
          <p:cNvSpPr/>
          <p:nvPr/>
        </p:nvSpPr>
        <p:spPr>
          <a:xfrm>
            <a:off x="423799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4" name="object 1374"/>
          <p:cNvSpPr/>
          <p:nvPr/>
        </p:nvSpPr>
        <p:spPr>
          <a:xfrm>
            <a:off x="426847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5" name="object 1375"/>
          <p:cNvSpPr/>
          <p:nvPr/>
        </p:nvSpPr>
        <p:spPr>
          <a:xfrm>
            <a:off x="429895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6" name="object 1376"/>
          <p:cNvSpPr/>
          <p:nvPr/>
        </p:nvSpPr>
        <p:spPr>
          <a:xfrm>
            <a:off x="432942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7" name="object 1377"/>
          <p:cNvSpPr/>
          <p:nvPr/>
        </p:nvSpPr>
        <p:spPr>
          <a:xfrm>
            <a:off x="435990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8" name="object 1378"/>
          <p:cNvSpPr/>
          <p:nvPr/>
        </p:nvSpPr>
        <p:spPr>
          <a:xfrm>
            <a:off x="439039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9" name="object 1379"/>
          <p:cNvSpPr/>
          <p:nvPr/>
        </p:nvSpPr>
        <p:spPr>
          <a:xfrm>
            <a:off x="442087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0" name="object 1380"/>
          <p:cNvSpPr/>
          <p:nvPr/>
        </p:nvSpPr>
        <p:spPr>
          <a:xfrm>
            <a:off x="445135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1" name="object 1381"/>
          <p:cNvSpPr/>
          <p:nvPr/>
        </p:nvSpPr>
        <p:spPr>
          <a:xfrm>
            <a:off x="448182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2" name="object 1382"/>
          <p:cNvSpPr/>
          <p:nvPr/>
        </p:nvSpPr>
        <p:spPr>
          <a:xfrm>
            <a:off x="451230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3" name="object 1383"/>
          <p:cNvSpPr/>
          <p:nvPr/>
        </p:nvSpPr>
        <p:spPr>
          <a:xfrm>
            <a:off x="454279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4" name="object 1384"/>
          <p:cNvSpPr/>
          <p:nvPr/>
        </p:nvSpPr>
        <p:spPr>
          <a:xfrm>
            <a:off x="457327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5" name="object 1385"/>
          <p:cNvSpPr/>
          <p:nvPr/>
        </p:nvSpPr>
        <p:spPr>
          <a:xfrm>
            <a:off x="460375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6" name="object 1386"/>
          <p:cNvSpPr/>
          <p:nvPr/>
        </p:nvSpPr>
        <p:spPr>
          <a:xfrm>
            <a:off x="463422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7" name="object 1387"/>
          <p:cNvSpPr/>
          <p:nvPr/>
        </p:nvSpPr>
        <p:spPr>
          <a:xfrm>
            <a:off x="466470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8" name="object 1388"/>
          <p:cNvSpPr/>
          <p:nvPr/>
        </p:nvSpPr>
        <p:spPr>
          <a:xfrm>
            <a:off x="469519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9" name="object 1389"/>
          <p:cNvSpPr/>
          <p:nvPr/>
        </p:nvSpPr>
        <p:spPr>
          <a:xfrm>
            <a:off x="472567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0" name="object 1390"/>
          <p:cNvSpPr/>
          <p:nvPr/>
        </p:nvSpPr>
        <p:spPr>
          <a:xfrm>
            <a:off x="475615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1" name="object 1391"/>
          <p:cNvSpPr/>
          <p:nvPr/>
        </p:nvSpPr>
        <p:spPr>
          <a:xfrm>
            <a:off x="478662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2" name="object 1392"/>
          <p:cNvSpPr/>
          <p:nvPr/>
        </p:nvSpPr>
        <p:spPr>
          <a:xfrm>
            <a:off x="481710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3" name="object 1393"/>
          <p:cNvSpPr/>
          <p:nvPr/>
        </p:nvSpPr>
        <p:spPr>
          <a:xfrm>
            <a:off x="484759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4" name="object 1394"/>
          <p:cNvSpPr/>
          <p:nvPr/>
        </p:nvSpPr>
        <p:spPr>
          <a:xfrm>
            <a:off x="487807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5" name="object 1395"/>
          <p:cNvSpPr/>
          <p:nvPr/>
        </p:nvSpPr>
        <p:spPr>
          <a:xfrm>
            <a:off x="490855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6" name="object 1396"/>
          <p:cNvSpPr/>
          <p:nvPr/>
        </p:nvSpPr>
        <p:spPr>
          <a:xfrm>
            <a:off x="493902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7" name="object 1397"/>
          <p:cNvSpPr/>
          <p:nvPr/>
        </p:nvSpPr>
        <p:spPr>
          <a:xfrm>
            <a:off x="496950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8" name="object 1398"/>
          <p:cNvSpPr/>
          <p:nvPr/>
        </p:nvSpPr>
        <p:spPr>
          <a:xfrm>
            <a:off x="499999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9" name="object 1399"/>
          <p:cNvSpPr/>
          <p:nvPr/>
        </p:nvSpPr>
        <p:spPr>
          <a:xfrm>
            <a:off x="503047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0" name="object 1400"/>
          <p:cNvSpPr/>
          <p:nvPr/>
        </p:nvSpPr>
        <p:spPr>
          <a:xfrm>
            <a:off x="506095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1" name="object 1401"/>
          <p:cNvSpPr/>
          <p:nvPr/>
        </p:nvSpPr>
        <p:spPr>
          <a:xfrm>
            <a:off x="509142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2" name="object 1402"/>
          <p:cNvSpPr/>
          <p:nvPr/>
        </p:nvSpPr>
        <p:spPr>
          <a:xfrm>
            <a:off x="512190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3" name="object 1403"/>
          <p:cNvSpPr/>
          <p:nvPr/>
        </p:nvSpPr>
        <p:spPr>
          <a:xfrm>
            <a:off x="515239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4" name="object 1404"/>
          <p:cNvSpPr/>
          <p:nvPr/>
        </p:nvSpPr>
        <p:spPr>
          <a:xfrm>
            <a:off x="518287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5" name="object 1405"/>
          <p:cNvSpPr/>
          <p:nvPr/>
        </p:nvSpPr>
        <p:spPr>
          <a:xfrm>
            <a:off x="521335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6" name="object 1406"/>
          <p:cNvSpPr/>
          <p:nvPr/>
        </p:nvSpPr>
        <p:spPr>
          <a:xfrm>
            <a:off x="524382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7" name="object 1407"/>
          <p:cNvSpPr/>
          <p:nvPr/>
        </p:nvSpPr>
        <p:spPr>
          <a:xfrm>
            <a:off x="527430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8" name="object 1408"/>
          <p:cNvSpPr/>
          <p:nvPr/>
        </p:nvSpPr>
        <p:spPr>
          <a:xfrm>
            <a:off x="530479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9" name="object 1409"/>
          <p:cNvSpPr/>
          <p:nvPr/>
        </p:nvSpPr>
        <p:spPr>
          <a:xfrm>
            <a:off x="533527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0" name="object 1410"/>
          <p:cNvSpPr/>
          <p:nvPr/>
        </p:nvSpPr>
        <p:spPr>
          <a:xfrm>
            <a:off x="536575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1" name="object 1411"/>
          <p:cNvSpPr/>
          <p:nvPr/>
        </p:nvSpPr>
        <p:spPr>
          <a:xfrm>
            <a:off x="539622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2" name="object 1412"/>
          <p:cNvSpPr/>
          <p:nvPr/>
        </p:nvSpPr>
        <p:spPr>
          <a:xfrm>
            <a:off x="542670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3" name="object 1413"/>
          <p:cNvSpPr/>
          <p:nvPr/>
        </p:nvSpPr>
        <p:spPr>
          <a:xfrm>
            <a:off x="545719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4" name="object 1414"/>
          <p:cNvSpPr/>
          <p:nvPr/>
        </p:nvSpPr>
        <p:spPr>
          <a:xfrm>
            <a:off x="548767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5" name="object 1415"/>
          <p:cNvSpPr/>
          <p:nvPr/>
        </p:nvSpPr>
        <p:spPr>
          <a:xfrm>
            <a:off x="551815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6" name="object 1416"/>
          <p:cNvSpPr/>
          <p:nvPr/>
        </p:nvSpPr>
        <p:spPr>
          <a:xfrm>
            <a:off x="554862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7" name="object 1417"/>
          <p:cNvSpPr/>
          <p:nvPr/>
        </p:nvSpPr>
        <p:spPr>
          <a:xfrm>
            <a:off x="557910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8" name="object 1418"/>
          <p:cNvSpPr/>
          <p:nvPr/>
        </p:nvSpPr>
        <p:spPr>
          <a:xfrm>
            <a:off x="560959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9" name="object 1419"/>
          <p:cNvSpPr/>
          <p:nvPr/>
        </p:nvSpPr>
        <p:spPr>
          <a:xfrm>
            <a:off x="564007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0" name="object 1420"/>
          <p:cNvSpPr/>
          <p:nvPr/>
        </p:nvSpPr>
        <p:spPr>
          <a:xfrm>
            <a:off x="567055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1" name="object 1421"/>
          <p:cNvSpPr/>
          <p:nvPr/>
        </p:nvSpPr>
        <p:spPr>
          <a:xfrm>
            <a:off x="570102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2" name="object 1422"/>
          <p:cNvSpPr/>
          <p:nvPr/>
        </p:nvSpPr>
        <p:spPr>
          <a:xfrm>
            <a:off x="5731509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3" name="object 1423"/>
          <p:cNvSpPr/>
          <p:nvPr/>
        </p:nvSpPr>
        <p:spPr>
          <a:xfrm>
            <a:off x="5761990" y="39300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4" name="object 1424"/>
          <p:cNvSpPr/>
          <p:nvPr/>
        </p:nvSpPr>
        <p:spPr>
          <a:xfrm>
            <a:off x="82423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5" name="object 1425"/>
          <p:cNvSpPr/>
          <p:nvPr/>
        </p:nvSpPr>
        <p:spPr>
          <a:xfrm>
            <a:off x="85471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6" name="object 1426"/>
          <p:cNvSpPr/>
          <p:nvPr/>
        </p:nvSpPr>
        <p:spPr>
          <a:xfrm>
            <a:off x="88518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7" name="object 1427"/>
          <p:cNvSpPr/>
          <p:nvPr/>
        </p:nvSpPr>
        <p:spPr>
          <a:xfrm>
            <a:off x="91566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8" name="object 1428"/>
          <p:cNvSpPr/>
          <p:nvPr/>
        </p:nvSpPr>
        <p:spPr>
          <a:xfrm>
            <a:off x="94615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9" name="object 1429"/>
          <p:cNvSpPr/>
          <p:nvPr/>
        </p:nvSpPr>
        <p:spPr>
          <a:xfrm>
            <a:off x="97663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0" name="object 1430"/>
          <p:cNvSpPr/>
          <p:nvPr/>
        </p:nvSpPr>
        <p:spPr>
          <a:xfrm>
            <a:off x="100711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1" name="object 1431"/>
          <p:cNvSpPr/>
          <p:nvPr/>
        </p:nvSpPr>
        <p:spPr>
          <a:xfrm>
            <a:off x="103758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2" name="object 1432"/>
          <p:cNvSpPr/>
          <p:nvPr/>
        </p:nvSpPr>
        <p:spPr>
          <a:xfrm>
            <a:off x="106806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3" name="object 1433"/>
          <p:cNvSpPr/>
          <p:nvPr/>
        </p:nvSpPr>
        <p:spPr>
          <a:xfrm>
            <a:off x="109855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4" name="object 1434"/>
          <p:cNvSpPr/>
          <p:nvPr/>
        </p:nvSpPr>
        <p:spPr>
          <a:xfrm>
            <a:off x="112903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5" name="object 1435"/>
          <p:cNvSpPr/>
          <p:nvPr/>
        </p:nvSpPr>
        <p:spPr>
          <a:xfrm>
            <a:off x="115951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6" name="object 1436"/>
          <p:cNvSpPr/>
          <p:nvPr/>
        </p:nvSpPr>
        <p:spPr>
          <a:xfrm>
            <a:off x="118998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7" name="object 1437"/>
          <p:cNvSpPr/>
          <p:nvPr/>
        </p:nvSpPr>
        <p:spPr>
          <a:xfrm>
            <a:off x="122046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8" name="object 1438"/>
          <p:cNvSpPr/>
          <p:nvPr/>
        </p:nvSpPr>
        <p:spPr>
          <a:xfrm>
            <a:off x="125095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9" name="object 1439"/>
          <p:cNvSpPr/>
          <p:nvPr/>
        </p:nvSpPr>
        <p:spPr>
          <a:xfrm>
            <a:off x="128143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0" name="object 1440"/>
          <p:cNvSpPr/>
          <p:nvPr/>
        </p:nvSpPr>
        <p:spPr>
          <a:xfrm>
            <a:off x="131191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1" name="object 1441"/>
          <p:cNvSpPr/>
          <p:nvPr/>
        </p:nvSpPr>
        <p:spPr>
          <a:xfrm>
            <a:off x="134238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2" name="object 1442"/>
          <p:cNvSpPr/>
          <p:nvPr/>
        </p:nvSpPr>
        <p:spPr>
          <a:xfrm>
            <a:off x="137286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3" name="object 1443"/>
          <p:cNvSpPr/>
          <p:nvPr/>
        </p:nvSpPr>
        <p:spPr>
          <a:xfrm>
            <a:off x="140335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4" name="object 1444"/>
          <p:cNvSpPr/>
          <p:nvPr/>
        </p:nvSpPr>
        <p:spPr>
          <a:xfrm>
            <a:off x="143383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5" name="object 1445"/>
          <p:cNvSpPr/>
          <p:nvPr/>
        </p:nvSpPr>
        <p:spPr>
          <a:xfrm>
            <a:off x="146431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6" name="object 1446"/>
          <p:cNvSpPr/>
          <p:nvPr/>
        </p:nvSpPr>
        <p:spPr>
          <a:xfrm>
            <a:off x="149478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7" name="object 1447"/>
          <p:cNvSpPr/>
          <p:nvPr/>
        </p:nvSpPr>
        <p:spPr>
          <a:xfrm>
            <a:off x="152526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8" name="object 1448"/>
          <p:cNvSpPr/>
          <p:nvPr/>
        </p:nvSpPr>
        <p:spPr>
          <a:xfrm>
            <a:off x="155575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9" name="object 1449"/>
          <p:cNvSpPr/>
          <p:nvPr/>
        </p:nvSpPr>
        <p:spPr>
          <a:xfrm>
            <a:off x="158623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0" name="object 1450"/>
          <p:cNvSpPr/>
          <p:nvPr/>
        </p:nvSpPr>
        <p:spPr>
          <a:xfrm>
            <a:off x="161671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1" name="object 1451"/>
          <p:cNvSpPr/>
          <p:nvPr/>
        </p:nvSpPr>
        <p:spPr>
          <a:xfrm>
            <a:off x="164718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2" name="object 1452"/>
          <p:cNvSpPr/>
          <p:nvPr/>
        </p:nvSpPr>
        <p:spPr>
          <a:xfrm>
            <a:off x="167767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3" name="object 1453"/>
          <p:cNvSpPr/>
          <p:nvPr/>
        </p:nvSpPr>
        <p:spPr>
          <a:xfrm>
            <a:off x="170815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4" name="object 1454"/>
          <p:cNvSpPr/>
          <p:nvPr/>
        </p:nvSpPr>
        <p:spPr>
          <a:xfrm>
            <a:off x="173862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5" name="object 1455"/>
          <p:cNvSpPr/>
          <p:nvPr/>
        </p:nvSpPr>
        <p:spPr>
          <a:xfrm>
            <a:off x="176911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6" name="object 1456"/>
          <p:cNvSpPr/>
          <p:nvPr/>
        </p:nvSpPr>
        <p:spPr>
          <a:xfrm>
            <a:off x="179958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7" name="object 1457"/>
          <p:cNvSpPr/>
          <p:nvPr/>
        </p:nvSpPr>
        <p:spPr>
          <a:xfrm>
            <a:off x="183007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8" name="object 1458"/>
          <p:cNvSpPr/>
          <p:nvPr/>
        </p:nvSpPr>
        <p:spPr>
          <a:xfrm>
            <a:off x="186055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9" name="object 1459"/>
          <p:cNvSpPr/>
          <p:nvPr/>
        </p:nvSpPr>
        <p:spPr>
          <a:xfrm>
            <a:off x="189102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0" name="object 1460"/>
          <p:cNvSpPr/>
          <p:nvPr/>
        </p:nvSpPr>
        <p:spPr>
          <a:xfrm>
            <a:off x="192151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1" name="object 1461"/>
          <p:cNvSpPr/>
          <p:nvPr/>
        </p:nvSpPr>
        <p:spPr>
          <a:xfrm>
            <a:off x="195198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2" name="object 1462"/>
          <p:cNvSpPr/>
          <p:nvPr/>
        </p:nvSpPr>
        <p:spPr>
          <a:xfrm>
            <a:off x="198247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3" name="object 1463"/>
          <p:cNvSpPr/>
          <p:nvPr/>
        </p:nvSpPr>
        <p:spPr>
          <a:xfrm>
            <a:off x="201295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4" name="object 1464"/>
          <p:cNvSpPr/>
          <p:nvPr/>
        </p:nvSpPr>
        <p:spPr>
          <a:xfrm>
            <a:off x="204342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5" name="object 1465"/>
          <p:cNvSpPr/>
          <p:nvPr/>
        </p:nvSpPr>
        <p:spPr>
          <a:xfrm>
            <a:off x="207391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6" name="object 1466"/>
          <p:cNvSpPr/>
          <p:nvPr/>
        </p:nvSpPr>
        <p:spPr>
          <a:xfrm>
            <a:off x="210438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7" name="object 1467"/>
          <p:cNvSpPr/>
          <p:nvPr/>
        </p:nvSpPr>
        <p:spPr>
          <a:xfrm>
            <a:off x="213487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8" name="object 1468"/>
          <p:cNvSpPr/>
          <p:nvPr/>
        </p:nvSpPr>
        <p:spPr>
          <a:xfrm>
            <a:off x="216535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9" name="object 1469"/>
          <p:cNvSpPr/>
          <p:nvPr/>
        </p:nvSpPr>
        <p:spPr>
          <a:xfrm>
            <a:off x="219582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0" name="object 1470"/>
          <p:cNvSpPr/>
          <p:nvPr/>
        </p:nvSpPr>
        <p:spPr>
          <a:xfrm>
            <a:off x="222631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1" name="object 1471"/>
          <p:cNvSpPr/>
          <p:nvPr/>
        </p:nvSpPr>
        <p:spPr>
          <a:xfrm>
            <a:off x="225678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2" name="object 1472"/>
          <p:cNvSpPr/>
          <p:nvPr/>
        </p:nvSpPr>
        <p:spPr>
          <a:xfrm>
            <a:off x="228727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3" name="object 1473"/>
          <p:cNvSpPr/>
          <p:nvPr/>
        </p:nvSpPr>
        <p:spPr>
          <a:xfrm>
            <a:off x="231775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4" name="object 1474"/>
          <p:cNvSpPr/>
          <p:nvPr/>
        </p:nvSpPr>
        <p:spPr>
          <a:xfrm>
            <a:off x="234822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5" name="object 1475"/>
          <p:cNvSpPr/>
          <p:nvPr/>
        </p:nvSpPr>
        <p:spPr>
          <a:xfrm>
            <a:off x="237871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6" name="object 1476"/>
          <p:cNvSpPr/>
          <p:nvPr/>
        </p:nvSpPr>
        <p:spPr>
          <a:xfrm>
            <a:off x="240918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7" name="object 1477"/>
          <p:cNvSpPr/>
          <p:nvPr/>
        </p:nvSpPr>
        <p:spPr>
          <a:xfrm>
            <a:off x="243967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8" name="object 1478"/>
          <p:cNvSpPr/>
          <p:nvPr/>
        </p:nvSpPr>
        <p:spPr>
          <a:xfrm>
            <a:off x="247015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9" name="object 1479"/>
          <p:cNvSpPr/>
          <p:nvPr/>
        </p:nvSpPr>
        <p:spPr>
          <a:xfrm>
            <a:off x="250062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0" name="object 1480"/>
          <p:cNvSpPr/>
          <p:nvPr/>
        </p:nvSpPr>
        <p:spPr>
          <a:xfrm>
            <a:off x="253111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1" name="object 1481"/>
          <p:cNvSpPr/>
          <p:nvPr/>
        </p:nvSpPr>
        <p:spPr>
          <a:xfrm>
            <a:off x="256158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2" name="object 1482"/>
          <p:cNvSpPr/>
          <p:nvPr/>
        </p:nvSpPr>
        <p:spPr>
          <a:xfrm>
            <a:off x="259207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3" name="object 1483"/>
          <p:cNvSpPr/>
          <p:nvPr/>
        </p:nvSpPr>
        <p:spPr>
          <a:xfrm>
            <a:off x="262255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4" name="object 1484"/>
          <p:cNvSpPr/>
          <p:nvPr/>
        </p:nvSpPr>
        <p:spPr>
          <a:xfrm>
            <a:off x="265302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5" name="object 1485"/>
          <p:cNvSpPr/>
          <p:nvPr/>
        </p:nvSpPr>
        <p:spPr>
          <a:xfrm>
            <a:off x="268351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6" name="object 1486"/>
          <p:cNvSpPr/>
          <p:nvPr/>
        </p:nvSpPr>
        <p:spPr>
          <a:xfrm>
            <a:off x="271398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7" name="object 1487"/>
          <p:cNvSpPr/>
          <p:nvPr/>
        </p:nvSpPr>
        <p:spPr>
          <a:xfrm>
            <a:off x="274447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8" name="object 1488"/>
          <p:cNvSpPr/>
          <p:nvPr/>
        </p:nvSpPr>
        <p:spPr>
          <a:xfrm>
            <a:off x="277495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9" name="object 1489"/>
          <p:cNvSpPr/>
          <p:nvPr/>
        </p:nvSpPr>
        <p:spPr>
          <a:xfrm>
            <a:off x="280542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0" name="object 1490"/>
          <p:cNvSpPr/>
          <p:nvPr/>
        </p:nvSpPr>
        <p:spPr>
          <a:xfrm>
            <a:off x="283591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1" name="object 1491"/>
          <p:cNvSpPr/>
          <p:nvPr/>
        </p:nvSpPr>
        <p:spPr>
          <a:xfrm>
            <a:off x="286638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2" name="object 1492"/>
          <p:cNvSpPr/>
          <p:nvPr/>
        </p:nvSpPr>
        <p:spPr>
          <a:xfrm>
            <a:off x="289687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3" name="object 1493"/>
          <p:cNvSpPr/>
          <p:nvPr/>
        </p:nvSpPr>
        <p:spPr>
          <a:xfrm>
            <a:off x="292735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4" name="object 1494"/>
          <p:cNvSpPr/>
          <p:nvPr/>
        </p:nvSpPr>
        <p:spPr>
          <a:xfrm>
            <a:off x="295782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5" name="object 1495"/>
          <p:cNvSpPr/>
          <p:nvPr/>
        </p:nvSpPr>
        <p:spPr>
          <a:xfrm>
            <a:off x="298831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6" name="object 1496"/>
          <p:cNvSpPr/>
          <p:nvPr/>
        </p:nvSpPr>
        <p:spPr>
          <a:xfrm>
            <a:off x="301878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7" name="object 1497"/>
          <p:cNvSpPr/>
          <p:nvPr/>
        </p:nvSpPr>
        <p:spPr>
          <a:xfrm>
            <a:off x="304927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8" name="object 1498"/>
          <p:cNvSpPr/>
          <p:nvPr/>
        </p:nvSpPr>
        <p:spPr>
          <a:xfrm>
            <a:off x="307975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9" name="object 1499"/>
          <p:cNvSpPr/>
          <p:nvPr/>
        </p:nvSpPr>
        <p:spPr>
          <a:xfrm>
            <a:off x="311022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0" name="object 1500"/>
          <p:cNvSpPr/>
          <p:nvPr/>
        </p:nvSpPr>
        <p:spPr>
          <a:xfrm>
            <a:off x="314071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1" name="object 1501"/>
          <p:cNvSpPr/>
          <p:nvPr/>
        </p:nvSpPr>
        <p:spPr>
          <a:xfrm>
            <a:off x="317118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2" name="object 1502"/>
          <p:cNvSpPr/>
          <p:nvPr/>
        </p:nvSpPr>
        <p:spPr>
          <a:xfrm>
            <a:off x="320167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3" name="object 1503"/>
          <p:cNvSpPr/>
          <p:nvPr/>
        </p:nvSpPr>
        <p:spPr>
          <a:xfrm>
            <a:off x="323215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4" name="object 1504"/>
          <p:cNvSpPr/>
          <p:nvPr/>
        </p:nvSpPr>
        <p:spPr>
          <a:xfrm>
            <a:off x="326262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5" name="object 1505"/>
          <p:cNvSpPr/>
          <p:nvPr/>
        </p:nvSpPr>
        <p:spPr>
          <a:xfrm>
            <a:off x="329310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6" name="object 1506"/>
          <p:cNvSpPr/>
          <p:nvPr/>
        </p:nvSpPr>
        <p:spPr>
          <a:xfrm>
            <a:off x="332359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7" name="object 1507"/>
          <p:cNvSpPr/>
          <p:nvPr/>
        </p:nvSpPr>
        <p:spPr>
          <a:xfrm>
            <a:off x="335407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8" name="object 1508"/>
          <p:cNvSpPr/>
          <p:nvPr/>
        </p:nvSpPr>
        <p:spPr>
          <a:xfrm>
            <a:off x="338455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9" name="object 1509"/>
          <p:cNvSpPr/>
          <p:nvPr/>
        </p:nvSpPr>
        <p:spPr>
          <a:xfrm>
            <a:off x="341502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0" name="object 1510"/>
          <p:cNvSpPr/>
          <p:nvPr/>
        </p:nvSpPr>
        <p:spPr>
          <a:xfrm>
            <a:off x="344550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1" name="object 1511"/>
          <p:cNvSpPr/>
          <p:nvPr/>
        </p:nvSpPr>
        <p:spPr>
          <a:xfrm>
            <a:off x="347599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2" name="object 1512"/>
          <p:cNvSpPr/>
          <p:nvPr/>
        </p:nvSpPr>
        <p:spPr>
          <a:xfrm>
            <a:off x="350647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3" name="object 1513"/>
          <p:cNvSpPr/>
          <p:nvPr/>
        </p:nvSpPr>
        <p:spPr>
          <a:xfrm>
            <a:off x="353695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4" name="object 1514"/>
          <p:cNvSpPr/>
          <p:nvPr/>
        </p:nvSpPr>
        <p:spPr>
          <a:xfrm>
            <a:off x="356742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5" name="object 1515"/>
          <p:cNvSpPr/>
          <p:nvPr/>
        </p:nvSpPr>
        <p:spPr>
          <a:xfrm>
            <a:off x="359790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6" name="object 1516"/>
          <p:cNvSpPr/>
          <p:nvPr/>
        </p:nvSpPr>
        <p:spPr>
          <a:xfrm>
            <a:off x="362839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7" name="object 1517"/>
          <p:cNvSpPr/>
          <p:nvPr/>
        </p:nvSpPr>
        <p:spPr>
          <a:xfrm>
            <a:off x="365887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8" name="object 1518"/>
          <p:cNvSpPr/>
          <p:nvPr/>
        </p:nvSpPr>
        <p:spPr>
          <a:xfrm>
            <a:off x="368935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9" name="object 1519"/>
          <p:cNvSpPr/>
          <p:nvPr/>
        </p:nvSpPr>
        <p:spPr>
          <a:xfrm>
            <a:off x="371982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0" name="object 1520"/>
          <p:cNvSpPr/>
          <p:nvPr/>
        </p:nvSpPr>
        <p:spPr>
          <a:xfrm>
            <a:off x="375030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1" name="object 1521"/>
          <p:cNvSpPr/>
          <p:nvPr/>
        </p:nvSpPr>
        <p:spPr>
          <a:xfrm>
            <a:off x="378079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2" name="object 1522"/>
          <p:cNvSpPr/>
          <p:nvPr/>
        </p:nvSpPr>
        <p:spPr>
          <a:xfrm>
            <a:off x="381127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3" name="object 1523"/>
          <p:cNvSpPr/>
          <p:nvPr/>
        </p:nvSpPr>
        <p:spPr>
          <a:xfrm>
            <a:off x="384175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4" name="object 1524"/>
          <p:cNvSpPr/>
          <p:nvPr/>
        </p:nvSpPr>
        <p:spPr>
          <a:xfrm>
            <a:off x="387222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5" name="object 1525"/>
          <p:cNvSpPr/>
          <p:nvPr/>
        </p:nvSpPr>
        <p:spPr>
          <a:xfrm>
            <a:off x="390270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6" name="object 1526"/>
          <p:cNvSpPr/>
          <p:nvPr/>
        </p:nvSpPr>
        <p:spPr>
          <a:xfrm>
            <a:off x="393319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7" name="object 1527"/>
          <p:cNvSpPr/>
          <p:nvPr/>
        </p:nvSpPr>
        <p:spPr>
          <a:xfrm>
            <a:off x="396367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8" name="object 1528"/>
          <p:cNvSpPr/>
          <p:nvPr/>
        </p:nvSpPr>
        <p:spPr>
          <a:xfrm>
            <a:off x="399415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9" name="object 1529"/>
          <p:cNvSpPr/>
          <p:nvPr/>
        </p:nvSpPr>
        <p:spPr>
          <a:xfrm>
            <a:off x="402462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0" name="object 1530"/>
          <p:cNvSpPr/>
          <p:nvPr/>
        </p:nvSpPr>
        <p:spPr>
          <a:xfrm>
            <a:off x="405510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1" name="object 1531"/>
          <p:cNvSpPr/>
          <p:nvPr/>
        </p:nvSpPr>
        <p:spPr>
          <a:xfrm>
            <a:off x="408559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2" name="object 1532"/>
          <p:cNvSpPr/>
          <p:nvPr/>
        </p:nvSpPr>
        <p:spPr>
          <a:xfrm>
            <a:off x="411607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3" name="object 1533"/>
          <p:cNvSpPr/>
          <p:nvPr/>
        </p:nvSpPr>
        <p:spPr>
          <a:xfrm>
            <a:off x="414655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4" name="object 1534"/>
          <p:cNvSpPr/>
          <p:nvPr/>
        </p:nvSpPr>
        <p:spPr>
          <a:xfrm>
            <a:off x="417702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5" name="object 1535"/>
          <p:cNvSpPr/>
          <p:nvPr/>
        </p:nvSpPr>
        <p:spPr>
          <a:xfrm>
            <a:off x="420750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6" name="object 1536"/>
          <p:cNvSpPr/>
          <p:nvPr/>
        </p:nvSpPr>
        <p:spPr>
          <a:xfrm>
            <a:off x="423799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7" name="object 1537"/>
          <p:cNvSpPr/>
          <p:nvPr/>
        </p:nvSpPr>
        <p:spPr>
          <a:xfrm>
            <a:off x="426847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8" name="object 1538"/>
          <p:cNvSpPr/>
          <p:nvPr/>
        </p:nvSpPr>
        <p:spPr>
          <a:xfrm>
            <a:off x="429895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9" name="object 1539"/>
          <p:cNvSpPr/>
          <p:nvPr/>
        </p:nvSpPr>
        <p:spPr>
          <a:xfrm>
            <a:off x="432942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0" name="object 1540"/>
          <p:cNvSpPr/>
          <p:nvPr/>
        </p:nvSpPr>
        <p:spPr>
          <a:xfrm>
            <a:off x="435990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1" name="object 1541"/>
          <p:cNvSpPr/>
          <p:nvPr/>
        </p:nvSpPr>
        <p:spPr>
          <a:xfrm>
            <a:off x="439039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2" name="object 1542"/>
          <p:cNvSpPr/>
          <p:nvPr/>
        </p:nvSpPr>
        <p:spPr>
          <a:xfrm>
            <a:off x="442087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3" name="object 1543"/>
          <p:cNvSpPr/>
          <p:nvPr/>
        </p:nvSpPr>
        <p:spPr>
          <a:xfrm>
            <a:off x="445135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4" name="object 1544"/>
          <p:cNvSpPr/>
          <p:nvPr/>
        </p:nvSpPr>
        <p:spPr>
          <a:xfrm>
            <a:off x="448182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5" name="object 1545"/>
          <p:cNvSpPr/>
          <p:nvPr/>
        </p:nvSpPr>
        <p:spPr>
          <a:xfrm>
            <a:off x="451230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6" name="object 1546"/>
          <p:cNvSpPr/>
          <p:nvPr/>
        </p:nvSpPr>
        <p:spPr>
          <a:xfrm>
            <a:off x="454279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7" name="object 1547"/>
          <p:cNvSpPr/>
          <p:nvPr/>
        </p:nvSpPr>
        <p:spPr>
          <a:xfrm>
            <a:off x="457327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8" name="object 1548"/>
          <p:cNvSpPr/>
          <p:nvPr/>
        </p:nvSpPr>
        <p:spPr>
          <a:xfrm>
            <a:off x="460375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9" name="object 1549"/>
          <p:cNvSpPr/>
          <p:nvPr/>
        </p:nvSpPr>
        <p:spPr>
          <a:xfrm>
            <a:off x="463422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0" name="object 1550"/>
          <p:cNvSpPr/>
          <p:nvPr/>
        </p:nvSpPr>
        <p:spPr>
          <a:xfrm>
            <a:off x="466470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1" name="object 1551"/>
          <p:cNvSpPr/>
          <p:nvPr/>
        </p:nvSpPr>
        <p:spPr>
          <a:xfrm>
            <a:off x="469519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2" name="object 1552"/>
          <p:cNvSpPr/>
          <p:nvPr/>
        </p:nvSpPr>
        <p:spPr>
          <a:xfrm>
            <a:off x="472567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3" name="object 1553"/>
          <p:cNvSpPr/>
          <p:nvPr/>
        </p:nvSpPr>
        <p:spPr>
          <a:xfrm>
            <a:off x="475615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4" name="object 1554"/>
          <p:cNvSpPr/>
          <p:nvPr/>
        </p:nvSpPr>
        <p:spPr>
          <a:xfrm>
            <a:off x="478662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5" name="object 1555"/>
          <p:cNvSpPr/>
          <p:nvPr/>
        </p:nvSpPr>
        <p:spPr>
          <a:xfrm>
            <a:off x="481710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6" name="object 1556"/>
          <p:cNvSpPr/>
          <p:nvPr/>
        </p:nvSpPr>
        <p:spPr>
          <a:xfrm>
            <a:off x="484759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7" name="object 1557"/>
          <p:cNvSpPr/>
          <p:nvPr/>
        </p:nvSpPr>
        <p:spPr>
          <a:xfrm>
            <a:off x="487807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8" name="object 1558"/>
          <p:cNvSpPr/>
          <p:nvPr/>
        </p:nvSpPr>
        <p:spPr>
          <a:xfrm>
            <a:off x="490855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9" name="object 1559"/>
          <p:cNvSpPr/>
          <p:nvPr/>
        </p:nvSpPr>
        <p:spPr>
          <a:xfrm>
            <a:off x="493902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0" name="object 1560"/>
          <p:cNvSpPr/>
          <p:nvPr/>
        </p:nvSpPr>
        <p:spPr>
          <a:xfrm>
            <a:off x="496950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1" name="object 1561"/>
          <p:cNvSpPr/>
          <p:nvPr/>
        </p:nvSpPr>
        <p:spPr>
          <a:xfrm>
            <a:off x="499999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2" name="object 1562"/>
          <p:cNvSpPr/>
          <p:nvPr/>
        </p:nvSpPr>
        <p:spPr>
          <a:xfrm>
            <a:off x="503047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3" name="object 1563"/>
          <p:cNvSpPr/>
          <p:nvPr/>
        </p:nvSpPr>
        <p:spPr>
          <a:xfrm>
            <a:off x="506095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4" name="object 1564"/>
          <p:cNvSpPr/>
          <p:nvPr/>
        </p:nvSpPr>
        <p:spPr>
          <a:xfrm>
            <a:off x="509142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5" name="object 1565"/>
          <p:cNvSpPr/>
          <p:nvPr/>
        </p:nvSpPr>
        <p:spPr>
          <a:xfrm>
            <a:off x="512190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6" name="object 1566"/>
          <p:cNvSpPr/>
          <p:nvPr/>
        </p:nvSpPr>
        <p:spPr>
          <a:xfrm>
            <a:off x="515239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7" name="object 1567"/>
          <p:cNvSpPr/>
          <p:nvPr/>
        </p:nvSpPr>
        <p:spPr>
          <a:xfrm>
            <a:off x="518287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8" name="object 1568"/>
          <p:cNvSpPr/>
          <p:nvPr/>
        </p:nvSpPr>
        <p:spPr>
          <a:xfrm>
            <a:off x="521335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9" name="object 1569"/>
          <p:cNvSpPr/>
          <p:nvPr/>
        </p:nvSpPr>
        <p:spPr>
          <a:xfrm>
            <a:off x="524382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0" name="object 1570"/>
          <p:cNvSpPr/>
          <p:nvPr/>
        </p:nvSpPr>
        <p:spPr>
          <a:xfrm>
            <a:off x="527430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1" name="object 1571"/>
          <p:cNvSpPr/>
          <p:nvPr/>
        </p:nvSpPr>
        <p:spPr>
          <a:xfrm>
            <a:off x="530479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2" name="object 1572"/>
          <p:cNvSpPr/>
          <p:nvPr/>
        </p:nvSpPr>
        <p:spPr>
          <a:xfrm>
            <a:off x="533527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3" name="object 1573"/>
          <p:cNvSpPr/>
          <p:nvPr/>
        </p:nvSpPr>
        <p:spPr>
          <a:xfrm>
            <a:off x="536575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4" name="object 1574"/>
          <p:cNvSpPr/>
          <p:nvPr/>
        </p:nvSpPr>
        <p:spPr>
          <a:xfrm>
            <a:off x="539622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5" name="object 1575"/>
          <p:cNvSpPr/>
          <p:nvPr/>
        </p:nvSpPr>
        <p:spPr>
          <a:xfrm>
            <a:off x="542670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6" name="object 1576"/>
          <p:cNvSpPr/>
          <p:nvPr/>
        </p:nvSpPr>
        <p:spPr>
          <a:xfrm>
            <a:off x="545719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7" name="object 1577"/>
          <p:cNvSpPr/>
          <p:nvPr/>
        </p:nvSpPr>
        <p:spPr>
          <a:xfrm>
            <a:off x="548767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8" name="object 1578"/>
          <p:cNvSpPr/>
          <p:nvPr/>
        </p:nvSpPr>
        <p:spPr>
          <a:xfrm>
            <a:off x="551815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9" name="object 1579"/>
          <p:cNvSpPr/>
          <p:nvPr/>
        </p:nvSpPr>
        <p:spPr>
          <a:xfrm>
            <a:off x="554862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0" name="object 1580"/>
          <p:cNvSpPr/>
          <p:nvPr/>
        </p:nvSpPr>
        <p:spPr>
          <a:xfrm>
            <a:off x="557910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1" name="object 1581"/>
          <p:cNvSpPr/>
          <p:nvPr/>
        </p:nvSpPr>
        <p:spPr>
          <a:xfrm>
            <a:off x="560959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2" name="object 1582"/>
          <p:cNvSpPr/>
          <p:nvPr/>
        </p:nvSpPr>
        <p:spPr>
          <a:xfrm>
            <a:off x="564007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3" name="object 1583"/>
          <p:cNvSpPr/>
          <p:nvPr/>
        </p:nvSpPr>
        <p:spPr>
          <a:xfrm>
            <a:off x="567055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4" name="object 1584"/>
          <p:cNvSpPr/>
          <p:nvPr/>
        </p:nvSpPr>
        <p:spPr>
          <a:xfrm>
            <a:off x="570102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5" name="object 1585"/>
          <p:cNvSpPr/>
          <p:nvPr/>
        </p:nvSpPr>
        <p:spPr>
          <a:xfrm>
            <a:off x="5731509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6" name="object 1586"/>
          <p:cNvSpPr/>
          <p:nvPr/>
        </p:nvSpPr>
        <p:spPr>
          <a:xfrm>
            <a:off x="5761990" y="4336415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7" name="object 1587"/>
          <p:cNvSpPr/>
          <p:nvPr/>
        </p:nvSpPr>
        <p:spPr>
          <a:xfrm>
            <a:off x="82423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8" name="object 1588"/>
          <p:cNvSpPr/>
          <p:nvPr/>
        </p:nvSpPr>
        <p:spPr>
          <a:xfrm>
            <a:off x="85471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9" name="object 1589"/>
          <p:cNvSpPr/>
          <p:nvPr/>
        </p:nvSpPr>
        <p:spPr>
          <a:xfrm>
            <a:off x="88518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0" name="object 1590"/>
          <p:cNvSpPr/>
          <p:nvPr/>
        </p:nvSpPr>
        <p:spPr>
          <a:xfrm>
            <a:off x="91566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1" name="object 1591"/>
          <p:cNvSpPr/>
          <p:nvPr/>
        </p:nvSpPr>
        <p:spPr>
          <a:xfrm>
            <a:off x="94615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2" name="object 1592"/>
          <p:cNvSpPr/>
          <p:nvPr/>
        </p:nvSpPr>
        <p:spPr>
          <a:xfrm>
            <a:off x="97663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3" name="object 1593"/>
          <p:cNvSpPr/>
          <p:nvPr/>
        </p:nvSpPr>
        <p:spPr>
          <a:xfrm>
            <a:off x="100711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4" name="object 1594"/>
          <p:cNvSpPr/>
          <p:nvPr/>
        </p:nvSpPr>
        <p:spPr>
          <a:xfrm>
            <a:off x="103758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5" name="object 1595"/>
          <p:cNvSpPr/>
          <p:nvPr/>
        </p:nvSpPr>
        <p:spPr>
          <a:xfrm>
            <a:off x="106806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6" name="object 1596"/>
          <p:cNvSpPr/>
          <p:nvPr/>
        </p:nvSpPr>
        <p:spPr>
          <a:xfrm>
            <a:off x="109855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7" name="object 1597"/>
          <p:cNvSpPr/>
          <p:nvPr/>
        </p:nvSpPr>
        <p:spPr>
          <a:xfrm>
            <a:off x="112903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8" name="object 1598"/>
          <p:cNvSpPr/>
          <p:nvPr/>
        </p:nvSpPr>
        <p:spPr>
          <a:xfrm>
            <a:off x="115951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9" name="object 1599"/>
          <p:cNvSpPr/>
          <p:nvPr/>
        </p:nvSpPr>
        <p:spPr>
          <a:xfrm>
            <a:off x="118998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0" name="object 1600"/>
          <p:cNvSpPr/>
          <p:nvPr/>
        </p:nvSpPr>
        <p:spPr>
          <a:xfrm>
            <a:off x="122046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1" name="object 1601"/>
          <p:cNvSpPr/>
          <p:nvPr/>
        </p:nvSpPr>
        <p:spPr>
          <a:xfrm>
            <a:off x="125095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2" name="object 1602"/>
          <p:cNvSpPr/>
          <p:nvPr/>
        </p:nvSpPr>
        <p:spPr>
          <a:xfrm>
            <a:off x="128143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3" name="object 1603"/>
          <p:cNvSpPr/>
          <p:nvPr/>
        </p:nvSpPr>
        <p:spPr>
          <a:xfrm>
            <a:off x="131191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4" name="object 1604"/>
          <p:cNvSpPr/>
          <p:nvPr/>
        </p:nvSpPr>
        <p:spPr>
          <a:xfrm>
            <a:off x="134238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5" name="object 1605"/>
          <p:cNvSpPr/>
          <p:nvPr/>
        </p:nvSpPr>
        <p:spPr>
          <a:xfrm>
            <a:off x="137286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6" name="object 1606"/>
          <p:cNvSpPr/>
          <p:nvPr/>
        </p:nvSpPr>
        <p:spPr>
          <a:xfrm>
            <a:off x="140335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7" name="object 1607"/>
          <p:cNvSpPr/>
          <p:nvPr/>
        </p:nvSpPr>
        <p:spPr>
          <a:xfrm>
            <a:off x="143383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8" name="object 1608"/>
          <p:cNvSpPr/>
          <p:nvPr/>
        </p:nvSpPr>
        <p:spPr>
          <a:xfrm>
            <a:off x="146431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9" name="object 1609"/>
          <p:cNvSpPr/>
          <p:nvPr/>
        </p:nvSpPr>
        <p:spPr>
          <a:xfrm>
            <a:off x="149478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0" name="object 1610"/>
          <p:cNvSpPr/>
          <p:nvPr/>
        </p:nvSpPr>
        <p:spPr>
          <a:xfrm>
            <a:off x="152526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1" name="object 1611"/>
          <p:cNvSpPr/>
          <p:nvPr/>
        </p:nvSpPr>
        <p:spPr>
          <a:xfrm>
            <a:off x="155575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2" name="object 1612"/>
          <p:cNvSpPr/>
          <p:nvPr/>
        </p:nvSpPr>
        <p:spPr>
          <a:xfrm>
            <a:off x="158623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3" name="object 1613"/>
          <p:cNvSpPr/>
          <p:nvPr/>
        </p:nvSpPr>
        <p:spPr>
          <a:xfrm>
            <a:off x="161671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4" name="object 1614"/>
          <p:cNvSpPr/>
          <p:nvPr/>
        </p:nvSpPr>
        <p:spPr>
          <a:xfrm>
            <a:off x="164718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5" name="object 1615"/>
          <p:cNvSpPr/>
          <p:nvPr/>
        </p:nvSpPr>
        <p:spPr>
          <a:xfrm>
            <a:off x="167767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6" name="object 1616"/>
          <p:cNvSpPr/>
          <p:nvPr/>
        </p:nvSpPr>
        <p:spPr>
          <a:xfrm>
            <a:off x="170815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7" name="object 1617"/>
          <p:cNvSpPr/>
          <p:nvPr/>
        </p:nvSpPr>
        <p:spPr>
          <a:xfrm>
            <a:off x="173862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8" name="object 1618"/>
          <p:cNvSpPr/>
          <p:nvPr/>
        </p:nvSpPr>
        <p:spPr>
          <a:xfrm>
            <a:off x="176911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9" name="object 1619"/>
          <p:cNvSpPr/>
          <p:nvPr/>
        </p:nvSpPr>
        <p:spPr>
          <a:xfrm>
            <a:off x="179958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0" name="object 1620"/>
          <p:cNvSpPr/>
          <p:nvPr/>
        </p:nvSpPr>
        <p:spPr>
          <a:xfrm>
            <a:off x="183007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1" name="object 1621"/>
          <p:cNvSpPr/>
          <p:nvPr/>
        </p:nvSpPr>
        <p:spPr>
          <a:xfrm>
            <a:off x="186055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2" name="object 1622"/>
          <p:cNvSpPr/>
          <p:nvPr/>
        </p:nvSpPr>
        <p:spPr>
          <a:xfrm>
            <a:off x="189102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3" name="object 1623"/>
          <p:cNvSpPr/>
          <p:nvPr/>
        </p:nvSpPr>
        <p:spPr>
          <a:xfrm>
            <a:off x="192151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4" name="object 1624"/>
          <p:cNvSpPr/>
          <p:nvPr/>
        </p:nvSpPr>
        <p:spPr>
          <a:xfrm>
            <a:off x="195198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5" name="object 1625"/>
          <p:cNvSpPr/>
          <p:nvPr/>
        </p:nvSpPr>
        <p:spPr>
          <a:xfrm>
            <a:off x="198247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6" name="object 1626"/>
          <p:cNvSpPr/>
          <p:nvPr/>
        </p:nvSpPr>
        <p:spPr>
          <a:xfrm>
            <a:off x="201295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7" name="object 1627"/>
          <p:cNvSpPr/>
          <p:nvPr/>
        </p:nvSpPr>
        <p:spPr>
          <a:xfrm>
            <a:off x="204342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8" name="object 1628"/>
          <p:cNvSpPr/>
          <p:nvPr/>
        </p:nvSpPr>
        <p:spPr>
          <a:xfrm>
            <a:off x="207391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9" name="object 1629"/>
          <p:cNvSpPr/>
          <p:nvPr/>
        </p:nvSpPr>
        <p:spPr>
          <a:xfrm>
            <a:off x="210438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0" name="object 1630"/>
          <p:cNvSpPr/>
          <p:nvPr/>
        </p:nvSpPr>
        <p:spPr>
          <a:xfrm>
            <a:off x="213487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1" name="object 1631"/>
          <p:cNvSpPr/>
          <p:nvPr/>
        </p:nvSpPr>
        <p:spPr>
          <a:xfrm>
            <a:off x="216535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2" name="object 1632"/>
          <p:cNvSpPr/>
          <p:nvPr/>
        </p:nvSpPr>
        <p:spPr>
          <a:xfrm>
            <a:off x="219582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3" name="object 1633"/>
          <p:cNvSpPr/>
          <p:nvPr/>
        </p:nvSpPr>
        <p:spPr>
          <a:xfrm>
            <a:off x="222631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4" name="object 1634"/>
          <p:cNvSpPr/>
          <p:nvPr/>
        </p:nvSpPr>
        <p:spPr>
          <a:xfrm>
            <a:off x="225678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5" name="object 1635"/>
          <p:cNvSpPr/>
          <p:nvPr/>
        </p:nvSpPr>
        <p:spPr>
          <a:xfrm>
            <a:off x="228727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6" name="object 1636"/>
          <p:cNvSpPr/>
          <p:nvPr/>
        </p:nvSpPr>
        <p:spPr>
          <a:xfrm>
            <a:off x="231775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7" name="object 1637"/>
          <p:cNvSpPr/>
          <p:nvPr/>
        </p:nvSpPr>
        <p:spPr>
          <a:xfrm>
            <a:off x="234822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8" name="object 1638"/>
          <p:cNvSpPr/>
          <p:nvPr/>
        </p:nvSpPr>
        <p:spPr>
          <a:xfrm>
            <a:off x="237871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9" name="object 1639"/>
          <p:cNvSpPr/>
          <p:nvPr/>
        </p:nvSpPr>
        <p:spPr>
          <a:xfrm>
            <a:off x="240918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0" name="object 1640"/>
          <p:cNvSpPr/>
          <p:nvPr/>
        </p:nvSpPr>
        <p:spPr>
          <a:xfrm>
            <a:off x="243967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1" name="object 1641"/>
          <p:cNvSpPr/>
          <p:nvPr/>
        </p:nvSpPr>
        <p:spPr>
          <a:xfrm>
            <a:off x="247015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2" name="object 1642"/>
          <p:cNvSpPr/>
          <p:nvPr/>
        </p:nvSpPr>
        <p:spPr>
          <a:xfrm>
            <a:off x="250062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3" name="object 1643"/>
          <p:cNvSpPr/>
          <p:nvPr/>
        </p:nvSpPr>
        <p:spPr>
          <a:xfrm>
            <a:off x="253111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4" name="object 1644"/>
          <p:cNvSpPr/>
          <p:nvPr/>
        </p:nvSpPr>
        <p:spPr>
          <a:xfrm>
            <a:off x="256158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5" name="object 1645"/>
          <p:cNvSpPr/>
          <p:nvPr/>
        </p:nvSpPr>
        <p:spPr>
          <a:xfrm>
            <a:off x="259207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6" name="object 1646"/>
          <p:cNvSpPr/>
          <p:nvPr/>
        </p:nvSpPr>
        <p:spPr>
          <a:xfrm>
            <a:off x="262255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7" name="object 1647"/>
          <p:cNvSpPr/>
          <p:nvPr/>
        </p:nvSpPr>
        <p:spPr>
          <a:xfrm>
            <a:off x="265302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8" name="object 1648"/>
          <p:cNvSpPr/>
          <p:nvPr/>
        </p:nvSpPr>
        <p:spPr>
          <a:xfrm>
            <a:off x="268351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9" name="object 1649"/>
          <p:cNvSpPr/>
          <p:nvPr/>
        </p:nvSpPr>
        <p:spPr>
          <a:xfrm>
            <a:off x="271398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0" name="object 1650"/>
          <p:cNvSpPr/>
          <p:nvPr/>
        </p:nvSpPr>
        <p:spPr>
          <a:xfrm>
            <a:off x="274447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1" name="object 1651"/>
          <p:cNvSpPr/>
          <p:nvPr/>
        </p:nvSpPr>
        <p:spPr>
          <a:xfrm>
            <a:off x="277495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2" name="object 1652"/>
          <p:cNvSpPr/>
          <p:nvPr/>
        </p:nvSpPr>
        <p:spPr>
          <a:xfrm>
            <a:off x="280542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3" name="object 1653"/>
          <p:cNvSpPr/>
          <p:nvPr/>
        </p:nvSpPr>
        <p:spPr>
          <a:xfrm>
            <a:off x="283591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4" name="object 1654"/>
          <p:cNvSpPr/>
          <p:nvPr/>
        </p:nvSpPr>
        <p:spPr>
          <a:xfrm>
            <a:off x="286638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5" name="object 1655"/>
          <p:cNvSpPr/>
          <p:nvPr/>
        </p:nvSpPr>
        <p:spPr>
          <a:xfrm>
            <a:off x="289687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6" name="object 1656"/>
          <p:cNvSpPr/>
          <p:nvPr/>
        </p:nvSpPr>
        <p:spPr>
          <a:xfrm>
            <a:off x="292735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7" name="object 1657"/>
          <p:cNvSpPr/>
          <p:nvPr/>
        </p:nvSpPr>
        <p:spPr>
          <a:xfrm>
            <a:off x="295782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8" name="object 1658"/>
          <p:cNvSpPr/>
          <p:nvPr/>
        </p:nvSpPr>
        <p:spPr>
          <a:xfrm>
            <a:off x="298831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9" name="object 1659"/>
          <p:cNvSpPr/>
          <p:nvPr/>
        </p:nvSpPr>
        <p:spPr>
          <a:xfrm>
            <a:off x="301878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0" name="object 1660"/>
          <p:cNvSpPr/>
          <p:nvPr/>
        </p:nvSpPr>
        <p:spPr>
          <a:xfrm>
            <a:off x="304927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1" name="object 1661"/>
          <p:cNvSpPr/>
          <p:nvPr/>
        </p:nvSpPr>
        <p:spPr>
          <a:xfrm>
            <a:off x="307975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2" name="object 1662"/>
          <p:cNvSpPr/>
          <p:nvPr/>
        </p:nvSpPr>
        <p:spPr>
          <a:xfrm>
            <a:off x="311022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3" name="object 1663"/>
          <p:cNvSpPr/>
          <p:nvPr/>
        </p:nvSpPr>
        <p:spPr>
          <a:xfrm>
            <a:off x="314071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4" name="object 1664"/>
          <p:cNvSpPr/>
          <p:nvPr/>
        </p:nvSpPr>
        <p:spPr>
          <a:xfrm>
            <a:off x="317118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5" name="object 1665"/>
          <p:cNvSpPr/>
          <p:nvPr/>
        </p:nvSpPr>
        <p:spPr>
          <a:xfrm>
            <a:off x="320167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6" name="object 1666"/>
          <p:cNvSpPr/>
          <p:nvPr/>
        </p:nvSpPr>
        <p:spPr>
          <a:xfrm>
            <a:off x="323215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7" name="object 1667"/>
          <p:cNvSpPr/>
          <p:nvPr/>
        </p:nvSpPr>
        <p:spPr>
          <a:xfrm>
            <a:off x="326262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8" name="object 1668"/>
          <p:cNvSpPr/>
          <p:nvPr/>
        </p:nvSpPr>
        <p:spPr>
          <a:xfrm>
            <a:off x="329310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9" name="object 1669"/>
          <p:cNvSpPr/>
          <p:nvPr/>
        </p:nvSpPr>
        <p:spPr>
          <a:xfrm>
            <a:off x="332359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0" name="object 1670"/>
          <p:cNvSpPr/>
          <p:nvPr/>
        </p:nvSpPr>
        <p:spPr>
          <a:xfrm>
            <a:off x="335407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1" name="object 1671"/>
          <p:cNvSpPr/>
          <p:nvPr/>
        </p:nvSpPr>
        <p:spPr>
          <a:xfrm>
            <a:off x="338455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2" name="object 1672"/>
          <p:cNvSpPr/>
          <p:nvPr/>
        </p:nvSpPr>
        <p:spPr>
          <a:xfrm>
            <a:off x="341502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3" name="object 1673"/>
          <p:cNvSpPr/>
          <p:nvPr/>
        </p:nvSpPr>
        <p:spPr>
          <a:xfrm>
            <a:off x="344550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4" name="object 1674"/>
          <p:cNvSpPr/>
          <p:nvPr/>
        </p:nvSpPr>
        <p:spPr>
          <a:xfrm>
            <a:off x="347599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5" name="object 1675"/>
          <p:cNvSpPr/>
          <p:nvPr/>
        </p:nvSpPr>
        <p:spPr>
          <a:xfrm>
            <a:off x="350647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6" name="object 1676"/>
          <p:cNvSpPr/>
          <p:nvPr/>
        </p:nvSpPr>
        <p:spPr>
          <a:xfrm>
            <a:off x="353695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7" name="object 1677"/>
          <p:cNvSpPr/>
          <p:nvPr/>
        </p:nvSpPr>
        <p:spPr>
          <a:xfrm>
            <a:off x="356742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8" name="object 1678"/>
          <p:cNvSpPr/>
          <p:nvPr/>
        </p:nvSpPr>
        <p:spPr>
          <a:xfrm>
            <a:off x="359790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9" name="object 1679"/>
          <p:cNvSpPr/>
          <p:nvPr/>
        </p:nvSpPr>
        <p:spPr>
          <a:xfrm>
            <a:off x="362839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0" name="object 1680"/>
          <p:cNvSpPr/>
          <p:nvPr/>
        </p:nvSpPr>
        <p:spPr>
          <a:xfrm>
            <a:off x="365887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1" name="object 1681"/>
          <p:cNvSpPr/>
          <p:nvPr/>
        </p:nvSpPr>
        <p:spPr>
          <a:xfrm>
            <a:off x="368935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2" name="object 1682"/>
          <p:cNvSpPr/>
          <p:nvPr/>
        </p:nvSpPr>
        <p:spPr>
          <a:xfrm>
            <a:off x="371982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3" name="object 1683"/>
          <p:cNvSpPr/>
          <p:nvPr/>
        </p:nvSpPr>
        <p:spPr>
          <a:xfrm>
            <a:off x="375030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4" name="object 1684"/>
          <p:cNvSpPr/>
          <p:nvPr/>
        </p:nvSpPr>
        <p:spPr>
          <a:xfrm>
            <a:off x="378079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5" name="object 1685"/>
          <p:cNvSpPr/>
          <p:nvPr/>
        </p:nvSpPr>
        <p:spPr>
          <a:xfrm>
            <a:off x="381127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6" name="object 1686"/>
          <p:cNvSpPr/>
          <p:nvPr/>
        </p:nvSpPr>
        <p:spPr>
          <a:xfrm>
            <a:off x="384175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7" name="object 1687"/>
          <p:cNvSpPr/>
          <p:nvPr/>
        </p:nvSpPr>
        <p:spPr>
          <a:xfrm>
            <a:off x="387222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8" name="object 1688"/>
          <p:cNvSpPr/>
          <p:nvPr/>
        </p:nvSpPr>
        <p:spPr>
          <a:xfrm>
            <a:off x="390270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9" name="object 1689"/>
          <p:cNvSpPr/>
          <p:nvPr/>
        </p:nvSpPr>
        <p:spPr>
          <a:xfrm>
            <a:off x="393319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0" name="object 1690"/>
          <p:cNvSpPr/>
          <p:nvPr/>
        </p:nvSpPr>
        <p:spPr>
          <a:xfrm>
            <a:off x="396367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1" name="object 1691"/>
          <p:cNvSpPr/>
          <p:nvPr/>
        </p:nvSpPr>
        <p:spPr>
          <a:xfrm>
            <a:off x="399415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2" name="object 1692"/>
          <p:cNvSpPr/>
          <p:nvPr/>
        </p:nvSpPr>
        <p:spPr>
          <a:xfrm>
            <a:off x="402462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3" name="object 1693"/>
          <p:cNvSpPr/>
          <p:nvPr/>
        </p:nvSpPr>
        <p:spPr>
          <a:xfrm>
            <a:off x="405510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4" name="object 1694"/>
          <p:cNvSpPr/>
          <p:nvPr/>
        </p:nvSpPr>
        <p:spPr>
          <a:xfrm>
            <a:off x="408559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5" name="object 1695"/>
          <p:cNvSpPr/>
          <p:nvPr/>
        </p:nvSpPr>
        <p:spPr>
          <a:xfrm>
            <a:off x="411607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6" name="object 1696"/>
          <p:cNvSpPr/>
          <p:nvPr/>
        </p:nvSpPr>
        <p:spPr>
          <a:xfrm>
            <a:off x="414655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7" name="object 1697"/>
          <p:cNvSpPr/>
          <p:nvPr/>
        </p:nvSpPr>
        <p:spPr>
          <a:xfrm>
            <a:off x="417702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8" name="object 1698"/>
          <p:cNvSpPr/>
          <p:nvPr/>
        </p:nvSpPr>
        <p:spPr>
          <a:xfrm>
            <a:off x="420750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9" name="object 1699"/>
          <p:cNvSpPr/>
          <p:nvPr/>
        </p:nvSpPr>
        <p:spPr>
          <a:xfrm>
            <a:off x="423799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0" name="object 1700"/>
          <p:cNvSpPr/>
          <p:nvPr/>
        </p:nvSpPr>
        <p:spPr>
          <a:xfrm>
            <a:off x="426847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1" name="object 1701"/>
          <p:cNvSpPr/>
          <p:nvPr/>
        </p:nvSpPr>
        <p:spPr>
          <a:xfrm>
            <a:off x="429895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2" name="object 1702"/>
          <p:cNvSpPr/>
          <p:nvPr/>
        </p:nvSpPr>
        <p:spPr>
          <a:xfrm>
            <a:off x="432942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3" name="object 1703"/>
          <p:cNvSpPr/>
          <p:nvPr/>
        </p:nvSpPr>
        <p:spPr>
          <a:xfrm>
            <a:off x="435990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4" name="object 1704"/>
          <p:cNvSpPr/>
          <p:nvPr/>
        </p:nvSpPr>
        <p:spPr>
          <a:xfrm>
            <a:off x="439039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5" name="object 1705"/>
          <p:cNvSpPr/>
          <p:nvPr/>
        </p:nvSpPr>
        <p:spPr>
          <a:xfrm>
            <a:off x="442087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6" name="object 1706"/>
          <p:cNvSpPr/>
          <p:nvPr/>
        </p:nvSpPr>
        <p:spPr>
          <a:xfrm>
            <a:off x="445135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7" name="object 1707"/>
          <p:cNvSpPr/>
          <p:nvPr/>
        </p:nvSpPr>
        <p:spPr>
          <a:xfrm>
            <a:off x="448182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8" name="object 1708"/>
          <p:cNvSpPr/>
          <p:nvPr/>
        </p:nvSpPr>
        <p:spPr>
          <a:xfrm>
            <a:off x="451230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9" name="object 1709"/>
          <p:cNvSpPr/>
          <p:nvPr/>
        </p:nvSpPr>
        <p:spPr>
          <a:xfrm>
            <a:off x="454279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0" name="object 1710"/>
          <p:cNvSpPr/>
          <p:nvPr/>
        </p:nvSpPr>
        <p:spPr>
          <a:xfrm>
            <a:off x="457327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1" name="object 1711"/>
          <p:cNvSpPr/>
          <p:nvPr/>
        </p:nvSpPr>
        <p:spPr>
          <a:xfrm>
            <a:off x="460375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2" name="object 1712"/>
          <p:cNvSpPr/>
          <p:nvPr/>
        </p:nvSpPr>
        <p:spPr>
          <a:xfrm>
            <a:off x="463422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3" name="object 1713"/>
          <p:cNvSpPr/>
          <p:nvPr/>
        </p:nvSpPr>
        <p:spPr>
          <a:xfrm>
            <a:off x="466470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4" name="object 1714"/>
          <p:cNvSpPr/>
          <p:nvPr/>
        </p:nvSpPr>
        <p:spPr>
          <a:xfrm>
            <a:off x="469519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5" name="object 1715"/>
          <p:cNvSpPr/>
          <p:nvPr/>
        </p:nvSpPr>
        <p:spPr>
          <a:xfrm>
            <a:off x="472567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6" name="object 1716"/>
          <p:cNvSpPr/>
          <p:nvPr/>
        </p:nvSpPr>
        <p:spPr>
          <a:xfrm>
            <a:off x="475615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7" name="object 1717"/>
          <p:cNvSpPr/>
          <p:nvPr/>
        </p:nvSpPr>
        <p:spPr>
          <a:xfrm>
            <a:off x="478662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8" name="object 1718"/>
          <p:cNvSpPr/>
          <p:nvPr/>
        </p:nvSpPr>
        <p:spPr>
          <a:xfrm>
            <a:off x="481710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9" name="object 1719"/>
          <p:cNvSpPr/>
          <p:nvPr/>
        </p:nvSpPr>
        <p:spPr>
          <a:xfrm>
            <a:off x="484759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0" name="object 1720"/>
          <p:cNvSpPr/>
          <p:nvPr/>
        </p:nvSpPr>
        <p:spPr>
          <a:xfrm>
            <a:off x="487807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1" name="object 1721"/>
          <p:cNvSpPr/>
          <p:nvPr/>
        </p:nvSpPr>
        <p:spPr>
          <a:xfrm>
            <a:off x="490855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2" name="object 1722"/>
          <p:cNvSpPr/>
          <p:nvPr/>
        </p:nvSpPr>
        <p:spPr>
          <a:xfrm>
            <a:off x="493902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3" name="object 1723"/>
          <p:cNvSpPr/>
          <p:nvPr/>
        </p:nvSpPr>
        <p:spPr>
          <a:xfrm>
            <a:off x="496950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4" name="object 1724"/>
          <p:cNvSpPr/>
          <p:nvPr/>
        </p:nvSpPr>
        <p:spPr>
          <a:xfrm>
            <a:off x="499999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5" name="object 1725"/>
          <p:cNvSpPr/>
          <p:nvPr/>
        </p:nvSpPr>
        <p:spPr>
          <a:xfrm>
            <a:off x="503047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6" name="object 1726"/>
          <p:cNvSpPr/>
          <p:nvPr/>
        </p:nvSpPr>
        <p:spPr>
          <a:xfrm>
            <a:off x="506095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7" name="object 1727"/>
          <p:cNvSpPr/>
          <p:nvPr/>
        </p:nvSpPr>
        <p:spPr>
          <a:xfrm>
            <a:off x="509142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8" name="object 1728"/>
          <p:cNvSpPr/>
          <p:nvPr/>
        </p:nvSpPr>
        <p:spPr>
          <a:xfrm>
            <a:off x="512190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9" name="object 1729"/>
          <p:cNvSpPr/>
          <p:nvPr/>
        </p:nvSpPr>
        <p:spPr>
          <a:xfrm>
            <a:off x="515239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0" name="object 1730"/>
          <p:cNvSpPr/>
          <p:nvPr/>
        </p:nvSpPr>
        <p:spPr>
          <a:xfrm>
            <a:off x="518287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1" name="object 1731"/>
          <p:cNvSpPr/>
          <p:nvPr/>
        </p:nvSpPr>
        <p:spPr>
          <a:xfrm>
            <a:off x="521335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2" name="object 1732"/>
          <p:cNvSpPr/>
          <p:nvPr/>
        </p:nvSpPr>
        <p:spPr>
          <a:xfrm>
            <a:off x="524382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3" name="object 1733"/>
          <p:cNvSpPr/>
          <p:nvPr/>
        </p:nvSpPr>
        <p:spPr>
          <a:xfrm>
            <a:off x="527430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4" name="object 1734"/>
          <p:cNvSpPr/>
          <p:nvPr/>
        </p:nvSpPr>
        <p:spPr>
          <a:xfrm>
            <a:off x="530479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5" name="object 1735"/>
          <p:cNvSpPr/>
          <p:nvPr/>
        </p:nvSpPr>
        <p:spPr>
          <a:xfrm>
            <a:off x="533527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6" name="object 1736"/>
          <p:cNvSpPr/>
          <p:nvPr/>
        </p:nvSpPr>
        <p:spPr>
          <a:xfrm>
            <a:off x="536575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7" name="object 1737"/>
          <p:cNvSpPr/>
          <p:nvPr/>
        </p:nvSpPr>
        <p:spPr>
          <a:xfrm>
            <a:off x="539622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8" name="object 1738"/>
          <p:cNvSpPr/>
          <p:nvPr/>
        </p:nvSpPr>
        <p:spPr>
          <a:xfrm>
            <a:off x="542670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9" name="object 1739"/>
          <p:cNvSpPr/>
          <p:nvPr/>
        </p:nvSpPr>
        <p:spPr>
          <a:xfrm>
            <a:off x="545719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0" name="object 1740"/>
          <p:cNvSpPr/>
          <p:nvPr/>
        </p:nvSpPr>
        <p:spPr>
          <a:xfrm>
            <a:off x="548767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1" name="object 1741"/>
          <p:cNvSpPr/>
          <p:nvPr/>
        </p:nvSpPr>
        <p:spPr>
          <a:xfrm>
            <a:off x="551815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2" name="object 1742"/>
          <p:cNvSpPr/>
          <p:nvPr/>
        </p:nvSpPr>
        <p:spPr>
          <a:xfrm>
            <a:off x="554862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3" name="object 1743"/>
          <p:cNvSpPr/>
          <p:nvPr/>
        </p:nvSpPr>
        <p:spPr>
          <a:xfrm>
            <a:off x="557910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4" name="object 1744"/>
          <p:cNvSpPr/>
          <p:nvPr/>
        </p:nvSpPr>
        <p:spPr>
          <a:xfrm>
            <a:off x="560959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5" name="object 1745"/>
          <p:cNvSpPr/>
          <p:nvPr/>
        </p:nvSpPr>
        <p:spPr>
          <a:xfrm>
            <a:off x="564007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6" name="object 1746"/>
          <p:cNvSpPr/>
          <p:nvPr/>
        </p:nvSpPr>
        <p:spPr>
          <a:xfrm>
            <a:off x="567055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7" name="object 1747"/>
          <p:cNvSpPr/>
          <p:nvPr/>
        </p:nvSpPr>
        <p:spPr>
          <a:xfrm>
            <a:off x="570102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8" name="object 1748"/>
          <p:cNvSpPr/>
          <p:nvPr/>
        </p:nvSpPr>
        <p:spPr>
          <a:xfrm>
            <a:off x="5731509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9" name="object 1749"/>
          <p:cNvSpPr/>
          <p:nvPr/>
        </p:nvSpPr>
        <p:spPr>
          <a:xfrm>
            <a:off x="5761990" y="46418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0" name="object 1750"/>
          <p:cNvSpPr/>
          <p:nvPr/>
        </p:nvSpPr>
        <p:spPr>
          <a:xfrm>
            <a:off x="82423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1" name="object 1751"/>
          <p:cNvSpPr/>
          <p:nvPr/>
        </p:nvSpPr>
        <p:spPr>
          <a:xfrm>
            <a:off x="85471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2" name="object 1752"/>
          <p:cNvSpPr/>
          <p:nvPr/>
        </p:nvSpPr>
        <p:spPr>
          <a:xfrm>
            <a:off x="88518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3" name="object 1753"/>
          <p:cNvSpPr/>
          <p:nvPr/>
        </p:nvSpPr>
        <p:spPr>
          <a:xfrm>
            <a:off x="91566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4" name="object 1754"/>
          <p:cNvSpPr/>
          <p:nvPr/>
        </p:nvSpPr>
        <p:spPr>
          <a:xfrm>
            <a:off x="94615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5" name="object 1755"/>
          <p:cNvSpPr/>
          <p:nvPr/>
        </p:nvSpPr>
        <p:spPr>
          <a:xfrm>
            <a:off x="97663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6" name="object 1756"/>
          <p:cNvSpPr/>
          <p:nvPr/>
        </p:nvSpPr>
        <p:spPr>
          <a:xfrm>
            <a:off x="100711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7" name="object 1757"/>
          <p:cNvSpPr/>
          <p:nvPr/>
        </p:nvSpPr>
        <p:spPr>
          <a:xfrm>
            <a:off x="103758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8" name="object 1758"/>
          <p:cNvSpPr/>
          <p:nvPr/>
        </p:nvSpPr>
        <p:spPr>
          <a:xfrm>
            <a:off x="106806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9" name="object 1759"/>
          <p:cNvSpPr/>
          <p:nvPr/>
        </p:nvSpPr>
        <p:spPr>
          <a:xfrm>
            <a:off x="109855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0" name="object 1760"/>
          <p:cNvSpPr/>
          <p:nvPr/>
        </p:nvSpPr>
        <p:spPr>
          <a:xfrm>
            <a:off x="112903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1" name="object 1761"/>
          <p:cNvSpPr/>
          <p:nvPr/>
        </p:nvSpPr>
        <p:spPr>
          <a:xfrm>
            <a:off x="115951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2" name="object 1762"/>
          <p:cNvSpPr/>
          <p:nvPr/>
        </p:nvSpPr>
        <p:spPr>
          <a:xfrm>
            <a:off x="118998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3" name="object 1763"/>
          <p:cNvSpPr/>
          <p:nvPr/>
        </p:nvSpPr>
        <p:spPr>
          <a:xfrm>
            <a:off x="122046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4" name="object 1764"/>
          <p:cNvSpPr/>
          <p:nvPr/>
        </p:nvSpPr>
        <p:spPr>
          <a:xfrm>
            <a:off x="125095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5" name="object 1765"/>
          <p:cNvSpPr/>
          <p:nvPr/>
        </p:nvSpPr>
        <p:spPr>
          <a:xfrm>
            <a:off x="128143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6" name="object 1766"/>
          <p:cNvSpPr/>
          <p:nvPr/>
        </p:nvSpPr>
        <p:spPr>
          <a:xfrm>
            <a:off x="131191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7" name="object 1767"/>
          <p:cNvSpPr/>
          <p:nvPr/>
        </p:nvSpPr>
        <p:spPr>
          <a:xfrm>
            <a:off x="134238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8" name="object 1768"/>
          <p:cNvSpPr/>
          <p:nvPr/>
        </p:nvSpPr>
        <p:spPr>
          <a:xfrm>
            <a:off x="137286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9" name="object 1769"/>
          <p:cNvSpPr/>
          <p:nvPr/>
        </p:nvSpPr>
        <p:spPr>
          <a:xfrm>
            <a:off x="140335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0" name="object 1770"/>
          <p:cNvSpPr/>
          <p:nvPr/>
        </p:nvSpPr>
        <p:spPr>
          <a:xfrm>
            <a:off x="143383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1" name="object 1771"/>
          <p:cNvSpPr/>
          <p:nvPr/>
        </p:nvSpPr>
        <p:spPr>
          <a:xfrm>
            <a:off x="146431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2" name="object 1772"/>
          <p:cNvSpPr/>
          <p:nvPr/>
        </p:nvSpPr>
        <p:spPr>
          <a:xfrm>
            <a:off x="149478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3" name="object 1773"/>
          <p:cNvSpPr/>
          <p:nvPr/>
        </p:nvSpPr>
        <p:spPr>
          <a:xfrm>
            <a:off x="152526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4" name="object 1774"/>
          <p:cNvSpPr/>
          <p:nvPr/>
        </p:nvSpPr>
        <p:spPr>
          <a:xfrm>
            <a:off x="155575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5" name="object 1775"/>
          <p:cNvSpPr/>
          <p:nvPr/>
        </p:nvSpPr>
        <p:spPr>
          <a:xfrm>
            <a:off x="158623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6" name="object 1776"/>
          <p:cNvSpPr/>
          <p:nvPr/>
        </p:nvSpPr>
        <p:spPr>
          <a:xfrm>
            <a:off x="161671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7" name="object 1777"/>
          <p:cNvSpPr/>
          <p:nvPr/>
        </p:nvSpPr>
        <p:spPr>
          <a:xfrm>
            <a:off x="164718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8" name="object 1778"/>
          <p:cNvSpPr/>
          <p:nvPr/>
        </p:nvSpPr>
        <p:spPr>
          <a:xfrm>
            <a:off x="167767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9" name="object 1779"/>
          <p:cNvSpPr/>
          <p:nvPr/>
        </p:nvSpPr>
        <p:spPr>
          <a:xfrm>
            <a:off x="170815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0" name="object 1780"/>
          <p:cNvSpPr/>
          <p:nvPr/>
        </p:nvSpPr>
        <p:spPr>
          <a:xfrm>
            <a:off x="173862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1" name="object 1781"/>
          <p:cNvSpPr/>
          <p:nvPr/>
        </p:nvSpPr>
        <p:spPr>
          <a:xfrm>
            <a:off x="176911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2" name="object 1782"/>
          <p:cNvSpPr/>
          <p:nvPr/>
        </p:nvSpPr>
        <p:spPr>
          <a:xfrm>
            <a:off x="179958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3" name="object 1783"/>
          <p:cNvSpPr/>
          <p:nvPr/>
        </p:nvSpPr>
        <p:spPr>
          <a:xfrm>
            <a:off x="183007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4" name="object 1784"/>
          <p:cNvSpPr/>
          <p:nvPr/>
        </p:nvSpPr>
        <p:spPr>
          <a:xfrm>
            <a:off x="186055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5" name="object 1785"/>
          <p:cNvSpPr/>
          <p:nvPr/>
        </p:nvSpPr>
        <p:spPr>
          <a:xfrm>
            <a:off x="189102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6" name="object 1786"/>
          <p:cNvSpPr/>
          <p:nvPr/>
        </p:nvSpPr>
        <p:spPr>
          <a:xfrm>
            <a:off x="192151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7" name="object 1787"/>
          <p:cNvSpPr/>
          <p:nvPr/>
        </p:nvSpPr>
        <p:spPr>
          <a:xfrm>
            <a:off x="195198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8" name="object 1788"/>
          <p:cNvSpPr/>
          <p:nvPr/>
        </p:nvSpPr>
        <p:spPr>
          <a:xfrm>
            <a:off x="198247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9" name="object 1789"/>
          <p:cNvSpPr/>
          <p:nvPr/>
        </p:nvSpPr>
        <p:spPr>
          <a:xfrm>
            <a:off x="201295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0" name="object 1790"/>
          <p:cNvSpPr/>
          <p:nvPr/>
        </p:nvSpPr>
        <p:spPr>
          <a:xfrm>
            <a:off x="204342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1" name="object 1791"/>
          <p:cNvSpPr/>
          <p:nvPr/>
        </p:nvSpPr>
        <p:spPr>
          <a:xfrm>
            <a:off x="207391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2" name="object 1792"/>
          <p:cNvSpPr/>
          <p:nvPr/>
        </p:nvSpPr>
        <p:spPr>
          <a:xfrm>
            <a:off x="210438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3" name="object 1793"/>
          <p:cNvSpPr/>
          <p:nvPr/>
        </p:nvSpPr>
        <p:spPr>
          <a:xfrm>
            <a:off x="213487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4" name="object 1794"/>
          <p:cNvSpPr/>
          <p:nvPr/>
        </p:nvSpPr>
        <p:spPr>
          <a:xfrm>
            <a:off x="216535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5" name="object 1795"/>
          <p:cNvSpPr/>
          <p:nvPr/>
        </p:nvSpPr>
        <p:spPr>
          <a:xfrm>
            <a:off x="219582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6" name="object 1796"/>
          <p:cNvSpPr/>
          <p:nvPr/>
        </p:nvSpPr>
        <p:spPr>
          <a:xfrm>
            <a:off x="222631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7" name="object 1797"/>
          <p:cNvSpPr/>
          <p:nvPr/>
        </p:nvSpPr>
        <p:spPr>
          <a:xfrm>
            <a:off x="225678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8" name="object 1798"/>
          <p:cNvSpPr/>
          <p:nvPr/>
        </p:nvSpPr>
        <p:spPr>
          <a:xfrm>
            <a:off x="228727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9" name="object 1799"/>
          <p:cNvSpPr/>
          <p:nvPr/>
        </p:nvSpPr>
        <p:spPr>
          <a:xfrm>
            <a:off x="231775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0" name="object 1800"/>
          <p:cNvSpPr/>
          <p:nvPr/>
        </p:nvSpPr>
        <p:spPr>
          <a:xfrm>
            <a:off x="234822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1" name="object 1801"/>
          <p:cNvSpPr/>
          <p:nvPr/>
        </p:nvSpPr>
        <p:spPr>
          <a:xfrm>
            <a:off x="237871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2" name="object 1802"/>
          <p:cNvSpPr/>
          <p:nvPr/>
        </p:nvSpPr>
        <p:spPr>
          <a:xfrm>
            <a:off x="240918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3" name="object 1803"/>
          <p:cNvSpPr/>
          <p:nvPr/>
        </p:nvSpPr>
        <p:spPr>
          <a:xfrm>
            <a:off x="243967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4" name="object 1804"/>
          <p:cNvSpPr/>
          <p:nvPr/>
        </p:nvSpPr>
        <p:spPr>
          <a:xfrm>
            <a:off x="247015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5" name="object 1805"/>
          <p:cNvSpPr/>
          <p:nvPr/>
        </p:nvSpPr>
        <p:spPr>
          <a:xfrm>
            <a:off x="250062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6" name="object 1806"/>
          <p:cNvSpPr/>
          <p:nvPr/>
        </p:nvSpPr>
        <p:spPr>
          <a:xfrm>
            <a:off x="253111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7" name="object 1807"/>
          <p:cNvSpPr/>
          <p:nvPr/>
        </p:nvSpPr>
        <p:spPr>
          <a:xfrm>
            <a:off x="256158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8" name="object 1808"/>
          <p:cNvSpPr/>
          <p:nvPr/>
        </p:nvSpPr>
        <p:spPr>
          <a:xfrm>
            <a:off x="259207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9" name="object 1809"/>
          <p:cNvSpPr/>
          <p:nvPr/>
        </p:nvSpPr>
        <p:spPr>
          <a:xfrm>
            <a:off x="262255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0" name="object 1810"/>
          <p:cNvSpPr/>
          <p:nvPr/>
        </p:nvSpPr>
        <p:spPr>
          <a:xfrm>
            <a:off x="265302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1" name="object 1811"/>
          <p:cNvSpPr/>
          <p:nvPr/>
        </p:nvSpPr>
        <p:spPr>
          <a:xfrm>
            <a:off x="268351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2" name="object 1812"/>
          <p:cNvSpPr/>
          <p:nvPr/>
        </p:nvSpPr>
        <p:spPr>
          <a:xfrm>
            <a:off x="271398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3" name="object 1813"/>
          <p:cNvSpPr/>
          <p:nvPr/>
        </p:nvSpPr>
        <p:spPr>
          <a:xfrm>
            <a:off x="274447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4" name="object 1814"/>
          <p:cNvSpPr/>
          <p:nvPr/>
        </p:nvSpPr>
        <p:spPr>
          <a:xfrm>
            <a:off x="277495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5" name="object 1815"/>
          <p:cNvSpPr/>
          <p:nvPr/>
        </p:nvSpPr>
        <p:spPr>
          <a:xfrm>
            <a:off x="280542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6" name="object 1816"/>
          <p:cNvSpPr/>
          <p:nvPr/>
        </p:nvSpPr>
        <p:spPr>
          <a:xfrm>
            <a:off x="283591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7" name="object 1817"/>
          <p:cNvSpPr/>
          <p:nvPr/>
        </p:nvSpPr>
        <p:spPr>
          <a:xfrm>
            <a:off x="286638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8" name="object 1818"/>
          <p:cNvSpPr/>
          <p:nvPr/>
        </p:nvSpPr>
        <p:spPr>
          <a:xfrm>
            <a:off x="289687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9" name="object 1819"/>
          <p:cNvSpPr/>
          <p:nvPr/>
        </p:nvSpPr>
        <p:spPr>
          <a:xfrm>
            <a:off x="292735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0" name="object 1820"/>
          <p:cNvSpPr/>
          <p:nvPr/>
        </p:nvSpPr>
        <p:spPr>
          <a:xfrm>
            <a:off x="295782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1" name="object 1821"/>
          <p:cNvSpPr/>
          <p:nvPr/>
        </p:nvSpPr>
        <p:spPr>
          <a:xfrm>
            <a:off x="298831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2" name="object 1822"/>
          <p:cNvSpPr/>
          <p:nvPr/>
        </p:nvSpPr>
        <p:spPr>
          <a:xfrm>
            <a:off x="301878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3" name="object 1823"/>
          <p:cNvSpPr/>
          <p:nvPr/>
        </p:nvSpPr>
        <p:spPr>
          <a:xfrm>
            <a:off x="304927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4" name="object 1824"/>
          <p:cNvSpPr/>
          <p:nvPr/>
        </p:nvSpPr>
        <p:spPr>
          <a:xfrm>
            <a:off x="307975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5" name="object 1825"/>
          <p:cNvSpPr/>
          <p:nvPr/>
        </p:nvSpPr>
        <p:spPr>
          <a:xfrm>
            <a:off x="311022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6" name="object 1826"/>
          <p:cNvSpPr/>
          <p:nvPr/>
        </p:nvSpPr>
        <p:spPr>
          <a:xfrm>
            <a:off x="314071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7" name="object 1827"/>
          <p:cNvSpPr/>
          <p:nvPr/>
        </p:nvSpPr>
        <p:spPr>
          <a:xfrm>
            <a:off x="317118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8" name="object 1828"/>
          <p:cNvSpPr/>
          <p:nvPr/>
        </p:nvSpPr>
        <p:spPr>
          <a:xfrm>
            <a:off x="320167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9" name="object 1829"/>
          <p:cNvSpPr/>
          <p:nvPr/>
        </p:nvSpPr>
        <p:spPr>
          <a:xfrm>
            <a:off x="323215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0" name="object 1830"/>
          <p:cNvSpPr/>
          <p:nvPr/>
        </p:nvSpPr>
        <p:spPr>
          <a:xfrm>
            <a:off x="326262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1" name="object 1831"/>
          <p:cNvSpPr/>
          <p:nvPr/>
        </p:nvSpPr>
        <p:spPr>
          <a:xfrm>
            <a:off x="329310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2" name="object 1832"/>
          <p:cNvSpPr/>
          <p:nvPr/>
        </p:nvSpPr>
        <p:spPr>
          <a:xfrm>
            <a:off x="332359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3" name="object 1833"/>
          <p:cNvSpPr/>
          <p:nvPr/>
        </p:nvSpPr>
        <p:spPr>
          <a:xfrm>
            <a:off x="335407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4" name="object 1834"/>
          <p:cNvSpPr/>
          <p:nvPr/>
        </p:nvSpPr>
        <p:spPr>
          <a:xfrm>
            <a:off x="338455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5" name="object 1835"/>
          <p:cNvSpPr/>
          <p:nvPr/>
        </p:nvSpPr>
        <p:spPr>
          <a:xfrm>
            <a:off x="341502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6" name="object 1836"/>
          <p:cNvSpPr/>
          <p:nvPr/>
        </p:nvSpPr>
        <p:spPr>
          <a:xfrm>
            <a:off x="344550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7" name="object 1837"/>
          <p:cNvSpPr/>
          <p:nvPr/>
        </p:nvSpPr>
        <p:spPr>
          <a:xfrm>
            <a:off x="347599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8" name="object 1838"/>
          <p:cNvSpPr/>
          <p:nvPr/>
        </p:nvSpPr>
        <p:spPr>
          <a:xfrm>
            <a:off x="350647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9" name="object 1839"/>
          <p:cNvSpPr/>
          <p:nvPr/>
        </p:nvSpPr>
        <p:spPr>
          <a:xfrm>
            <a:off x="353695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0" name="object 1840"/>
          <p:cNvSpPr/>
          <p:nvPr/>
        </p:nvSpPr>
        <p:spPr>
          <a:xfrm>
            <a:off x="356742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1" name="object 1841"/>
          <p:cNvSpPr/>
          <p:nvPr/>
        </p:nvSpPr>
        <p:spPr>
          <a:xfrm>
            <a:off x="359790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2" name="object 1842"/>
          <p:cNvSpPr/>
          <p:nvPr/>
        </p:nvSpPr>
        <p:spPr>
          <a:xfrm>
            <a:off x="362839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3" name="object 1843"/>
          <p:cNvSpPr/>
          <p:nvPr/>
        </p:nvSpPr>
        <p:spPr>
          <a:xfrm>
            <a:off x="365887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4" name="object 1844"/>
          <p:cNvSpPr/>
          <p:nvPr/>
        </p:nvSpPr>
        <p:spPr>
          <a:xfrm>
            <a:off x="368935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5" name="object 1845"/>
          <p:cNvSpPr/>
          <p:nvPr/>
        </p:nvSpPr>
        <p:spPr>
          <a:xfrm>
            <a:off x="371982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6" name="object 1846"/>
          <p:cNvSpPr/>
          <p:nvPr/>
        </p:nvSpPr>
        <p:spPr>
          <a:xfrm>
            <a:off x="375030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7" name="object 1847"/>
          <p:cNvSpPr/>
          <p:nvPr/>
        </p:nvSpPr>
        <p:spPr>
          <a:xfrm>
            <a:off x="378079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8" name="object 1848"/>
          <p:cNvSpPr/>
          <p:nvPr/>
        </p:nvSpPr>
        <p:spPr>
          <a:xfrm>
            <a:off x="381127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9" name="object 1849"/>
          <p:cNvSpPr/>
          <p:nvPr/>
        </p:nvSpPr>
        <p:spPr>
          <a:xfrm>
            <a:off x="384175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0" name="object 1850"/>
          <p:cNvSpPr/>
          <p:nvPr/>
        </p:nvSpPr>
        <p:spPr>
          <a:xfrm>
            <a:off x="387222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1" name="object 1851"/>
          <p:cNvSpPr/>
          <p:nvPr/>
        </p:nvSpPr>
        <p:spPr>
          <a:xfrm>
            <a:off x="390270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2" name="object 1852"/>
          <p:cNvSpPr/>
          <p:nvPr/>
        </p:nvSpPr>
        <p:spPr>
          <a:xfrm>
            <a:off x="393319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3" name="object 1853"/>
          <p:cNvSpPr/>
          <p:nvPr/>
        </p:nvSpPr>
        <p:spPr>
          <a:xfrm>
            <a:off x="396367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4" name="object 1854"/>
          <p:cNvSpPr/>
          <p:nvPr/>
        </p:nvSpPr>
        <p:spPr>
          <a:xfrm>
            <a:off x="399415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5" name="object 1855"/>
          <p:cNvSpPr/>
          <p:nvPr/>
        </p:nvSpPr>
        <p:spPr>
          <a:xfrm>
            <a:off x="402462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6" name="object 1856"/>
          <p:cNvSpPr/>
          <p:nvPr/>
        </p:nvSpPr>
        <p:spPr>
          <a:xfrm>
            <a:off x="405510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7" name="object 1857"/>
          <p:cNvSpPr/>
          <p:nvPr/>
        </p:nvSpPr>
        <p:spPr>
          <a:xfrm>
            <a:off x="408559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8" name="object 1858"/>
          <p:cNvSpPr/>
          <p:nvPr/>
        </p:nvSpPr>
        <p:spPr>
          <a:xfrm>
            <a:off x="411607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9" name="object 1859"/>
          <p:cNvSpPr/>
          <p:nvPr/>
        </p:nvSpPr>
        <p:spPr>
          <a:xfrm>
            <a:off x="414655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0" name="object 1860"/>
          <p:cNvSpPr/>
          <p:nvPr/>
        </p:nvSpPr>
        <p:spPr>
          <a:xfrm>
            <a:off x="417702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1" name="object 1861"/>
          <p:cNvSpPr/>
          <p:nvPr/>
        </p:nvSpPr>
        <p:spPr>
          <a:xfrm>
            <a:off x="420750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2" name="object 1862"/>
          <p:cNvSpPr/>
          <p:nvPr/>
        </p:nvSpPr>
        <p:spPr>
          <a:xfrm>
            <a:off x="423799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3" name="object 1863"/>
          <p:cNvSpPr/>
          <p:nvPr/>
        </p:nvSpPr>
        <p:spPr>
          <a:xfrm>
            <a:off x="426847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4" name="object 1864"/>
          <p:cNvSpPr/>
          <p:nvPr/>
        </p:nvSpPr>
        <p:spPr>
          <a:xfrm>
            <a:off x="429895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5" name="object 1865"/>
          <p:cNvSpPr/>
          <p:nvPr/>
        </p:nvSpPr>
        <p:spPr>
          <a:xfrm>
            <a:off x="432942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6" name="object 1866"/>
          <p:cNvSpPr/>
          <p:nvPr/>
        </p:nvSpPr>
        <p:spPr>
          <a:xfrm>
            <a:off x="435990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7" name="object 1867"/>
          <p:cNvSpPr/>
          <p:nvPr/>
        </p:nvSpPr>
        <p:spPr>
          <a:xfrm>
            <a:off x="439039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8" name="object 1868"/>
          <p:cNvSpPr/>
          <p:nvPr/>
        </p:nvSpPr>
        <p:spPr>
          <a:xfrm>
            <a:off x="442087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9" name="object 1869"/>
          <p:cNvSpPr/>
          <p:nvPr/>
        </p:nvSpPr>
        <p:spPr>
          <a:xfrm>
            <a:off x="445135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0" name="object 1870"/>
          <p:cNvSpPr/>
          <p:nvPr/>
        </p:nvSpPr>
        <p:spPr>
          <a:xfrm>
            <a:off x="448182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1" name="object 1871"/>
          <p:cNvSpPr/>
          <p:nvPr/>
        </p:nvSpPr>
        <p:spPr>
          <a:xfrm>
            <a:off x="451230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2" name="object 1872"/>
          <p:cNvSpPr/>
          <p:nvPr/>
        </p:nvSpPr>
        <p:spPr>
          <a:xfrm>
            <a:off x="454279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3" name="object 1873"/>
          <p:cNvSpPr/>
          <p:nvPr/>
        </p:nvSpPr>
        <p:spPr>
          <a:xfrm>
            <a:off x="457327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4" name="object 1874"/>
          <p:cNvSpPr/>
          <p:nvPr/>
        </p:nvSpPr>
        <p:spPr>
          <a:xfrm>
            <a:off x="460375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5" name="object 1875"/>
          <p:cNvSpPr/>
          <p:nvPr/>
        </p:nvSpPr>
        <p:spPr>
          <a:xfrm>
            <a:off x="463422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6" name="object 1876"/>
          <p:cNvSpPr/>
          <p:nvPr/>
        </p:nvSpPr>
        <p:spPr>
          <a:xfrm>
            <a:off x="466470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7" name="object 1877"/>
          <p:cNvSpPr/>
          <p:nvPr/>
        </p:nvSpPr>
        <p:spPr>
          <a:xfrm>
            <a:off x="469519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8" name="object 1878"/>
          <p:cNvSpPr/>
          <p:nvPr/>
        </p:nvSpPr>
        <p:spPr>
          <a:xfrm>
            <a:off x="472567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9" name="object 1879"/>
          <p:cNvSpPr/>
          <p:nvPr/>
        </p:nvSpPr>
        <p:spPr>
          <a:xfrm>
            <a:off x="475615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0" name="object 1880"/>
          <p:cNvSpPr/>
          <p:nvPr/>
        </p:nvSpPr>
        <p:spPr>
          <a:xfrm>
            <a:off x="478662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1" name="object 1881"/>
          <p:cNvSpPr/>
          <p:nvPr/>
        </p:nvSpPr>
        <p:spPr>
          <a:xfrm>
            <a:off x="481710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2" name="object 1882"/>
          <p:cNvSpPr/>
          <p:nvPr/>
        </p:nvSpPr>
        <p:spPr>
          <a:xfrm>
            <a:off x="484759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3" name="object 1883"/>
          <p:cNvSpPr/>
          <p:nvPr/>
        </p:nvSpPr>
        <p:spPr>
          <a:xfrm>
            <a:off x="487807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4" name="object 1884"/>
          <p:cNvSpPr/>
          <p:nvPr/>
        </p:nvSpPr>
        <p:spPr>
          <a:xfrm>
            <a:off x="490855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5" name="object 1885"/>
          <p:cNvSpPr/>
          <p:nvPr/>
        </p:nvSpPr>
        <p:spPr>
          <a:xfrm>
            <a:off x="493902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6" name="object 1886"/>
          <p:cNvSpPr/>
          <p:nvPr/>
        </p:nvSpPr>
        <p:spPr>
          <a:xfrm>
            <a:off x="496950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7" name="object 1887"/>
          <p:cNvSpPr/>
          <p:nvPr/>
        </p:nvSpPr>
        <p:spPr>
          <a:xfrm>
            <a:off x="499999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8" name="object 1888"/>
          <p:cNvSpPr/>
          <p:nvPr/>
        </p:nvSpPr>
        <p:spPr>
          <a:xfrm>
            <a:off x="503047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9" name="object 1889"/>
          <p:cNvSpPr/>
          <p:nvPr/>
        </p:nvSpPr>
        <p:spPr>
          <a:xfrm>
            <a:off x="506095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0" name="object 1890"/>
          <p:cNvSpPr/>
          <p:nvPr/>
        </p:nvSpPr>
        <p:spPr>
          <a:xfrm>
            <a:off x="509142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1" name="object 1891"/>
          <p:cNvSpPr/>
          <p:nvPr/>
        </p:nvSpPr>
        <p:spPr>
          <a:xfrm>
            <a:off x="512190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2" name="object 1892"/>
          <p:cNvSpPr/>
          <p:nvPr/>
        </p:nvSpPr>
        <p:spPr>
          <a:xfrm>
            <a:off x="515239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3" name="object 1893"/>
          <p:cNvSpPr/>
          <p:nvPr/>
        </p:nvSpPr>
        <p:spPr>
          <a:xfrm>
            <a:off x="518287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4" name="object 1894"/>
          <p:cNvSpPr/>
          <p:nvPr/>
        </p:nvSpPr>
        <p:spPr>
          <a:xfrm>
            <a:off x="521335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5" name="object 1895"/>
          <p:cNvSpPr/>
          <p:nvPr/>
        </p:nvSpPr>
        <p:spPr>
          <a:xfrm>
            <a:off x="524382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6" name="object 1896"/>
          <p:cNvSpPr/>
          <p:nvPr/>
        </p:nvSpPr>
        <p:spPr>
          <a:xfrm>
            <a:off x="527430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7" name="object 1897"/>
          <p:cNvSpPr/>
          <p:nvPr/>
        </p:nvSpPr>
        <p:spPr>
          <a:xfrm>
            <a:off x="530479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8" name="object 1898"/>
          <p:cNvSpPr/>
          <p:nvPr/>
        </p:nvSpPr>
        <p:spPr>
          <a:xfrm>
            <a:off x="533527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9" name="object 1899"/>
          <p:cNvSpPr/>
          <p:nvPr/>
        </p:nvSpPr>
        <p:spPr>
          <a:xfrm>
            <a:off x="536575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0" name="object 1900"/>
          <p:cNvSpPr/>
          <p:nvPr/>
        </p:nvSpPr>
        <p:spPr>
          <a:xfrm>
            <a:off x="539622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1" name="object 1901"/>
          <p:cNvSpPr/>
          <p:nvPr/>
        </p:nvSpPr>
        <p:spPr>
          <a:xfrm>
            <a:off x="542670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2" name="object 1902"/>
          <p:cNvSpPr/>
          <p:nvPr/>
        </p:nvSpPr>
        <p:spPr>
          <a:xfrm>
            <a:off x="545719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3" name="object 1903"/>
          <p:cNvSpPr/>
          <p:nvPr/>
        </p:nvSpPr>
        <p:spPr>
          <a:xfrm>
            <a:off x="548767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4" name="object 1904"/>
          <p:cNvSpPr/>
          <p:nvPr/>
        </p:nvSpPr>
        <p:spPr>
          <a:xfrm>
            <a:off x="551815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5" name="object 1905"/>
          <p:cNvSpPr/>
          <p:nvPr/>
        </p:nvSpPr>
        <p:spPr>
          <a:xfrm>
            <a:off x="554862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6" name="object 1906"/>
          <p:cNvSpPr/>
          <p:nvPr/>
        </p:nvSpPr>
        <p:spPr>
          <a:xfrm>
            <a:off x="557910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7" name="object 1907"/>
          <p:cNvSpPr/>
          <p:nvPr/>
        </p:nvSpPr>
        <p:spPr>
          <a:xfrm>
            <a:off x="560959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8" name="object 1908"/>
          <p:cNvSpPr/>
          <p:nvPr/>
        </p:nvSpPr>
        <p:spPr>
          <a:xfrm>
            <a:off x="564007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9" name="object 1909"/>
          <p:cNvSpPr/>
          <p:nvPr/>
        </p:nvSpPr>
        <p:spPr>
          <a:xfrm>
            <a:off x="567055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0" name="object 1910"/>
          <p:cNvSpPr/>
          <p:nvPr/>
        </p:nvSpPr>
        <p:spPr>
          <a:xfrm>
            <a:off x="570102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1" name="object 1911"/>
          <p:cNvSpPr/>
          <p:nvPr/>
        </p:nvSpPr>
        <p:spPr>
          <a:xfrm>
            <a:off x="5731509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2" name="object 1912"/>
          <p:cNvSpPr/>
          <p:nvPr/>
        </p:nvSpPr>
        <p:spPr>
          <a:xfrm>
            <a:off x="5761990" y="525208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3" name="object 1913"/>
          <p:cNvSpPr/>
          <p:nvPr/>
        </p:nvSpPr>
        <p:spPr>
          <a:xfrm>
            <a:off x="82423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4" name="object 1914"/>
          <p:cNvSpPr/>
          <p:nvPr/>
        </p:nvSpPr>
        <p:spPr>
          <a:xfrm>
            <a:off x="85471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5" name="object 1915"/>
          <p:cNvSpPr/>
          <p:nvPr/>
        </p:nvSpPr>
        <p:spPr>
          <a:xfrm>
            <a:off x="88518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6" name="object 1916"/>
          <p:cNvSpPr/>
          <p:nvPr/>
        </p:nvSpPr>
        <p:spPr>
          <a:xfrm>
            <a:off x="91566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7" name="object 1917"/>
          <p:cNvSpPr/>
          <p:nvPr/>
        </p:nvSpPr>
        <p:spPr>
          <a:xfrm>
            <a:off x="94615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8" name="object 1918"/>
          <p:cNvSpPr/>
          <p:nvPr/>
        </p:nvSpPr>
        <p:spPr>
          <a:xfrm>
            <a:off x="97663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9" name="object 1919"/>
          <p:cNvSpPr/>
          <p:nvPr/>
        </p:nvSpPr>
        <p:spPr>
          <a:xfrm>
            <a:off x="100711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0" name="object 1920"/>
          <p:cNvSpPr/>
          <p:nvPr/>
        </p:nvSpPr>
        <p:spPr>
          <a:xfrm>
            <a:off x="103758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1" name="object 1921"/>
          <p:cNvSpPr/>
          <p:nvPr/>
        </p:nvSpPr>
        <p:spPr>
          <a:xfrm>
            <a:off x="106806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2" name="object 1922"/>
          <p:cNvSpPr/>
          <p:nvPr/>
        </p:nvSpPr>
        <p:spPr>
          <a:xfrm>
            <a:off x="109855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3" name="object 1923"/>
          <p:cNvSpPr/>
          <p:nvPr/>
        </p:nvSpPr>
        <p:spPr>
          <a:xfrm>
            <a:off x="112903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4" name="object 1924"/>
          <p:cNvSpPr/>
          <p:nvPr/>
        </p:nvSpPr>
        <p:spPr>
          <a:xfrm>
            <a:off x="115951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5" name="object 1925"/>
          <p:cNvSpPr/>
          <p:nvPr/>
        </p:nvSpPr>
        <p:spPr>
          <a:xfrm>
            <a:off x="118998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6" name="object 1926"/>
          <p:cNvSpPr/>
          <p:nvPr/>
        </p:nvSpPr>
        <p:spPr>
          <a:xfrm>
            <a:off x="122046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7" name="object 1927"/>
          <p:cNvSpPr/>
          <p:nvPr/>
        </p:nvSpPr>
        <p:spPr>
          <a:xfrm>
            <a:off x="125095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8" name="object 1928"/>
          <p:cNvSpPr/>
          <p:nvPr/>
        </p:nvSpPr>
        <p:spPr>
          <a:xfrm>
            <a:off x="128143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9" name="object 1929"/>
          <p:cNvSpPr/>
          <p:nvPr/>
        </p:nvSpPr>
        <p:spPr>
          <a:xfrm>
            <a:off x="131191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0" name="object 1930"/>
          <p:cNvSpPr/>
          <p:nvPr/>
        </p:nvSpPr>
        <p:spPr>
          <a:xfrm>
            <a:off x="134238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1" name="object 1931"/>
          <p:cNvSpPr/>
          <p:nvPr/>
        </p:nvSpPr>
        <p:spPr>
          <a:xfrm>
            <a:off x="137286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2" name="object 1932"/>
          <p:cNvSpPr/>
          <p:nvPr/>
        </p:nvSpPr>
        <p:spPr>
          <a:xfrm>
            <a:off x="140335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3" name="object 1933"/>
          <p:cNvSpPr/>
          <p:nvPr/>
        </p:nvSpPr>
        <p:spPr>
          <a:xfrm>
            <a:off x="143383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4" name="object 1934"/>
          <p:cNvSpPr/>
          <p:nvPr/>
        </p:nvSpPr>
        <p:spPr>
          <a:xfrm>
            <a:off x="146431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5" name="object 1935"/>
          <p:cNvSpPr/>
          <p:nvPr/>
        </p:nvSpPr>
        <p:spPr>
          <a:xfrm>
            <a:off x="149478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6" name="object 1936"/>
          <p:cNvSpPr/>
          <p:nvPr/>
        </p:nvSpPr>
        <p:spPr>
          <a:xfrm>
            <a:off x="152526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7" name="object 1937"/>
          <p:cNvSpPr/>
          <p:nvPr/>
        </p:nvSpPr>
        <p:spPr>
          <a:xfrm>
            <a:off x="155575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8" name="object 1938"/>
          <p:cNvSpPr/>
          <p:nvPr/>
        </p:nvSpPr>
        <p:spPr>
          <a:xfrm>
            <a:off x="158623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9" name="object 1939"/>
          <p:cNvSpPr/>
          <p:nvPr/>
        </p:nvSpPr>
        <p:spPr>
          <a:xfrm>
            <a:off x="161671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0" name="object 1940"/>
          <p:cNvSpPr/>
          <p:nvPr/>
        </p:nvSpPr>
        <p:spPr>
          <a:xfrm>
            <a:off x="164718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1" name="object 1941"/>
          <p:cNvSpPr/>
          <p:nvPr/>
        </p:nvSpPr>
        <p:spPr>
          <a:xfrm>
            <a:off x="167767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2" name="object 1942"/>
          <p:cNvSpPr/>
          <p:nvPr/>
        </p:nvSpPr>
        <p:spPr>
          <a:xfrm>
            <a:off x="170815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3" name="object 1943"/>
          <p:cNvSpPr/>
          <p:nvPr/>
        </p:nvSpPr>
        <p:spPr>
          <a:xfrm>
            <a:off x="173862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4" name="object 1944"/>
          <p:cNvSpPr/>
          <p:nvPr/>
        </p:nvSpPr>
        <p:spPr>
          <a:xfrm>
            <a:off x="176911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5" name="object 1945"/>
          <p:cNvSpPr/>
          <p:nvPr/>
        </p:nvSpPr>
        <p:spPr>
          <a:xfrm>
            <a:off x="179958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6" name="object 1946"/>
          <p:cNvSpPr/>
          <p:nvPr/>
        </p:nvSpPr>
        <p:spPr>
          <a:xfrm>
            <a:off x="183007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7" name="object 1947"/>
          <p:cNvSpPr/>
          <p:nvPr/>
        </p:nvSpPr>
        <p:spPr>
          <a:xfrm>
            <a:off x="186055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8" name="object 1948"/>
          <p:cNvSpPr/>
          <p:nvPr/>
        </p:nvSpPr>
        <p:spPr>
          <a:xfrm>
            <a:off x="189102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9" name="object 1949"/>
          <p:cNvSpPr/>
          <p:nvPr/>
        </p:nvSpPr>
        <p:spPr>
          <a:xfrm>
            <a:off x="192151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0" name="object 1950"/>
          <p:cNvSpPr/>
          <p:nvPr/>
        </p:nvSpPr>
        <p:spPr>
          <a:xfrm>
            <a:off x="195198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1" name="object 1951"/>
          <p:cNvSpPr/>
          <p:nvPr/>
        </p:nvSpPr>
        <p:spPr>
          <a:xfrm>
            <a:off x="198247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2" name="object 1952"/>
          <p:cNvSpPr/>
          <p:nvPr/>
        </p:nvSpPr>
        <p:spPr>
          <a:xfrm>
            <a:off x="201295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3" name="object 1953"/>
          <p:cNvSpPr/>
          <p:nvPr/>
        </p:nvSpPr>
        <p:spPr>
          <a:xfrm>
            <a:off x="204342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4" name="object 1954"/>
          <p:cNvSpPr/>
          <p:nvPr/>
        </p:nvSpPr>
        <p:spPr>
          <a:xfrm>
            <a:off x="207391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5" name="object 1955"/>
          <p:cNvSpPr/>
          <p:nvPr/>
        </p:nvSpPr>
        <p:spPr>
          <a:xfrm>
            <a:off x="210438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6" name="object 1956"/>
          <p:cNvSpPr/>
          <p:nvPr/>
        </p:nvSpPr>
        <p:spPr>
          <a:xfrm>
            <a:off x="213487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7" name="object 1957"/>
          <p:cNvSpPr/>
          <p:nvPr/>
        </p:nvSpPr>
        <p:spPr>
          <a:xfrm>
            <a:off x="216535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8" name="object 1958"/>
          <p:cNvSpPr/>
          <p:nvPr/>
        </p:nvSpPr>
        <p:spPr>
          <a:xfrm>
            <a:off x="219582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9" name="object 1959"/>
          <p:cNvSpPr/>
          <p:nvPr/>
        </p:nvSpPr>
        <p:spPr>
          <a:xfrm>
            <a:off x="222631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0" name="object 1960"/>
          <p:cNvSpPr/>
          <p:nvPr/>
        </p:nvSpPr>
        <p:spPr>
          <a:xfrm>
            <a:off x="225678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1" name="object 1961"/>
          <p:cNvSpPr/>
          <p:nvPr/>
        </p:nvSpPr>
        <p:spPr>
          <a:xfrm>
            <a:off x="228727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2" name="object 1962"/>
          <p:cNvSpPr/>
          <p:nvPr/>
        </p:nvSpPr>
        <p:spPr>
          <a:xfrm>
            <a:off x="231775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3" name="object 1963"/>
          <p:cNvSpPr/>
          <p:nvPr/>
        </p:nvSpPr>
        <p:spPr>
          <a:xfrm>
            <a:off x="234822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4" name="object 1964"/>
          <p:cNvSpPr/>
          <p:nvPr/>
        </p:nvSpPr>
        <p:spPr>
          <a:xfrm>
            <a:off x="237871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5" name="object 1965"/>
          <p:cNvSpPr/>
          <p:nvPr/>
        </p:nvSpPr>
        <p:spPr>
          <a:xfrm>
            <a:off x="240918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6" name="object 1966"/>
          <p:cNvSpPr/>
          <p:nvPr/>
        </p:nvSpPr>
        <p:spPr>
          <a:xfrm>
            <a:off x="243967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7" name="object 1967"/>
          <p:cNvSpPr/>
          <p:nvPr/>
        </p:nvSpPr>
        <p:spPr>
          <a:xfrm>
            <a:off x="247015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8" name="object 1968"/>
          <p:cNvSpPr/>
          <p:nvPr/>
        </p:nvSpPr>
        <p:spPr>
          <a:xfrm>
            <a:off x="250062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9" name="object 1969"/>
          <p:cNvSpPr/>
          <p:nvPr/>
        </p:nvSpPr>
        <p:spPr>
          <a:xfrm>
            <a:off x="253111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0" name="object 1970"/>
          <p:cNvSpPr/>
          <p:nvPr/>
        </p:nvSpPr>
        <p:spPr>
          <a:xfrm>
            <a:off x="256158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1" name="object 1971"/>
          <p:cNvSpPr/>
          <p:nvPr/>
        </p:nvSpPr>
        <p:spPr>
          <a:xfrm>
            <a:off x="259207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2" name="object 1972"/>
          <p:cNvSpPr/>
          <p:nvPr/>
        </p:nvSpPr>
        <p:spPr>
          <a:xfrm>
            <a:off x="262255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3" name="object 1973"/>
          <p:cNvSpPr/>
          <p:nvPr/>
        </p:nvSpPr>
        <p:spPr>
          <a:xfrm>
            <a:off x="265302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4" name="object 1974"/>
          <p:cNvSpPr/>
          <p:nvPr/>
        </p:nvSpPr>
        <p:spPr>
          <a:xfrm>
            <a:off x="268351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5" name="object 1975"/>
          <p:cNvSpPr/>
          <p:nvPr/>
        </p:nvSpPr>
        <p:spPr>
          <a:xfrm>
            <a:off x="271398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6" name="object 1976"/>
          <p:cNvSpPr/>
          <p:nvPr/>
        </p:nvSpPr>
        <p:spPr>
          <a:xfrm>
            <a:off x="274447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7" name="object 1977"/>
          <p:cNvSpPr/>
          <p:nvPr/>
        </p:nvSpPr>
        <p:spPr>
          <a:xfrm>
            <a:off x="277495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8" name="object 1978"/>
          <p:cNvSpPr/>
          <p:nvPr/>
        </p:nvSpPr>
        <p:spPr>
          <a:xfrm>
            <a:off x="280542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9" name="object 1979"/>
          <p:cNvSpPr/>
          <p:nvPr/>
        </p:nvSpPr>
        <p:spPr>
          <a:xfrm>
            <a:off x="283591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0" name="object 1980"/>
          <p:cNvSpPr/>
          <p:nvPr/>
        </p:nvSpPr>
        <p:spPr>
          <a:xfrm>
            <a:off x="286638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1" name="object 1981"/>
          <p:cNvSpPr/>
          <p:nvPr/>
        </p:nvSpPr>
        <p:spPr>
          <a:xfrm>
            <a:off x="289687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2" name="object 1982"/>
          <p:cNvSpPr/>
          <p:nvPr/>
        </p:nvSpPr>
        <p:spPr>
          <a:xfrm>
            <a:off x="292735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3" name="object 1983"/>
          <p:cNvSpPr/>
          <p:nvPr/>
        </p:nvSpPr>
        <p:spPr>
          <a:xfrm>
            <a:off x="295782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4" name="object 1984"/>
          <p:cNvSpPr/>
          <p:nvPr/>
        </p:nvSpPr>
        <p:spPr>
          <a:xfrm>
            <a:off x="298831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5" name="object 1985"/>
          <p:cNvSpPr/>
          <p:nvPr/>
        </p:nvSpPr>
        <p:spPr>
          <a:xfrm>
            <a:off x="301878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6" name="object 1986"/>
          <p:cNvSpPr/>
          <p:nvPr/>
        </p:nvSpPr>
        <p:spPr>
          <a:xfrm>
            <a:off x="304927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7" name="object 1987"/>
          <p:cNvSpPr/>
          <p:nvPr/>
        </p:nvSpPr>
        <p:spPr>
          <a:xfrm>
            <a:off x="307975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8" name="object 1988"/>
          <p:cNvSpPr/>
          <p:nvPr/>
        </p:nvSpPr>
        <p:spPr>
          <a:xfrm>
            <a:off x="311022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9" name="object 1989"/>
          <p:cNvSpPr/>
          <p:nvPr/>
        </p:nvSpPr>
        <p:spPr>
          <a:xfrm>
            <a:off x="314071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0" name="object 1990"/>
          <p:cNvSpPr/>
          <p:nvPr/>
        </p:nvSpPr>
        <p:spPr>
          <a:xfrm>
            <a:off x="317118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1" name="object 1991"/>
          <p:cNvSpPr/>
          <p:nvPr/>
        </p:nvSpPr>
        <p:spPr>
          <a:xfrm>
            <a:off x="320167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2" name="object 1992"/>
          <p:cNvSpPr/>
          <p:nvPr/>
        </p:nvSpPr>
        <p:spPr>
          <a:xfrm>
            <a:off x="323215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3" name="object 1993"/>
          <p:cNvSpPr/>
          <p:nvPr/>
        </p:nvSpPr>
        <p:spPr>
          <a:xfrm>
            <a:off x="326262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4" name="object 1994"/>
          <p:cNvSpPr/>
          <p:nvPr/>
        </p:nvSpPr>
        <p:spPr>
          <a:xfrm>
            <a:off x="329310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5" name="object 1995"/>
          <p:cNvSpPr/>
          <p:nvPr/>
        </p:nvSpPr>
        <p:spPr>
          <a:xfrm>
            <a:off x="332359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6" name="object 1996"/>
          <p:cNvSpPr/>
          <p:nvPr/>
        </p:nvSpPr>
        <p:spPr>
          <a:xfrm>
            <a:off x="335407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7" name="object 1997"/>
          <p:cNvSpPr/>
          <p:nvPr/>
        </p:nvSpPr>
        <p:spPr>
          <a:xfrm>
            <a:off x="338455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8" name="object 1998"/>
          <p:cNvSpPr/>
          <p:nvPr/>
        </p:nvSpPr>
        <p:spPr>
          <a:xfrm>
            <a:off x="341502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9" name="object 1999"/>
          <p:cNvSpPr/>
          <p:nvPr/>
        </p:nvSpPr>
        <p:spPr>
          <a:xfrm>
            <a:off x="344550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0" name="object 2000"/>
          <p:cNvSpPr/>
          <p:nvPr/>
        </p:nvSpPr>
        <p:spPr>
          <a:xfrm>
            <a:off x="347599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1" name="object 2001"/>
          <p:cNvSpPr/>
          <p:nvPr/>
        </p:nvSpPr>
        <p:spPr>
          <a:xfrm>
            <a:off x="350647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2" name="object 2002"/>
          <p:cNvSpPr/>
          <p:nvPr/>
        </p:nvSpPr>
        <p:spPr>
          <a:xfrm>
            <a:off x="353695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3" name="object 2003"/>
          <p:cNvSpPr/>
          <p:nvPr/>
        </p:nvSpPr>
        <p:spPr>
          <a:xfrm>
            <a:off x="356742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4" name="object 2004"/>
          <p:cNvSpPr/>
          <p:nvPr/>
        </p:nvSpPr>
        <p:spPr>
          <a:xfrm>
            <a:off x="359790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5" name="object 2005"/>
          <p:cNvSpPr/>
          <p:nvPr/>
        </p:nvSpPr>
        <p:spPr>
          <a:xfrm>
            <a:off x="362839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6" name="object 2006"/>
          <p:cNvSpPr/>
          <p:nvPr/>
        </p:nvSpPr>
        <p:spPr>
          <a:xfrm>
            <a:off x="365887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7" name="object 2007"/>
          <p:cNvSpPr/>
          <p:nvPr/>
        </p:nvSpPr>
        <p:spPr>
          <a:xfrm>
            <a:off x="368935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8" name="object 2008"/>
          <p:cNvSpPr/>
          <p:nvPr/>
        </p:nvSpPr>
        <p:spPr>
          <a:xfrm>
            <a:off x="371982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9" name="object 2009"/>
          <p:cNvSpPr/>
          <p:nvPr/>
        </p:nvSpPr>
        <p:spPr>
          <a:xfrm>
            <a:off x="375030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0" name="object 2010"/>
          <p:cNvSpPr/>
          <p:nvPr/>
        </p:nvSpPr>
        <p:spPr>
          <a:xfrm>
            <a:off x="378079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1" name="object 2011"/>
          <p:cNvSpPr/>
          <p:nvPr/>
        </p:nvSpPr>
        <p:spPr>
          <a:xfrm>
            <a:off x="381127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2" name="object 2012"/>
          <p:cNvSpPr/>
          <p:nvPr/>
        </p:nvSpPr>
        <p:spPr>
          <a:xfrm>
            <a:off x="384175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3" name="object 2013"/>
          <p:cNvSpPr/>
          <p:nvPr/>
        </p:nvSpPr>
        <p:spPr>
          <a:xfrm>
            <a:off x="387222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4" name="object 2014"/>
          <p:cNvSpPr/>
          <p:nvPr/>
        </p:nvSpPr>
        <p:spPr>
          <a:xfrm>
            <a:off x="390270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5" name="object 2015"/>
          <p:cNvSpPr/>
          <p:nvPr/>
        </p:nvSpPr>
        <p:spPr>
          <a:xfrm>
            <a:off x="393319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6" name="object 2016"/>
          <p:cNvSpPr/>
          <p:nvPr/>
        </p:nvSpPr>
        <p:spPr>
          <a:xfrm>
            <a:off x="396367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7" name="object 2017"/>
          <p:cNvSpPr/>
          <p:nvPr/>
        </p:nvSpPr>
        <p:spPr>
          <a:xfrm>
            <a:off x="399415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8" name="object 2018"/>
          <p:cNvSpPr/>
          <p:nvPr/>
        </p:nvSpPr>
        <p:spPr>
          <a:xfrm>
            <a:off x="402462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9" name="object 2019"/>
          <p:cNvSpPr/>
          <p:nvPr/>
        </p:nvSpPr>
        <p:spPr>
          <a:xfrm>
            <a:off x="405510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0" name="object 2020"/>
          <p:cNvSpPr/>
          <p:nvPr/>
        </p:nvSpPr>
        <p:spPr>
          <a:xfrm>
            <a:off x="408559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1" name="object 2021"/>
          <p:cNvSpPr/>
          <p:nvPr/>
        </p:nvSpPr>
        <p:spPr>
          <a:xfrm>
            <a:off x="411607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2" name="object 2022"/>
          <p:cNvSpPr/>
          <p:nvPr/>
        </p:nvSpPr>
        <p:spPr>
          <a:xfrm>
            <a:off x="414655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3" name="object 2023"/>
          <p:cNvSpPr/>
          <p:nvPr/>
        </p:nvSpPr>
        <p:spPr>
          <a:xfrm>
            <a:off x="417702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4" name="object 2024"/>
          <p:cNvSpPr/>
          <p:nvPr/>
        </p:nvSpPr>
        <p:spPr>
          <a:xfrm>
            <a:off x="420750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5" name="object 2025"/>
          <p:cNvSpPr/>
          <p:nvPr/>
        </p:nvSpPr>
        <p:spPr>
          <a:xfrm>
            <a:off x="423799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6" name="object 2026"/>
          <p:cNvSpPr/>
          <p:nvPr/>
        </p:nvSpPr>
        <p:spPr>
          <a:xfrm>
            <a:off x="426847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7" name="object 2027"/>
          <p:cNvSpPr/>
          <p:nvPr/>
        </p:nvSpPr>
        <p:spPr>
          <a:xfrm>
            <a:off x="429895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8" name="object 2028"/>
          <p:cNvSpPr/>
          <p:nvPr/>
        </p:nvSpPr>
        <p:spPr>
          <a:xfrm>
            <a:off x="432942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9" name="object 2029"/>
          <p:cNvSpPr/>
          <p:nvPr/>
        </p:nvSpPr>
        <p:spPr>
          <a:xfrm>
            <a:off x="435990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0" name="object 2030"/>
          <p:cNvSpPr/>
          <p:nvPr/>
        </p:nvSpPr>
        <p:spPr>
          <a:xfrm>
            <a:off x="439039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1" name="object 2031"/>
          <p:cNvSpPr/>
          <p:nvPr/>
        </p:nvSpPr>
        <p:spPr>
          <a:xfrm>
            <a:off x="442087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2" name="object 2032"/>
          <p:cNvSpPr/>
          <p:nvPr/>
        </p:nvSpPr>
        <p:spPr>
          <a:xfrm>
            <a:off x="445135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3" name="object 2033"/>
          <p:cNvSpPr/>
          <p:nvPr/>
        </p:nvSpPr>
        <p:spPr>
          <a:xfrm>
            <a:off x="448182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4" name="object 2034"/>
          <p:cNvSpPr/>
          <p:nvPr/>
        </p:nvSpPr>
        <p:spPr>
          <a:xfrm>
            <a:off x="451230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5" name="object 2035"/>
          <p:cNvSpPr/>
          <p:nvPr/>
        </p:nvSpPr>
        <p:spPr>
          <a:xfrm>
            <a:off x="454279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6" name="object 2036"/>
          <p:cNvSpPr/>
          <p:nvPr/>
        </p:nvSpPr>
        <p:spPr>
          <a:xfrm>
            <a:off x="457327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7" name="object 2037"/>
          <p:cNvSpPr/>
          <p:nvPr/>
        </p:nvSpPr>
        <p:spPr>
          <a:xfrm>
            <a:off x="460375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8" name="object 2038"/>
          <p:cNvSpPr/>
          <p:nvPr/>
        </p:nvSpPr>
        <p:spPr>
          <a:xfrm>
            <a:off x="463422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9" name="object 2039"/>
          <p:cNvSpPr/>
          <p:nvPr/>
        </p:nvSpPr>
        <p:spPr>
          <a:xfrm>
            <a:off x="466470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0" name="object 2040"/>
          <p:cNvSpPr/>
          <p:nvPr/>
        </p:nvSpPr>
        <p:spPr>
          <a:xfrm>
            <a:off x="469519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1" name="object 2041"/>
          <p:cNvSpPr/>
          <p:nvPr/>
        </p:nvSpPr>
        <p:spPr>
          <a:xfrm>
            <a:off x="472567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2" name="object 2042"/>
          <p:cNvSpPr/>
          <p:nvPr/>
        </p:nvSpPr>
        <p:spPr>
          <a:xfrm>
            <a:off x="475615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3" name="object 2043"/>
          <p:cNvSpPr/>
          <p:nvPr/>
        </p:nvSpPr>
        <p:spPr>
          <a:xfrm>
            <a:off x="478662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4" name="object 2044"/>
          <p:cNvSpPr/>
          <p:nvPr/>
        </p:nvSpPr>
        <p:spPr>
          <a:xfrm>
            <a:off x="481710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5" name="object 2045"/>
          <p:cNvSpPr/>
          <p:nvPr/>
        </p:nvSpPr>
        <p:spPr>
          <a:xfrm>
            <a:off x="484759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6" name="object 2046"/>
          <p:cNvSpPr/>
          <p:nvPr/>
        </p:nvSpPr>
        <p:spPr>
          <a:xfrm>
            <a:off x="487807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7" name="object 2047"/>
          <p:cNvSpPr/>
          <p:nvPr/>
        </p:nvSpPr>
        <p:spPr>
          <a:xfrm>
            <a:off x="490855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8" name="object 2048"/>
          <p:cNvSpPr/>
          <p:nvPr/>
        </p:nvSpPr>
        <p:spPr>
          <a:xfrm>
            <a:off x="493902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9" name="object 2049"/>
          <p:cNvSpPr/>
          <p:nvPr/>
        </p:nvSpPr>
        <p:spPr>
          <a:xfrm>
            <a:off x="496950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0" name="object 2050"/>
          <p:cNvSpPr/>
          <p:nvPr/>
        </p:nvSpPr>
        <p:spPr>
          <a:xfrm>
            <a:off x="499999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1" name="object 2051"/>
          <p:cNvSpPr/>
          <p:nvPr/>
        </p:nvSpPr>
        <p:spPr>
          <a:xfrm>
            <a:off x="503047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2" name="object 2052"/>
          <p:cNvSpPr/>
          <p:nvPr/>
        </p:nvSpPr>
        <p:spPr>
          <a:xfrm>
            <a:off x="506095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3" name="object 2053"/>
          <p:cNvSpPr/>
          <p:nvPr/>
        </p:nvSpPr>
        <p:spPr>
          <a:xfrm>
            <a:off x="509142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4" name="object 2054"/>
          <p:cNvSpPr/>
          <p:nvPr/>
        </p:nvSpPr>
        <p:spPr>
          <a:xfrm>
            <a:off x="512190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5" name="object 2055"/>
          <p:cNvSpPr/>
          <p:nvPr/>
        </p:nvSpPr>
        <p:spPr>
          <a:xfrm>
            <a:off x="515239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6" name="object 2056"/>
          <p:cNvSpPr/>
          <p:nvPr/>
        </p:nvSpPr>
        <p:spPr>
          <a:xfrm>
            <a:off x="518287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7" name="object 2057"/>
          <p:cNvSpPr/>
          <p:nvPr/>
        </p:nvSpPr>
        <p:spPr>
          <a:xfrm>
            <a:off x="521335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8" name="object 2058"/>
          <p:cNvSpPr/>
          <p:nvPr/>
        </p:nvSpPr>
        <p:spPr>
          <a:xfrm>
            <a:off x="524382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9" name="object 2059"/>
          <p:cNvSpPr/>
          <p:nvPr/>
        </p:nvSpPr>
        <p:spPr>
          <a:xfrm>
            <a:off x="527430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0" name="object 2060"/>
          <p:cNvSpPr/>
          <p:nvPr/>
        </p:nvSpPr>
        <p:spPr>
          <a:xfrm>
            <a:off x="530479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1" name="object 2061"/>
          <p:cNvSpPr/>
          <p:nvPr/>
        </p:nvSpPr>
        <p:spPr>
          <a:xfrm>
            <a:off x="533527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2" name="object 2062"/>
          <p:cNvSpPr/>
          <p:nvPr/>
        </p:nvSpPr>
        <p:spPr>
          <a:xfrm>
            <a:off x="536575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3" name="object 2063"/>
          <p:cNvSpPr/>
          <p:nvPr/>
        </p:nvSpPr>
        <p:spPr>
          <a:xfrm>
            <a:off x="539622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4" name="object 2064"/>
          <p:cNvSpPr/>
          <p:nvPr/>
        </p:nvSpPr>
        <p:spPr>
          <a:xfrm>
            <a:off x="542670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5" name="object 2065"/>
          <p:cNvSpPr/>
          <p:nvPr/>
        </p:nvSpPr>
        <p:spPr>
          <a:xfrm>
            <a:off x="545719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6" name="object 2066"/>
          <p:cNvSpPr/>
          <p:nvPr/>
        </p:nvSpPr>
        <p:spPr>
          <a:xfrm>
            <a:off x="548767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7" name="object 2067"/>
          <p:cNvSpPr/>
          <p:nvPr/>
        </p:nvSpPr>
        <p:spPr>
          <a:xfrm>
            <a:off x="551815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8" name="object 2068"/>
          <p:cNvSpPr/>
          <p:nvPr/>
        </p:nvSpPr>
        <p:spPr>
          <a:xfrm>
            <a:off x="554862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9" name="object 2069"/>
          <p:cNvSpPr/>
          <p:nvPr/>
        </p:nvSpPr>
        <p:spPr>
          <a:xfrm>
            <a:off x="557910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0" name="object 2070"/>
          <p:cNvSpPr/>
          <p:nvPr/>
        </p:nvSpPr>
        <p:spPr>
          <a:xfrm>
            <a:off x="560959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1" name="object 2071"/>
          <p:cNvSpPr/>
          <p:nvPr/>
        </p:nvSpPr>
        <p:spPr>
          <a:xfrm>
            <a:off x="564007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2" name="object 2072"/>
          <p:cNvSpPr/>
          <p:nvPr/>
        </p:nvSpPr>
        <p:spPr>
          <a:xfrm>
            <a:off x="567055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3" name="object 2073"/>
          <p:cNvSpPr/>
          <p:nvPr/>
        </p:nvSpPr>
        <p:spPr>
          <a:xfrm>
            <a:off x="570102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4" name="object 2074"/>
          <p:cNvSpPr/>
          <p:nvPr/>
        </p:nvSpPr>
        <p:spPr>
          <a:xfrm>
            <a:off x="5731509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5" name="object 2075"/>
          <p:cNvSpPr/>
          <p:nvPr/>
        </p:nvSpPr>
        <p:spPr>
          <a:xfrm>
            <a:off x="5761990" y="55575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6" name="object 2076"/>
          <p:cNvSpPr/>
          <p:nvPr/>
        </p:nvSpPr>
        <p:spPr>
          <a:xfrm>
            <a:off x="82423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7" name="object 2077"/>
          <p:cNvSpPr/>
          <p:nvPr/>
        </p:nvSpPr>
        <p:spPr>
          <a:xfrm>
            <a:off x="85471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8" name="object 2078"/>
          <p:cNvSpPr/>
          <p:nvPr/>
        </p:nvSpPr>
        <p:spPr>
          <a:xfrm>
            <a:off x="88518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9" name="object 2079"/>
          <p:cNvSpPr/>
          <p:nvPr/>
        </p:nvSpPr>
        <p:spPr>
          <a:xfrm>
            <a:off x="91566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0" name="object 2080"/>
          <p:cNvSpPr/>
          <p:nvPr/>
        </p:nvSpPr>
        <p:spPr>
          <a:xfrm>
            <a:off x="94615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1" name="object 2081"/>
          <p:cNvSpPr/>
          <p:nvPr/>
        </p:nvSpPr>
        <p:spPr>
          <a:xfrm>
            <a:off x="97663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2" name="object 2082"/>
          <p:cNvSpPr/>
          <p:nvPr/>
        </p:nvSpPr>
        <p:spPr>
          <a:xfrm>
            <a:off x="100711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3" name="object 2083"/>
          <p:cNvSpPr/>
          <p:nvPr/>
        </p:nvSpPr>
        <p:spPr>
          <a:xfrm>
            <a:off x="103758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4" name="object 2084"/>
          <p:cNvSpPr/>
          <p:nvPr/>
        </p:nvSpPr>
        <p:spPr>
          <a:xfrm>
            <a:off x="106806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5" name="object 2085"/>
          <p:cNvSpPr/>
          <p:nvPr/>
        </p:nvSpPr>
        <p:spPr>
          <a:xfrm>
            <a:off x="109855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6" name="object 2086"/>
          <p:cNvSpPr/>
          <p:nvPr/>
        </p:nvSpPr>
        <p:spPr>
          <a:xfrm>
            <a:off x="112903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7" name="object 2087"/>
          <p:cNvSpPr/>
          <p:nvPr/>
        </p:nvSpPr>
        <p:spPr>
          <a:xfrm>
            <a:off x="115951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8" name="object 2088"/>
          <p:cNvSpPr/>
          <p:nvPr/>
        </p:nvSpPr>
        <p:spPr>
          <a:xfrm>
            <a:off x="118998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9" name="object 2089"/>
          <p:cNvSpPr/>
          <p:nvPr/>
        </p:nvSpPr>
        <p:spPr>
          <a:xfrm>
            <a:off x="122046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0" name="object 2090"/>
          <p:cNvSpPr/>
          <p:nvPr/>
        </p:nvSpPr>
        <p:spPr>
          <a:xfrm>
            <a:off x="125095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1" name="object 2091"/>
          <p:cNvSpPr/>
          <p:nvPr/>
        </p:nvSpPr>
        <p:spPr>
          <a:xfrm>
            <a:off x="128143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2" name="object 2092"/>
          <p:cNvSpPr/>
          <p:nvPr/>
        </p:nvSpPr>
        <p:spPr>
          <a:xfrm>
            <a:off x="131191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3" name="object 2093"/>
          <p:cNvSpPr/>
          <p:nvPr/>
        </p:nvSpPr>
        <p:spPr>
          <a:xfrm>
            <a:off x="134238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4" name="object 2094"/>
          <p:cNvSpPr/>
          <p:nvPr/>
        </p:nvSpPr>
        <p:spPr>
          <a:xfrm>
            <a:off x="137286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5" name="object 2095"/>
          <p:cNvSpPr/>
          <p:nvPr/>
        </p:nvSpPr>
        <p:spPr>
          <a:xfrm>
            <a:off x="140335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6" name="object 2096"/>
          <p:cNvSpPr/>
          <p:nvPr/>
        </p:nvSpPr>
        <p:spPr>
          <a:xfrm>
            <a:off x="143383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7" name="object 2097"/>
          <p:cNvSpPr/>
          <p:nvPr/>
        </p:nvSpPr>
        <p:spPr>
          <a:xfrm>
            <a:off x="146431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8" name="object 2098"/>
          <p:cNvSpPr/>
          <p:nvPr/>
        </p:nvSpPr>
        <p:spPr>
          <a:xfrm>
            <a:off x="149478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9" name="object 2099"/>
          <p:cNvSpPr/>
          <p:nvPr/>
        </p:nvSpPr>
        <p:spPr>
          <a:xfrm>
            <a:off x="152526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0" name="object 2100"/>
          <p:cNvSpPr/>
          <p:nvPr/>
        </p:nvSpPr>
        <p:spPr>
          <a:xfrm>
            <a:off x="155575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1" name="object 2101"/>
          <p:cNvSpPr/>
          <p:nvPr/>
        </p:nvSpPr>
        <p:spPr>
          <a:xfrm>
            <a:off x="158623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2" name="object 2102"/>
          <p:cNvSpPr/>
          <p:nvPr/>
        </p:nvSpPr>
        <p:spPr>
          <a:xfrm>
            <a:off x="161671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3" name="object 2103"/>
          <p:cNvSpPr/>
          <p:nvPr/>
        </p:nvSpPr>
        <p:spPr>
          <a:xfrm>
            <a:off x="164718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4" name="object 2104"/>
          <p:cNvSpPr/>
          <p:nvPr/>
        </p:nvSpPr>
        <p:spPr>
          <a:xfrm>
            <a:off x="167767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5" name="object 2105"/>
          <p:cNvSpPr/>
          <p:nvPr/>
        </p:nvSpPr>
        <p:spPr>
          <a:xfrm>
            <a:off x="170815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6" name="object 2106"/>
          <p:cNvSpPr/>
          <p:nvPr/>
        </p:nvSpPr>
        <p:spPr>
          <a:xfrm>
            <a:off x="173862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7" name="object 2107"/>
          <p:cNvSpPr/>
          <p:nvPr/>
        </p:nvSpPr>
        <p:spPr>
          <a:xfrm>
            <a:off x="176911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8" name="object 2108"/>
          <p:cNvSpPr/>
          <p:nvPr/>
        </p:nvSpPr>
        <p:spPr>
          <a:xfrm>
            <a:off x="179958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9" name="object 2109"/>
          <p:cNvSpPr/>
          <p:nvPr/>
        </p:nvSpPr>
        <p:spPr>
          <a:xfrm>
            <a:off x="183007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0" name="object 2110"/>
          <p:cNvSpPr/>
          <p:nvPr/>
        </p:nvSpPr>
        <p:spPr>
          <a:xfrm>
            <a:off x="186055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1" name="object 2111"/>
          <p:cNvSpPr/>
          <p:nvPr/>
        </p:nvSpPr>
        <p:spPr>
          <a:xfrm>
            <a:off x="189102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2" name="object 2112"/>
          <p:cNvSpPr/>
          <p:nvPr/>
        </p:nvSpPr>
        <p:spPr>
          <a:xfrm>
            <a:off x="192151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3" name="object 2113"/>
          <p:cNvSpPr/>
          <p:nvPr/>
        </p:nvSpPr>
        <p:spPr>
          <a:xfrm>
            <a:off x="195198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4" name="object 2114"/>
          <p:cNvSpPr/>
          <p:nvPr/>
        </p:nvSpPr>
        <p:spPr>
          <a:xfrm>
            <a:off x="198247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5" name="object 2115"/>
          <p:cNvSpPr/>
          <p:nvPr/>
        </p:nvSpPr>
        <p:spPr>
          <a:xfrm>
            <a:off x="201295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6" name="object 2116"/>
          <p:cNvSpPr/>
          <p:nvPr/>
        </p:nvSpPr>
        <p:spPr>
          <a:xfrm>
            <a:off x="204342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7" name="object 2117"/>
          <p:cNvSpPr/>
          <p:nvPr/>
        </p:nvSpPr>
        <p:spPr>
          <a:xfrm>
            <a:off x="207391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8" name="object 2118"/>
          <p:cNvSpPr/>
          <p:nvPr/>
        </p:nvSpPr>
        <p:spPr>
          <a:xfrm>
            <a:off x="210438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9" name="object 2119"/>
          <p:cNvSpPr/>
          <p:nvPr/>
        </p:nvSpPr>
        <p:spPr>
          <a:xfrm>
            <a:off x="213487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0" name="object 2120"/>
          <p:cNvSpPr/>
          <p:nvPr/>
        </p:nvSpPr>
        <p:spPr>
          <a:xfrm>
            <a:off x="216535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1" name="object 2121"/>
          <p:cNvSpPr/>
          <p:nvPr/>
        </p:nvSpPr>
        <p:spPr>
          <a:xfrm>
            <a:off x="219582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2" name="object 2122"/>
          <p:cNvSpPr/>
          <p:nvPr/>
        </p:nvSpPr>
        <p:spPr>
          <a:xfrm>
            <a:off x="222631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3" name="object 2123"/>
          <p:cNvSpPr/>
          <p:nvPr/>
        </p:nvSpPr>
        <p:spPr>
          <a:xfrm>
            <a:off x="225678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4" name="object 2124"/>
          <p:cNvSpPr/>
          <p:nvPr/>
        </p:nvSpPr>
        <p:spPr>
          <a:xfrm>
            <a:off x="228727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5" name="object 2125"/>
          <p:cNvSpPr/>
          <p:nvPr/>
        </p:nvSpPr>
        <p:spPr>
          <a:xfrm>
            <a:off x="231775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6" name="object 2126"/>
          <p:cNvSpPr/>
          <p:nvPr/>
        </p:nvSpPr>
        <p:spPr>
          <a:xfrm>
            <a:off x="234822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7" name="object 2127"/>
          <p:cNvSpPr/>
          <p:nvPr/>
        </p:nvSpPr>
        <p:spPr>
          <a:xfrm>
            <a:off x="237871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8" name="object 2128"/>
          <p:cNvSpPr/>
          <p:nvPr/>
        </p:nvSpPr>
        <p:spPr>
          <a:xfrm>
            <a:off x="240918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9" name="object 2129"/>
          <p:cNvSpPr/>
          <p:nvPr/>
        </p:nvSpPr>
        <p:spPr>
          <a:xfrm>
            <a:off x="243967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0" name="object 2130"/>
          <p:cNvSpPr/>
          <p:nvPr/>
        </p:nvSpPr>
        <p:spPr>
          <a:xfrm>
            <a:off x="247015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1" name="object 2131"/>
          <p:cNvSpPr/>
          <p:nvPr/>
        </p:nvSpPr>
        <p:spPr>
          <a:xfrm>
            <a:off x="250062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2" name="object 2132"/>
          <p:cNvSpPr/>
          <p:nvPr/>
        </p:nvSpPr>
        <p:spPr>
          <a:xfrm>
            <a:off x="253111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3" name="object 2133"/>
          <p:cNvSpPr/>
          <p:nvPr/>
        </p:nvSpPr>
        <p:spPr>
          <a:xfrm>
            <a:off x="256158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4" name="object 2134"/>
          <p:cNvSpPr/>
          <p:nvPr/>
        </p:nvSpPr>
        <p:spPr>
          <a:xfrm>
            <a:off x="259207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5" name="object 2135"/>
          <p:cNvSpPr/>
          <p:nvPr/>
        </p:nvSpPr>
        <p:spPr>
          <a:xfrm>
            <a:off x="262255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6" name="object 2136"/>
          <p:cNvSpPr/>
          <p:nvPr/>
        </p:nvSpPr>
        <p:spPr>
          <a:xfrm>
            <a:off x="265302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7" name="object 2137"/>
          <p:cNvSpPr/>
          <p:nvPr/>
        </p:nvSpPr>
        <p:spPr>
          <a:xfrm>
            <a:off x="268351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8" name="object 2138"/>
          <p:cNvSpPr/>
          <p:nvPr/>
        </p:nvSpPr>
        <p:spPr>
          <a:xfrm>
            <a:off x="271398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9" name="object 2139"/>
          <p:cNvSpPr/>
          <p:nvPr/>
        </p:nvSpPr>
        <p:spPr>
          <a:xfrm>
            <a:off x="274447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0" name="object 2140"/>
          <p:cNvSpPr/>
          <p:nvPr/>
        </p:nvSpPr>
        <p:spPr>
          <a:xfrm>
            <a:off x="277495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1" name="object 2141"/>
          <p:cNvSpPr/>
          <p:nvPr/>
        </p:nvSpPr>
        <p:spPr>
          <a:xfrm>
            <a:off x="280542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2" name="object 2142"/>
          <p:cNvSpPr/>
          <p:nvPr/>
        </p:nvSpPr>
        <p:spPr>
          <a:xfrm>
            <a:off x="283591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3" name="object 2143"/>
          <p:cNvSpPr/>
          <p:nvPr/>
        </p:nvSpPr>
        <p:spPr>
          <a:xfrm>
            <a:off x="286638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4" name="object 2144"/>
          <p:cNvSpPr/>
          <p:nvPr/>
        </p:nvSpPr>
        <p:spPr>
          <a:xfrm>
            <a:off x="289687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5" name="object 2145"/>
          <p:cNvSpPr/>
          <p:nvPr/>
        </p:nvSpPr>
        <p:spPr>
          <a:xfrm>
            <a:off x="292735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6" name="object 2146"/>
          <p:cNvSpPr/>
          <p:nvPr/>
        </p:nvSpPr>
        <p:spPr>
          <a:xfrm>
            <a:off x="295782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7" name="object 2147"/>
          <p:cNvSpPr/>
          <p:nvPr/>
        </p:nvSpPr>
        <p:spPr>
          <a:xfrm>
            <a:off x="298831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8" name="object 2148"/>
          <p:cNvSpPr/>
          <p:nvPr/>
        </p:nvSpPr>
        <p:spPr>
          <a:xfrm>
            <a:off x="301878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9" name="object 2149"/>
          <p:cNvSpPr/>
          <p:nvPr/>
        </p:nvSpPr>
        <p:spPr>
          <a:xfrm>
            <a:off x="304927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0" name="object 2150"/>
          <p:cNvSpPr/>
          <p:nvPr/>
        </p:nvSpPr>
        <p:spPr>
          <a:xfrm>
            <a:off x="307975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1" name="object 2151"/>
          <p:cNvSpPr/>
          <p:nvPr/>
        </p:nvSpPr>
        <p:spPr>
          <a:xfrm>
            <a:off x="311022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2" name="object 2152"/>
          <p:cNvSpPr/>
          <p:nvPr/>
        </p:nvSpPr>
        <p:spPr>
          <a:xfrm>
            <a:off x="314071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3" name="object 2153"/>
          <p:cNvSpPr/>
          <p:nvPr/>
        </p:nvSpPr>
        <p:spPr>
          <a:xfrm>
            <a:off x="317118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4" name="object 2154"/>
          <p:cNvSpPr/>
          <p:nvPr/>
        </p:nvSpPr>
        <p:spPr>
          <a:xfrm>
            <a:off x="320167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5" name="object 2155"/>
          <p:cNvSpPr/>
          <p:nvPr/>
        </p:nvSpPr>
        <p:spPr>
          <a:xfrm>
            <a:off x="323215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6" name="object 2156"/>
          <p:cNvSpPr/>
          <p:nvPr/>
        </p:nvSpPr>
        <p:spPr>
          <a:xfrm>
            <a:off x="326262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7" name="object 2157"/>
          <p:cNvSpPr/>
          <p:nvPr/>
        </p:nvSpPr>
        <p:spPr>
          <a:xfrm>
            <a:off x="329310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8" name="object 2158"/>
          <p:cNvSpPr/>
          <p:nvPr/>
        </p:nvSpPr>
        <p:spPr>
          <a:xfrm>
            <a:off x="332359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9" name="object 2159"/>
          <p:cNvSpPr/>
          <p:nvPr/>
        </p:nvSpPr>
        <p:spPr>
          <a:xfrm>
            <a:off x="335407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0" name="object 2160"/>
          <p:cNvSpPr/>
          <p:nvPr/>
        </p:nvSpPr>
        <p:spPr>
          <a:xfrm>
            <a:off x="338455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1" name="object 2161"/>
          <p:cNvSpPr/>
          <p:nvPr/>
        </p:nvSpPr>
        <p:spPr>
          <a:xfrm>
            <a:off x="341502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2" name="object 2162"/>
          <p:cNvSpPr/>
          <p:nvPr/>
        </p:nvSpPr>
        <p:spPr>
          <a:xfrm>
            <a:off x="344550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3" name="object 2163"/>
          <p:cNvSpPr/>
          <p:nvPr/>
        </p:nvSpPr>
        <p:spPr>
          <a:xfrm>
            <a:off x="347599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4" name="object 2164"/>
          <p:cNvSpPr/>
          <p:nvPr/>
        </p:nvSpPr>
        <p:spPr>
          <a:xfrm>
            <a:off x="350647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5" name="object 2165"/>
          <p:cNvSpPr/>
          <p:nvPr/>
        </p:nvSpPr>
        <p:spPr>
          <a:xfrm>
            <a:off x="353695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6" name="object 2166"/>
          <p:cNvSpPr/>
          <p:nvPr/>
        </p:nvSpPr>
        <p:spPr>
          <a:xfrm>
            <a:off x="356742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7" name="object 2167"/>
          <p:cNvSpPr/>
          <p:nvPr/>
        </p:nvSpPr>
        <p:spPr>
          <a:xfrm>
            <a:off x="359790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8" name="object 2168"/>
          <p:cNvSpPr/>
          <p:nvPr/>
        </p:nvSpPr>
        <p:spPr>
          <a:xfrm>
            <a:off x="362839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9" name="object 2169"/>
          <p:cNvSpPr/>
          <p:nvPr/>
        </p:nvSpPr>
        <p:spPr>
          <a:xfrm>
            <a:off x="365887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0" name="object 2170"/>
          <p:cNvSpPr/>
          <p:nvPr/>
        </p:nvSpPr>
        <p:spPr>
          <a:xfrm>
            <a:off x="368935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1" name="object 2171"/>
          <p:cNvSpPr/>
          <p:nvPr/>
        </p:nvSpPr>
        <p:spPr>
          <a:xfrm>
            <a:off x="371982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2" name="object 2172"/>
          <p:cNvSpPr/>
          <p:nvPr/>
        </p:nvSpPr>
        <p:spPr>
          <a:xfrm>
            <a:off x="375030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3" name="object 2173"/>
          <p:cNvSpPr/>
          <p:nvPr/>
        </p:nvSpPr>
        <p:spPr>
          <a:xfrm>
            <a:off x="378079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4" name="object 2174"/>
          <p:cNvSpPr/>
          <p:nvPr/>
        </p:nvSpPr>
        <p:spPr>
          <a:xfrm>
            <a:off x="381127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5" name="object 2175"/>
          <p:cNvSpPr/>
          <p:nvPr/>
        </p:nvSpPr>
        <p:spPr>
          <a:xfrm>
            <a:off x="384175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6" name="object 2176"/>
          <p:cNvSpPr/>
          <p:nvPr/>
        </p:nvSpPr>
        <p:spPr>
          <a:xfrm>
            <a:off x="387222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7" name="object 2177"/>
          <p:cNvSpPr/>
          <p:nvPr/>
        </p:nvSpPr>
        <p:spPr>
          <a:xfrm>
            <a:off x="390270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8" name="object 2178"/>
          <p:cNvSpPr/>
          <p:nvPr/>
        </p:nvSpPr>
        <p:spPr>
          <a:xfrm>
            <a:off x="393319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9" name="object 2179"/>
          <p:cNvSpPr/>
          <p:nvPr/>
        </p:nvSpPr>
        <p:spPr>
          <a:xfrm>
            <a:off x="396367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0" name="object 2180"/>
          <p:cNvSpPr/>
          <p:nvPr/>
        </p:nvSpPr>
        <p:spPr>
          <a:xfrm>
            <a:off x="399415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1" name="object 2181"/>
          <p:cNvSpPr/>
          <p:nvPr/>
        </p:nvSpPr>
        <p:spPr>
          <a:xfrm>
            <a:off x="402462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2" name="object 2182"/>
          <p:cNvSpPr/>
          <p:nvPr/>
        </p:nvSpPr>
        <p:spPr>
          <a:xfrm>
            <a:off x="405510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3" name="object 2183"/>
          <p:cNvSpPr/>
          <p:nvPr/>
        </p:nvSpPr>
        <p:spPr>
          <a:xfrm>
            <a:off x="408559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4" name="object 2184"/>
          <p:cNvSpPr/>
          <p:nvPr/>
        </p:nvSpPr>
        <p:spPr>
          <a:xfrm>
            <a:off x="411607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5" name="object 2185"/>
          <p:cNvSpPr/>
          <p:nvPr/>
        </p:nvSpPr>
        <p:spPr>
          <a:xfrm>
            <a:off x="414655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6" name="object 2186"/>
          <p:cNvSpPr/>
          <p:nvPr/>
        </p:nvSpPr>
        <p:spPr>
          <a:xfrm>
            <a:off x="417702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7" name="object 2187"/>
          <p:cNvSpPr/>
          <p:nvPr/>
        </p:nvSpPr>
        <p:spPr>
          <a:xfrm>
            <a:off x="420750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8" name="object 2188"/>
          <p:cNvSpPr/>
          <p:nvPr/>
        </p:nvSpPr>
        <p:spPr>
          <a:xfrm>
            <a:off x="423799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9" name="object 2189"/>
          <p:cNvSpPr/>
          <p:nvPr/>
        </p:nvSpPr>
        <p:spPr>
          <a:xfrm>
            <a:off x="426847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0" name="object 2190"/>
          <p:cNvSpPr/>
          <p:nvPr/>
        </p:nvSpPr>
        <p:spPr>
          <a:xfrm>
            <a:off x="429895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1" name="object 2191"/>
          <p:cNvSpPr/>
          <p:nvPr/>
        </p:nvSpPr>
        <p:spPr>
          <a:xfrm>
            <a:off x="432942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2" name="object 2192"/>
          <p:cNvSpPr/>
          <p:nvPr/>
        </p:nvSpPr>
        <p:spPr>
          <a:xfrm>
            <a:off x="435990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3" name="object 2193"/>
          <p:cNvSpPr/>
          <p:nvPr/>
        </p:nvSpPr>
        <p:spPr>
          <a:xfrm>
            <a:off x="439039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4" name="object 2194"/>
          <p:cNvSpPr/>
          <p:nvPr/>
        </p:nvSpPr>
        <p:spPr>
          <a:xfrm>
            <a:off x="442087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5" name="object 2195"/>
          <p:cNvSpPr/>
          <p:nvPr/>
        </p:nvSpPr>
        <p:spPr>
          <a:xfrm>
            <a:off x="445135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6" name="object 2196"/>
          <p:cNvSpPr/>
          <p:nvPr/>
        </p:nvSpPr>
        <p:spPr>
          <a:xfrm>
            <a:off x="448182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7" name="object 2197"/>
          <p:cNvSpPr/>
          <p:nvPr/>
        </p:nvSpPr>
        <p:spPr>
          <a:xfrm>
            <a:off x="451230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8" name="object 2198"/>
          <p:cNvSpPr/>
          <p:nvPr/>
        </p:nvSpPr>
        <p:spPr>
          <a:xfrm>
            <a:off x="454279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9" name="object 2199"/>
          <p:cNvSpPr/>
          <p:nvPr/>
        </p:nvSpPr>
        <p:spPr>
          <a:xfrm>
            <a:off x="457327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0" name="object 2200"/>
          <p:cNvSpPr/>
          <p:nvPr/>
        </p:nvSpPr>
        <p:spPr>
          <a:xfrm>
            <a:off x="460375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1" name="object 2201"/>
          <p:cNvSpPr/>
          <p:nvPr/>
        </p:nvSpPr>
        <p:spPr>
          <a:xfrm>
            <a:off x="463422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2" name="object 2202"/>
          <p:cNvSpPr/>
          <p:nvPr/>
        </p:nvSpPr>
        <p:spPr>
          <a:xfrm>
            <a:off x="466470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3" name="object 2203"/>
          <p:cNvSpPr/>
          <p:nvPr/>
        </p:nvSpPr>
        <p:spPr>
          <a:xfrm>
            <a:off x="469519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4" name="object 2204"/>
          <p:cNvSpPr/>
          <p:nvPr/>
        </p:nvSpPr>
        <p:spPr>
          <a:xfrm>
            <a:off x="472567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5" name="object 2205"/>
          <p:cNvSpPr/>
          <p:nvPr/>
        </p:nvSpPr>
        <p:spPr>
          <a:xfrm>
            <a:off x="475615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6" name="object 2206"/>
          <p:cNvSpPr/>
          <p:nvPr/>
        </p:nvSpPr>
        <p:spPr>
          <a:xfrm>
            <a:off x="478662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7" name="object 2207"/>
          <p:cNvSpPr/>
          <p:nvPr/>
        </p:nvSpPr>
        <p:spPr>
          <a:xfrm>
            <a:off x="481710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8" name="object 2208"/>
          <p:cNvSpPr/>
          <p:nvPr/>
        </p:nvSpPr>
        <p:spPr>
          <a:xfrm>
            <a:off x="484759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9" name="object 2209"/>
          <p:cNvSpPr/>
          <p:nvPr/>
        </p:nvSpPr>
        <p:spPr>
          <a:xfrm>
            <a:off x="487807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0" name="object 2210"/>
          <p:cNvSpPr/>
          <p:nvPr/>
        </p:nvSpPr>
        <p:spPr>
          <a:xfrm>
            <a:off x="490855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1" name="object 2211"/>
          <p:cNvSpPr/>
          <p:nvPr/>
        </p:nvSpPr>
        <p:spPr>
          <a:xfrm>
            <a:off x="493902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2" name="object 2212"/>
          <p:cNvSpPr/>
          <p:nvPr/>
        </p:nvSpPr>
        <p:spPr>
          <a:xfrm>
            <a:off x="496950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3" name="object 2213"/>
          <p:cNvSpPr/>
          <p:nvPr/>
        </p:nvSpPr>
        <p:spPr>
          <a:xfrm>
            <a:off x="499999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4" name="object 2214"/>
          <p:cNvSpPr/>
          <p:nvPr/>
        </p:nvSpPr>
        <p:spPr>
          <a:xfrm>
            <a:off x="503047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5" name="object 2215"/>
          <p:cNvSpPr/>
          <p:nvPr/>
        </p:nvSpPr>
        <p:spPr>
          <a:xfrm>
            <a:off x="506095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6" name="object 2216"/>
          <p:cNvSpPr/>
          <p:nvPr/>
        </p:nvSpPr>
        <p:spPr>
          <a:xfrm>
            <a:off x="509142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7" name="object 2217"/>
          <p:cNvSpPr/>
          <p:nvPr/>
        </p:nvSpPr>
        <p:spPr>
          <a:xfrm>
            <a:off x="512190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8" name="object 2218"/>
          <p:cNvSpPr/>
          <p:nvPr/>
        </p:nvSpPr>
        <p:spPr>
          <a:xfrm>
            <a:off x="515239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9" name="object 2219"/>
          <p:cNvSpPr/>
          <p:nvPr/>
        </p:nvSpPr>
        <p:spPr>
          <a:xfrm>
            <a:off x="518287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0" name="object 2220"/>
          <p:cNvSpPr/>
          <p:nvPr/>
        </p:nvSpPr>
        <p:spPr>
          <a:xfrm>
            <a:off x="521335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1" name="object 2221"/>
          <p:cNvSpPr/>
          <p:nvPr/>
        </p:nvSpPr>
        <p:spPr>
          <a:xfrm>
            <a:off x="524382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2" name="object 2222"/>
          <p:cNvSpPr/>
          <p:nvPr/>
        </p:nvSpPr>
        <p:spPr>
          <a:xfrm>
            <a:off x="527430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3" name="object 2223"/>
          <p:cNvSpPr/>
          <p:nvPr/>
        </p:nvSpPr>
        <p:spPr>
          <a:xfrm>
            <a:off x="530479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4" name="object 2224"/>
          <p:cNvSpPr/>
          <p:nvPr/>
        </p:nvSpPr>
        <p:spPr>
          <a:xfrm>
            <a:off x="533527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5" name="object 2225"/>
          <p:cNvSpPr/>
          <p:nvPr/>
        </p:nvSpPr>
        <p:spPr>
          <a:xfrm>
            <a:off x="536575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6" name="object 2226"/>
          <p:cNvSpPr/>
          <p:nvPr/>
        </p:nvSpPr>
        <p:spPr>
          <a:xfrm>
            <a:off x="539622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7" name="object 2227"/>
          <p:cNvSpPr/>
          <p:nvPr/>
        </p:nvSpPr>
        <p:spPr>
          <a:xfrm>
            <a:off x="542670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8" name="object 2228"/>
          <p:cNvSpPr/>
          <p:nvPr/>
        </p:nvSpPr>
        <p:spPr>
          <a:xfrm>
            <a:off x="545719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9" name="object 2229"/>
          <p:cNvSpPr/>
          <p:nvPr/>
        </p:nvSpPr>
        <p:spPr>
          <a:xfrm>
            <a:off x="548767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0" name="object 2230"/>
          <p:cNvSpPr/>
          <p:nvPr/>
        </p:nvSpPr>
        <p:spPr>
          <a:xfrm>
            <a:off x="551815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1" name="object 2231"/>
          <p:cNvSpPr/>
          <p:nvPr/>
        </p:nvSpPr>
        <p:spPr>
          <a:xfrm>
            <a:off x="554862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2" name="object 2232"/>
          <p:cNvSpPr/>
          <p:nvPr/>
        </p:nvSpPr>
        <p:spPr>
          <a:xfrm>
            <a:off x="557910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3" name="object 2233"/>
          <p:cNvSpPr/>
          <p:nvPr/>
        </p:nvSpPr>
        <p:spPr>
          <a:xfrm>
            <a:off x="560959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4" name="object 2234"/>
          <p:cNvSpPr/>
          <p:nvPr/>
        </p:nvSpPr>
        <p:spPr>
          <a:xfrm>
            <a:off x="564007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5" name="object 2235"/>
          <p:cNvSpPr/>
          <p:nvPr/>
        </p:nvSpPr>
        <p:spPr>
          <a:xfrm>
            <a:off x="567055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6" name="object 2236"/>
          <p:cNvSpPr/>
          <p:nvPr/>
        </p:nvSpPr>
        <p:spPr>
          <a:xfrm>
            <a:off x="570102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7" name="object 2237"/>
          <p:cNvSpPr/>
          <p:nvPr/>
        </p:nvSpPr>
        <p:spPr>
          <a:xfrm>
            <a:off x="5731509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8" name="object 2238"/>
          <p:cNvSpPr/>
          <p:nvPr/>
        </p:nvSpPr>
        <p:spPr>
          <a:xfrm>
            <a:off x="5761990" y="5862954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9" name="object 2239"/>
          <p:cNvSpPr/>
          <p:nvPr/>
        </p:nvSpPr>
        <p:spPr>
          <a:xfrm>
            <a:off x="6808469" y="141986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0" name="object 2240"/>
          <p:cNvSpPr/>
          <p:nvPr/>
        </p:nvSpPr>
        <p:spPr>
          <a:xfrm>
            <a:off x="6808469" y="145033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1" name="object 2241"/>
          <p:cNvSpPr/>
          <p:nvPr/>
        </p:nvSpPr>
        <p:spPr>
          <a:xfrm>
            <a:off x="6808469" y="148081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2" name="object 2242"/>
          <p:cNvSpPr/>
          <p:nvPr/>
        </p:nvSpPr>
        <p:spPr>
          <a:xfrm>
            <a:off x="6808469" y="151130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3" name="object 2243"/>
          <p:cNvSpPr/>
          <p:nvPr/>
        </p:nvSpPr>
        <p:spPr>
          <a:xfrm>
            <a:off x="6808469" y="154178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4" name="object 2244"/>
          <p:cNvSpPr/>
          <p:nvPr/>
        </p:nvSpPr>
        <p:spPr>
          <a:xfrm>
            <a:off x="6808469" y="157226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5" name="object 2245"/>
          <p:cNvSpPr/>
          <p:nvPr/>
        </p:nvSpPr>
        <p:spPr>
          <a:xfrm>
            <a:off x="6808469" y="160273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6" name="object 2246"/>
          <p:cNvSpPr/>
          <p:nvPr/>
        </p:nvSpPr>
        <p:spPr>
          <a:xfrm>
            <a:off x="6808469" y="16332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7" name="object 2247"/>
          <p:cNvSpPr/>
          <p:nvPr/>
        </p:nvSpPr>
        <p:spPr>
          <a:xfrm>
            <a:off x="6808469" y="166370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8" name="object 2248"/>
          <p:cNvSpPr/>
          <p:nvPr/>
        </p:nvSpPr>
        <p:spPr>
          <a:xfrm>
            <a:off x="6808469" y="169417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9" name="object 2249"/>
          <p:cNvSpPr/>
          <p:nvPr/>
        </p:nvSpPr>
        <p:spPr>
          <a:xfrm>
            <a:off x="6808469" y="172466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0" name="object 2250"/>
          <p:cNvSpPr/>
          <p:nvPr/>
        </p:nvSpPr>
        <p:spPr>
          <a:xfrm>
            <a:off x="6808469" y="175513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1" name="object 2251"/>
          <p:cNvSpPr/>
          <p:nvPr/>
        </p:nvSpPr>
        <p:spPr>
          <a:xfrm>
            <a:off x="6808469" y="17856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2" name="object 2252"/>
          <p:cNvSpPr/>
          <p:nvPr/>
        </p:nvSpPr>
        <p:spPr>
          <a:xfrm>
            <a:off x="6808469" y="181610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3" name="object 2253"/>
          <p:cNvSpPr/>
          <p:nvPr/>
        </p:nvSpPr>
        <p:spPr>
          <a:xfrm>
            <a:off x="7270750" y="141986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4" name="object 2254"/>
          <p:cNvSpPr/>
          <p:nvPr/>
        </p:nvSpPr>
        <p:spPr>
          <a:xfrm>
            <a:off x="7270750" y="145033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5" name="object 2255"/>
          <p:cNvSpPr/>
          <p:nvPr/>
        </p:nvSpPr>
        <p:spPr>
          <a:xfrm>
            <a:off x="7270750" y="148081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6" name="object 2256"/>
          <p:cNvSpPr/>
          <p:nvPr/>
        </p:nvSpPr>
        <p:spPr>
          <a:xfrm>
            <a:off x="7270750" y="151130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7" name="object 2257"/>
          <p:cNvSpPr/>
          <p:nvPr/>
        </p:nvSpPr>
        <p:spPr>
          <a:xfrm>
            <a:off x="7270750" y="154178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8" name="object 2258"/>
          <p:cNvSpPr/>
          <p:nvPr/>
        </p:nvSpPr>
        <p:spPr>
          <a:xfrm>
            <a:off x="7270750" y="157226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9" name="object 2259"/>
          <p:cNvSpPr/>
          <p:nvPr/>
        </p:nvSpPr>
        <p:spPr>
          <a:xfrm>
            <a:off x="7270750" y="160273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0" name="object 2260"/>
          <p:cNvSpPr/>
          <p:nvPr/>
        </p:nvSpPr>
        <p:spPr>
          <a:xfrm>
            <a:off x="7270750" y="16332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1" name="object 2261"/>
          <p:cNvSpPr/>
          <p:nvPr/>
        </p:nvSpPr>
        <p:spPr>
          <a:xfrm>
            <a:off x="7270750" y="166370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2" name="object 2262"/>
          <p:cNvSpPr/>
          <p:nvPr/>
        </p:nvSpPr>
        <p:spPr>
          <a:xfrm>
            <a:off x="7270750" y="169417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3" name="object 2263"/>
          <p:cNvSpPr/>
          <p:nvPr/>
        </p:nvSpPr>
        <p:spPr>
          <a:xfrm>
            <a:off x="7270750" y="172466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4" name="object 2264"/>
          <p:cNvSpPr/>
          <p:nvPr/>
        </p:nvSpPr>
        <p:spPr>
          <a:xfrm>
            <a:off x="7270750" y="175513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5" name="object 2265"/>
          <p:cNvSpPr/>
          <p:nvPr/>
        </p:nvSpPr>
        <p:spPr>
          <a:xfrm>
            <a:off x="7270750" y="17856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6" name="object 2266"/>
          <p:cNvSpPr/>
          <p:nvPr/>
        </p:nvSpPr>
        <p:spPr>
          <a:xfrm>
            <a:off x="7270750" y="181610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7" name="object 2267"/>
          <p:cNvSpPr/>
          <p:nvPr/>
        </p:nvSpPr>
        <p:spPr>
          <a:xfrm>
            <a:off x="8430259" y="141986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8" name="object 2268"/>
          <p:cNvSpPr/>
          <p:nvPr/>
        </p:nvSpPr>
        <p:spPr>
          <a:xfrm>
            <a:off x="8430259" y="145033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9" name="object 2269"/>
          <p:cNvSpPr/>
          <p:nvPr/>
        </p:nvSpPr>
        <p:spPr>
          <a:xfrm>
            <a:off x="8430259" y="148081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0" name="object 2270"/>
          <p:cNvSpPr/>
          <p:nvPr/>
        </p:nvSpPr>
        <p:spPr>
          <a:xfrm>
            <a:off x="8430259" y="151130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1" name="object 2271"/>
          <p:cNvSpPr/>
          <p:nvPr/>
        </p:nvSpPr>
        <p:spPr>
          <a:xfrm>
            <a:off x="8430259" y="154178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2" name="object 2272"/>
          <p:cNvSpPr/>
          <p:nvPr/>
        </p:nvSpPr>
        <p:spPr>
          <a:xfrm>
            <a:off x="8430259" y="157226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3" name="object 2273"/>
          <p:cNvSpPr/>
          <p:nvPr/>
        </p:nvSpPr>
        <p:spPr>
          <a:xfrm>
            <a:off x="8430259" y="160273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4" name="object 2274"/>
          <p:cNvSpPr/>
          <p:nvPr/>
        </p:nvSpPr>
        <p:spPr>
          <a:xfrm>
            <a:off x="8430259" y="16332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5" name="object 2275"/>
          <p:cNvSpPr/>
          <p:nvPr/>
        </p:nvSpPr>
        <p:spPr>
          <a:xfrm>
            <a:off x="8430259" y="166370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6" name="object 2276"/>
          <p:cNvSpPr/>
          <p:nvPr/>
        </p:nvSpPr>
        <p:spPr>
          <a:xfrm>
            <a:off x="8430259" y="169417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7" name="object 2277"/>
          <p:cNvSpPr/>
          <p:nvPr/>
        </p:nvSpPr>
        <p:spPr>
          <a:xfrm>
            <a:off x="8430259" y="172466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8" name="object 2278"/>
          <p:cNvSpPr/>
          <p:nvPr/>
        </p:nvSpPr>
        <p:spPr>
          <a:xfrm>
            <a:off x="8430259" y="175513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9" name="object 2279"/>
          <p:cNvSpPr/>
          <p:nvPr/>
        </p:nvSpPr>
        <p:spPr>
          <a:xfrm>
            <a:off x="8430259" y="17856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0" name="object 2280"/>
          <p:cNvSpPr/>
          <p:nvPr/>
        </p:nvSpPr>
        <p:spPr>
          <a:xfrm>
            <a:off x="8430259" y="181610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1" name="object 2281"/>
          <p:cNvSpPr/>
          <p:nvPr/>
        </p:nvSpPr>
        <p:spPr>
          <a:xfrm>
            <a:off x="9165590" y="141986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2" name="object 2282"/>
          <p:cNvSpPr/>
          <p:nvPr/>
        </p:nvSpPr>
        <p:spPr>
          <a:xfrm>
            <a:off x="9165590" y="145033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3" name="object 2283"/>
          <p:cNvSpPr/>
          <p:nvPr/>
        </p:nvSpPr>
        <p:spPr>
          <a:xfrm>
            <a:off x="9165590" y="148081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4" name="object 2284"/>
          <p:cNvSpPr/>
          <p:nvPr/>
        </p:nvSpPr>
        <p:spPr>
          <a:xfrm>
            <a:off x="9165590" y="151130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5" name="object 2285"/>
          <p:cNvSpPr/>
          <p:nvPr/>
        </p:nvSpPr>
        <p:spPr>
          <a:xfrm>
            <a:off x="9165590" y="154178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6" name="object 2286"/>
          <p:cNvSpPr/>
          <p:nvPr/>
        </p:nvSpPr>
        <p:spPr>
          <a:xfrm>
            <a:off x="9165590" y="157226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7" name="object 2287"/>
          <p:cNvSpPr/>
          <p:nvPr/>
        </p:nvSpPr>
        <p:spPr>
          <a:xfrm>
            <a:off x="9165590" y="160273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8" name="object 2288"/>
          <p:cNvSpPr/>
          <p:nvPr/>
        </p:nvSpPr>
        <p:spPr>
          <a:xfrm>
            <a:off x="9165590" y="16332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9" name="object 2289"/>
          <p:cNvSpPr/>
          <p:nvPr/>
        </p:nvSpPr>
        <p:spPr>
          <a:xfrm>
            <a:off x="9165590" y="166370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0" name="object 2290"/>
          <p:cNvSpPr/>
          <p:nvPr/>
        </p:nvSpPr>
        <p:spPr>
          <a:xfrm>
            <a:off x="9165590" y="169417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1" name="object 2291"/>
          <p:cNvSpPr/>
          <p:nvPr/>
        </p:nvSpPr>
        <p:spPr>
          <a:xfrm>
            <a:off x="9165590" y="172466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2" name="object 2292"/>
          <p:cNvSpPr/>
          <p:nvPr/>
        </p:nvSpPr>
        <p:spPr>
          <a:xfrm>
            <a:off x="9165590" y="175513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3" name="object 2293"/>
          <p:cNvSpPr/>
          <p:nvPr/>
        </p:nvSpPr>
        <p:spPr>
          <a:xfrm>
            <a:off x="9165590" y="178562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4" name="object 2294"/>
          <p:cNvSpPr/>
          <p:nvPr/>
        </p:nvSpPr>
        <p:spPr>
          <a:xfrm>
            <a:off x="9165590" y="181610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5" name="object 2295"/>
          <p:cNvSpPr/>
          <p:nvPr/>
        </p:nvSpPr>
        <p:spPr>
          <a:xfrm>
            <a:off x="6808469" y="18757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6" name="object 2296"/>
          <p:cNvSpPr/>
          <p:nvPr/>
        </p:nvSpPr>
        <p:spPr>
          <a:xfrm>
            <a:off x="6808469" y="19062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7" name="object 2297"/>
          <p:cNvSpPr/>
          <p:nvPr/>
        </p:nvSpPr>
        <p:spPr>
          <a:xfrm>
            <a:off x="6808469" y="19367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8" name="object 2298"/>
          <p:cNvSpPr/>
          <p:nvPr/>
        </p:nvSpPr>
        <p:spPr>
          <a:xfrm>
            <a:off x="6808469" y="19672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9" name="object 2299"/>
          <p:cNvSpPr/>
          <p:nvPr/>
        </p:nvSpPr>
        <p:spPr>
          <a:xfrm>
            <a:off x="6808469" y="19977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0" name="object 2300"/>
          <p:cNvSpPr/>
          <p:nvPr/>
        </p:nvSpPr>
        <p:spPr>
          <a:xfrm>
            <a:off x="6808469" y="20281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1" name="object 2301"/>
          <p:cNvSpPr/>
          <p:nvPr/>
        </p:nvSpPr>
        <p:spPr>
          <a:xfrm>
            <a:off x="6808469" y="20586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2" name="object 2302"/>
          <p:cNvSpPr/>
          <p:nvPr/>
        </p:nvSpPr>
        <p:spPr>
          <a:xfrm>
            <a:off x="6808469" y="20891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3" name="object 2303"/>
          <p:cNvSpPr/>
          <p:nvPr/>
        </p:nvSpPr>
        <p:spPr>
          <a:xfrm>
            <a:off x="6808469" y="21501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4" name="object 2304"/>
          <p:cNvSpPr/>
          <p:nvPr/>
        </p:nvSpPr>
        <p:spPr>
          <a:xfrm>
            <a:off x="6808469" y="21805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5" name="object 2305"/>
          <p:cNvSpPr/>
          <p:nvPr/>
        </p:nvSpPr>
        <p:spPr>
          <a:xfrm>
            <a:off x="6808469" y="22110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6" name="object 2306"/>
          <p:cNvSpPr/>
          <p:nvPr/>
        </p:nvSpPr>
        <p:spPr>
          <a:xfrm>
            <a:off x="6808469" y="22415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7" name="object 2307"/>
          <p:cNvSpPr/>
          <p:nvPr/>
        </p:nvSpPr>
        <p:spPr>
          <a:xfrm>
            <a:off x="6808469" y="22720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8" name="object 2308"/>
          <p:cNvSpPr/>
          <p:nvPr/>
        </p:nvSpPr>
        <p:spPr>
          <a:xfrm>
            <a:off x="6808469" y="23025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9" name="object 2309"/>
          <p:cNvSpPr/>
          <p:nvPr/>
        </p:nvSpPr>
        <p:spPr>
          <a:xfrm>
            <a:off x="6808469" y="23329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0" name="object 2310"/>
          <p:cNvSpPr/>
          <p:nvPr/>
        </p:nvSpPr>
        <p:spPr>
          <a:xfrm>
            <a:off x="6808469" y="23634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1" name="object 2311"/>
          <p:cNvSpPr/>
          <p:nvPr/>
        </p:nvSpPr>
        <p:spPr>
          <a:xfrm>
            <a:off x="6808469" y="23939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2" name="object 2312"/>
          <p:cNvSpPr/>
          <p:nvPr/>
        </p:nvSpPr>
        <p:spPr>
          <a:xfrm>
            <a:off x="6808469" y="24244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3" name="object 2313"/>
          <p:cNvSpPr/>
          <p:nvPr/>
        </p:nvSpPr>
        <p:spPr>
          <a:xfrm>
            <a:off x="6808469" y="2454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4" name="object 2314"/>
          <p:cNvSpPr/>
          <p:nvPr/>
        </p:nvSpPr>
        <p:spPr>
          <a:xfrm>
            <a:off x="6808469" y="24853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5" name="object 2315"/>
          <p:cNvSpPr/>
          <p:nvPr/>
        </p:nvSpPr>
        <p:spPr>
          <a:xfrm>
            <a:off x="6808469" y="25158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6" name="object 2316"/>
          <p:cNvSpPr/>
          <p:nvPr/>
        </p:nvSpPr>
        <p:spPr>
          <a:xfrm>
            <a:off x="6808469" y="25768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7" name="object 2317"/>
          <p:cNvSpPr/>
          <p:nvPr/>
        </p:nvSpPr>
        <p:spPr>
          <a:xfrm>
            <a:off x="6808469" y="26073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8" name="object 2318"/>
          <p:cNvSpPr/>
          <p:nvPr/>
        </p:nvSpPr>
        <p:spPr>
          <a:xfrm>
            <a:off x="6808469" y="26377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9" name="object 2319"/>
          <p:cNvSpPr/>
          <p:nvPr/>
        </p:nvSpPr>
        <p:spPr>
          <a:xfrm>
            <a:off x="6808469" y="26682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0" name="object 2320"/>
          <p:cNvSpPr/>
          <p:nvPr/>
        </p:nvSpPr>
        <p:spPr>
          <a:xfrm>
            <a:off x="6808469" y="26987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1" name="object 2321"/>
          <p:cNvSpPr/>
          <p:nvPr/>
        </p:nvSpPr>
        <p:spPr>
          <a:xfrm>
            <a:off x="6808469" y="27292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2" name="object 2322"/>
          <p:cNvSpPr/>
          <p:nvPr/>
        </p:nvSpPr>
        <p:spPr>
          <a:xfrm>
            <a:off x="6808469" y="27597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3" name="object 2323"/>
          <p:cNvSpPr/>
          <p:nvPr/>
        </p:nvSpPr>
        <p:spPr>
          <a:xfrm>
            <a:off x="6808469" y="27901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4" name="object 2324"/>
          <p:cNvSpPr/>
          <p:nvPr/>
        </p:nvSpPr>
        <p:spPr>
          <a:xfrm>
            <a:off x="6808469" y="28206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5" name="object 2325"/>
          <p:cNvSpPr/>
          <p:nvPr/>
        </p:nvSpPr>
        <p:spPr>
          <a:xfrm>
            <a:off x="6808469" y="28511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6" name="object 2326"/>
          <p:cNvSpPr/>
          <p:nvPr/>
        </p:nvSpPr>
        <p:spPr>
          <a:xfrm>
            <a:off x="6808469" y="28816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7" name="object 2327"/>
          <p:cNvSpPr/>
          <p:nvPr/>
        </p:nvSpPr>
        <p:spPr>
          <a:xfrm>
            <a:off x="6808469" y="29121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8" name="object 2328"/>
          <p:cNvSpPr/>
          <p:nvPr/>
        </p:nvSpPr>
        <p:spPr>
          <a:xfrm>
            <a:off x="6808469" y="29425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9" name="object 2329"/>
          <p:cNvSpPr/>
          <p:nvPr/>
        </p:nvSpPr>
        <p:spPr>
          <a:xfrm>
            <a:off x="6808469" y="29730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0" name="object 2330"/>
          <p:cNvSpPr/>
          <p:nvPr/>
        </p:nvSpPr>
        <p:spPr>
          <a:xfrm>
            <a:off x="6808469" y="30035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1" name="object 2331"/>
          <p:cNvSpPr/>
          <p:nvPr/>
        </p:nvSpPr>
        <p:spPr>
          <a:xfrm>
            <a:off x="6808469" y="30340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2" name="object 2332"/>
          <p:cNvSpPr/>
          <p:nvPr/>
        </p:nvSpPr>
        <p:spPr>
          <a:xfrm>
            <a:off x="6808469" y="30645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3" name="object 2333"/>
          <p:cNvSpPr/>
          <p:nvPr/>
        </p:nvSpPr>
        <p:spPr>
          <a:xfrm>
            <a:off x="6808469" y="30949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4" name="object 2334"/>
          <p:cNvSpPr/>
          <p:nvPr/>
        </p:nvSpPr>
        <p:spPr>
          <a:xfrm>
            <a:off x="6808469" y="31254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5" name="object 2335"/>
          <p:cNvSpPr/>
          <p:nvPr/>
        </p:nvSpPr>
        <p:spPr>
          <a:xfrm>
            <a:off x="6808469" y="31864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6" name="object 2336"/>
          <p:cNvSpPr/>
          <p:nvPr/>
        </p:nvSpPr>
        <p:spPr>
          <a:xfrm>
            <a:off x="6808469" y="3216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7" name="object 2337"/>
          <p:cNvSpPr/>
          <p:nvPr/>
        </p:nvSpPr>
        <p:spPr>
          <a:xfrm>
            <a:off x="6808469" y="32473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8" name="object 2338"/>
          <p:cNvSpPr/>
          <p:nvPr/>
        </p:nvSpPr>
        <p:spPr>
          <a:xfrm>
            <a:off x="6808469" y="32778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9" name="object 2339"/>
          <p:cNvSpPr/>
          <p:nvPr/>
        </p:nvSpPr>
        <p:spPr>
          <a:xfrm>
            <a:off x="6808469" y="33083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0" name="object 2340"/>
          <p:cNvSpPr/>
          <p:nvPr/>
        </p:nvSpPr>
        <p:spPr>
          <a:xfrm>
            <a:off x="6808469" y="33388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1" name="object 2341"/>
          <p:cNvSpPr/>
          <p:nvPr/>
        </p:nvSpPr>
        <p:spPr>
          <a:xfrm>
            <a:off x="6808469" y="33693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2" name="object 2342"/>
          <p:cNvSpPr/>
          <p:nvPr/>
        </p:nvSpPr>
        <p:spPr>
          <a:xfrm>
            <a:off x="6808469" y="33997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3" name="object 2343"/>
          <p:cNvSpPr/>
          <p:nvPr/>
        </p:nvSpPr>
        <p:spPr>
          <a:xfrm>
            <a:off x="6808469" y="34607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4" name="object 2344"/>
          <p:cNvSpPr/>
          <p:nvPr/>
        </p:nvSpPr>
        <p:spPr>
          <a:xfrm>
            <a:off x="6808469" y="34912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5" name="object 2345"/>
          <p:cNvSpPr/>
          <p:nvPr/>
        </p:nvSpPr>
        <p:spPr>
          <a:xfrm>
            <a:off x="6808469" y="35217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6" name="object 2346"/>
          <p:cNvSpPr/>
          <p:nvPr/>
        </p:nvSpPr>
        <p:spPr>
          <a:xfrm>
            <a:off x="6808469" y="35521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7" name="object 2347"/>
          <p:cNvSpPr/>
          <p:nvPr/>
        </p:nvSpPr>
        <p:spPr>
          <a:xfrm>
            <a:off x="6808469" y="35826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8" name="object 2348"/>
          <p:cNvSpPr/>
          <p:nvPr/>
        </p:nvSpPr>
        <p:spPr>
          <a:xfrm>
            <a:off x="6808469" y="36131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9" name="object 2349"/>
          <p:cNvSpPr/>
          <p:nvPr/>
        </p:nvSpPr>
        <p:spPr>
          <a:xfrm>
            <a:off x="6808469" y="36436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0" name="object 2350"/>
          <p:cNvSpPr/>
          <p:nvPr/>
        </p:nvSpPr>
        <p:spPr>
          <a:xfrm>
            <a:off x="6808469" y="36741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1" name="object 2351"/>
          <p:cNvSpPr/>
          <p:nvPr/>
        </p:nvSpPr>
        <p:spPr>
          <a:xfrm>
            <a:off x="6808469" y="37350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2" name="object 2352"/>
          <p:cNvSpPr/>
          <p:nvPr/>
        </p:nvSpPr>
        <p:spPr>
          <a:xfrm>
            <a:off x="6808469" y="37655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3" name="object 2353"/>
          <p:cNvSpPr/>
          <p:nvPr/>
        </p:nvSpPr>
        <p:spPr>
          <a:xfrm>
            <a:off x="6808469" y="37960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4" name="object 2354"/>
          <p:cNvSpPr/>
          <p:nvPr/>
        </p:nvSpPr>
        <p:spPr>
          <a:xfrm>
            <a:off x="6808469" y="38265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5" name="object 2355"/>
          <p:cNvSpPr/>
          <p:nvPr/>
        </p:nvSpPr>
        <p:spPr>
          <a:xfrm>
            <a:off x="6808469" y="38569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6" name="object 2356"/>
          <p:cNvSpPr/>
          <p:nvPr/>
        </p:nvSpPr>
        <p:spPr>
          <a:xfrm>
            <a:off x="6808469" y="38874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7" name="object 2357"/>
          <p:cNvSpPr/>
          <p:nvPr/>
        </p:nvSpPr>
        <p:spPr>
          <a:xfrm>
            <a:off x="6808469" y="39179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8" name="object 2358"/>
          <p:cNvSpPr/>
          <p:nvPr/>
        </p:nvSpPr>
        <p:spPr>
          <a:xfrm>
            <a:off x="6808469" y="39484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9" name="object 2359"/>
          <p:cNvSpPr/>
          <p:nvPr/>
        </p:nvSpPr>
        <p:spPr>
          <a:xfrm>
            <a:off x="6808469" y="40398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0" name="object 2360"/>
          <p:cNvSpPr/>
          <p:nvPr/>
        </p:nvSpPr>
        <p:spPr>
          <a:xfrm>
            <a:off x="6808469" y="40703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1" name="object 2361"/>
          <p:cNvSpPr/>
          <p:nvPr/>
        </p:nvSpPr>
        <p:spPr>
          <a:xfrm>
            <a:off x="6808469" y="41008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2" name="object 2362"/>
          <p:cNvSpPr/>
          <p:nvPr/>
        </p:nvSpPr>
        <p:spPr>
          <a:xfrm>
            <a:off x="6808469" y="41313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3" name="object 2363"/>
          <p:cNvSpPr/>
          <p:nvPr/>
        </p:nvSpPr>
        <p:spPr>
          <a:xfrm>
            <a:off x="6808469" y="41617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4" name="object 2364"/>
          <p:cNvSpPr/>
          <p:nvPr/>
        </p:nvSpPr>
        <p:spPr>
          <a:xfrm>
            <a:off x="6808469" y="41922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5" name="object 2365"/>
          <p:cNvSpPr/>
          <p:nvPr/>
        </p:nvSpPr>
        <p:spPr>
          <a:xfrm>
            <a:off x="6808469" y="42227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6" name="object 2366"/>
          <p:cNvSpPr/>
          <p:nvPr/>
        </p:nvSpPr>
        <p:spPr>
          <a:xfrm>
            <a:off x="6808469" y="42532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7" name="object 2367"/>
          <p:cNvSpPr/>
          <p:nvPr/>
        </p:nvSpPr>
        <p:spPr>
          <a:xfrm>
            <a:off x="6808469" y="43141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8" name="object 2368"/>
          <p:cNvSpPr/>
          <p:nvPr/>
        </p:nvSpPr>
        <p:spPr>
          <a:xfrm>
            <a:off x="6808469" y="43446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9" name="object 2369"/>
          <p:cNvSpPr/>
          <p:nvPr/>
        </p:nvSpPr>
        <p:spPr>
          <a:xfrm>
            <a:off x="6808469" y="43751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0" name="object 2370"/>
          <p:cNvSpPr/>
          <p:nvPr/>
        </p:nvSpPr>
        <p:spPr>
          <a:xfrm>
            <a:off x="6808469" y="44056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1" name="object 2371"/>
          <p:cNvSpPr/>
          <p:nvPr/>
        </p:nvSpPr>
        <p:spPr>
          <a:xfrm>
            <a:off x="6808469" y="44361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2" name="object 2372"/>
          <p:cNvSpPr/>
          <p:nvPr/>
        </p:nvSpPr>
        <p:spPr>
          <a:xfrm>
            <a:off x="6808469" y="44665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3" name="object 2373"/>
          <p:cNvSpPr/>
          <p:nvPr/>
        </p:nvSpPr>
        <p:spPr>
          <a:xfrm>
            <a:off x="6808469" y="44970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4" name="object 2374"/>
          <p:cNvSpPr/>
          <p:nvPr/>
        </p:nvSpPr>
        <p:spPr>
          <a:xfrm>
            <a:off x="6808469" y="45275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5" name="object 2375"/>
          <p:cNvSpPr/>
          <p:nvPr/>
        </p:nvSpPr>
        <p:spPr>
          <a:xfrm>
            <a:off x="6808469" y="45885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6" name="object 2376"/>
          <p:cNvSpPr/>
          <p:nvPr/>
        </p:nvSpPr>
        <p:spPr>
          <a:xfrm>
            <a:off x="6808469" y="46189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7" name="object 2377"/>
          <p:cNvSpPr/>
          <p:nvPr/>
        </p:nvSpPr>
        <p:spPr>
          <a:xfrm>
            <a:off x="6808469" y="46494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8" name="object 2378"/>
          <p:cNvSpPr/>
          <p:nvPr/>
        </p:nvSpPr>
        <p:spPr>
          <a:xfrm>
            <a:off x="6808469" y="46799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9" name="object 2379"/>
          <p:cNvSpPr/>
          <p:nvPr/>
        </p:nvSpPr>
        <p:spPr>
          <a:xfrm>
            <a:off x="6808469" y="47104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0" name="object 2380"/>
          <p:cNvSpPr/>
          <p:nvPr/>
        </p:nvSpPr>
        <p:spPr>
          <a:xfrm>
            <a:off x="6808469" y="47409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1" name="object 2381"/>
          <p:cNvSpPr/>
          <p:nvPr/>
        </p:nvSpPr>
        <p:spPr>
          <a:xfrm>
            <a:off x="6808469" y="47713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2" name="object 2382"/>
          <p:cNvSpPr/>
          <p:nvPr/>
        </p:nvSpPr>
        <p:spPr>
          <a:xfrm>
            <a:off x="6808469" y="48018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3" name="object 2383"/>
          <p:cNvSpPr/>
          <p:nvPr/>
        </p:nvSpPr>
        <p:spPr>
          <a:xfrm>
            <a:off x="6808469" y="48628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4" name="object 2384"/>
          <p:cNvSpPr/>
          <p:nvPr/>
        </p:nvSpPr>
        <p:spPr>
          <a:xfrm>
            <a:off x="6808469" y="48933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5" name="object 2385"/>
          <p:cNvSpPr/>
          <p:nvPr/>
        </p:nvSpPr>
        <p:spPr>
          <a:xfrm>
            <a:off x="6808469" y="49237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6" name="object 2386"/>
          <p:cNvSpPr/>
          <p:nvPr/>
        </p:nvSpPr>
        <p:spPr>
          <a:xfrm>
            <a:off x="6808469" y="49542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7" name="object 2387"/>
          <p:cNvSpPr/>
          <p:nvPr/>
        </p:nvSpPr>
        <p:spPr>
          <a:xfrm>
            <a:off x="6808469" y="49847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8" name="object 2388"/>
          <p:cNvSpPr/>
          <p:nvPr/>
        </p:nvSpPr>
        <p:spPr>
          <a:xfrm>
            <a:off x="6808469" y="50152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9" name="object 2389"/>
          <p:cNvSpPr/>
          <p:nvPr/>
        </p:nvSpPr>
        <p:spPr>
          <a:xfrm>
            <a:off x="6808469" y="50457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0" name="object 2390"/>
          <p:cNvSpPr/>
          <p:nvPr/>
        </p:nvSpPr>
        <p:spPr>
          <a:xfrm>
            <a:off x="6808469" y="50761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1" name="object 2391"/>
          <p:cNvSpPr/>
          <p:nvPr/>
        </p:nvSpPr>
        <p:spPr>
          <a:xfrm>
            <a:off x="6808469" y="51066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2" name="object 2392"/>
          <p:cNvSpPr/>
          <p:nvPr/>
        </p:nvSpPr>
        <p:spPr>
          <a:xfrm>
            <a:off x="6808469" y="51371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3" name="object 2393"/>
          <p:cNvSpPr/>
          <p:nvPr/>
        </p:nvSpPr>
        <p:spPr>
          <a:xfrm>
            <a:off x="6808469" y="51676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4" name="object 2394"/>
          <p:cNvSpPr/>
          <p:nvPr/>
        </p:nvSpPr>
        <p:spPr>
          <a:xfrm>
            <a:off x="6808469" y="51981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5" name="object 2395"/>
          <p:cNvSpPr/>
          <p:nvPr/>
        </p:nvSpPr>
        <p:spPr>
          <a:xfrm>
            <a:off x="6808469" y="52285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6" name="object 2396"/>
          <p:cNvSpPr/>
          <p:nvPr/>
        </p:nvSpPr>
        <p:spPr>
          <a:xfrm>
            <a:off x="6808469" y="52895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7" name="object 2397"/>
          <p:cNvSpPr/>
          <p:nvPr/>
        </p:nvSpPr>
        <p:spPr>
          <a:xfrm>
            <a:off x="6808469" y="53200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8" name="object 2398"/>
          <p:cNvSpPr/>
          <p:nvPr/>
        </p:nvSpPr>
        <p:spPr>
          <a:xfrm>
            <a:off x="6808469" y="53505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9" name="object 2399"/>
          <p:cNvSpPr/>
          <p:nvPr/>
        </p:nvSpPr>
        <p:spPr>
          <a:xfrm>
            <a:off x="6808469" y="53809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0" name="object 2400"/>
          <p:cNvSpPr/>
          <p:nvPr/>
        </p:nvSpPr>
        <p:spPr>
          <a:xfrm>
            <a:off x="6808469" y="54114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1" name="object 2401"/>
          <p:cNvSpPr/>
          <p:nvPr/>
        </p:nvSpPr>
        <p:spPr>
          <a:xfrm>
            <a:off x="6808469" y="54419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2" name="object 2402"/>
          <p:cNvSpPr/>
          <p:nvPr/>
        </p:nvSpPr>
        <p:spPr>
          <a:xfrm>
            <a:off x="6808469" y="54724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3" name="object 2403"/>
          <p:cNvSpPr/>
          <p:nvPr/>
        </p:nvSpPr>
        <p:spPr>
          <a:xfrm>
            <a:off x="6808469" y="55029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4" name="object 2404"/>
          <p:cNvSpPr/>
          <p:nvPr/>
        </p:nvSpPr>
        <p:spPr>
          <a:xfrm>
            <a:off x="6808469" y="55333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5" name="object 2405"/>
          <p:cNvSpPr/>
          <p:nvPr/>
        </p:nvSpPr>
        <p:spPr>
          <a:xfrm>
            <a:off x="6808469" y="55638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6" name="object 2406"/>
          <p:cNvSpPr/>
          <p:nvPr/>
        </p:nvSpPr>
        <p:spPr>
          <a:xfrm>
            <a:off x="6808469" y="55943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7" name="object 2407"/>
          <p:cNvSpPr/>
          <p:nvPr/>
        </p:nvSpPr>
        <p:spPr>
          <a:xfrm>
            <a:off x="6808469" y="56248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8" name="object 2408"/>
          <p:cNvSpPr/>
          <p:nvPr/>
        </p:nvSpPr>
        <p:spPr>
          <a:xfrm>
            <a:off x="6808469" y="56553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9" name="object 2409"/>
          <p:cNvSpPr/>
          <p:nvPr/>
        </p:nvSpPr>
        <p:spPr>
          <a:xfrm>
            <a:off x="6808469" y="57162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0" name="object 2410"/>
          <p:cNvSpPr/>
          <p:nvPr/>
        </p:nvSpPr>
        <p:spPr>
          <a:xfrm>
            <a:off x="6808469" y="57467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1" name="object 2411"/>
          <p:cNvSpPr/>
          <p:nvPr/>
        </p:nvSpPr>
        <p:spPr>
          <a:xfrm>
            <a:off x="6808469" y="57772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2" name="object 2412"/>
          <p:cNvSpPr/>
          <p:nvPr/>
        </p:nvSpPr>
        <p:spPr>
          <a:xfrm>
            <a:off x="6808469" y="58077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3" name="object 2413"/>
          <p:cNvSpPr/>
          <p:nvPr/>
        </p:nvSpPr>
        <p:spPr>
          <a:xfrm>
            <a:off x="6808469" y="58381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4" name="object 2414"/>
          <p:cNvSpPr/>
          <p:nvPr/>
        </p:nvSpPr>
        <p:spPr>
          <a:xfrm>
            <a:off x="6808469" y="58686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5" name="object 2415"/>
          <p:cNvSpPr/>
          <p:nvPr/>
        </p:nvSpPr>
        <p:spPr>
          <a:xfrm>
            <a:off x="6808469" y="58991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6" name="object 2416"/>
          <p:cNvSpPr/>
          <p:nvPr/>
        </p:nvSpPr>
        <p:spPr>
          <a:xfrm>
            <a:off x="6808469" y="59296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7" name="object 2417"/>
          <p:cNvSpPr/>
          <p:nvPr/>
        </p:nvSpPr>
        <p:spPr>
          <a:xfrm>
            <a:off x="6808469" y="59601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8" name="object 2418"/>
          <p:cNvSpPr/>
          <p:nvPr/>
        </p:nvSpPr>
        <p:spPr>
          <a:xfrm>
            <a:off x="6808469" y="59905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9" name="object 2419"/>
          <p:cNvSpPr/>
          <p:nvPr/>
        </p:nvSpPr>
        <p:spPr>
          <a:xfrm>
            <a:off x="6808469" y="60210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0" name="object 2420"/>
          <p:cNvSpPr/>
          <p:nvPr/>
        </p:nvSpPr>
        <p:spPr>
          <a:xfrm>
            <a:off x="6808469" y="60515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1" name="object 2421"/>
          <p:cNvSpPr/>
          <p:nvPr/>
        </p:nvSpPr>
        <p:spPr>
          <a:xfrm>
            <a:off x="6808469" y="60820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2" name="object 2422"/>
          <p:cNvSpPr/>
          <p:nvPr/>
        </p:nvSpPr>
        <p:spPr>
          <a:xfrm>
            <a:off x="6808469" y="61125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3" name="object 2423"/>
          <p:cNvSpPr/>
          <p:nvPr/>
        </p:nvSpPr>
        <p:spPr>
          <a:xfrm>
            <a:off x="6808469" y="61429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4" name="object 2424"/>
          <p:cNvSpPr/>
          <p:nvPr/>
        </p:nvSpPr>
        <p:spPr>
          <a:xfrm>
            <a:off x="7270750" y="18757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5" name="object 2425"/>
          <p:cNvSpPr/>
          <p:nvPr/>
        </p:nvSpPr>
        <p:spPr>
          <a:xfrm>
            <a:off x="7270750" y="19062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6" name="object 2426"/>
          <p:cNvSpPr/>
          <p:nvPr/>
        </p:nvSpPr>
        <p:spPr>
          <a:xfrm>
            <a:off x="7270750" y="19367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7" name="object 2427"/>
          <p:cNvSpPr/>
          <p:nvPr/>
        </p:nvSpPr>
        <p:spPr>
          <a:xfrm>
            <a:off x="7270750" y="19672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8" name="object 2428"/>
          <p:cNvSpPr/>
          <p:nvPr/>
        </p:nvSpPr>
        <p:spPr>
          <a:xfrm>
            <a:off x="7270750" y="19977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9" name="object 2429"/>
          <p:cNvSpPr/>
          <p:nvPr/>
        </p:nvSpPr>
        <p:spPr>
          <a:xfrm>
            <a:off x="7270750" y="20281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0" name="object 2430"/>
          <p:cNvSpPr/>
          <p:nvPr/>
        </p:nvSpPr>
        <p:spPr>
          <a:xfrm>
            <a:off x="7270750" y="20586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1" name="object 2431"/>
          <p:cNvSpPr/>
          <p:nvPr/>
        </p:nvSpPr>
        <p:spPr>
          <a:xfrm>
            <a:off x="7270750" y="20891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2" name="object 2432"/>
          <p:cNvSpPr/>
          <p:nvPr/>
        </p:nvSpPr>
        <p:spPr>
          <a:xfrm>
            <a:off x="7270750" y="21501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3" name="object 2433"/>
          <p:cNvSpPr/>
          <p:nvPr/>
        </p:nvSpPr>
        <p:spPr>
          <a:xfrm>
            <a:off x="7270750" y="21805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4" name="object 2434"/>
          <p:cNvSpPr/>
          <p:nvPr/>
        </p:nvSpPr>
        <p:spPr>
          <a:xfrm>
            <a:off x="7270750" y="22110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5" name="object 2435"/>
          <p:cNvSpPr/>
          <p:nvPr/>
        </p:nvSpPr>
        <p:spPr>
          <a:xfrm>
            <a:off x="7270750" y="22415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6" name="object 2436"/>
          <p:cNvSpPr/>
          <p:nvPr/>
        </p:nvSpPr>
        <p:spPr>
          <a:xfrm>
            <a:off x="7270750" y="22720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7" name="object 2437"/>
          <p:cNvSpPr/>
          <p:nvPr/>
        </p:nvSpPr>
        <p:spPr>
          <a:xfrm>
            <a:off x="7270750" y="23025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8" name="object 2438"/>
          <p:cNvSpPr/>
          <p:nvPr/>
        </p:nvSpPr>
        <p:spPr>
          <a:xfrm>
            <a:off x="7270750" y="23329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9" name="object 2439"/>
          <p:cNvSpPr/>
          <p:nvPr/>
        </p:nvSpPr>
        <p:spPr>
          <a:xfrm>
            <a:off x="7270750" y="23634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0" name="object 2440"/>
          <p:cNvSpPr/>
          <p:nvPr/>
        </p:nvSpPr>
        <p:spPr>
          <a:xfrm>
            <a:off x="7270750" y="23939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1" name="object 2441"/>
          <p:cNvSpPr/>
          <p:nvPr/>
        </p:nvSpPr>
        <p:spPr>
          <a:xfrm>
            <a:off x="7270750" y="24244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2" name="object 2442"/>
          <p:cNvSpPr/>
          <p:nvPr/>
        </p:nvSpPr>
        <p:spPr>
          <a:xfrm>
            <a:off x="7270750" y="2454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3" name="object 2443"/>
          <p:cNvSpPr/>
          <p:nvPr/>
        </p:nvSpPr>
        <p:spPr>
          <a:xfrm>
            <a:off x="7270750" y="24853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4" name="object 2444"/>
          <p:cNvSpPr/>
          <p:nvPr/>
        </p:nvSpPr>
        <p:spPr>
          <a:xfrm>
            <a:off x="7270750" y="25158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5" name="object 2445"/>
          <p:cNvSpPr/>
          <p:nvPr/>
        </p:nvSpPr>
        <p:spPr>
          <a:xfrm>
            <a:off x="7270750" y="25768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6" name="object 2446"/>
          <p:cNvSpPr/>
          <p:nvPr/>
        </p:nvSpPr>
        <p:spPr>
          <a:xfrm>
            <a:off x="7270750" y="26073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7" name="object 2447"/>
          <p:cNvSpPr/>
          <p:nvPr/>
        </p:nvSpPr>
        <p:spPr>
          <a:xfrm>
            <a:off x="7270750" y="26377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8" name="object 2448"/>
          <p:cNvSpPr/>
          <p:nvPr/>
        </p:nvSpPr>
        <p:spPr>
          <a:xfrm>
            <a:off x="7270750" y="26682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9" name="object 2449"/>
          <p:cNvSpPr/>
          <p:nvPr/>
        </p:nvSpPr>
        <p:spPr>
          <a:xfrm>
            <a:off x="7270750" y="26987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0" name="object 2450"/>
          <p:cNvSpPr/>
          <p:nvPr/>
        </p:nvSpPr>
        <p:spPr>
          <a:xfrm>
            <a:off x="7270750" y="27292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1" name="object 2451"/>
          <p:cNvSpPr/>
          <p:nvPr/>
        </p:nvSpPr>
        <p:spPr>
          <a:xfrm>
            <a:off x="7270750" y="27597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2" name="object 2452"/>
          <p:cNvSpPr/>
          <p:nvPr/>
        </p:nvSpPr>
        <p:spPr>
          <a:xfrm>
            <a:off x="7270750" y="27901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3" name="object 2453"/>
          <p:cNvSpPr/>
          <p:nvPr/>
        </p:nvSpPr>
        <p:spPr>
          <a:xfrm>
            <a:off x="7270750" y="28206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4" name="object 2454"/>
          <p:cNvSpPr/>
          <p:nvPr/>
        </p:nvSpPr>
        <p:spPr>
          <a:xfrm>
            <a:off x="7270750" y="28511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5" name="object 2455"/>
          <p:cNvSpPr/>
          <p:nvPr/>
        </p:nvSpPr>
        <p:spPr>
          <a:xfrm>
            <a:off x="7270750" y="28816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6" name="object 2456"/>
          <p:cNvSpPr/>
          <p:nvPr/>
        </p:nvSpPr>
        <p:spPr>
          <a:xfrm>
            <a:off x="7270750" y="29121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7" name="object 2457"/>
          <p:cNvSpPr/>
          <p:nvPr/>
        </p:nvSpPr>
        <p:spPr>
          <a:xfrm>
            <a:off x="7270750" y="29425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8" name="object 2458"/>
          <p:cNvSpPr/>
          <p:nvPr/>
        </p:nvSpPr>
        <p:spPr>
          <a:xfrm>
            <a:off x="7270750" y="29730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9" name="object 2459"/>
          <p:cNvSpPr/>
          <p:nvPr/>
        </p:nvSpPr>
        <p:spPr>
          <a:xfrm>
            <a:off x="7270750" y="30035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0" name="object 2460"/>
          <p:cNvSpPr/>
          <p:nvPr/>
        </p:nvSpPr>
        <p:spPr>
          <a:xfrm>
            <a:off x="7270750" y="30340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1" name="object 2461"/>
          <p:cNvSpPr/>
          <p:nvPr/>
        </p:nvSpPr>
        <p:spPr>
          <a:xfrm>
            <a:off x="7270750" y="30645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2" name="object 2462"/>
          <p:cNvSpPr/>
          <p:nvPr/>
        </p:nvSpPr>
        <p:spPr>
          <a:xfrm>
            <a:off x="7270750" y="30949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3" name="object 2463"/>
          <p:cNvSpPr/>
          <p:nvPr/>
        </p:nvSpPr>
        <p:spPr>
          <a:xfrm>
            <a:off x="7270750" y="31254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4" name="object 2464"/>
          <p:cNvSpPr/>
          <p:nvPr/>
        </p:nvSpPr>
        <p:spPr>
          <a:xfrm>
            <a:off x="7270750" y="31864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5" name="object 2465"/>
          <p:cNvSpPr/>
          <p:nvPr/>
        </p:nvSpPr>
        <p:spPr>
          <a:xfrm>
            <a:off x="7270750" y="3216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6" name="object 2466"/>
          <p:cNvSpPr/>
          <p:nvPr/>
        </p:nvSpPr>
        <p:spPr>
          <a:xfrm>
            <a:off x="7270750" y="32473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7" name="object 2467"/>
          <p:cNvSpPr/>
          <p:nvPr/>
        </p:nvSpPr>
        <p:spPr>
          <a:xfrm>
            <a:off x="7270750" y="32778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8" name="object 2468"/>
          <p:cNvSpPr/>
          <p:nvPr/>
        </p:nvSpPr>
        <p:spPr>
          <a:xfrm>
            <a:off x="7270750" y="33083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9" name="object 2469"/>
          <p:cNvSpPr/>
          <p:nvPr/>
        </p:nvSpPr>
        <p:spPr>
          <a:xfrm>
            <a:off x="7270750" y="33388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70" name="object 2470"/>
          <p:cNvSpPr/>
          <p:nvPr/>
        </p:nvSpPr>
        <p:spPr>
          <a:xfrm>
            <a:off x="7270750" y="33693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71" name="object 2471"/>
          <p:cNvSpPr/>
          <p:nvPr/>
        </p:nvSpPr>
        <p:spPr>
          <a:xfrm>
            <a:off x="7270750" y="33997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72" name="object 2472"/>
          <p:cNvSpPr/>
          <p:nvPr/>
        </p:nvSpPr>
        <p:spPr>
          <a:xfrm>
            <a:off x="7270750" y="34607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73" name="object 2473"/>
          <p:cNvSpPr/>
          <p:nvPr/>
        </p:nvSpPr>
        <p:spPr>
          <a:xfrm>
            <a:off x="7270750" y="34912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74" name="object 2474"/>
          <p:cNvSpPr/>
          <p:nvPr/>
        </p:nvSpPr>
        <p:spPr>
          <a:xfrm>
            <a:off x="7270750" y="35217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75" name="object 2475"/>
          <p:cNvSpPr/>
          <p:nvPr/>
        </p:nvSpPr>
        <p:spPr>
          <a:xfrm>
            <a:off x="7270750" y="35521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76" name="object 2476"/>
          <p:cNvSpPr/>
          <p:nvPr/>
        </p:nvSpPr>
        <p:spPr>
          <a:xfrm>
            <a:off x="7270750" y="35826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77" name="object 2477"/>
          <p:cNvSpPr/>
          <p:nvPr/>
        </p:nvSpPr>
        <p:spPr>
          <a:xfrm>
            <a:off x="7270750" y="36131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78" name="object 2478"/>
          <p:cNvSpPr/>
          <p:nvPr/>
        </p:nvSpPr>
        <p:spPr>
          <a:xfrm>
            <a:off x="7270750" y="36436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79" name="object 2479"/>
          <p:cNvSpPr/>
          <p:nvPr/>
        </p:nvSpPr>
        <p:spPr>
          <a:xfrm>
            <a:off x="7270750" y="36741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0" name="object 2480"/>
          <p:cNvSpPr/>
          <p:nvPr/>
        </p:nvSpPr>
        <p:spPr>
          <a:xfrm>
            <a:off x="7270750" y="37350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1" name="object 2481"/>
          <p:cNvSpPr/>
          <p:nvPr/>
        </p:nvSpPr>
        <p:spPr>
          <a:xfrm>
            <a:off x="7270750" y="37655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2" name="object 2482"/>
          <p:cNvSpPr/>
          <p:nvPr/>
        </p:nvSpPr>
        <p:spPr>
          <a:xfrm>
            <a:off x="7270750" y="37960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3" name="object 2483"/>
          <p:cNvSpPr/>
          <p:nvPr/>
        </p:nvSpPr>
        <p:spPr>
          <a:xfrm>
            <a:off x="7270750" y="38265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4" name="object 2484"/>
          <p:cNvSpPr/>
          <p:nvPr/>
        </p:nvSpPr>
        <p:spPr>
          <a:xfrm>
            <a:off x="7270750" y="38569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5" name="object 2485"/>
          <p:cNvSpPr/>
          <p:nvPr/>
        </p:nvSpPr>
        <p:spPr>
          <a:xfrm>
            <a:off x="7270750" y="38874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6" name="object 2486"/>
          <p:cNvSpPr/>
          <p:nvPr/>
        </p:nvSpPr>
        <p:spPr>
          <a:xfrm>
            <a:off x="7270750" y="39179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7" name="object 2487"/>
          <p:cNvSpPr/>
          <p:nvPr/>
        </p:nvSpPr>
        <p:spPr>
          <a:xfrm>
            <a:off x="7270750" y="39484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8" name="object 2488"/>
          <p:cNvSpPr/>
          <p:nvPr/>
        </p:nvSpPr>
        <p:spPr>
          <a:xfrm>
            <a:off x="7270750" y="40398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9" name="object 2489"/>
          <p:cNvSpPr/>
          <p:nvPr/>
        </p:nvSpPr>
        <p:spPr>
          <a:xfrm>
            <a:off x="7270750" y="40703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0" name="object 2490"/>
          <p:cNvSpPr/>
          <p:nvPr/>
        </p:nvSpPr>
        <p:spPr>
          <a:xfrm>
            <a:off x="7270750" y="41008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1" name="object 2491"/>
          <p:cNvSpPr/>
          <p:nvPr/>
        </p:nvSpPr>
        <p:spPr>
          <a:xfrm>
            <a:off x="7270750" y="41313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2" name="object 2492"/>
          <p:cNvSpPr/>
          <p:nvPr/>
        </p:nvSpPr>
        <p:spPr>
          <a:xfrm>
            <a:off x="7270750" y="41617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3" name="object 2493"/>
          <p:cNvSpPr/>
          <p:nvPr/>
        </p:nvSpPr>
        <p:spPr>
          <a:xfrm>
            <a:off x="7270750" y="41922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4" name="object 2494"/>
          <p:cNvSpPr/>
          <p:nvPr/>
        </p:nvSpPr>
        <p:spPr>
          <a:xfrm>
            <a:off x="7270750" y="42227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5" name="object 2495"/>
          <p:cNvSpPr/>
          <p:nvPr/>
        </p:nvSpPr>
        <p:spPr>
          <a:xfrm>
            <a:off x="7270750" y="42532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6" name="object 2496"/>
          <p:cNvSpPr/>
          <p:nvPr/>
        </p:nvSpPr>
        <p:spPr>
          <a:xfrm>
            <a:off x="7270750" y="43141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7" name="object 2497"/>
          <p:cNvSpPr/>
          <p:nvPr/>
        </p:nvSpPr>
        <p:spPr>
          <a:xfrm>
            <a:off x="7270750" y="43446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8" name="object 2498"/>
          <p:cNvSpPr/>
          <p:nvPr/>
        </p:nvSpPr>
        <p:spPr>
          <a:xfrm>
            <a:off x="7270750" y="43751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9" name="object 2499"/>
          <p:cNvSpPr/>
          <p:nvPr/>
        </p:nvSpPr>
        <p:spPr>
          <a:xfrm>
            <a:off x="7270750" y="44056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0" name="object 2500"/>
          <p:cNvSpPr/>
          <p:nvPr/>
        </p:nvSpPr>
        <p:spPr>
          <a:xfrm>
            <a:off x="7270750" y="44361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1" name="object 2501"/>
          <p:cNvSpPr/>
          <p:nvPr/>
        </p:nvSpPr>
        <p:spPr>
          <a:xfrm>
            <a:off x="7270750" y="44665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2" name="object 2502"/>
          <p:cNvSpPr/>
          <p:nvPr/>
        </p:nvSpPr>
        <p:spPr>
          <a:xfrm>
            <a:off x="7270750" y="44970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3" name="object 2503"/>
          <p:cNvSpPr/>
          <p:nvPr/>
        </p:nvSpPr>
        <p:spPr>
          <a:xfrm>
            <a:off x="7270750" y="45275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4" name="object 2504"/>
          <p:cNvSpPr/>
          <p:nvPr/>
        </p:nvSpPr>
        <p:spPr>
          <a:xfrm>
            <a:off x="7270750" y="45885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5" name="object 2505"/>
          <p:cNvSpPr/>
          <p:nvPr/>
        </p:nvSpPr>
        <p:spPr>
          <a:xfrm>
            <a:off x="7270750" y="46189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6" name="object 2506"/>
          <p:cNvSpPr/>
          <p:nvPr/>
        </p:nvSpPr>
        <p:spPr>
          <a:xfrm>
            <a:off x="7270750" y="46494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7" name="object 2507"/>
          <p:cNvSpPr/>
          <p:nvPr/>
        </p:nvSpPr>
        <p:spPr>
          <a:xfrm>
            <a:off x="7270750" y="46799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8" name="object 2508"/>
          <p:cNvSpPr/>
          <p:nvPr/>
        </p:nvSpPr>
        <p:spPr>
          <a:xfrm>
            <a:off x="7270750" y="47104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9" name="object 2509"/>
          <p:cNvSpPr/>
          <p:nvPr/>
        </p:nvSpPr>
        <p:spPr>
          <a:xfrm>
            <a:off x="7270750" y="47409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0" name="object 2510"/>
          <p:cNvSpPr/>
          <p:nvPr/>
        </p:nvSpPr>
        <p:spPr>
          <a:xfrm>
            <a:off x="7270750" y="47713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1" name="object 2511"/>
          <p:cNvSpPr/>
          <p:nvPr/>
        </p:nvSpPr>
        <p:spPr>
          <a:xfrm>
            <a:off x="7270750" y="48018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2" name="object 2512"/>
          <p:cNvSpPr/>
          <p:nvPr/>
        </p:nvSpPr>
        <p:spPr>
          <a:xfrm>
            <a:off x="7270750" y="48628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3" name="object 2513"/>
          <p:cNvSpPr/>
          <p:nvPr/>
        </p:nvSpPr>
        <p:spPr>
          <a:xfrm>
            <a:off x="7270750" y="48933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4" name="object 2514"/>
          <p:cNvSpPr/>
          <p:nvPr/>
        </p:nvSpPr>
        <p:spPr>
          <a:xfrm>
            <a:off x="7270750" y="49237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5" name="object 2515"/>
          <p:cNvSpPr/>
          <p:nvPr/>
        </p:nvSpPr>
        <p:spPr>
          <a:xfrm>
            <a:off x="7270750" y="49542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6" name="object 2516"/>
          <p:cNvSpPr/>
          <p:nvPr/>
        </p:nvSpPr>
        <p:spPr>
          <a:xfrm>
            <a:off x="7270750" y="49847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7" name="object 2517"/>
          <p:cNvSpPr/>
          <p:nvPr/>
        </p:nvSpPr>
        <p:spPr>
          <a:xfrm>
            <a:off x="7270750" y="50152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8" name="object 2518"/>
          <p:cNvSpPr/>
          <p:nvPr/>
        </p:nvSpPr>
        <p:spPr>
          <a:xfrm>
            <a:off x="7270750" y="50457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9" name="object 2519"/>
          <p:cNvSpPr/>
          <p:nvPr/>
        </p:nvSpPr>
        <p:spPr>
          <a:xfrm>
            <a:off x="7270750" y="50761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0" name="object 2520"/>
          <p:cNvSpPr/>
          <p:nvPr/>
        </p:nvSpPr>
        <p:spPr>
          <a:xfrm>
            <a:off x="7270750" y="51066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1" name="object 2521"/>
          <p:cNvSpPr/>
          <p:nvPr/>
        </p:nvSpPr>
        <p:spPr>
          <a:xfrm>
            <a:off x="7270750" y="51371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2" name="object 2522"/>
          <p:cNvSpPr/>
          <p:nvPr/>
        </p:nvSpPr>
        <p:spPr>
          <a:xfrm>
            <a:off x="7270750" y="51676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3" name="object 2523"/>
          <p:cNvSpPr/>
          <p:nvPr/>
        </p:nvSpPr>
        <p:spPr>
          <a:xfrm>
            <a:off x="7270750" y="51981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4" name="object 2524"/>
          <p:cNvSpPr/>
          <p:nvPr/>
        </p:nvSpPr>
        <p:spPr>
          <a:xfrm>
            <a:off x="7270750" y="52285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5" name="object 2525"/>
          <p:cNvSpPr/>
          <p:nvPr/>
        </p:nvSpPr>
        <p:spPr>
          <a:xfrm>
            <a:off x="7270750" y="52895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6" name="object 2526"/>
          <p:cNvSpPr/>
          <p:nvPr/>
        </p:nvSpPr>
        <p:spPr>
          <a:xfrm>
            <a:off x="7270750" y="53200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7" name="object 2527"/>
          <p:cNvSpPr/>
          <p:nvPr/>
        </p:nvSpPr>
        <p:spPr>
          <a:xfrm>
            <a:off x="7270750" y="53505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8" name="object 2528"/>
          <p:cNvSpPr/>
          <p:nvPr/>
        </p:nvSpPr>
        <p:spPr>
          <a:xfrm>
            <a:off x="7270750" y="53809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9" name="object 2529"/>
          <p:cNvSpPr/>
          <p:nvPr/>
        </p:nvSpPr>
        <p:spPr>
          <a:xfrm>
            <a:off x="7270750" y="54114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30" name="object 2530"/>
          <p:cNvSpPr/>
          <p:nvPr/>
        </p:nvSpPr>
        <p:spPr>
          <a:xfrm>
            <a:off x="7270750" y="54419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31" name="object 2531"/>
          <p:cNvSpPr/>
          <p:nvPr/>
        </p:nvSpPr>
        <p:spPr>
          <a:xfrm>
            <a:off x="7270750" y="54724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32" name="object 2532"/>
          <p:cNvSpPr/>
          <p:nvPr/>
        </p:nvSpPr>
        <p:spPr>
          <a:xfrm>
            <a:off x="7270750" y="55029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33" name="object 2533"/>
          <p:cNvSpPr/>
          <p:nvPr/>
        </p:nvSpPr>
        <p:spPr>
          <a:xfrm>
            <a:off x="7270750" y="55333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34" name="object 2534"/>
          <p:cNvSpPr/>
          <p:nvPr/>
        </p:nvSpPr>
        <p:spPr>
          <a:xfrm>
            <a:off x="7270750" y="55638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35" name="object 2535"/>
          <p:cNvSpPr/>
          <p:nvPr/>
        </p:nvSpPr>
        <p:spPr>
          <a:xfrm>
            <a:off x="7270750" y="55943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36" name="object 2536"/>
          <p:cNvSpPr/>
          <p:nvPr/>
        </p:nvSpPr>
        <p:spPr>
          <a:xfrm>
            <a:off x="7270750" y="56248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37" name="object 2537"/>
          <p:cNvSpPr/>
          <p:nvPr/>
        </p:nvSpPr>
        <p:spPr>
          <a:xfrm>
            <a:off x="7270750" y="56553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38" name="object 2538"/>
          <p:cNvSpPr/>
          <p:nvPr/>
        </p:nvSpPr>
        <p:spPr>
          <a:xfrm>
            <a:off x="7270750" y="57162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39" name="object 2539"/>
          <p:cNvSpPr/>
          <p:nvPr/>
        </p:nvSpPr>
        <p:spPr>
          <a:xfrm>
            <a:off x="7270750" y="57467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0" name="object 2540"/>
          <p:cNvSpPr/>
          <p:nvPr/>
        </p:nvSpPr>
        <p:spPr>
          <a:xfrm>
            <a:off x="7270750" y="57772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1" name="object 2541"/>
          <p:cNvSpPr/>
          <p:nvPr/>
        </p:nvSpPr>
        <p:spPr>
          <a:xfrm>
            <a:off x="7270750" y="58077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2" name="object 2542"/>
          <p:cNvSpPr/>
          <p:nvPr/>
        </p:nvSpPr>
        <p:spPr>
          <a:xfrm>
            <a:off x="7270750" y="58381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3" name="object 2543"/>
          <p:cNvSpPr/>
          <p:nvPr/>
        </p:nvSpPr>
        <p:spPr>
          <a:xfrm>
            <a:off x="7270750" y="58686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4" name="object 2544"/>
          <p:cNvSpPr/>
          <p:nvPr/>
        </p:nvSpPr>
        <p:spPr>
          <a:xfrm>
            <a:off x="7270750" y="58991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5" name="object 2545"/>
          <p:cNvSpPr/>
          <p:nvPr/>
        </p:nvSpPr>
        <p:spPr>
          <a:xfrm>
            <a:off x="7270750" y="59296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6" name="object 2546"/>
          <p:cNvSpPr/>
          <p:nvPr/>
        </p:nvSpPr>
        <p:spPr>
          <a:xfrm>
            <a:off x="7270750" y="59601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7" name="object 2547"/>
          <p:cNvSpPr/>
          <p:nvPr/>
        </p:nvSpPr>
        <p:spPr>
          <a:xfrm>
            <a:off x="7270750" y="59905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8" name="object 2548"/>
          <p:cNvSpPr/>
          <p:nvPr/>
        </p:nvSpPr>
        <p:spPr>
          <a:xfrm>
            <a:off x="7270750" y="60210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9" name="object 2549"/>
          <p:cNvSpPr/>
          <p:nvPr/>
        </p:nvSpPr>
        <p:spPr>
          <a:xfrm>
            <a:off x="7270750" y="60515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0" name="object 2550"/>
          <p:cNvSpPr/>
          <p:nvPr/>
        </p:nvSpPr>
        <p:spPr>
          <a:xfrm>
            <a:off x="7270750" y="60820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1" name="object 2551"/>
          <p:cNvSpPr/>
          <p:nvPr/>
        </p:nvSpPr>
        <p:spPr>
          <a:xfrm>
            <a:off x="7270750" y="61125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2" name="object 2552"/>
          <p:cNvSpPr/>
          <p:nvPr/>
        </p:nvSpPr>
        <p:spPr>
          <a:xfrm>
            <a:off x="7270750" y="61429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3" name="object 2553"/>
          <p:cNvSpPr/>
          <p:nvPr/>
        </p:nvSpPr>
        <p:spPr>
          <a:xfrm>
            <a:off x="8430259" y="18757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4" name="object 2554"/>
          <p:cNvSpPr/>
          <p:nvPr/>
        </p:nvSpPr>
        <p:spPr>
          <a:xfrm>
            <a:off x="8430259" y="19062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5" name="object 2555"/>
          <p:cNvSpPr/>
          <p:nvPr/>
        </p:nvSpPr>
        <p:spPr>
          <a:xfrm>
            <a:off x="8430259" y="19367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6" name="object 2556"/>
          <p:cNvSpPr/>
          <p:nvPr/>
        </p:nvSpPr>
        <p:spPr>
          <a:xfrm>
            <a:off x="8430259" y="19672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7" name="object 2557"/>
          <p:cNvSpPr/>
          <p:nvPr/>
        </p:nvSpPr>
        <p:spPr>
          <a:xfrm>
            <a:off x="8430259" y="19977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8" name="object 2558"/>
          <p:cNvSpPr/>
          <p:nvPr/>
        </p:nvSpPr>
        <p:spPr>
          <a:xfrm>
            <a:off x="8430259" y="20281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9" name="object 2559"/>
          <p:cNvSpPr/>
          <p:nvPr/>
        </p:nvSpPr>
        <p:spPr>
          <a:xfrm>
            <a:off x="8430259" y="20586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0" name="object 2560"/>
          <p:cNvSpPr/>
          <p:nvPr/>
        </p:nvSpPr>
        <p:spPr>
          <a:xfrm>
            <a:off x="8430259" y="20891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1" name="object 2561"/>
          <p:cNvSpPr/>
          <p:nvPr/>
        </p:nvSpPr>
        <p:spPr>
          <a:xfrm>
            <a:off x="8430259" y="21501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2" name="object 2562"/>
          <p:cNvSpPr/>
          <p:nvPr/>
        </p:nvSpPr>
        <p:spPr>
          <a:xfrm>
            <a:off x="8430259" y="21805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3" name="object 2563"/>
          <p:cNvSpPr/>
          <p:nvPr/>
        </p:nvSpPr>
        <p:spPr>
          <a:xfrm>
            <a:off x="8430259" y="22110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4" name="object 2564"/>
          <p:cNvSpPr/>
          <p:nvPr/>
        </p:nvSpPr>
        <p:spPr>
          <a:xfrm>
            <a:off x="8430259" y="22415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5" name="object 2565"/>
          <p:cNvSpPr/>
          <p:nvPr/>
        </p:nvSpPr>
        <p:spPr>
          <a:xfrm>
            <a:off x="8430259" y="22720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6" name="object 2566"/>
          <p:cNvSpPr/>
          <p:nvPr/>
        </p:nvSpPr>
        <p:spPr>
          <a:xfrm>
            <a:off x="8430259" y="23025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7" name="object 2567"/>
          <p:cNvSpPr/>
          <p:nvPr/>
        </p:nvSpPr>
        <p:spPr>
          <a:xfrm>
            <a:off x="8430259" y="23329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8" name="object 2568"/>
          <p:cNvSpPr/>
          <p:nvPr/>
        </p:nvSpPr>
        <p:spPr>
          <a:xfrm>
            <a:off x="8430259" y="23634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9" name="object 2569"/>
          <p:cNvSpPr/>
          <p:nvPr/>
        </p:nvSpPr>
        <p:spPr>
          <a:xfrm>
            <a:off x="8430259" y="23939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0" name="object 2570"/>
          <p:cNvSpPr/>
          <p:nvPr/>
        </p:nvSpPr>
        <p:spPr>
          <a:xfrm>
            <a:off x="8430259" y="24244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1" name="object 2571"/>
          <p:cNvSpPr/>
          <p:nvPr/>
        </p:nvSpPr>
        <p:spPr>
          <a:xfrm>
            <a:off x="8430259" y="2454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2" name="object 2572"/>
          <p:cNvSpPr/>
          <p:nvPr/>
        </p:nvSpPr>
        <p:spPr>
          <a:xfrm>
            <a:off x="8430259" y="24853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3" name="object 2573"/>
          <p:cNvSpPr/>
          <p:nvPr/>
        </p:nvSpPr>
        <p:spPr>
          <a:xfrm>
            <a:off x="8430259" y="25158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4" name="object 2574"/>
          <p:cNvSpPr/>
          <p:nvPr/>
        </p:nvSpPr>
        <p:spPr>
          <a:xfrm>
            <a:off x="8430259" y="25768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5" name="object 2575"/>
          <p:cNvSpPr/>
          <p:nvPr/>
        </p:nvSpPr>
        <p:spPr>
          <a:xfrm>
            <a:off x="8430259" y="26073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6" name="object 2576"/>
          <p:cNvSpPr/>
          <p:nvPr/>
        </p:nvSpPr>
        <p:spPr>
          <a:xfrm>
            <a:off x="8430259" y="26377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7" name="object 2577"/>
          <p:cNvSpPr/>
          <p:nvPr/>
        </p:nvSpPr>
        <p:spPr>
          <a:xfrm>
            <a:off x="8430259" y="26682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8" name="object 2578"/>
          <p:cNvSpPr/>
          <p:nvPr/>
        </p:nvSpPr>
        <p:spPr>
          <a:xfrm>
            <a:off x="8430259" y="26987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9" name="object 2579"/>
          <p:cNvSpPr/>
          <p:nvPr/>
        </p:nvSpPr>
        <p:spPr>
          <a:xfrm>
            <a:off x="8430259" y="27292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0" name="object 2580"/>
          <p:cNvSpPr/>
          <p:nvPr/>
        </p:nvSpPr>
        <p:spPr>
          <a:xfrm>
            <a:off x="8430259" y="27597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1" name="object 2581"/>
          <p:cNvSpPr/>
          <p:nvPr/>
        </p:nvSpPr>
        <p:spPr>
          <a:xfrm>
            <a:off x="8430259" y="27901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2" name="object 2582"/>
          <p:cNvSpPr/>
          <p:nvPr/>
        </p:nvSpPr>
        <p:spPr>
          <a:xfrm>
            <a:off x="8430259" y="28206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3" name="object 2583"/>
          <p:cNvSpPr/>
          <p:nvPr/>
        </p:nvSpPr>
        <p:spPr>
          <a:xfrm>
            <a:off x="8430259" y="28511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4" name="object 2584"/>
          <p:cNvSpPr/>
          <p:nvPr/>
        </p:nvSpPr>
        <p:spPr>
          <a:xfrm>
            <a:off x="8430259" y="28816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5" name="object 2585"/>
          <p:cNvSpPr/>
          <p:nvPr/>
        </p:nvSpPr>
        <p:spPr>
          <a:xfrm>
            <a:off x="8430259" y="29121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6" name="object 2586"/>
          <p:cNvSpPr/>
          <p:nvPr/>
        </p:nvSpPr>
        <p:spPr>
          <a:xfrm>
            <a:off x="8430259" y="29425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7" name="object 2587"/>
          <p:cNvSpPr/>
          <p:nvPr/>
        </p:nvSpPr>
        <p:spPr>
          <a:xfrm>
            <a:off x="8430259" y="29730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8" name="object 2588"/>
          <p:cNvSpPr/>
          <p:nvPr/>
        </p:nvSpPr>
        <p:spPr>
          <a:xfrm>
            <a:off x="8430259" y="30035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9" name="object 2589"/>
          <p:cNvSpPr/>
          <p:nvPr/>
        </p:nvSpPr>
        <p:spPr>
          <a:xfrm>
            <a:off x="8430259" y="30340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90" name="object 2590"/>
          <p:cNvSpPr/>
          <p:nvPr/>
        </p:nvSpPr>
        <p:spPr>
          <a:xfrm>
            <a:off x="8430259" y="30645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91" name="object 2591"/>
          <p:cNvSpPr/>
          <p:nvPr/>
        </p:nvSpPr>
        <p:spPr>
          <a:xfrm>
            <a:off x="8430259" y="30949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92" name="object 2592"/>
          <p:cNvSpPr/>
          <p:nvPr/>
        </p:nvSpPr>
        <p:spPr>
          <a:xfrm>
            <a:off x="8430259" y="31254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93" name="object 2593"/>
          <p:cNvSpPr/>
          <p:nvPr/>
        </p:nvSpPr>
        <p:spPr>
          <a:xfrm>
            <a:off x="8430259" y="31864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94" name="object 2594"/>
          <p:cNvSpPr/>
          <p:nvPr/>
        </p:nvSpPr>
        <p:spPr>
          <a:xfrm>
            <a:off x="8430259" y="3216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95" name="object 2595"/>
          <p:cNvSpPr/>
          <p:nvPr/>
        </p:nvSpPr>
        <p:spPr>
          <a:xfrm>
            <a:off x="8430259" y="32473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96" name="object 2596"/>
          <p:cNvSpPr/>
          <p:nvPr/>
        </p:nvSpPr>
        <p:spPr>
          <a:xfrm>
            <a:off x="8430259" y="32778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97" name="object 2597"/>
          <p:cNvSpPr/>
          <p:nvPr/>
        </p:nvSpPr>
        <p:spPr>
          <a:xfrm>
            <a:off x="8430259" y="33083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98" name="object 2598"/>
          <p:cNvSpPr/>
          <p:nvPr/>
        </p:nvSpPr>
        <p:spPr>
          <a:xfrm>
            <a:off x="8430259" y="33388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99" name="object 2599"/>
          <p:cNvSpPr/>
          <p:nvPr/>
        </p:nvSpPr>
        <p:spPr>
          <a:xfrm>
            <a:off x="8430259" y="33693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00" name="object 2600"/>
          <p:cNvSpPr/>
          <p:nvPr/>
        </p:nvSpPr>
        <p:spPr>
          <a:xfrm>
            <a:off x="8430259" y="33997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01" name="object 2601"/>
          <p:cNvSpPr/>
          <p:nvPr/>
        </p:nvSpPr>
        <p:spPr>
          <a:xfrm>
            <a:off x="8430259" y="34607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02" name="object 2602"/>
          <p:cNvSpPr/>
          <p:nvPr/>
        </p:nvSpPr>
        <p:spPr>
          <a:xfrm>
            <a:off x="8430259" y="34912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03" name="object 2603"/>
          <p:cNvSpPr/>
          <p:nvPr/>
        </p:nvSpPr>
        <p:spPr>
          <a:xfrm>
            <a:off x="8430259" y="35217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04" name="object 2604"/>
          <p:cNvSpPr/>
          <p:nvPr/>
        </p:nvSpPr>
        <p:spPr>
          <a:xfrm>
            <a:off x="8430259" y="35521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05" name="object 2605"/>
          <p:cNvSpPr/>
          <p:nvPr/>
        </p:nvSpPr>
        <p:spPr>
          <a:xfrm>
            <a:off x="8430259" y="35826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06" name="object 2606"/>
          <p:cNvSpPr/>
          <p:nvPr/>
        </p:nvSpPr>
        <p:spPr>
          <a:xfrm>
            <a:off x="8430259" y="36131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07" name="object 2607"/>
          <p:cNvSpPr/>
          <p:nvPr/>
        </p:nvSpPr>
        <p:spPr>
          <a:xfrm>
            <a:off x="8430259" y="36436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08" name="object 2608"/>
          <p:cNvSpPr/>
          <p:nvPr/>
        </p:nvSpPr>
        <p:spPr>
          <a:xfrm>
            <a:off x="8430259" y="36741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09" name="object 2609"/>
          <p:cNvSpPr/>
          <p:nvPr/>
        </p:nvSpPr>
        <p:spPr>
          <a:xfrm>
            <a:off x="8430259" y="37350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10" name="object 2610"/>
          <p:cNvSpPr/>
          <p:nvPr/>
        </p:nvSpPr>
        <p:spPr>
          <a:xfrm>
            <a:off x="8430259" y="37655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11" name="object 2611"/>
          <p:cNvSpPr/>
          <p:nvPr/>
        </p:nvSpPr>
        <p:spPr>
          <a:xfrm>
            <a:off x="8430259" y="37960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12" name="object 2612"/>
          <p:cNvSpPr/>
          <p:nvPr/>
        </p:nvSpPr>
        <p:spPr>
          <a:xfrm>
            <a:off x="8430259" y="38265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13" name="object 2613"/>
          <p:cNvSpPr/>
          <p:nvPr/>
        </p:nvSpPr>
        <p:spPr>
          <a:xfrm>
            <a:off x="8430259" y="38569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14" name="object 2614"/>
          <p:cNvSpPr/>
          <p:nvPr/>
        </p:nvSpPr>
        <p:spPr>
          <a:xfrm>
            <a:off x="8430259" y="38874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15" name="object 2615"/>
          <p:cNvSpPr/>
          <p:nvPr/>
        </p:nvSpPr>
        <p:spPr>
          <a:xfrm>
            <a:off x="8430259" y="39179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16" name="object 2616"/>
          <p:cNvSpPr/>
          <p:nvPr/>
        </p:nvSpPr>
        <p:spPr>
          <a:xfrm>
            <a:off x="8430259" y="39484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17" name="object 2617"/>
          <p:cNvSpPr/>
          <p:nvPr/>
        </p:nvSpPr>
        <p:spPr>
          <a:xfrm>
            <a:off x="8430259" y="40398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18" name="object 2618"/>
          <p:cNvSpPr/>
          <p:nvPr/>
        </p:nvSpPr>
        <p:spPr>
          <a:xfrm>
            <a:off x="8430259" y="40703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19" name="object 2619"/>
          <p:cNvSpPr/>
          <p:nvPr/>
        </p:nvSpPr>
        <p:spPr>
          <a:xfrm>
            <a:off x="8430259" y="41008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0" name="object 2620"/>
          <p:cNvSpPr/>
          <p:nvPr/>
        </p:nvSpPr>
        <p:spPr>
          <a:xfrm>
            <a:off x="8430259" y="41313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1" name="object 2621"/>
          <p:cNvSpPr/>
          <p:nvPr/>
        </p:nvSpPr>
        <p:spPr>
          <a:xfrm>
            <a:off x="8430259" y="41617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2" name="object 2622"/>
          <p:cNvSpPr/>
          <p:nvPr/>
        </p:nvSpPr>
        <p:spPr>
          <a:xfrm>
            <a:off x="8430259" y="41922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3" name="object 2623"/>
          <p:cNvSpPr/>
          <p:nvPr/>
        </p:nvSpPr>
        <p:spPr>
          <a:xfrm>
            <a:off x="8430259" y="42227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4" name="object 2624"/>
          <p:cNvSpPr/>
          <p:nvPr/>
        </p:nvSpPr>
        <p:spPr>
          <a:xfrm>
            <a:off x="8430259" y="42532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5" name="object 2625"/>
          <p:cNvSpPr/>
          <p:nvPr/>
        </p:nvSpPr>
        <p:spPr>
          <a:xfrm>
            <a:off x="8430259" y="43141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6" name="object 2626"/>
          <p:cNvSpPr/>
          <p:nvPr/>
        </p:nvSpPr>
        <p:spPr>
          <a:xfrm>
            <a:off x="8430259" y="43446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7" name="object 2627"/>
          <p:cNvSpPr/>
          <p:nvPr/>
        </p:nvSpPr>
        <p:spPr>
          <a:xfrm>
            <a:off x="8430259" y="43751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8" name="object 2628"/>
          <p:cNvSpPr/>
          <p:nvPr/>
        </p:nvSpPr>
        <p:spPr>
          <a:xfrm>
            <a:off x="8430259" y="44056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9" name="object 2629"/>
          <p:cNvSpPr/>
          <p:nvPr/>
        </p:nvSpPr>
        <p:spPr>
          <a:xfrm>
            <a:off x="8430259" y="44361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0" name="object 2630"/>
          <p:cNvSpPr/>
          <p:nvPr/>
        </p:nvSpPr>
        <p:spPr>
          <a:xfrm>
            <a:off x="8430259" y="44665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1" name="object 2631"/>
          <p:cNvSpPr/>
          <p:nvPr/>
        </p:nvSpPr>
        <p:spPr>
          <a:xfrm>
            <a:off x="8430259" y="44970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2" name="object 2632"/>
          <p:cNvSpPr/>
          <p:nvPr/>
        </p:nvSpPr>
        <p:spPr>
          <a:xfrm>
            <a:off x="8430259" y="45275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3" name="object 2633"/>
          <p:cNvSpPr/>
          <p:nvPr/>
        </p:nvSpPr>
        <p:spPr>
          <a:xfrm>
            <a:off x="8430259" y="45885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4" name="object 2634"/>
          <p:cNvSpPr/>
          <p:nvPr/>
        </p:nvSpPr>
        <p:spPr>
          <a:xfrm>
            <a:off x="8430259" y="46189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5" name="object 2635"/>
          <p:cNvSpPr/>
          <p:nvPr/>
        </p:nvSpPr>
        <p:spPr>
          <a:xfrm>
            <a:off x="8430259" y="46494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6" name="object 2636"/>
          <p:cNvSpPr/>
          <p:nvPr/>
        </p:nvSpPr>
        <p:spPr>
          <a:xfrm>
            <a:off x="8430259" y="46799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7" name="object 2637"/>
          <p:cNvSpPr/>
          <p:nvPr/>
        </p:nvSpPr>
        <p:spPr>
          <a:xfrm>
            <a:off x="8430259" y="47104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8" name="object 2638"/>
          <p:cNvSpPr/>
          <p:nvPr/>
        </p:nvSpPr>
        <p:spPr>
          <a:xfrm>
            <a:off x="8430259" y="47409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9" name="object 2639"/>
          <p:cNvSpPr/>
          <p:nvPr/>
        </p:nvSpPr>
        <p:spPr>
          <a:xfrm>
            <a:off x="8430259" y="47713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40" name="object 2640"/>
          <p:cNvSpPr/>
          <p:nvPr/>
        </p:nvSpPr>
        <p:spPr>
          <a:xfrm>
            <a:off x="8430259" y="48018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41" name="object 2641"/>
          <p:cNvSpPr/>
          <p:nvPr/>
        </p:nvSpPr>
        <p:spPr>
          <a:xfrm>
            <a:off x="8430259" y="48628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42" name="object 2642"/>
          <p:cNvSpPr/>
          <p:nvPr/>
        </p:nvSpPr>
        <p:spPr>
          <a:xfrm>
            <a:off x="8430259" y="48933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43" name="object 2643"/>
          <p:cNvSpPr/>
          <p:nvPr/>
        </p:nvSpPr>
        <p:spPr>
          <a:xfrm>
            <a:off x="8430259" y="49237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44" name="object 2644"/>
          <p:cNvSpPr/>
          <p:nvPr/>
        </p:nvSpPr>
        <p:spPr>
          <a:xfrm>
            <a:off x="8430259" y="49542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45" name="object 2645"/>
          <p:cNvSpPr/>
          <p:nvPr/>
        </p:nvSpPr>
        <p:spPr>
          <a:xfrm>
            <a:off x="8430259" y="49847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46" name="object 2646"/>
          <p:cNvSpPr/>
          <p:nvPr/>
        </p:nvSpPr>
        <p:spPr>
          <a:xfrm>
            <a:off x="8430259" y="50152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47" name="object 2647"/>
          <p:cNvSpPr/>
          <p:nvPr/>
        </p:nvSpPr>
        <p:spPr>
          <a:xfrm>
            <a:off x="8430259" y="50457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48" name="object 2648"/>
          <p:cNvSpPr/>
          <p:nvPr/>
        </p:nvSpPr>
        <p:spPr>
          <a:xfrm>
            <a:off x="8430259" y="50761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49" name="object 2649"/>
          <p:cNvSpPr/>
          <p:nvPr/>
        </p:nvSpPr>
        <p:spPr>
          <a:xfrm>
            <a:off x="8430259" y="51066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0" name="object 2650"/>
          <p:cNvSpPr/>
          <p:nvPr/>
        </p:nvSpPr>
        <p:spPr>
          <a:xfrm>
            <a:off x="8430259" y="51371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1" name="object 2651"/>
          <p:cNvSpPr/>
          <p:nvPr/>
        </p:nvSpPr>
        <p:spPr>
          <a:xfrm>
            <a:off x="8430259" y="51676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2" name="object 2652"/>
          <p:cNvSpPr/>
          <p:nvPr/>
        </p:nvSpPr>
        <p:spPr>
          <a:xfrm>
            <a:off x="8430259" y="51981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3" name="object 2653"/>
          <p:cNvSpPr/>
          <p:nvPr/>
        </p:nvSpPr>
        <p:spPr>
          <a:xfrm>
            <a:off x="8430259" y="52285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4" name="object 2654"/>
          <p:cNvSpPr/>
          <p:nvPr/>
        </p:nvSpPr>
        <p:spPr>
          <a:xfrm>
            <a:off x="8430259" y="52895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5" name="object 2655"/>
          <p:cNvSpPr/>
          <p:nvPr/>
        </p:nvSpPr>
        <p:spPr>
          <a:xfrm>
            <a:off x="8430259" y="53200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6" name="object 2656"/>
          <p:cNvSpPr/>
          <p:nvPr/>
        </p:nvSpPr>
        <p:spPr>
          <a:xfrm>
            <a:off x="8430259" y="53505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7" name="object 2657"/>
          <p:cNvSpPr/>
          <p:nvPr/>
        </p:nvSpPr>
        <p:spPr>
          <a:xfrm>
            <a:off x="8430259" y="53809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8" name="object 2658"/>
          <p:cNvSpPr/>
          <p:nvPr/>
        </p:nvSpPr>
        <p:spPr>
          <a:xfrm>
            <a:off x="8430259" y="54114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9" name="object 2659"/>
          <p:cNvSpPr/>
          <p:nvPr/>
        </p:nvSpPr>
        <p:spPr>
          <a:xfrm>
            <a:off x="8430259" y="54419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0" name="object 2660"/>
          <p:cNvSpPr/>
          <p:nvPr/>
        </p:nvSpPr>
        <p:spPr>
          <a:xfrm>
            <a:off x="8430259" y="54724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1" name="object 2661"/>
          <p:cNvSpPr/>
          <p:nvPr/>
        </p:nvSpPr>
        <p:spPr>
          <a:xfrm>
            <a:off x="8430259" y="55029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2" name="object 2662"/>
          <p:cNvSpPr/>
          <p:nvPr/>
        </p:nvSpPr>
        <p:spPr>
          <a:xfrm>
            <a:off x="8430259" y="55333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3" name="object 2663"/>
          <p:cNvSpPr/>
          <p:nvPr/>
        </p:nvSpPr>
        <p:spPr>
          <a:xfrm>
            <a:off x="8430259" y="55638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4" name="object 2664"/>
          <p:cNvSpPr/>
          <p:nvPr/>
        </p:nvSpPr>
        <p:spPr>
          <a:xfrm>
            <a:off x="8430259" y="55943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5" name="object 2665"/>
          <p:cNvSpPr/>
          <p:nvPr/>
        </p:nvSpPr>
        <p:spPr>
          <a:xfrm>
            <a:off x="8430259" y="56248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6" name="object 2666"/>
          <p:cNvSpPr/>
          <p:nvPr/>
        </p:nvSpPr>
        <p:spPr>
          <a:xfrm>
            <a:off x="8430259" y="56553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7" name="object 2667"/>
          <p:cNvSpPr/>
          <p:nvPr/>
        </p:nvSpPr>
        <p:spPr>
          <a:xfrm>
            <a:off x="8430259" y="57162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8" name="object 2668"/>
          <p:cNvSpPr/>
          <p:nvPr/>
        </p:nvSpPr>
        <p:spPr>
          <a:xfrm>
            <a:off x="8430259" y="57467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9" name="object 2669"/>
          <p:cNvSpPr/>
          <p:nvPr/>
        </p:nvSpPr>
        <p:spPr>
          <a:xfrm>
            <a:off x="8430259" y="57772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70" name="object 2670"/>
          <p:cNvSpPr/>
          <p:nvPr/>
        </p:nvSpPr>
        <p:spPr>
          <a:xfrm>
            <a:off x="8430259" y="58077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71" name="object 2671"/>
          <p:cNvSpPr/>
          <p:nvPr/>
        </p:nvSpPr>
        <p:spPr>
          <a:xfrm>
            <a:off x="8430259" y="58381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72" name="object 2672"/>
          <p:cNvSpPr/>
          <p:nvPr/>
        </p:nvSpPr>
        <p:spPr>
          <a:xfrm>
            <a:off x="8430259" y="58686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73" name="object 2673"/>
          <p:cNvSpPr/>
          <p:nvPr/>
        </p:nvSpPr>
        <p:spPr>
          <a:xfrm>
            <a:off x="8430259" y="58991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74" name="object 2674"/>
          <p:cNvSpPr/>
          <p:nvPr/>
        </p:nvSpPr>
        <p:spPr>
          <a:xfrm>
            <a:off x="8430259" y="59296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75" name="object 2675"/>
          <p:cNvSpPr/>
          <p:nvPr/>
        </p:nvSpPr>
        <p:spPr>
          <a:xfrm>
            <a:off x="8430259" y="59601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76" name="object 2676"/>
          <p:cNvSpPr/>
          <p:nvPr/>
        </p:nvSpPr>
        <p:spPr>
          <a:xfrm>
            <a:off x="8430259" y="59905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77" name="object 2677"/>
          <p:cNvSpPr/>
          <p:nvPr/>
        </p:nvSpPr>
        <p:spPr>
          <a:xfrm>
            <a:off x="8430259" y="60210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78" name="object 2678"/>
          <p:cNvSpPr/>
          <p:nvPr/>
        </p:nvSpPr>
        <p:spPr>
          <a:xfrm>
            <a:off x="8430259" y="60515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79" name="object 2679"/>
          <p:cNvSpPr/>
          <p:nvPr/>
        </p:nvSpPr>
        <p:spPr>
          <a:xfrm>
            <a:off x="8430259" y="60820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0" name="object 2680"/>
          <p:cNvSpPr/>
          <p:nvPr/>
        </p:nvSpPr>
        <p:spPr>
          <a:xfrm>
            <a:off x="8430259" y="61125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19"/>
                </a:moveTo>
                <a:lnTo>
                  <a:pt x="0" y="7619"/>
                </a:lnTo>
                <a:lnTo>
                  <a:pt x="0" y="0"/>
                </a:lnTo>
                <a:lnTo>
                  <a:pt x="7620" y="0"/>
                </a:lnTo>
                <a:lnTo>
                  <a:pt x="7620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1" name="object 2681"/>
          <p:cNvSpPr/>
          <p:nvPr/>
        </p:nvSpPr>
        <p:spPr>
          <a:xfrm>
            <a:off x="8430259" y="61429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20" y="7620"/>
                </a:moveTo>
                <a:lnTo>
                  <a:pt x="0" y="7620"/>
                </a:lnTo>
                <a:lnTo>
                  <a:pt x="0" y="0"/>
                </a:lnTo>
                <a:lnTo>
                  <a:pt x="7620" y="0"/>
                </a:lnTo>
                <a:lnTo>
                  <a:pt x="7620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2" name="object 2682"/>
          <p:cNvSpPr/>
          <p:nvPr/>
        </p:nvSpPr>
        <p:spPr>
          <a:xfrm>
            <a:off x="9165590" y="18757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3" name="object 2683"/>
          <p:cNvSpPr/>
          <p:nvPr/>
        </p:nvSpPr>
        <p:spPr>
          <a:xfrm>
            <a:off x="9165590" y="19062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4" name="object 2684"/>
          <p:cNvSpPr/>
          <p:nvPr/>
        </p:nvSpPr>
        <p:spPr>
          <a:xfrm>
            <a:off x="9165590" y="19367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5" name="object 2685"/>
          <p:cNvSpPr/>
          <p:nvPr/>
        </p:nvSpPr>
        <p:spPr>
          <a:xfrm>
            <a:off x="9165590" y="19672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6" name="object 2686"/>
          <p:cNvSpPr/>
          <p:nvPr/>
        </p:nvSpPr>
        <p:spPr>
          <a:xfrm>
            <a:off x="9165590" y="19977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7" name="object 2687"/>
          <p:cNvSpPr/>
          <p:nvPr/>
        </p:nvSpPr>
        <p:spPr>
          <a:xfrm>
            <a:off x="9165590" y="20281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8" name="object 2688"/>
          <p:cNvSpPr/>
          <p:nvPr/>
        </p:nvSpPr>
        <p:spPr>
          <a:xfrm>
            <a:off x="9165590" y="20586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9" name="object 2689"/>
          <p:cNvSpPr/>
          <p:nvPr/>
        </p:nvSpPr>
        <p:spPr>
          <a:xfrm>
            <a:off x="9165590" y="20891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90" name="object 2690"/>
          <p:cNvSpPr/>
          <p:nvPr/>
        </p:nvSpPr>
        <p:spPr>
          <a:xfrm>
            <a:off x="9165590" y="21501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91" name="object 2691"/>
          <p:cNvSpPr/>
          <p:nvPr/>
        </p:nvSpPr>
        <p:spPr>
          <a:xfrm>
            <a:off x="9165590" y="21805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92" name="object 2692"/>
          <p:cNvSpPr/>
          <p:nvPr/>
        </p:nvSpPr>
        <p:spPr>
          <a:xfrm>
            <a:off x="9165590" y="22110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93" name="object 2693"/>
          <p:cNvSpPr/>
          <p:nvPr/>
        </p:nvSpPr>
        <p:spPr>
          <a:xfrm>
            <a:off x="9165590" y="22415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94" name="object 2694"/>
          <p:cNvSpPr/>
          <p:nvPr/>
        </p:nvSpPr>
        <p:spPr>
          <a:xfrm>
            <a:off x="9165590" y="22720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95" name="object 2695"/>
          <p:cNvSpPr/>
          <p:nvPr/>
        </p:nvSpPr>
        <p:spPr>
          <a:xfrm>
            <a:off x="9165590" y="23025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96" name="object 2696"/>
          <p:cNvSpPr/>
          <p:nvPr/>
        </p:nvSpPr>
        <p:spPr>
          <a:xfrm>
            <a:off x="9165590" y="23329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97" name="object 2697"/>
          <p:cNvSpPr/>
          <p:nvPr/>
        </p:nvSpPr>
        <p:spPr>
          <a:xfrm>
            <a:off x="9165590" y="23634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98" name="object 2698"/>
          <p:cNvSpPr/>
          <p:nvPr/>
        </p:nvSpPr>
        <p:spPr>
          <a:xfrm>
            <a:off x="9165590" y="23939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99" name="object 2699"/>
          <p:cNvSpPr/>
          <p:nvPr/>
        </p:nvSpPr>
        <p:spPr>
          <a:xfrm>
            <a:off x="9165590" y="24244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00" name="object 2700"/>
          <p:cNvSpPr/>
          <p:nvPr/>
        </p:nvSpPr>
        <p:spPr>
          <a:xfrm>
            <a:off x="9165590" y="2454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01" name="object 2701"/>
          <p:cNvSpPr/>
          <p:nvPr/>
        </p:nvSpPr>
        <p:spPr>
          <a:xfrm>
            <a:off x="9165590" y="24853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02" name="object 2702"/>
          <p:cNvSpPr/>
          <p:nvPr/>
        </p:nvSpPr>
        <p:spPr>
          <a:xfrm>
            <a:off x="9165590" y="25158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03" name="object 2703"/>
          <p:cNvSpPr/>
          <p:nvPr/>
        </p:nvSpPr>
        <p:spPr>
          <a:xfrm>
            <a:off x="9165590" y="25768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04" name="object 2704"/>
          <p:cNvSpPr/>
          <p:nvPr/>
        </p:nvSpPr>
        <p:spPr>
          <a:xfrm>
            <a:off x="9165590" y="26073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05" name="object 2705"/>
          <p:cNvSpPr/>
          <p:nvPr/>
        </p:nvSpPr>
        <p:spPr>
          <a:xfrm>
            <a:off x="9165590" y="26377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06" name="object 2706"/>
          <p:cNvSpPr/>
          <p:nvPr/>
        </p:nvSpPr>
        <p:spPr>
          <a:xfrm>
            <a:off x="9165590" y="26682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07" name="object 2707"/>
          <p:cNvSpPr/>
          <p:nvPr/>
        </p:nvSpPr>
        <p:spPr>
          <a:xfrm>
            <a:off x="9165590" y="26987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08" name="object 2708"/>
          <p:cNvSpPr/>
          <p:nvPr/>
        </p:nvSpPr>
        <p:spPr>
          <a:xfrm>
            <a:off x="9165590" y="27292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09" name="object 2709"/>
          <p:cNvSpPr/>
          <p:nvPr/>
        </p:nvSpPr>
        <p:spPr>
          <a:xfrm>
            <a:off x="9165590" y="27597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0" name="object 2710"/>
          <p:cNvSpPr/>
          <p:nvPr/>
        </p:nvSpPr>
        <p:spPr>
          <a:xfrm>
            <a:off x="9165590" y="27901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1" name="object 2711"/>
          <p:cNvSpPr/>
          <p:nvPr/>
        </p:nvSpPr>
        <p:spPr>
          <a:xfrm>
            <a:off x="9165590" y="28206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2" name="object 2712"/>
          <p:cNvSpPr/>
          <p:nvPr/>
        </p:nvSpPr>
        <p:spPr>
          <a:xfrm>
            <a:off x="9165590" y="28511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3" name="object 2713"/>
          <p:cNvSpPr/>
          <p:nvPr/>
        </p:nvSpPr>
        <p:spPr>
          <a:xfrm>
            <a:off x="9165590" y="28816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4" name="object 2714"/>
          <p:cNvSpPr/>
          <p:nvPr/>
        </p:nvSpPr>
        <p:spPr>
          <a:xfrm>
            <a:off x="9165590" y="29121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5" name="object 2715"/>
          <p:cNvSpPr/>
          <p:nvPr/>
        </p:nvSpPr>
        <p:spPr>
          <a:xfrm>
            <a:off x="9165590" y="29425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6" name="object 2716"/>
          <p:cNvSpPr/>
          <p:nvPr/>
        </p:nvSpPr>
        <p:spPr>
          <a:xfrm>
            <a:off x="9165590" y="29730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7" name="object 2717"/>
          <p:cNvSpPr/>
          <p:nvPr/>
        </p:nvSpPr>
        <p:spPr>
          <a:xfrm>
            <a:off x="9165590" y="30035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8" name="object 2718"/>
          <p:cNvSpPr/>
          <p:nvPr/>
        </p:nvSpPr>
        <p:spPr>
          <a:xfrm>
            <a:off x="9165590" y="30340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9" name="object 2719"/>
          <p:cNvSpPr/>
          <p:nvPr/>
        </p:nvSpPr>
        <p:spPr>
          <a:xfrm>
            <a:off x="9165590" y="30645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20" name="object 2720"/>
          <p:cNvSpPr/>
          <p:nvPr/>
        </p:nvSpPr>
        <p:spPr>
          <a:xfrm>
            <a:off x="9165590" y="30949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21" name="object 2721"/>
          <p:cNvSpPr/>
          <p:nvPr/>
        </p:nvSpPr>
        <p:spPr>
          <a:xfrm>
            <a:off x="9165590" y="31254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22" name="object 2722"/>
          <p:cNvSpPr/>
          <p:nvPr/>
        </p:nvSpPr>
        <p:spPr>
          <a:xfrm>
            <a:off x="9165590" y="31864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23" name="object 2723"/>
          <p:cNvSpPr/>
          <p:nvPr/>
        </p:nvSpPr>
        <p:spPr>
          <a:xfrm>
            <a:off x="9165590" y="321691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24" name="object 2724"/>
          <p:cNvSpPr/>
          <p:nvPr/>
        </p:nvSpPr>
        <p:spPr>
          <a:xfrm>
            <a:off x="9165590" y="324738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25" name="object 2725"/>
          <p:cNvSpPr/>
          <p:nvPr/>
        </p:nvSpPr>
        <p:spPr>
          <a:xfrm>
            <a:off x="9165590" y="32778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26" name="object 2726"/>
          <p:cNvSpPr/>
          <p:nvPr/>
        </p:nvSpPr>
        <p:spPr>
          <a:xfrm>
            <a:off x="9165590" y="33083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27" name="object 2727"/>
          <p:cNvSpPr/>
          <p:nvPr/>
        </p:nvSpPr>
        <p:spPr>
          <a:xfrm>
            <a:off x="9165590" y="33388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28" name="object 2728"/>
          <p:cNvSpPr/>
          <p:nvPr/>
        </p:nvSpPr>
        <p:spPr>
          <a:xfrm>
            <a:off x="9165590" y="33693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29" name="object 2729"/>
          <p:cNvSpPr/>
          <p:nvPr/>
        </p:nvSpPr>
        <p:spPr>
          <a:xfrm>
            <a:off x="9165590" y="33997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30" name="object 2730"/>
          <p:cNvSpPr/>
          <p:nvPr/>
        </p:nvSpPr>
        <p:spPr>
          <a:xfrm>
            <a:off x="9165590" y="34607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31" name="object 2731"/>
          <p:cNvSpPr/>
          <p:nvPr/>
        </p:nvSpPr>
        <p:spPr>
          <a:xfrm>
            <a:off x="9165590" y="34912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32" name="object 2732"/>
          <p:cNvSpPr/>
          <p:nvPr/>
        </p:nvSpPr>
        <p:spPr>
          <a:xfrm>
            <a:off x="9165590" y="35217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33" name="object 2733"/>
          <p:cNvSpPr/>
          <p:nvPr/>
        </p:nvSpPr>
        <p:spPr>
          <a:xfrm>
            <a:off x="9165590" y="35521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34" name="object 2734"/>
          <p:cNvSpPr/>
          <p:nvPr/>
        </p:nvSpPr>
        <p:spPr>
          <a:xfrm>
            <a:off x="9165590" y="35826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35" name="object 2735"/>
          <p:cNvSpPr/>
          <p:nvPr/>
        </p:nvSpPr>
        <p:spPr>
          <a:xfrm>
            <a:off x="9165590" y="36131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36" name="object 2736"/>
          <p:cNvSpPr/>
          <p:nvPr/>
        </p:nvSpPr>
        <p:spPr>
          <a:xfrm>
            <a:off x="9165590" y="36436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37" name="object 2737"/>
          <p:cNvSpPr/>
          <p:nvPr/>
        </p:nvSpPr>
        <p:spPr>
          <a:xfrm>
            <a:off x="9165590" y="36741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38" name="object 2738"/>
          <p:cNvSpPr/>
          <p:nvPr/>
        </p:nvSpPr>
        <p:spPr>
          <a:xfrm>
            <a:off x="9165590" y="37350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39" name="object 2739"/>
          <p:cNvSpPr/>
          <p:nvPr/>
        </p:nvSpPr>
        <p:spPr>
          <a:xfrm>
            <a:off x="9165590" y="37655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40" name="object 2740"/>
          <p:cNvSpPr/>
          <p:nvPr/>
        </p:nvSpPr>
        <p:spPr>
          <a:xfrm>
            <a:off x="9165590" y="37960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41" name="object 2741"/>
          <p:cNvSpPr/>
          <p:nvPr/>
        </p:nvSpPr>
        <p:spPr>
          <a:xfrm>
            <a:off x="9165590" y="38265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42" name="object 2742"/>
          <p:cNvSpPr/>
          <p:nvPr/>
        </p:nvSpPr>
        <p:spPr>
          <a:xfrm>
            <a:off x="9165590" y="38569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43" name="object 2743"/>
          <p:cNvSpPr/>
          <p:nvPr/>
        </p:nvSpPr>
        <p:spPr>
          <a:xfrm>
            <a:off x="9165590" y="38874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44" name="object 2744"/>
          <p:cNvSpPr/>
          <p:nvPr/>
        </p:nvSpPr>
        <p:spPr>
          <a:xfrm>
            <a:off x="9165590" y="39179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45" name="object 2745"/>
          <p:cNvSpPr/>
          <p:nvPr/>
        </p:nvSpPr>
        <p:spPr>
          <a:xfrm>
            <a:off x="9165590" y="39484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46" name="object 2746"/>
          <p:cNvSpPr/>
          <p:nvPr/>
        </p:nvSpPr>
        <p:spPr>
          <a:xfrm>
            <a:off x="9165590" y="40398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47" name="object 2747"/>
          <p:cNvSpPr/>
          <p:nvPr/>
        </p:nvSpPr>
        <p:spPr>
          <a:xfrm>
            <a:off x="9165590" y="40703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48" name="object 2748"/>
          <p:cNvSpPr/>
          <p:nvPr/>
        </p:nvSpPr>
        <p:spPr>
          <a:xfrm>
            <a:off x="9165590" y="41008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49" name="object 2749"/>
          <p:cNvSpPr/>
          <p:nvPr/>
        </p:nvSpPr>
        <p:spPr>
          <a:xfrm>
            <a:off x="9165590" y="41313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50" name="object 2750"/>
          <p:cNvSpPr/>
          <p:nvPr/>
        </p:nvSpPr>
        <p:spPr>
          <a:xfrm>
            <a:off x="9165590" y="41617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51" name="object 2751"/>
          <p:cNvSpPr/>
          <p:nvPr/>
        </p:nvSpPr>
        <p:spPr>
          <a:xfrm>
            <a:off x="9165590" y="41922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52" name="object 2752"/>
          <p:cNvSpPr/>
          <p:nvPr/>
        </p:nvSpPr>
        <p:spPr>
          <a:xfrm>
            <a:off x="9165590" y="42227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53" name="object 2753"/>
          <p:cNvSpPr/>
          <p:nvPr/>
        </p:nvSpPr>
        <p:spPr>
          <a:xfrm>
            <a:off x="9165590" y="42532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54" name="object 2754"/>
          <p:cNvSpPr/>
          <p:nvPr/>
        </p:nvSpPr>
        <p:spPr>
          <a:xfrm>
            <a:off x="9165590" y="43141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55" name="object 2755"/>
          <p:cNvSpPr/>
          <p:nvPr/>
        </p:nvSpPr>
        <p:spPr>
          <a:xfrm>
            <a:off x="9165590" y="43446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56" name="object 2756"/>
          <p:cNvSpPr/>
          <p:nvPr/>
        </p:nvSpPr>
        <p:spPr>
          <a:xfrm>
            <a:off x="9165590" y="43751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57" name="object 2757"/>
          <p:cNvSpPr/>
          <p:nvPr/>
        </p:nvSpPr>
        <p:spPr>
          <a:xfrm>
            <a:off x="9165590" y="44056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58" name="object 2758"/>
          <p:cNvSpPr/>
          <p:nvPr/>
        </p:nvSpPr>
        <p:spPr>
          <a:xfrm>
            <a:off x="9165590" y="44361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59" name="object 2759"/>
          <p:cNvSpPr/>
          <p:nvPr/>
        </p:nvSpPr>
        <p:spPr>
          <a:xfrm>
            <a:off x="9165590" y="44665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60" name="object 2760"/>
          <p:cNvSpPr/>
          <p:nvPr/>
        </p:nvSpPr>
        <p:spPr>
          <a:xfrm>
            <a:off x="9165590" y="44970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61" name="object 2761"/>
          <p:cNvSpPr/>
          <p:nvPr/>
        </p:nvSpPr>
        <p:spPr>
          <a:xfrm>
            <a:off x="9165590" y="45275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62" name="object 2762"/>
          <p:cNvSpPr/>
          <p:nvPr/>
        </p:nvSpPr>
        <p:spPr>
          <a:xfrm>
            <a:off x="9165590" y="45885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63" name="object 2763"/>
          <p:cNvSpPr/>
          <p:nvPr/>
        </p:nvSpPr>
        <p:spPr>
          <a:xfrm>
            <a:off x="9165590" y="46189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64" name="object 2764"/>
          <p:cNvSpPr/>
          <p:nvPr/>
        </p:nvSpPr>
        <p:spPr>
          <a:xfrm>
            <a:off x="9165590" y="46494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65" name="object 2765"/>
          <p:cNvSpPr/>
          <p:nvPr/>
        </p:nvSpPr>
        <p:spPr>
          <a:xfrm>
            <a:off x="9165590" y="46799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66" name="object 2766"/>
          <p:cNvSpPr/>
          <p:nvPr/>
        </p:nvSpPr>
        <p:spPr>
          <a:xfrm>
            <a:off x="9165590" y="47104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67" name="object 2767"/>
          <p:cNvSpPr/>
          <p:nvPr/>
        </p:nvSpPr>
        <p:spPr>
          <a:xfrm>
            <a:off x="9165590" y="47409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68" name="object 2768"/>
          <p:cNvSpPr/>
          <p:nvPr/>
        </p:nvSpPr>
        <p:spPr>
          <a:xfrm>
            <a:off x="9165590" y="47713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69" name="object 2769"/>
          <p:cNvSpPr/>
          <p:nvPr/>
        </p:nvSpPr>
        <p:spPr>
          <a:xfrm>
            <a:off x="9165590" y="48018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70" name="object 2770"/>
          <p:cNvSpPr/>
          <p:nvPr/>
        </p:nvSpPr>
        <p:spPr>
          <a:xfrm>
            <a:off x="9165590" y="48628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71" name="object 2771"/>
          <p:cNvSpPr/>
          <p:nvPr/>
        </p:nvSpPr>
        <p:spPr>
          <a:xfrm>
            <a:off x="9165590" y="48933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72" name="object 2772"/>
          <p:cNvSpPr/>
          <p:nvPr/>
        </p:nvSpPr>
        <p:spPr>
          <a:xfrm>
            <a:off x="9165590" y="49237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73" name="object 2773"/>
          <p:cNvSpPr/>
          <p:nvPr/>
        </p:nvSpPr>
        <p:spPr>
          <a:xfrm>
            <a:off x="9165590" y="49542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74" name="object 2774"/>
          <p:cNvSpPr/>
          <p:nvPr/>
        </p:nvSpPr>
        <p:spPr>
          <a:xfrm>
            <a:off x="9165590" y="49847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75" name="object 2775"/>
          <p:cNvSpPr/>
          <p:nvPr/>
        </p:nvSpPr>
        <p:spPr>
          <a:xfrm>
            <a:off x="9165590" y="50152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76" name="object 2776"/>
          <p:cNvSpPr/>
          <p:nvPr/>
        </p:nvSpPr>
        <p:spPr>
          <a:xfrm>
            <a:off x="9165590" y="50457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77" name="object 2777"/>
          <p:cNvSpPr/>
          <p:nvPr/>
        </p:nvSpPr>
        <p:spPr>
          <a:xfrm>
            <a:off x="9165590" y="50761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78" name="object 2778"/>
          <p:cNvSpPr/>
          <p:nvPr/>
        </p:nvSpPr>
        <p:spPr>
          <a:xfrm>
            <a:off x="9165590" y="51066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79" name="object 2779"/>
          <p:cNvSpPr/>
          <p:nvPr/>
        </p:nvSpPr>
        <p:spPr>
          <a:xfrm>
            <a:off x="9165590" y="51371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80" name="object 2780"/>
          <p:cNvSpPr/>
          <p:nvPr/>
        </p:nvSpPr>
        <p:spPr>
          <a:xfrm>
            <a:off x="9165590" y="51676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81" name="object 2781"/>
          <p:cNvSpPr/>
          <p:nvPr/>
        </p:nvSpPr>
        <p:spPr>
          <a:xfrm>
            <a:off x="9165590" y="51981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82" name="object 2782"/>
          <p:cNvSpPr/>
          <p:nvPr/>
        </p:nvSpPr>
        <p:spPr>
          <a:xfrm>
            <a:off x="9165590" y="52285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83" name="object 2783"/>
          <p:cNvSpPr/>
          <p:nvPr/>
        </p:nvSpPr>
        <p:spPr>
          <a:xfrm>
            <a:off x="9165590" y="52895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84" name="object 2784"/>
          <p:cNvSpPr/>
          <p:nvPr/>
        </p:nvSpPr>
        <p:spPr>
          <a:xfrm>
            <a:off x="9165590" y="53200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85" name="object 2785"/>
          <p:cNvSpPr/>
          <p:nvPr/>
        </p:nvSpPr>
        <p:spPr>
          <a:xfrm>
            <a:off x="9165590" y="53505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86" name="object 2786"/>
          <p:cNvSpPr/>
          <p:nvPr/>
        </p:nvSpPr>
        <p:spPr>
          <a:xfrm>
            <a:off x="9165590" y="53809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87" name="object 2787"/>
          <p:cNvSpPr/>
          <p:nvPr/>
        </p:nvSpPr>
        <p:spPr>
          <a:xfrm>
            <a:off x="9165590" y="54114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88" name="object 2788"/>
          <p:cNvSpPr/>
          <p:nvPr/>
        </p:nvSpPr>
        <p:spPr>
          <a:xfrm>
            <a:off x="9165590" y="54419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89" name="object 2789"/>
          <p:cNvSpPr/>
          <p:nvPr/>
        </p:nvSpPr>
        <p:spPr>
          <a:xfrm>
            <a:off x="9165590" y="54724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90" name="object 2790"/>
          <p:cNvSpPr/>
          <p:nvPr/>
        </p:nvSpPr>
        <p:spPr>
          <a:xfrm>
            <a:off x="9165590" y="55029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91" name="object 2791"/>
          <p:cNvSpPr/>
          <p:nvPr/>
        </p:nvSpPr>
        <p:spPr>
          <a:xfrm>
            <a:off x="9165590" y="55333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92" name="object 2792"/>
          <p:cNvSpPr/>
          <p:nvPr/>
        </p:nvSpPr>
        <p:spPr>
          <a:xfrm>
            <a:off x="9165590" y="55638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93" name="object 2793"/>
          <p:cNvSpPr/>
          <p:nvPr/>
        </p:nvSpPr>
        <p:spPr>
          <a:xfrm>
            <a:off x="9165590" y="55943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94" name="object 2794"/>
          <p:cNvSpPr/>
          <p:nvPr/>
        </p:nvSpPr>
        <p:spPr>
          <a:xfrm>
            <a:off x="9165590" y="56248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95" name="object 2795"/>
          <p:cNvSpPr/>
          <p:nvPr/>
        </p:nvSpPr>
        <p:spPr>
          <a:xfrm>
            <a:off x="9165590" y="56553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96" name="object 2796"/>
          <p:cNvSpPr/>
          <p:nvPr/>
        </p:nvSpPr>
        <p:spPr>
          <a:xfrm>
            <a:off x="9165590" y="57162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97" name="object 2797"/>
          <p:cNvSpPr/>
          <p:nvPr/>
        </p:nvSpPr>
        <p:spPr>
          <a:xfrm>
            <a:off x="9165590" y="57467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98" name="object 2798"/>
          <p:cNvSpPr/>
          <p:nvPr/>
        </p:nvSpPr>
        <p:spPr>
          <a:xfrm>
            <a:off x="9165590" y="57772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99" name="object 2799"/>
          <p:cNvSpPr/>
          <p:nvPr/>
        </p:nvSpPr>
        <p:spPr>
          <a:xfrm>
            <a:off x="9165590" y="58077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00" name="object 2800"/>
          <p:cNvSpPr/>
          <p:nvPr/>
        </p:nvSpPr>
        <p:spPr>
          <a:xfrm>
            <a:off x="9165590" y="58381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01" name="object 2801"/>
          <p:cNvSpPr/>
          <p:nvPr/>
        </p:nvSpPr>
        <p:spPr>
          <a:xfrm>
            <a:off x="9165590" y="58686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02" name="object 2802"/>
          <p:cNvSpPr/>
          <p:nvPr/>
        </p:nvSpPr>
        <p:spPr>
          <a:xfrm>
            <a:off x="9165590" y="58991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03" name="object 2803"/>
          <p:cNvSpPr/>
          <p:nvPr/>
        </p:nvSpPr>
        <p:spPr>
          <a:xfrm>
            <a:off x="9165590" y="59296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04" name="object 2804"/>
          <p:cNvSpPr/>
          <p:nvPr/>
        </p:nvSpPr>
        <p:spPr>
          <a:xfrm>
            <a:off x="9165590" y="59601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05" name="object 2805"/>
          <p:cNvSpPr/>
          <p:nvPr/>
        </p:nvSpPr>
        <p:spPr>
          <a:xfrm>
            <a:off x="9165590" y="59905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06" name="object 2806"/>
          <p:cNvSpPr/>
          <p:nvPr/>
        </p:nvSpPr>
        <p:spPr>
          <a:xfrm>
            <a:off x="9165590" y="602107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07" name="object 2807"/>
          <p:cNvSpPr/>
          <p:nvPr/>
        </p:nvSpPr>
        <p:spPr>
          <a:xfrm>
            <a:off x="9165590" y="605155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08" name="object 2808"/>
          <p:cNvSpPr/>
          <p:nvPr/>
        </p:nvSpPr>
        <p:spPr>
          <a:xfrm>
            <a:off x="9165590" y="608202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09" name="object 2809"/>
          <p:cNvSpPr/>
          <p:nvPr/>
        </p:nvSpPr>
        <p:spPr>
          <a:xfrm>
            <a:off x="9165590" y="6112509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19"/>
                </a:moveTo>
                <a:lnTo>
                  <a:pt x="0" y="7619"/>
                </a:lnTo>
                <a:lnTo>
                  <a:pt x="0" y="0"/>
                </a:lnTo>
                <a:lnTo>
                  <a:pt x="7619" y="0"/>
                </a:lnTo>
                <a:lnTo>
                  <a:pt x="7619" y="7619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10" name="object 2810"/>
          <p:cNvSpPr/>
          <p:nvPr/>
        </p:nvSpPr>
        <p:spPr>
          <a:xfrm>
            <a:off x="9165590" y="6142990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20">
                <a:moveTo>
                  <a:pt x="7619" y="7620"/>
                </a:moveTo>
                <a:lnTo>
                  <a:pt x="0" y="7620"/>
                </a:lnTo>
                <a:lnTo>
                  <a:pt x="0" y="0"/>
                </a:lnTo>
                <a:lnTo>
                  <a:pt x="7619" y="0"/>
                </a:lnTo>
                <a:lnTo>
                  <a:pt x="7619" y="7620"/>
                </a:lnTo>
                <a:close/>
              </a:path>
            </a:pathLst>
          </a:custGeom>
          <a:solidFill>
            <a:srgbClr val="134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811" name="object 28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4662958"/>
              </p:ext>
            </p:extLst>
          </p:nvPr>
        </p:nvGraphicFramePr>
        <p:xfrm>
          <a:off x="458582" y="1166104"/>
          <a:ext cx="5793421" cy="473328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72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4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8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8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082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80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200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学院（部）</a:t>
                      </a:r>
                      <a:endParaRPr sz="1200" dirty="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92075" marB="0">
                    <a:solidFill>
                      <a:srgbClr val="134D73"/>
                    </a:solidFill>
                  </a:tcPr>
                </a:tc>
                <a:tc>
                  <a:txBody>
                    <a:bodyPr/>
                    <a:lstStyle/>
                    <a:p>
                      <a:pPr marR="162560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200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招生科类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92075" marB="0">
                    <a:solidFill>
                      <a:srgbClr val="134D73"/>
                    </a:solidFill>
                  </a:tcPr>
                </a:tc>
                <a:tc>
                  <a:txBody>
                    <a:bodyPr/>
                    <a:lstStyle/>
                    <a:p>
                      <a:pPr marR="1460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200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专业名称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92075" marB="0">
                    <a:solidFill>
                      <a:srgbClr val="134D73"/>
                    </a:solidFill>
                  </a:tcPr>
                </a:tc>
                <a:tc>
                  <a:txBody>
                    <a:bodyPr/>
                    <a:lstStyle/>
                    <a:p>
                      <a:pPr marL="20764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200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学制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92075" marB="0">
                    <a:lnT w="9525">
                      <a:solidFill>
                        <a:srgbClr val="FFFFFF"/>
                      </a:solidFill>
                      <a:prstDash val="solid"/>
                    </a:lnT>
                    <a:solidFill>
                      <a:srgbClr val="134D73"/>
                    </a:solidFill>
                  </a:tcPr>
                </a:tc>
                <a:tc>
                  <a:txBody>
                    <a:bodyPr/>
                    <a:lstStyle/>
                    <a:p>
                      <a:pPr marL="410845" marR="317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200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授予学位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92075" marB="0">
                    <a:solidFill>
                      <a:srgbClr val="134D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0972">
                <a:tc gridSpan="5">
                  <a:txBody>
                    <a:bodyPr/>
                    <a:lstStyle/>
                    <a:p>
                      <a:pPr marL="1007110" marR="3175">
                        <a:lnSpc>
                          <a:spcPts val="1350"/>
                        </a:lnSpc>
                        <a:spcBef>
                          <a:spcPts val="685"/>
                        </a:spcBef>
                        <a:tabLst>
                          <a:tab pos="1629410" algn="l"/>
                          <a:tab pos="3427095" algn="l"/>
                          <a:tab pos="3911600" algn="l"/>
                        </a:tabLst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理工	临床医学</a:t>
                      </a:r>
                      <a:r>
                        <a:rPr sz="1200" spc="-5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“</a:t>
                      </a:r>
                      <a:r>
                        <a:rPr sz="1200" spc="-5" dirty="0">
                          <a:solidFill>
                            <a:srgbClr val="404040"/>
                          </a:solidFill>
                          <a:latin typeface="Arial" panose="020B0604020202020204"/>
                          <a:cs typeface="Arial" panose="020B0604020202020204"/>
                        </a:rPr>
                        <a:t>5+3</a:t>
                      </a:r>
                      <a:r>
                        <a:rPr sz="1200" spc="-5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”</a:t>
                      </a: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一体化	</a:t>
                      </a:r>
                      <a:r>
                        <a:rPr sz="1200" spc="-5" dirty="0">
                          <a:solidFill>
                            <a:srgbClr val="404040"/>
                          </a:solidFill>
                          <a:latin typeface="Arial" panose="020B0604020202020204"/>
                          <a:cs typeface="Arial" panose="020B0604020202020204"/>
                        </a:rPr>
                        <a:t>8</a:t>
                      </a: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年	医学学士、临床医学硕士</a:t>
                      </a:r>
                      <a:endParaRPr sz="1200" dirty="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729615">
                        <a:lnSpc>
                          <a:spcPts val="1350"/>
                        </a:lnSpc>
                        <a:tabLst>
                          <a:tab pos="5716905" algn="l"/>
                        </a:tabLst>
                      </a:pPr>
                      <a:r>
                        <a:rPr sz="1200" u="heavy" dirty="0">
                          <a:solidFill>
                            <a:srgbClr val="404040"/>
                          </a:solidFill>
                          <a:uFill>
                            <a:solidFill>
                              <a:srgbClr val="134D73"/>
                            </a:solidFill>
                          </a:uFill>
                          <a:latin typeface="Times New Roman" panose="02020603050405020304"/>
                          <a:cs typeface="Times New Roman" panose="02020603050405020304"/>
                        </a:rPr>
                        <a:t> 	</a:t>
                      </a:r>
                      <a:endParaRPr sz="120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R="317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30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62230" marR="124460" indent="944880">
                        <a:lnSpc>
                          <a:spcPct val="50000"/>
                        </a:lnSpc>
                        <a:spcBef>
                          <a:spcPts val="5"/>
                        </a:spcBef>
                        <a:tabLst>
                          <a:tab pos="1629410" algn="l"/>
                          <a:tab pos="2062480" algn="l"/>
                          <a:tab pos="3427095" algn="l"/>
                          <a:tab pos="3911600" algn="l"/>
                        </a:tabLst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理工	</a:t>
                      </a:r>
                      <a:r>
                        <a:rPr sz="1800" baseline="320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临床医学“</a:t>
                      </a:r>
                      <a:r>
                        <a:rPr sz="1800" spc="-7" baseline="32000" dirty="0">
                          <a:solidFill>
                            <a:srgbClr val="404040"/>
                          </a:solidFill>
                          <a:latin typeface="Arial" panose="020B0604020202020204"/>
                          <a:cs typeface="Arial" panose="020B0604020202020204"/>
                        </a:rPr>
                        <a:t>5+3</a:t>
                      </a:r>
                      <a:r>
                        <a:rPr sz="1800" baseline="320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”一体化	</a:t>
                      </a:r>
                      <a:r>
                        <a:rPr sz="1200" spc="-5" dirty="0">
                          <a:solidFill>
                            <a:srgbClr val="404040"/>
                          </a:solidFill>
                          <a:latin typeface="Arial" panose="020B0604020202020204"/>
                          <a:cs typeface="Arial" panose="020B0604020202020204"/>
                        </a:rPr>
                        <a:t>8</a:t>
                      </a: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年	医学学士、临床医学硕士 </a:t>
                      </a:r>
                      <a:r>
                        <a:rPr sz="1800" baseline="-230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临床医学		</a:t>
                      </a: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（儿科学）</a:t>
                      </a:r>
                      <a:endParaRPr sz="1200" dirty="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1007110" marR="3175" indent="-716280">
                        <a:lnSpc>
                          <a:spcPct val="100000"/>
                        </a:lnSpc>
                        <a:spcBef>
                          <a:spcPts val="870"/>
                        </a:spcBef>
                        <a:tabLst>
                          <a:tab pos="1006475" algn="l"/>
                          <a:tab pos="2139315" algn="l"/>
                          <a:tab pos="3427095" algn="l"/>
                          <a:tab pos="4445000" algn="l"/>
                        </a:tabLst>
                      </a:pPr>
                      <a:r>
                        <a:rPr sz="1800" baseline="160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部	</a:t>
                      </a: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理工	临床医学	</a:t>
                      </a:r>
                      <a:r>
                        <a:rPr sz="1200" spc="-5" dirty="0">
                          <a:solidFill>
                            <a:srgbClr val="404040"/>
                          </a:solidFill>
                          <a:latin typeface="Arial" panose="020B0604020202020204"/>
                          <a:cs typeface="Arial" panose="020B0604020202020204"/>
                        </a:rPr>
                        <a:t>5</a:t>
                      </a: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年	医学学士</a:t>
                      </a:r>
                      <a:endParaRPr sz="1200" dirty="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1007110" marR="657860">
                        <a:lnSpc>
                          <a:spcPct val="167000"/>
                        </a:lnSpc>
                        <a:tabLst>
                          <a:tab pos="2062480" algn="l"/>
                          <a:tab pos="2215515" algn="l"/>
                          <a:tab pos="3427095" algn="l"/>
                          <a:tab pos="4445000" algn="l"/>
                        </a:tabLst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理工		麻醉学	</a:t>
                      </a:r>
                      <a:r>
                        <a:rPr sz="1200" spc="-5" dirty="0">
                          <a:solidFill>
                            <a:srgbClr val="404040"/>
                          </a:solidFill>
                          <a:latin typeface="Arial" panose="020B0604020202020204"/>
                          <a:cs typeface="Arial" panose="020B0604020202020204"/>
                        </a:rPr>
                        <a:t>5</a:t>
                      </a: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年	医学学士 理工	医学影像学	</a:t>
                      </a:r>
                      <a:r>
                        <a:rPr sz="1200" spc="-5" dirty="0">
                          <a:solidFill>
                            <a:srgbClr val="404040"/>
                          </a:solidFill>
                          <a:latin typeface="Arial" panose="020B0604020202020204"/>
                          <a:cs typeface="Arial" panose="020B0604020202020204"/>
                        </a:rPr>
                        <a:t>5</a:t>
                      </a: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年	医学学士</a:t>
                      </a:r>
                      <a:endParaRPr sz="1200" dirty="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86995" marB="0">
                    <a:lnL w="19050">
                      <a:solidFill>
                        <a:srgbClr val="134D73"/>
                      </a:solidFill>
                      <a:prstDash val="solid"/>
                    </a:lnL>
                    <a:lnR w="28575">
                      <a:solidFill>
                        <a:srgbClr val="134D73"/>
                      </a:solidFill>
                      <a:prstDash val="solid"/>
                    </a:lnR>
                    <a:lnB w="9525">
                      <a:solidFill>
                        <a:srgbClr val="134D73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25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9050">
                      <a:solidFill>
                        <a:srgbClr val="134D73"/>
                      </a:solidFill>
                      <a:prstDash val="solid"/>
                    </a:lnL>
                    <a:lnT w="9525">
                      <a:solidFill>
                        <a:srgbClr val="134D73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6256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理工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36195" marB="0">
                    <a:lnT w="9525">
                      <a:solidFill>
                        <a:srgbClr val="134D73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460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预防医学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36195" marB="0">
                    <a:lnT w="9525">
                      <a:solidFill>
                        <a:srgbClr val="134D73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4130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spc="-5" dirty="0">
                          <a:solidFill>
                            <a:srgbClr val="404040"/>
                          </a:solidFill>
                          <a:latin typeface="Arial" panose="020B0604020202020204"/>
                          <a:cs typeface="Arial" panose="020B0604020202020204"/>
                        </a:rPr>
                        <a:t>5</a:t>
                      </a: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年</a:t>
                      </a:r>
                      <a:endParaRPr sz="1200" dirty="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36830" marB="0">
                    <a:lnT w="9525">
                      <a:solidFill>
                        <a:srgbClr val="134D73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10845" marR="31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医学学士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36195" marB="0">
                    <a:lnR w="19050">
                      <a:solidFill>
                        <a:srgbClr val="134D73"/>
                      </a:solidFill>
                      <a:prstDash val="solid"/>
                    </a:lnR>
                    <a:lnT w="9525">
                      <a:solidFill>
                        <a:srgbClr val="134D73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14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14630" marR="84455" indent="-152400">
                        <a:lnSpc>
                          <a:spcPct val="100000"/>
                        </a:lnSpc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公共卫生 学院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19050">
                      <a:solidFill>
                        <a:srgbClr val="134D73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62560"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文史、理工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1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R="162560" algn="ctr">
                        <a:lnSpc>
                          <a:spcPct val="100000"/>
                        </a:lnSpc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理工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7747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098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公共事业管理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1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84785">
                        <a:lnSpc>
                          <a:spcPct val="100000"/>
                        </a:lnSpc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食品质量与安全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7747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4130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200" spc="-5" dirty="0">
                          <a:solidFill>
                            <a:srgbClr val="404040"/>
                          </a:solidFill>
                          <a:latin typeface="Arial" panose="020B0604020202020204"/>
                          <a:cs typeface="Arial" panose="020B0604020202020204"/>
                        </a:rPr>
                        <a:t>4</a:t>
                      </a: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年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1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41300">
                        <a:lnSpc>
                          <a:spcPct val="100000"/>
                        </a:lnSpc>
                      </a:pPr>
                      <a:r>
                        <a:rPr sz="1200" spc="-5" dirty="0">
                          <a:solidFill>
                            <a:srgbClr val="404040"/>
                          </a:solidFill>
                          <a:latin typeface="Arial" panose="020B0604020202020204"/>
                          <a:cs typeface="Arial" panose="020B0604020202020204"/>
                        </a:rPr>
                        <a:t>4</a:t>
                      </a: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年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7810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34645" marR="317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管理学学士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R="317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1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410845" marR="3175">
                        <a:lnSpc>
                          <a:spcPct val="100000"/>
                        </a:lnSpc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工学学士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77470" marB="0">
                    <a:lnR w="28575">
                      <a:solidFill>
                        <a:srgbClr val="134D73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4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9050">
                      <a:solidFill>
                        <a:srgbClr val="134D73"/>
                      </a:solidFill>
                      <a:prstDash val="solid"/>
                    </a:lnL>
                    <a:lnB w="9525">
                      <a:solidFill>
                        <a:srgbClr val="134D7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62560" algn="ctr">
                        <a:lnSpc>
                          <a:spcPct val="100000"/>
                        </a:lnSpc>
                        <a:spcBef>
                          <a:spcPts val="410"/>
                        </a:spcBef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理工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52069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4605" algn="ctr">
                        <a:lnSpc>
                          <a:spcPct val="100000"/>
                        </a:lnSpc>
                        <a:spcBef>
                          <a:spcPts val="410"/>
                        </a:spcBef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卫生检验与检疫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52069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4130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200" spc="-5" dirty="0">
                          <a:solidFill>
                            <a:srgbClr val="404040"/>
                          </a:solidFill>
                          <a:latin typeface="Arial" panose="020B0604020202020204"/>
                          <a:cs typeface="Arial" panose="020B0604020202020204"/>
                        </a:rPr>
                        <a:t>4</a:t>
                      </a: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年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5270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10845" marR="3175">
                        <a:lnSpc>
                          <a:spcPct val="100000"/>
                        </a:lnSpc>
                        <a:spcBef>
                          <a:spcPts val="410"/>
                        </a:spcBef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理学学士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52069" marB="0">
                    <a:lnR w="19050">
                      <a:solidFill>
                        <a:srgbClr val="134D73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80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9050">
                      <a:solidFill>
                        <a:srgbClr val="134D73"/>
                      </a:solidFill>
                      <a:prstDash val="solid"/>
                    </a:lnL>
                    <a:lnT w="9525">
                      <a:solidFill>
                        <a:srgbClr val="134D73"/>
                      </a:solidFill>
                      <a:prstDash val="solid"/>
                    </a:lnT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R="162560"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理工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19050" marB="0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R="14605"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医学检验技术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19050" marB="0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24130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200" spc="-5" dirty="0">
                          <a:solidFill>
                            <a:srgbClr val="404040"/>
                          </a:solidFill>
                          <a:latin typeface="Arial" panose="020B0604020202020204"/>
                          <a:cs typeface="Arial" panose="020B0604020202020204"/>
                        </a:rPr>
                        <a:t>4</a:t>
                      </a: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年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19685" marB="0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410845" marR="317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理学学士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19050" marB="0">
                    <a:lnR w="19050">
                      <a:solidFill>
                        <a:srgbClr val="134D73"/>
                      </a:solidFill>
                      <a:prstDash val="solid"/>
                    </a:lnR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7241">
                <a:tc>
                  <a:txBody>
                    <a:bodyPr/>
                    <a:lstStyle/>
                    <a:p>
                      <a:pPr marL="61595" marR="8445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医学技术 与工程学 院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134D73"/>
                      </a:solidFill>
                      <a:prstDash val="solid"/>
                    </a:lnL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24320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理工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243205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理工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63500" marB="0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R="14605"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医学影像技术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R="14605" algn="ctr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眼视光学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63500" marB="0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24130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1200" spc="-5" dirty="0">
                          <a:solidFill>
                            <a:srgbClr val="404040"/>
                          </a:solidFill>
                          <a:latin typeface="Arial" panose="020B0604020202020204"/>
                          <a:cs typeface="Arial" panose="020B0604020202020204"/>
                        </a:rPr>
                        <a:t>4</a:t>
                      </a: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年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241300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1200" spc="-5" dirty="0">
                          <a:solidFill>
                            <a:srgbClr val="404040"/>
                          </a:solidFill>
                          <a:latin typeface="Arial" panose="020B0604020202020204"/>
                          <a:cs typeface="Arial" panose="020B0604020202020204"/>
                        </a:rPr>
                        <a:t>4</a:t>
                      </a: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年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64135" marB="0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410845" marR="317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理学学士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410845" marR="3175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理学学士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63500" marB="0">
                    <a:lnR w="28575">
                      <a:solidFill>
                        <a:srgbClr val="134D73"/>
                      </a:solidFill>
                      <a:prstDash val="solid"/>
                    </a:lnR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0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9050">
                      <a:solidFill>
                        <a:srgbClr val="134D73"/>
                      </a:solidFill>
                      <a:prstDash val="solid"/>
                    </a:lnL>
                    <a:lnB w="19050">
                      <a:solidFill>
                        <a:srgbClr val="134D73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R="162560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理工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42545" marB="0">
                    <a:lnB w="19050">
                      <a:solidFill>
                        <a:srgbClr val="134D73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R="1460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康复治疗学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42545" marB="0">
                    <a:lnB w="19050">
                      <a:solidFill>
                        <a:srgbClr val="134D73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24130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5" dirty="0">
                          <a:solidFill>
                            <a:srgbClr val="404040"/>
                          </a:solidFill>
                          <a:latin typeface="Arial" panose="020B0604020202020204"/>
                          <a:cs typeface="Arial" panose="020B0604020202020204"/>
                        </a:rPr>
                        <a:t>4</a:t>
                      </a: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年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43180" marB="0">
                    <a:lnB w="19050">
                      <a:solidFill>
                        <a:srgbClr val="134D73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410845" marR="31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理学学士</a:t>
                      </a:r>
                      <a:endParaRPr sz="1200" dirty="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42545" marB="0">
                    <a:lnR w="19050">
                      <a:solidFill>
                        <a:srgbClr val="134D73"/>
                      </a:solidFill>
                      <a:prstDash val="solid"/>
                    </a:lnR>
                    <a:lnB w="19050">
                      <a:solidFill>
                        <a:srgbClr val="134D73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812" name="object 28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2914357"/>
              </p:ext>
            </p:extLst>
          </p:nvPr>
        </p:nvGraphicFramePr>
        <p:xfrm>
          <a:off x="6710585" y="1131492"/>
          <a:ext cx="5022832" cy="47678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4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79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98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32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2996">
                <a:tc gridSpan="2">
                  <a:txBody>
                    <a:bodyPr/>
                    <a:lstStyle/>
                    <a:p>
                      <a:pPr marL="27305">
                        <a:lnSpc>
                          <a:spcPts val="1080"/>
                        </a:lnSpc>
                        <a:spcBef>
                          <a:spcPts val="835"/>
                        </a:spcBef>
                      </a:pPr>
                      <a:r>
                        <a:rPr sz="1200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学院（部）</a:t>
                      </a:r>
                      <a:r>
                        <a:rPr sz="1200" spc="140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1800" baseline="32000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招生</a:t>
                      </a:r>
                      <a:endParaRPr sz="1800" baseline="32000" dirty="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896620">
                        <a:lnSpc>
                          <a:spcPts val="1080"/>
                        </a:lnSpc>
                      </a:pPr>
                      <a:r>
                        <a:rPr sz="1200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科类</a:t>
                      </a:r>
                      <a:endParaRPr sz="1200" dirty="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106045" marB="0">
                    <a:solidFill>
                      <a:srgbClr val="134D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842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200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专业名称</a:t>
                      </a:r>
                      <a:endParaRPr sz="1200" dirty="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106045" marB="0" anchor="ctr">
                    <a:solidFill>
                      <a:srgbClr val="134D73"/>
                    </a:solidFill>
                  </a:tcPr>
                </a:tc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200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学制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106045" marB="0" anchor="ctr">
                    <a:solidFill>
                      <a:srgbClr val="134D73"/>
                    </a:solidFill>
                  </a:tcPr>
                </a:tc>
                <a:tc>
                  <a:txBody>
                    <a:bodyPr/>
                    <a:lstStyle/>
                    <a:p>
                      <a:pPr marL="39560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200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授予学位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106045" marB="0">
                    <a:solidFill>
                      <a:srgbClr val="134D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64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7305">
                        <a:lnSpc>
                          <a:spcPct val="100000"/>
                        </a:lnSpc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基础医学院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19050">
                      <a:solidFill>
                        <a:srgbClr val="134D73"/>
                      </a:solidFill>
                      <a:prstDash val="solid"/>
                    </a:lnL>
                    <a:lnB w="9525">
                      <a:solidFill>
                        <a:srgbClr val="134D7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理工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13970" marB="0">
                    <a:lnB w="9525">
                      <a:solidFill>
                        <a:srgbClr val="134D7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98425"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基础医学</a:t>
                      </a:r>
                      <a:endParaRPr sz="1200" dirty="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13970" marB="0" anchor="ctr">
                    <a:lnB w="9525">
                      <a:solidFill>
                        <a:srgbClr val="134D7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40030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200" spc="-5" dirty="0">
                          <a:solidFill>
                            <a:srgbClr val="404040"/>
                          </a:solidFill>
                          <a:latin typeface="Arial" panose="020B0604020202020204"/>
                          <a:cs typeface="Arial" panose="020B0604020202020204"/>
                        </a:rPr>
                        <a:t>5</a:t>
                      </a: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年</a:t>
                      </a:r>
                      <a:endParaRPr sz="1200" dirty="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14604" marB="0" anchor="ctr">
                    <a:lnB w="9525">
                      <a:solidFill>
                        <a:srgbClr val="134D7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9560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医学学士</a:t>
                      </a:r>
                      <a:endParaRPr sz="1200" dirty="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13970" marB="0">
                    <a:lnR w="19050">
                      <a:solidFill>
                        <a:srgbClr val="134D73"/>
                      </a:solidFill>
                      <a:prstDash val="solid"/>
                    </a:lnR>
                    <a:lnB w="9525">
                      <a:solidFill>
                        <a:srgbClr val="134D7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95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19050">
                      <a:solidFill>
                        <a:srgbClr val="134D73"/>
                      </a:solidFill>
                      <a:prstDash val="solid"/>
                    </a:lnL>
                    <a:lnB w="9525">
                      <a:solidFill>
                        <a:srgbClr val="134D7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理工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97155" marB="0">
                    <a:lnT w="9525">
                      <a:solidFill>
                        <a:srgbClr val="134D73"/>
                      </a:solidFill>
                      <a:prstDash val="solid"/>
                    </a:lnT>
                    <a:lnB w="9525">
                      <a:solidFill>
                        <a:srgbClr val="134D7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98425" algn="ct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生物信息学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97155" marB="0">
                    <a:lnT w="9525">
                      <a:solidFill>
                        <a:srgbClr val="134D73"/>
                      </a:solidFill>
                      <a:prstDash val="solid"/>
                    </a:lnT>
                    <a:lnB w="9525">
                      <a:solidFill>
                        <a:srgbClr val="134D7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40030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200" spc="-5" dirty="0">
                          <a:solidFill>
                            <a:srgbClr val="404040"/>
                          </a:solidFill>
                          <a:latin typeface="Arial" panose="020B0604020202020204"/>
                          <a:cs typeface="Arial" panose="020B0604020202020204"/>
                        </a:rPr>
                        <a:t>4</a:t>
                      </a: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年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97790" marB="0">
                    <a:lnT w="9525">
                      <a:solidFill>
                        <a:srgbClr val="134D73"/>
                      </a:solidFill>
                      <a:prstDash val="solid"/>
                    </a:lnT>
                    <a:lnB w="9525">
                      <a:solidFill>
                        <a:srgbClr val="134D7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95605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理学学士</a:t>
                      </a:r>
                      <a:endParaRPr sz="1200" dirty="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97155" marB="0">
                    <a:lnR w="19050">
                      <a:solidFill>
                        <a:srgbClr val="134D73"/>
                      </a:solidFill>
                      <a:prstDash val="solid"/>
                    </a:lnR>
                    <a:lnT w="9525">
                      <a:solidFill>
                        <a:srgbClr val="134D73"/>
                      </a:solidFill>
                      <a:prstDash val="solid"/>
                    </a:lnT>
                    <a:lnB w="9525">
                      <a:solidFill>
                        <a:srgbClr val="134D7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271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2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7305">
                        <a:lnSpc>
                          <a:spcPct val="100000"/>
                        </a:lnSpc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口腔医学院</a:t>
                      </a:r>
                      <a:r>
                        <a:rPr sz="1200" spc="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理工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5080" marB="0">
                    <a:lnL w="19050">
                      <a:solidFill>
                        <a:srgbClr val="134D73"/>
                      </a:solidFill>
                      <a:prstDash val="solid"/>
                    </a:lnL>
                    <a:lnT w="9525">
                      <a:solidFill>
                        <a:srgbClr val="134D73"/>
                      </a:solidFill>
                      <a:prstDash val="solid"/>
                    </a:lnT>
                    <a:lnB w="9525">
                      <a:solidFill>
                        <a:srgbClr val="134D73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2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R="98425" algn="ctr">
                        <a:lnSpc>
                          <a:spcPct val="100000"/>
                        </a:lnSpc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口腔医学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5080" marB="0">
                    <a:lnT w="9525">
                      <a:solidFill>
                        <a:srgbClr val="134D73"/>
                      </a:solidFill>
                      <a:prstDash val="solid"/>
                    </a:lnT>
                    <a:lnB w="9525">
                      <a:solidFill>
                        <a:srgbClr val="134D73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40030">
                        <a:lnSpc>
                          <a:spcPct val="100000"/>
                        </a:lnSpc>
                      </a:pPr>
                      <a:r>
                        <a:rPr sz="1200" spc="-5" dirty="0">
                          <a:solidFill>
                            <a:srgbClr val="404040"/>
                          </a:solidFill>
                          <a:latin typeface="Arial" panose="020B0604020202020204"/>
                          <a:cs typeface="Arial" panose="020B0604020202020204"/>
                        </a:rPr>
                        <a:t>5</a:t>
                      </a: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年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5715" marB="0">
                    <a:lnT w="9525">
                      <a:solidFill>
                        <a:srgbClr val="134D73"/>
                      </a:solidFill>
                      <a:prstDash val="solid"/>
                    </a:lnT>
                    <a:lnB w="9525">
                      <a:solidFill>
                        <a:srgbClr val="134D73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2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395605">
                        <a:lnSpc>
                          <a:spcPct val="100000"/>
                        </a:lnSpc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医学学士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5080" marB="0">
                    <a:lnR w="19050">
                      <a:solidFill>
                        <a:srgbClr val="134D73"/>
                      </a:solidFill>
                      <a:prstDash val="solid"/>
                    </a:lnR>
                    <a:lnT w="9525">
                      <a:solidFill>
                        <a:srgbClr val="134D73"/>
                      </a:solidFill>
                      <a:prstDash val="solid"/>
                    </a:lnT>
                    <a:lnB w="9525">
                      <a:solidFill>
                        <a:srgbClr val="134D73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556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7970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药学院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19050">
                      <a:solidFill>
                        <a:srgbClr val="134D73"/>
                      </a:solidFill>
                      <a:prstDash val="solid"/>
                    </a:lnL>
                    <a:lnT w="9525">
                      <a:solidFill>
                        <a:srgbClr val="134D73"/>
                      </a:solidFill>
                      <a:prstDash val="solid"/>
                    </a:lnT>
                    <a:lnB w="9525">
                      <a:solidFill>
                        <a:srgbClr val="134D7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理工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23495" marB="0">
                    <a:lnT w="9525">
                      <a:solidFill>
                        <a:srgbClr val="134D73"/>
                      </a:solidFill>
                      <a:prstDash val="solid"/>
                    </a:lnT>
                    <a:lnB w="12700">
                      <a:solidFill>
                        <a:srgbClr val="134D7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9842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药学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23495" marB="0">
                    <a:lnT w="9525">
                      <a:solidFill>
                        <a:srgbClr val="134D73"/>
                      </a:solidFill>
                      <a:prstDash val="solid"/>
                    </a:lnT>
                    <a:lnB w="9525">
                      <a:solidFill>
                        <a:srgbClr val="134D7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4003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200" spc="-5" dirty="0">
                          <a:solidFill>
                            <a:srgbClr val="404040"/>
                          </a:solidFill>
                          <a:latin typeface="Arial" panose="020B0604020202020204"/>
                          <a:cs typeface="Arial" panose="020B0604020202020204"/>
                        </a:rPr>
                        <a:t>4</a:t>
                      </a: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年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24130" marB="0">
                    <a:lnT w="9525">
                      <a:solidFill>
                        <a:srgbClr val="134D73"/>
                      </a:solidFill>
                      <a:prstDash val="solid"/>
                    </a:lnT>
                    <a:lnB w="12700">
                      <a:solidFill>
                        <a:srgbClr val="134D7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9560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理学学士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23495" marB="0">
                    <a:lnR w="19050">
                      <a:solidFill>
                        <a:srgbClr val="134D73"/>
                      </a:solidFill>
                      <a:prstDash val="solid"/>
                    </a:lnR>
                    <a:lnT w="9525">
                      <a:solidFill>
                        <a:srgbClr val="134D73"/>
                      </a:solidFill>
                      <a:prstDash val="solid"/>
                    </a:lnT>
                    <a:lnB w="9525">
                      <a:solidFill>
                        <a:srgbClr val="134D7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62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19050">
                      <a:solidFill>
                        <a:srgbClr val="134D73"/>
                      </a:solidFill>
                      <a:prstDash val="solid"/>
                    </a:lnL>
                    <a:lnT w="9525">
                      <a:solidFill>
                        <a:srgbClr val="134D73"/>
                      </a:solidFill>
                      <a:prstDash val="solid"/>
                    </a:lnT>
                    <a:lnB w="9525">
                      <a:solidFill>
                        <a:srgbClr val="134D7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理工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26034" marB="0">
                    <a:lnT w="12700">
                      <a:solidFill>
                        <a:srgbClr val="134D73"/>
                      </a:solidFill>
                      <a:prstDash val="solid"/>
                    </a:lnT>
                    <a:lnB w="9525">
                      <a:solidFill>
                        <a:srgbClr val="134D7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98425" algn="ctr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药物制剂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26034" marB="0">
                    <a:lnT w="9525">
                      <a:solidFill>
                        <a:srgbClr val="134D73"/>
                      </a:solidFill>
                      <a:prstDash val="solid"/>
                    </a:lnT>
                    <a:lnB w="9525">
                      <a:solidFill>
                        <a:srgbClr val="134D7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4003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200" spc="-5" dirty="0">
                          <a:solidFill>
                            <a:srgbClr val="404040"/>
                          </a:solidFill>
                          <a:latin typeface="Arial" panose="020B0604020202020204"/>
                          <a:cs typeface="Arial" panose="020B0604020202020204"/>
                        </a:rPr>
                        <a:t>4</a:t>
                      </a: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年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26669" marB="0">
                    <a:lnT w="12700">
                      <a:solidFill>
                        <a:srgbClr val="134D73"/>
                      </a:solidFill>
                      <a:prstDash val="solid"/>
                    </a:lnT>
                    <a:lnB w="9525">
                      <a:solidFill>
                        <a:srgbClr val="134D7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95605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理学学士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26034" marB="0">
                    <a:lnR w="19050">
                      <a:solidFill>
                        <a:srgbClr val="134D73"/>
                      </a:solidFill>
                      <a:prstDash val="solid"/>
                    </a:lnR>
                    <a:lnT w="9525">
                      <a:solidFill>
                        <a:srgbClr val="134D73"/>
                      </a:solidFill>
                      <a:prstDash val="solid"/>
                    </a:lnT>
                    <a:lnB w="9525">
                      <a:solidFill>
                        <a:srgbClr val="134D7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174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19050">
                      <a:solidFill>
                        <a:srgbClr val="134D73"/>
                      </a:solidFill>
                      <a:prstDash val="solid"/>
                    </a:lnL>
                    <a:lnT w="9525">
                      <a:solidFill>
                        <a:srgbClr val="134D73"/>
                      </a:solidFill>
                      <a:prstDash val="solid"/>
                    </a:lnT>
                    <a:lnB w="9525">
                      <a:solidFill>
                        <a:srgbClr val="134D7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理工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29209" marB="0">
                    <a:lnT w="9525">
                      <a:solidFill>
                        <a:srgbClr val="134D73"/>
                      </a:solidFill>
                      <a:prstDash val="solid"/>
                    </a:lnT>
                    <a:lnB w="9525">
                      <a:solidFill>
                        <a:srgbClr val="134D7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98425" algn="ctr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临床药学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29209" marB="0">
                    <a:lnT w="9525">
                      <a:solidFill>
                        <a:srgbClr val="134D73"/>
                      </a:solidFill>
                      <a:prstDash val="solid"/>
                    </a:lnT>
                    <a:lnB w="9525">
                      <a:solidFill>
                        <a:srgbClr val="134D7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4003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200" spc="-5" dirty="0">
                          <a:solidFill>
                            <a:srgbClr val="404040"/>
                          </a:solidFill>
                          <a:latin typeface="Arial" panose="020B0604020202020204"/>
                          <a:cs typeface="Arial" panose="020B0604020202020204"/>
                        </a:rPr>
                        <a:t>5</a:t>
                      </a: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年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29845" marB="0">
                    <a:lnT w="9525">
                      <a:solidFill>
                        <a:srgbClr val="134D73"/>
                      </a:solidFill>
                      <a:prstDash val="solid"/>
                    </a:lnT>
                    <a:lnB w="9525">
                      <a:solidFill>
                        <a:srgbClr val="134D7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95605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理学学士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29209" marB="0">
                    <a:lnR w="19050">
                      <a:solidFill>
                        <a:srgbClr val="134D73"/>
                      </a:solidFill>
                      <a:prstDash val="solid"/>
                    </a:lnR>
                    <a:lnT w="9525">
                      <a:solidFill>
                        <a:srgbClr val="134D73"/>
                      </a:solidFill>
                      <a:prstDash val="solid"/>
                    </a:lnT>
                    <a:lnB w="9525">
                      <a:solidFill>
                        <a:srgbClr val="134D7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244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19050">
                      <a:solidFill>
                        <a:srgbClr val="134D73"/>
                      </a:solidFill>
                      <a:prstDash val="solid"/>
                    </a:lnL>
                    <a:lnT w="9525">
                      <a:solidFill>
                        <a:srgbClr val="134D73"/>
                      </a:solidFill>
                      <a:prstDash val="solid"/>
                    </a:lnT>
                    <a:lnB w="9525">
                      <a:solidFill>
                        <a:srgbClr val="134D7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理工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16510" marB="0">
                    <a:lnT w="9525">
                      <a:solidFill>
                        <a:srgbClr val="134D73"/>
                      </a:solidFill>
                      <a:prstDash val="solid"/>
                    </a:lnT>
                    <a:lnB w="9525">
                      <a:solidFill>
                        <a:srgbClr val="134D7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9842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生物制药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16510" marB="0">
                    <a:lnT w="9525">
                      <a:solidFill>
                        <a:srgbClr val="134D73"/>
                      </a:solidFill>
                      <a:prstDash val="solid"/>
                    </a:lnT>
                    <a:lnB w="9525">
                      <a:solidFill>
                        <a:srgbClr val="134D7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4003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200" spc="-5" dirty="0">
                          <a:solidFill>
                            <a:srgbClr val="404040"/>
                          </a:solidFill>
                          <a:latin typeface="Arial" panose="020B0604020202020204"/>
                          <a:cs typeface="Arial" panose="020B0604020202020204"/>
                        </a:rPr>
                        <a:t>4</a:t>
                      </a: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年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17145" marB="0">
                    <a:lnT w="9525">
                      <a:solidFill>
                        <a:srgbClr val="134D73"/>
                      </a:solidFill>
                      <a:prstDash val="solid"/>
                    </a:lnT>
                    <a:lnB w="9525">
                      <a:solidFill>
                        <a:srgbClr val="134D7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956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工学学士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16510" marB="0">
                    <a:lnR w="19050">
                      <a:solidFill>
                        <a:srgbClr val="134D73"/>
                      </a:solidFill>
                      <a:prstDash val="solid"/>
                    </a:lnR>
                    <a:lnT w="9525">
                      <a:solidFill>
                        <a:srgbClr val="134D73"/>
                      </a:solidFill>
                      <a:prstDash val="solid"/>
                    </a:lnT>
                    <a:lnB w="9525">
                      <a:solidFill>
                        <a:srgbClr val="134D7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0036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03505">
                        <a:lnSpc>
                          <a:spcPct val="100000"/>
                        </a:lnSpc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护理学院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3175" marB="0">
                    <a:lnL w="19050">
                      <a:solidFill>
                        <a:srgbClr val="134D73"/>
                      </a:solidFill>
                      <a:prstDash val="solid"/>
                    </a:lnL>
                    <a:lnT w="9525">
                      <a:solidFill>
                        <a:srgbClr val="134D73"/>
                      </a:solidFill>
                      <a:prstDash val="solid"/>
                    </a:lnT>
                    <a:lnB w="9525">
                      <a:solidFill>
                        <a:srgbClr val="134D73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理工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23495" marB="0">
                    <a:lnT w="9525">
                      <a:solidFill>
                        <a:srgbClr val="134D73"/>
                      </a:solidFill>
                      <a:prstDash val="solid"/>
                    </a:lnT>
                    <a:lnB w="9525">
                      <a:solidFill>
                        <a:srgbClr val="134D73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R="9842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护理学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23495" marB="0">
                    <a:lnT w="9525">
                      <a:solidFill>
                        <a:srgbClr val="134D73"/>
                      </a:solidFill>
                      <a:prstDash val="solid"/>
                    </a:lnT>
                    <a:lnB w="9525">
                      <a:solidFill>
                        <a:srgbClr val="134D73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24003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200" spc="-5" dirty="0">
                          <a:solidFill>
                            <a:srgbClr val="404040"/>
                          </a:solidFill>
                          <a:latin typeface="Arial" panose="020B0604020202020204"/>
                          <a:cs typeface="Arial" panose="020B0604020202020204"/>
                        </a:rPr>
                        <a:t>4</a:t>
                      </a: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年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24130" marB="0">
                    <a:lnT w="9525">
                      <a:solidFill>
                        <a:srgbClr val="134D73"/>
                      </a:solidFill>
                      <a:prstDash val="solid"/>
                    </a:lnT>
                    <a:lnB w="9525">
                      <a:solidFill>
                        <a:srgbClr val="134D73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39560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理学学士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23495" marB="0">
                    <a:lnR w="19050">
                      <a:solidFill>
                        <a:srgbClr val="134D73"/>
                      </a:solidFill>
                      <a:prstDash val="solid"/>
                    </a:lnR>
                    <a:lnT w="9525">
                      <a:solidFill>
                        <a:srgbClr val="134D73"/>
                      </a:solidFill>
                      <a:prstDash val="solid"/>
                    </a:lnT>
                    <a:lnB w="9525">
                      <a:solidFill>
                        <a:srgbClr val="134D73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813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3175" marB="0">
                    <a:lnL w="19050">
                      <a:solidFill>
                        <a:srgbClr val="134D73"/>
                      </a:solidFill>
                      <a:prstDash val="solid"/>
                    </a:lnL>
                    <a:lnT w="9525">
                      <a:solidFill>
                        <a:srgbClr val="134D73"/>
                      </a:solidFill>
                      <a:prstDash val="solid"/>
                    </a:lnT>
                    <a:lnB w="9525">
                      <a:solidFill>
                        <a:srgbClr val="134D73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理工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22225" marB="0">
                    <a:lnT w="9525">
                      <a:solidFill>
                        <a:srgbClr val="134D73"/>
                      </a:solidFill>
                      <a:prstDash val="solid"/>
                    </a:lnT>
                    <a:lnB w="12700">
                      <a:solidFill>
                        <a:srgbClr val="134D73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R="9842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助产学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22225" marB="0">
                    <a:lnT w="9525">
                      <a:solidFill>
                        <a:srgbClr val="134D73"/>
                      </a:solidFill>
                      <a:prstDash val="solid"/>
                    </a:lnT>
                    <a:lnB w="9525">
                      <a:solidFill>
                        <a:srgbClr val="134D73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24003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spc="-5" dirty="0">
                          <a:solidFill>
                            <a:srgbClr val="404040"/>
                          </a:solidFill>
                          <a:latin typeface="Arial" panose="020B0604020202020204"/>
                          <a:cs typeface="Arial" panose="020B0604020202020204"/>
                        </a:rPr>
                        <a:t>4</a:t>
                      </a: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年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22860" marB="0">
                    <a:lnT w="9525">
                      <a:solidFill>
                        <a:srgbClr val="134D73"/>
                      </a:solidFill>
                      <a:prstDash val="solid"/>
                    </a:lnT>
                    <a:lnB w="12700">
                      <a:solidFill>
                        <a:srgbClr val="134D73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39560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理学学士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22225" marB="0">
                    <a:lnR w="19050">
                      <a:solidFill>
                        <a:srgbClr val="134D73"/>
                      </a:solidFill>
                      <a:prstDash val="solid"/>
                    </a:lnR>
                    <a:lnT w="9525">
                      <a:solidFill>
                        <a:srgbClr val="134D73"/>
                      </a:solidFill>
                      <a:prstDash val="solid"/>
                    </a:lnT>
                    <a:lnB w="9525">
                      <a:solidFill>
                        <a:srgbClr val="134D73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274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03505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人文学院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19050">
                      <a:solidFill>
                        <a:srgbClr val="134D73"/>
                      </a:solidFill>
                      <a:prstDash val="solid"/>
                    </a:lnL>
                    <a:lnT w="9525">
                      <a:solidFill>
                        <a:srgbClr val="134D73"/>
                      </a:solidFill>
                      <a:prstDash val="solid"/>
                    </a:lnT>
                    <a:lnB w="9525">
                      <a:solidFill>
                        <a:srgbClr val="134D7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92710" indent="-762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文史、 理工</a:t>
                      </a:r>
                      <a:endParaRPr sz="1200" dirty="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5080" marB="0">
                    <a:lnT w="12700">
                      <a:solidFill>
                        <a:srgbClr val="134D73"/>
                      </a:solidFill>
                      <a:prstDash val="solid"/>
                    </a:lnT>
                    <a:lnB w="12700">
                      <a:solidFill>
                        <a:srgbClr val="134D7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98425"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社会工作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96520" marB="0">
                    <a:lnT w="9525">
                      <a:solidFill>
                        <a:srgbClr val="134D73"/>
                      </a:solidFill>
                      <a:prstDash val="solid"/>
                    </a:lnT>
                    <a:lnB w="9525">
                      <a:solidFill>
                        <a:srgbClr val="134D7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40030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1200" spc="-5" dirty="0">
                          <a:solidFill>
                            <a:srgbClr val="404040"/>
                          </a:solidFill>
                          <a:latin typeface="Arial" panose="020B0604020202020204"/>
                          <a:cs typeface="Arial" panose="020B0604020202020204"/>
                        </a:rPr>
                        <a:t>4</a:t>
                      </a: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年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97155" marB="0">
                    <a:lnT w="12700">
                      <a:solidFill>
                        <a:srgbClr val="134D73"/>
                      </a:solidFill>
                      <a:prstDash val="solid"/>
                    </a:lnT>
                    <a:lnB w="12700">
                      <a:solidFill>
                        <a:srgbClr val="134D7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9560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法学学士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96520" marB="0">
                    <a:lnR w="19050">
                      <a:solidFill>
                        <a:srgbClr val="134D73"/>
                      </a:solidFill>
                      <a:prstDash val="solid"/>
                    </a:lnR>
                    <a:lnT w="9525">
                      <a:solidFill>
                        <a:srgbClr val="134D73"/>
                      </a:solidFill>
                      <a:prstDash val="solid"/>
                    </a:lnT>
                    <a:lnB w="9525">
                      <a:solidFill>
                        <a:srgbClr val="134D7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527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19050">
                      <a:solidFill>
                        <a:srgbClr val="134D73"/>
                      </a:solidFill>
                      <a:prstDash val="solid"/>
                    </a:lnL>
                    <a:lnT w="9525">
                      <a:solidFill>
                        <a:srgbClr val="134D73"/>
                      </a:solidFill>
                      <a:prstDash val="solid"/>
                    </a:lnT>
                    <a:lnB w="9525">
                      <a:solidFill>
                        <a:srgbClr val="134D7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理工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97790" marB="0">
                    <a:lnT w="12700">
                      <a:solidFill>
                        <a:srgbClr val="134D73"/>
                      </a:solidFill>
                      <a:prstDash val="solid"/>
                    </a:lnT>
                    <a:lnB w="9525">
                      <a:solidFill>
                        <a:srgbClr val="134D7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98425" algn="ctr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应用心理学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97790" marB="0">
                    <a:lnT w="9525">
                      <a:solidFill>
                        <a:srgbClr val="134D73"/>
                      </a:solidFill>
                      <a:prstDash val="solid"/>
                    </a:lnT>
                    <a:lnB w="9525">
                      <a:solidFill>
                        <a:srgbClr val="134D7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4003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200" spc="-5" dirty="0">
                          <a:solidFill>
                            <a:srgbClr val="404040"/>
                          </a:solidFill>
                          <a:latin typeface="Arial" panose="020B0604020202020204"/>
                          <a:cs typeface="Arial" panose="020B0604020202020204"/>
                        </a:rPr>
                        <a:t>4</a:t>
                      </a: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年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98425" marB="0">
                    <a:lnT w="12700">
                      <a:solidFill>
                        <a:srgbClr val="134D73"/>
                      </a:solidFill>
                      <a:prstDash val="solid"/>
                    </a:lnT>
                    <a:lnB w="9525">
                      <a:solidFill>
                        <a:srgbClr val="134D7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95605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理学学士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97790" marB="0">
                    <a:lnR w="19050">
                      <a:solidFill>
                        <a:srgbClr val="134D73"/>
                      </a:solidFill>
                      <a:prstDash val="solid"/>
                    </a:lnR>
                    <a:lnT w="9525">
                      <a:solidFill>
                        <a:srgbClr val="134D73"/>
                      </a:solidFill>
                      <a:prstDash val="solid"/>
                    </a:lnT>
                    <a:lnB w="9525">
                      <a:solidFill>
                        <a:srgbClr val="134D7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01851">
                <a:tc gridSpan="2"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外国语学院</a:t>
                      </a:r>
                      <a:r>
                        <a:rPr sz="1200" spc="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文史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135255" marB="0">
                    <a:lnL w="19050">
                      <a:solidFill>
                        <a:srgbClr val="134D73"/>
                      </a:solidFill>
                      <a:prstDash val="solid"/>
                    </a:lnL>
                    <a:lnT w="9525">
                      <a:solidFill>
                        <a:srgbClr val="134D73"/>
                      </a:solidFill>
                      <a:prstDash val="solid"/>
                    </a:lnT>
                    <a:lnB w="19050">
                      <a:solidFill>
                        <a:srgbClr val="134D73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8425" algn="ctr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英语</a:t>
                      </a:r>
                      <a:endParaRPr sz="1200" dirty="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135255" marB="0">
                    <a:lnT w="9525">
                      <a:solidFill>
                        <a:srgbClr val="134D73"/>
                      </a:solidFill>
                      <a:prstDash val="solid"/>
                    </a:lnT>
                    <a:lnB w="19050">
                      <a:solidFill>
                        <a:srgbClr val="134D73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240030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1200" spc="-5" dirty="0">
                          <a:solidFill>
                            <a:srgbClr val="404040"/>
                          </a:solidFill>
                          <a:latin typeface="Arial" panose="020B0604020202020204"/>
                          <a:cs typeface="Arial" panose="020B0604020202020204"/>
                        </a:rPr>
                        <a:t>4</a:t>
                      </a: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年</a:t>
                      </a:r>
                      <a:endParaRPr sz="12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135890" marB="0">
                    <a:lnT w="9525">
                      <a:solidFill>
                        <a:srgbClr val="134D73"/>
                      </a:solidFill>
                      <a:prstDash val="solid"/>
                    </a:lnT>
                    <a:lnB w="19050">
                      <a:solidFill>
                        <a:srgbClr val="134D73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395605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sz="12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文学学士</a:t>
                      </a:r>
                      <a:endParaRPr sz="1200" dirty="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135255" marB="0">
                    <a:lnR w="19050">
                      <a:solidFill>
                        <a:srgbClr val="134D73"/>
                      </a:solidFill>
                      <a:prstDash val="solid"/>
                    </a:lnR>
                    <a:lnT w="9525">
                      <a:solidFill>
                        <a:srgbClr val="134D73"/>
                      </a:solidFill>
                      <a:prstDash val="solid"/>
                    </a:lnT>
                    <a:lnB w="19050">
                      <a:solidFill>
                        <a:srgbClr val="134D73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pic>
        <p:nvPicPr>
          <p:cNvPr id="6" name="音频 5">
            <a:hlinkClick r:id="" action="ppaction://media"/>
            <a:extLst>
              <a:ext uri="{FF2B5EF4-FFF2-40B4-BE49-F238E27FC236}">
                <a16:creationId xmlns:a16="http://schemas.microsoft.com/office/drawing/2014/main" id="{8540A3B8-865E-4944-A8BA-B47B3E10D73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207"/>
    </mc:Choice>
    <mc:Fallback>
      <p:transition spd="slow" advTm="420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9084" y="330542"/>
            <a:ext cx="3510916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73075" algn="l"/>
                <a:tab pos="473075" algn="l"/>
              </a:tabLst>
            </a:pPr>
            <a:r>
              <a:rPr sz="2800" dirty="0" err="1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临床医学</a:t>
            </a:r>
            <a:r>
              <a:rPr sz="2800" spc="-5" dirty="0" err="1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部</a:t>
            </a:r>
            <a:r>
              <a:rPr lang="zh-CN" altLang="en-US" sz="2800" spc="-5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（部分）</a:t>
            </a:r>
            <a:endParaRPr sz="28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4424" y="1220724"/>
            <a:ext cx="10610215" cy="4796155"/>
          </a:xfrm>
          <a:custGeom>
            <a:avLst/>
            <a:gdLst/>
            <a:ahLst/>
            <a:cxnLst/>
            <a:rect l="l" t="t" r="r" b="b"/>
            <a:pathLst>
              <a:path w="10610215" h="4796155">
                <a:moveTo>
                  <a:pt x="0" y="0"/>
                </a:moveTo>
                <a:lnTo>
                  <a:pt x="10610088" y="0"/>
                </a:lnTo>
                <a:lnTo>
                  <a:pt x="10610088" y="4796028"/>
                </a:lnTo>
                <a:lnTo>
                  <a:pt x="0" y="4796028"/>
                </a:lnTo>
                <a:lnTo>
                  <a:pt x="0" y="0"/>
                </a:lnTo>
                <a:close/>
              </a:path>
            </a:pathLst>
          </a:custGeom>
          <a:solidFill>
            <a:srgbClr val="0045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009376" y="178307"/>
            <a:ext cx="1014983" cy="9845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12216" y="973778"/>
            <a:ext cx="10563860" cy="0"/>
          </a:xfrm>
          <a:custGeom>
            <a:avLst/>
            <a:gdLst/>
            <a:ahLst/>
            <a:cxnLst/>
            <a:rect l="l" t="t" r="r" b="b"/>
            <a:pathLst>
              <a:path w="10563860">
                <a:moveTo>
                  <a:pt x="0" y="0"/>
                </a:moveTo>
                <a:lnTo>
                  <a:pt x="10563707" y="0"/>
                </a:lnTo>
              </a:path>
            </a:pathLst>
          </a:custGeom>
          <a:ln w="28587">
            <a:solidFill>
              <a:srgbClr val="0045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44424" y="1232208"/>
            <a:ext cx="10610215" cy="4876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8770" indent="-306070">
              <a:lnSpc>
                <a:spcPct val="100000"/>
              </a:lnSpc>
              <a:spcBef>
                <a:spcPts val="100"/>
              </a:spcBef>
              <a:buSzPct val="96000"/>
              <a:buChar char="◇"/>
              <a:tabLst>
                <a:tab pos="318770" algn="l"/>
              </a:tabLst>
            </a:pPr>
            <a:r>
              <a:rPr sz="2400" b="1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临床医学专业</a:t>
            </a:r>
            <a:r>
              <a:rPr sz="2400" b="1" dirty="0">
                <a:solidFill>
                  <a:srgbClr val="FFFF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（“5+3”一体化</a:t>
            </a:r>
            <a:r>
              <a:rPr sz="2400" b="1" spc="-10" dirty="0">
                <a:solidFill>
                  <a:srgbClr val="FFFF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sz="24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549400" marR="448310" indent="-1536700">
              <a:lnSpc>
                <a:spcPct val="160000"/>
              </a:lnSpc>
            </a:pPr>
            <a:r>
              <a:rPr sz="24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主要课程：人体解剖学、组织学与胚胎学、生理学、生物化学与分子生物学</a:t>
            </a:r>
            <a:r>
              <a:rPr sz="24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24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病理学、药理学、病原生物学、医学免疫学、卫生法学、诊断学</a:t>
            </a:r>
            <a:r>
              <a:rPr sz="24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24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内科学、外科学、妇产科学、儿科学、传染病学、危重病医学</a:t>
            </a:r>
            <a:r>
              <a:rPr sz="24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24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医学统计学、预防医学、流行病学与循证医</a:t>
            </a:r>
            <a:r>
              <a:rPr sz="24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学</a:t>
            </a:r>
            <a:endParaRPr sz="24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1725"/>
              </a:spcBef>
            </a:pPr>
            <a:r>
              <a:rPr sz="24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授予学位：</a:t>
            </a:r>
            <a:r>
              <a:rPr sz="2400" b="1" u="heavy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 panose="02010600030101010101" pitchFamily="2" charset="-122"/>
                <a:cs typeface="宋体" panose="02010600030101010101" pitchFamily="2" charset="-122"/>
              </a:rPr>
              <a:t>医学学士、临床医学专业硕</a:t>
            </a:r>
            <a:r>
              <a:rPr sz="2400" b="1" u="heavy" spc="-1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 panose="02010600030101010101" pitchFamily="2" charset="-122"/>
                <a:cs typeface="宋体" panose="02010600030101010101" pitchFamily="2" charset="-122"/>
              </a:rPr>
              <a:t>士</a:t>
            </a:r>
            <a:endParaRPr sz="24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549400" marR="798195" indent="-1536700">
              <a:lnSpc>
                <a:spcPct val="160000"/>
              </a:lnSpc>
            </a:pPr>
            <a:r>
              <a:rPr sz="24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就业方向：主要在各级医疗卫生机构、医学科研单位及医学院校从事医学</a:t>
            </a:r>
            <a:r>
              <a:rPr sz="24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科 </a:t>
            </a:r>
            <a:r>
              <a:rPr sz="24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研、教学、管理、临床医疗等工作</a:t>
            </a:r>
            <a:r>
              <a:rPr sz="24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24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350" dirty="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7" name="音频 6">
            <a:hlinkClick r:id="" action="ppaction://media"/>
            <a:extLst>
              <a:ext uri="{FF2B5EF4-FFF2-40B4-BE49-F238E27FC236}">
                <a16:creationId xmlns:a16="http://schemas.microsoft.com/office/drawing/2014/main" id="{F77102DC-289F-4AD7-B5CF-98D9357F2BE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287"/>
    </mc:Choice>
    <mc:Fallback>
      <p:transition spd="slow" advTm="528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44424" y="1141475"/>
            <a:ext cx="10610215" cy="5454650"/>
          </a:xfrm>
          <a:custGeom>
            <a:avLst/>
            <a:gdLst/>
            <a:ahLst/>
            <a:cxnLst/>
            <a:rect l="l" t="t" r="r" b="b"/>
            <a:pathLst>
              <a:path w="10610215" h="5454650">
                <a:moveTo>
                  <a:pt x="0" y="0"/>
                </a:moveTo>
                <a:lnTo>
                  <a:pt x="10610088" y="0"/>
                </a:lnTo>
                <a:lnTo>
                  <a:pt x="10610088" y="5454396"/>
                </a:lnTo>
                <a:lnTo>
                  <a:pt x="0" y="5454396"/>
                </a:lnTo>
                <a:lnTo>
                  <a:pt x="0" y="0"/>
                </a:lnTo>
                <a:close/>
              </a:path>
            </a:pathLst>
          </a:custGeom>
          <a:solidFill>
            <a:srgbClr val="0045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32536" y="1212507"/>
            <a:ext cx="6369050" cy="5253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7970" indent="-255270">
              <a:lnSpc>
                <a:spcPct val="100000"/>
              </a:lnSpc>
              <a:spcBef>
                <a:spcPts val="105"/>
              </a:spcBef>
              <a:buSzPct val="95000"/>
              <a:buChar char="◇"/>
              <a:tabLst>
                <a:tab pos="267970" algn="l"/>
              </a:tabLst>
            </a:pPr>
            <a:r>
              <a:rPr sz="2000" b="1" dirty="0">
                <a:solidFill>
                  <a:srgbClr val="FFFF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临床医学专业（“5+3”一体化，儿科学</a:t>
            </a:r>
            <a:r>
              <a:rPr sz="2000" b="1" spc="-5" dirty="0">
                <a:solidFill>
                  <a:srgbClr val="FFFF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31900" marR="5080" indent="-1219200">
              <a:lnSpc>
                <a:spcPct val="100000"/>
              </a:lnSpc>
              <a:spcBef>
                <a:spcPts val="5"/>
              </a:spcBef>
            </a:pP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培养目标：培养掌握坚实的医学基础理论、基本知识和</a:t>
            </a:r>
            <a:r>
              <a:rPr sz="19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基 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本技能，具有较宽厚的人文社会科学知识和</a:t>
            </a:r>
            <a:r>
              <a:rPr sz="19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一 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定的公共卫生与预防医学知识，具备较强的</a:t>
            </a:r>
            <a:r>
              <a:rPr sz="19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创 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新意识、临床思维、实践能力和职业发展潜能</a:t>
            </a:r>
            <a:r>
              <a:rPr sz="19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  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以及一定的临床科学研究和临床教学能力，</a:t>
            </a:r>
            <a:r>
              <a:rPr sz="19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能 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胜任儿科专业领域常见疾病临床诊疗和一定</a:t>
            </a:r>
            <a:r>
              <a:rPr sz="19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临 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床科研工作的高水平高素质临床医师</a:t>
            </a:r>
            <a:r>
              <a:rPr sz="19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9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31900" marR="38100" indent="-1219200">
              <a:lnSpc>
                <a:spcPct val="100000"/>
              </a:lnSpc>
            </a:pP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主要课程：人体解剖学、组织学与胚胎学、生理学、生</a:t>
            </a:r>
            <a:r>
              <a:rPr sz="19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物 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化学与分子生物学、病理学、药理学、病原</a:t>
            </a:r>
            <a:r>
              <a:rPr sz="19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生 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物学、医学免疫学、卫生法学、诊断学、内</a:t>
            </a:r>
            <a:r>
              <a:rPr sz="19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科 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学、外科学、妇产科学、儿科学（包括小儿</a:t>
            </a:r>
            <a:r>
              <a:rPr sz="19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内 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科学和小儿外科学）、传染病学、医学统计学</a:t>
            </a:r>
            <a:r>
              <a:rPr sz="19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预防医学、流行病学与循证医</a:t>
            </a:r>
            <a:r>
              <a:rPr sz="19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学</a:t>
            </a:r>
            <a:endParaRPr sz="19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</a:pP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授予学位：</a:t>
            </a:r>
            <a:r>
              <a:rPr sz="1900" b="1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 panose="02010600030101010101" pitchFamily="2" charset="-122"/>
                <a:cs typeface="宋体" panose="02010600030101010101" pitchFamily="2" charset="-122"/>
              </a:rPr>
              <a:t>医学学士、临床医学硕士专业学</a:t>
            </a:r>
            <a:r>
              <a:rPr sz="1900" b="1" u="sng" spc="-1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 panose="02010600030101010101" pitchFamily="2" charset="-122"/>
                <a:cs typeface="宋体" panose="02010600030101010101" pitchFamily="2" charset="-122"/>
              </a:rPr>
              <a:t>位</a:t>
            </a:r>
            <a:endParaRPr sz="19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31900" marR="280670" indent="-1219200" algn="just">
              <a:lnSpc>
                <a:spcPct val="100000"/>
              </a:lnSpc>
            </a:pP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就业方向：主要为高等医学院校，各级医院和儿童专科</a:t>
            </a:r>
            <a:r>
              <a:rPr sz="19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医 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院输送较高水平临床医师，能从事儿科学的</a:t>
            </a:r>
            <a:r>
              <a:rPr sz="19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科 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研、教学和管理工作</a:t>
            </a:r>
            <a:r>
              <a:rPr sz="19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9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009376" y="172212"/>
            <a:ext cx="1014983" cy="9845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12216" y="973778"/>
            <a:ext cx="10563860" cy="0"/>
          </a:xfrm>
          <a:custGeom>
            <a:avLst/>
            <a:gdLst/>
            <a:ahLst/>
            <a:cxnLst/>
            <a:rect l="l" t="t" r="r" b="b"/>
            <a:pathLst>
              <a:path w="10563860">
                <a:moveTo>
                  <a:pt x="0" y="0"/>
                </a:moveTo>
                <a:lnTo>
                  <a:pt x="10563707" y="0"/>
                </a:lnTo>
              </a:path>
            </a:pathLst>
          </a:custGeom>
          <a:ln w="28587">
            <a:solidFill>
              <a:srgbClr val="0045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325868" y="1475232"/>
            <a:ext cx="3360420" cy="238201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音频 7">
            <a:hlinkClick r:id="" action="ppaction://media"/>
            <a:extLst>
              <a:ext uri="{FF2B5EF4-FFF2-40B4-BE49-F238E27FC236}">
                <a16:creationId xmlns:a16="http://schemas.microsoft.com/office/drawing/2014/main" id="{A5165CF3-184F-4DF3-8091-2F5418E4EF3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70"/>
    </mc:Choice>
    <mc:Fallback>
      <p:transition spd="slow" advTm="167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44424" y="1141475"/>
            <a:ext cx="10610215" cy="5229225"/>
          </a:xfrm>
          <a:custGeom>
            <a:avLst/>
            <a:gdLst/>
            <a:ahLst/>
            <a:cxnLst/>
            <a:rect l="l" t="t" r="r" b="b"/>
            <a:pathLst>
              <a:path w="10610215" h="5229225">
                <a:moveTo>
                  <a:pt x="0" y="0"/>
                </a:moveTo>
                <a:lnTo>
                  <a:pt x="10610088" y="0"/>
                </a:lnTo>
                <a:lnTo>
                  <a:pt x="10610088" y="5228844"/>
                </a:lnTo>
                <a:lnTo>
                  <a:pt x="0" y="5228844"/>
                </a:lnTo>
                <a:lnTo>
                  <a:pt x="0" y="0"/>
                </a:lnTo>
                <a:close/>
              </a:path>
            </a:pathLst>
          </a:custGeom>
          <a:solidFill>
            <a:srgbClr val="0045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44873" y="1156716"/>
            <a:ext cx="10323127" cy="5006883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93370" indent="-280670">
              <a:lnSpc>
                <a:spcPct val="100000"/>
              </a:lnSpc>
              <a:spcBef>
                <a:spcPts val="700"/>
              </a:spcBef>
              <a:buSzPct val="95000"/>
              <a:buChar char="◇"/>
              <a:tabLst>
                <a:tab pos="293370" algn="l"/>
              </a:tabLst>
            </a:pPr>
            <a:r>
              <a:rPr sz="2200" b="1" dirty="0">
                <a:solidFill>
                  <a:srgbClr val="FFFF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五年制临床医学专</a:t>
            </a:r>
            <a:r>
              <a:rPr sz="2200" b="1" spc="-15" dirty="0">
                <a:solidFill>
                  <a:srgbClr val="FFFF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业</a:t>
            </a:r>
            <a:endParaRPr sz="22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421765" marR="350520" indent="-1409700" algn="just">
              <a:lnSpc>
                <a:spcPct val="123000"/>
              </a:lnSpc>
            </a:pPr>
            <a:r>
              <a:rPr sz="22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培养目标：培养掌握较扎实的基础医学、临床医学和预防医学知识，具有较</a:t>
            </a:r>
            <a:r>
              <a:rPr sz="22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强 </a:t>
            </a:r>
            <a:r>
              <a:rPr sz="22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的实践能力和一定的创新意识，具备初步临床工作能力和职业发</a:t>
            </a:r>
            <a:r>
              <a:rPr sz="22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展 </a:t>
            </a:r>
            <a:r>
              <a:rPr sz="22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潜能，能在医疗卫生单位从事医疗、预防、保健、健康教育等方</a:t>
            </a:r>
            <a:r>
              <a:rPr sz="22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面 </a:t>
            </a:r>
            <a:r>
              <a:rPr sz="22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工作，适应我国医疗卫生事业发展需要的应用型临床医学人才</a:t>
            </a:r>
            <a:r>
              <a:rPr sz="22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22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2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主干学科：基础医学、临床医</a:t>
            </a:r>
            <a:r>
              <a:rPr sz="22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学</a:t>
            </a:r>
            <a:endParaRPr sz="22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421765" marR="5080" indent="-1409700">
              <a:lnSpc>
                <a:spcPct val="123000"/>
              </a:lnSpc>
            </a:pPr>
            <a:r>
              <a:rPr sz="22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主要课程：人体解剖学、组织学与胚胎学、生理学、生物化学与分子生物学</a:t>
            </a:r>
            <a:r>
              <a:rPr sz="22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22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病原生物学、医学遗传学、医学免疫学、病理学、诊断学、内科学</a:t>
            </a:r>
            <a:r>
              <a:rPr sz="22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22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外科学、妇产科学、儿科学、精神病学、全科医学概</a:t>
            </a:r>
            <a:r>
              <a:rPr sz="22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论</a:t>
            </a:r>
            <a:endParaRPr sz="22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2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授予学位：</a:t>
            </a:r>
            <a:r>
              <a:rPr sz="2200" b="1" u="heavy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 panose="02010600030101010101" pitchFamily="2" charset="-122"/>
                <a:cs typeface="宋体" panose="02010600030101010101" pitchFamily="2" charset="-122"/>
              </a:rPr>
              <a:t>医学学</a:t>
            </a:r>
            <a:r>
              <a:rPr sz="2200" b="1" u="heavy" spc="-1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 panose="02010600030101010101" pitchFamily="2" charset="-122"/>
                <a:cs typeface="宋体" panose="02010600030101010101" pitchFamily="2" charset="-122"/>
              </a:rPr>
              <a:t>士</a:t>
            </a:r>
            <a:endParaRPr sz="22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421765" marR="76200" indent="-1409700">
              <a:lnSpc>
                <a:spcPct val="123000"/>
              </a:lnSpc>
            </a:pPr>
            <a:r>
              <a:rPr sz="22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就业方向：主要在各级医疗、医学教育和科研机构从事临床医疗以及医学科研</a:t>
            </a:r>
            <a:r>
              <a:rPr sz="22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22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教学、管理等工作</a:t>
            </a:r>
            <a:r>
              <a:rPr sz="22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22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009376" y="172212"/>
            <a:ext cx="1014983" cy="9845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12216" y="973778"/>
            <a:ext cx="10563860" cy="0"/>
          </a:xfrm>
          <a:custGeom>
            <a:avLst/>
            <a:gdLst/>
            <a:ahLst/>
            <a:cxnLst/>
            <a:rect l="l" t="t" r="r" b="b"/>
            <a:pathLst>
              <a:path w="10563860">
                <a:moveTo>
                  <a:pt x="0" y="0"/>
                </a:moveTo>
                <a:lnTo>
                  <a:pt x="10563707" y="0"/>
                </a:lnTo>
              </a:path>
            </a:pathLst>
          </a:custGeom>
          <a:ln w="28587">
            <a:solidFill>
              <a:srgbClr val="0045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音频 1">
            <a:hlinkClick r:id="" action="ppaction://media"/>
            <a:extLst>
              <a:ext uri="{FF2B5EF4-FFF2-40B4-BE49-F238E27FC236}">
                <a16:creationId xmlns:a16="http://schemas.microsoft.com/office/drawing/2014/main" id="{FB0477ED-8893-469B-93E5-EE453C87623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248"/>
    </mc:Choice>
    <mc:Fallback>
      <p:transition spd="slow" advTm="824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44424" y="1141475"/>
            <a:ext cx="10665460" cy="5229225"/>
          </a:xfrm>
          <a:custGeom>
            <a:avLst/>
            <a:gdLst/>
            <a:ahLst/>
            <a:cxnLst/>
            <a:rect l="l" t="t" r="r" b="b"/>
            <a:pathLst>
              <a:path w="10665460" h="5229225">
                <a:moveTo>
                  <a:pt x="0" y="0"/>
                </a:moveTo>
                <a:lnTo>
                  <a:pt x="10664952" y="0"/>
                </a:lnTo>
                <a:lnTo>
                  <a:pt x="10664952" y="5228844"/>
                </a:lnTo>
                <a:lnTo>
                  <a:pt x="0" y="5228844"/>
                </a:lnTo>
                <a:lnTo>
                  <a:pt x="0" y="0"/>
                </a:lnTo>
                <a:close/>
              </a:path>
            </a:pathLst>
          </a:custGeom>
          <a:solidFill>
            <a:srgbClr val="0045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62567" y="1156716"/>
            <a:ext cx="6132576" cy="48731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2570" indent="-229870">
              <a:lnSpc>
                <a:spcPts val="2110"/>
              </a:lnSpc>
              <a:spcBef>
                <a:spcPts val="100"/>
              </a:spcBef>
              <a:buSzPct val="94000"/>
              <a:buChar char="◇"/>
              <a:tabLst>
                <a:tab pos="242570" algn="l"/>
              </a:tabLst>
            </a:pPr>
            <a:r>
              <a:rPr sz="1800" b="1" dirty="0">
                <a:solidFill>
                  <a:srgbClr val="FFFF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五年制麻醉学专</a:t>
            </a:r>
            <a:r>
              <a:rPr sz="1800" b="1" spc="-10" dirty="0">
                <a:solidFill>
                  <a:srgbClr val="FFFF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业</a:t>
            </a:r>
            <a:endParaRPr sz="18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168400" marR="5080" indent="-1155700">
              <a:lnSpc>
                <a:spcPts val="206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培养目标：培养掌握较扎实的基础医学、临床医学和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麻 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醉学等相关学科的基础知识和基本理论，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具 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有较强的实践操作能力和一定的创新意识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具备初步临床工作能力和职业发展潜能，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能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在上级麻醉医师的指导与监督下从事安全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有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效的临床麻醉、急救</a:t>
            </a:r>
            <a:r>
              <a:rPr lang="zh-CN" altLang="en-US"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sz="1800" b="1" dirty="0" err="1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复苏、危重症治疗</a:t>
            </a:r>
            <a:r>
              <a:rPr sz="1800" b="1" spc="-10" dirty="0" err="1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及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疼痛治疗等方面医疗实践工作的应用型专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业 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人才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8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ts val="1960"/>
              </a:lnSpc>
            </a:pP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主干学科：基础医学、临床医学、麻醉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学</a:t>
            </a:r>
            <a:endParaRPr sz="18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168400" marR="5080" indent="-1155700">
              <a:lnSpc>
                <a:spcPts val="2060"/>
              </a:lnSpc>
              <a:spcBef>
                <a:spcPts val="100"/>
              </a:spcBef>
            </a:pPr>
            <a:r>
              <a:rPr sz="1800" b="1" dirty="0" err="1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主要课程：人体解剖学、组织学与胚胎学、生理学、</a:t>
            </a:r>
            <a:r>
              <a:rPr sz="1800" b="1" spc="-10" dirty="0" err="1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药</a:t>
            </a:r>
            <a:r>
              <a:rPr sz="1800" b="1" dirty="0" err="1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理学、生物化学与分子生物学、病理学、</a:t>
            </a:r>
            <a:r>
              <a:rPr sz="1800" b="1" spc="-10" dirty="0" err="1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病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理生理学、诊断学、内科学、外科学、妇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产 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科学、儿科学、麻醉生理学、麻醉药理学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临床麻醉学、疼痛诊疗学、危重病医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学</a:t>
            </a:r>
            <a:endParaRPr sz="18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ts val="1960"/>
              </a:lnSpc>
            </a:pP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授予学位：</a:t>
            </a:r>
            <a:r>
              <a:rPr sz="1800" b="1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 panose="02010600030101010101" pitchFamily="2" charset="-122"/>
                <a:cs typeface="宋体" panose="02010600030101010101" pitchFamily="2" charset="-122"/>
              </a:rPr>
              <a:t>医学学</a:t>
            </a:r>
            <a:r>
              <a:rPr sz="1800" b="1" u="sng" spc="-1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 panose="02010600030101010101" pitchFamily="2" charset="-122"/>
                <a:cs typeface="宋体" panose="02010600030101010101" pitchFamily="2" charset="-122"/>
              </a:rPr>
              <a:t>士</a:t>
            </a:r>
            <a:endParaRPr sz="18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168400" marR="5080" indent="-1155700">
              <a:lnSpc>
                <a:spcPts val="2060"/>
              </a:lnSpc>
              <a:spcBef>
                <a:spcPts val="105"/>
              </a:spcBef>
            </a:pPr>
            <a:r>
              <a:rPr sz="1800" b="1" dirty="0" err="1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就业方向：主要在各级医疗单位、医学教育和科研机</a:t>
            </a:r>
            <a:r>
              <a:rPr sz="1800" b="1" spc="-10" dirty="0" err="1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构</a:t>
            </a:r>
            <a:r>
              <a:rPr sz="1800" b="1" dirty="0" err="1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从事临床麻醉、疼痛治疗和重症医学、科</a:t>
            </a:r>
            <a:r>
              <a:rPr sz="1800" b="1" spc="-10" dirty="0" err="1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研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及教学管理工作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8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009376" y="172212"/>
            <a:ext cx="1014983" cy="9845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12216" y="973778"/>
            <a:ext cx="10563860" cy="0"/>
          </a:xfrm>
          <a:custGeom>
            <a:avLst/>
            <a:gdLst/>
            <a:ahLst/>
            <a:cxnLst/>
            <a:rect l="l" t="t" r="r" b="b"/>
            <a:pathLst>
              <a:path w="10563860">
                <a:moveTo>
                  <a:pt x="0" y="0"/>
                </a:moveTo>
                <a:lnTo>
                  <a:pt x="10563707" y="0"/>
                </a:lnTo>
              </a:path>
            </a:pathLst>
          </a:custGeom>
          <a:ln w="28587">
            <a:solidFill>
              <a:srgbClr val="0045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音频 1">
            <a:hlinkClick r:id="" action="ppaction://media"/>
            <a:extLst>
              <a:ext uri="{FF2B5EF4-FFF2-40B4-BE49-F238E27FC236}">
                <a16:creationId xmlns:a16="http://schemas.microsoft.com/office/drawing/2014/main" id="{0B2B59D1-073C-4CE8-BA84-1AB9E70670D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50"/>
    </mc:Choice>
    <mc:Fallback>
      <p:transition spd="slow" advTm="19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9084" y="330542"/>
            <a:ext cx="226377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73075" algn="l"/>
                <a:tab pos="473075" algn="l"/>
              </a:tabLst>
            </a:pPr>
            <a:r>
              <a:rPr sz="2800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基础医学</a:t>
            </a:r>
            <a:r>
              <a:rPr sz="2800" spc="-5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院</a:t>
            </a:r>
            <a:endParaRPr sz="28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4424" y="1141475"/>
            <a:ext cx="10665460" cy="5358765"/>
          </a:xfrm>
          <a:custGeom>
            <a:avLst/>
            <a:gdLst/>
            <a:ahLst/>
            <a:cxnLst/>
            <a:rect l="l" t="t" r="r" b="b"/>
            <a:pathLst>
              <a:path w="10665460" h="5358765">
                <a:moveTo>
                  <a:pt x="0" y="0"/>
                </a:moveTo>
                <a:lnTo>
                  <a:pt x="10664952" y="0"/>
                </a:lnTo>
                <a:lnTo>
                  <a:pt x="10664952" y="5358384"/>
                </a:lnTo>
                <a:lnTo>
                  <a:pt x="0" y="5358384"/>
                </a:lnTo>
                <a:lnTo>
                  <a:pt x="0" y="0"/>
                </a:lnTo>
                <a:close/>
              </a:path>
            </a:pathLst>
          </a:custGeom>
          <a:solidFill>
            <a:srgbClr val="0045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37146" y="1213281"/>
            <a:ext cx="6087745" cy="50438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5270" indent="-242570">
              <a:lnSpc>
                <a:spcPts val="2120"/>
              </a:lnSpc>
              <a:spcBef>
                <a:spcPts val="95"/>
              </a:spcBef>
              <a:buSzPct val="95000"/>
              <a:buChar char="◇"/>
              <a:tabLst>
                <a:tab pos="255270" algn="l"/>
              </a:tabLst>
            </a:pPr>
            <a:r>
              <a:rPr sz="1900" b="1" dirty="0">
                <a:solidFill>
                  <a:srgbClr val="FFFF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五年制基础医学专</a:t>
            </a:r>
            <a:r>
              <a:rPr sz="1900" b="1" spc="-15" dirty="0">
                <a:solidFill>
                  <a:srgbClr val="FFFF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业</a:t>
            </a:r>
            <a:endParaRPr sz="19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31900" marR="241935" indent="-1219200" algn="just">
              <a:lnSpc>
                <a:spcPts val="1960"/>
              </a:lnSpc>
              <a:spcBef>
                <a:spcPts val="170"/>
              </a:spcBef>
            </a:pP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培养目标：培养具备生命科学和医学科学基本理论知</a:t>
            </a:r>
            <a:r>
              <a:rPr sz="19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识 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和实验技能，掌握基础医学知识、一定的</a:t>
            </a:r>
            <a:r>
              <a:rPr sz="19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临 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床实践经验和现代生命科学理论，具有较</a:t>
            </a:r>
            <a:r>
              <a:rPr sz="19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强 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的创新能力和自主学习能力，能胜任医药</a:t>
            </a:r>
            <a:r>
              <a:rPr sz="19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院 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校卫生机构等部门从事基础医学各学科的</a:t>
            </a:r>
            <a:r>
              <a:rPr sz="19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教 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学、医学实验及科学研究工作的复合型医</a:t>
            </a:r>
            <a:r>
              <a:rPr sz="19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学 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人才</a:t>
            </a:r>
            <a:r>
              <a:rPr sz="19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9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ts val="1790"/>
              </a:lnSpc>
            </a:pP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主干学科：生物学、基础医</a:t>
            </a:r>
            <a:r>
              <a:rPr sz="19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学</a:t>
            </a:r>
            <a:endParaRPr sz="19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31900" marR="5080" indent="-1219200">
              <a:lnSpc>
                <a:spcPts val="1960"/>
              </a:lnSpc>
              <a:spcBef>
                <a:spcPts val="175"/>
              </a:spcBef>
            </a:pP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主要课程：人体解剖学、组织学与胚胎学、细胞生物学</a:t>
            </a:r>
            <a:r>
              <a:rPr sz="19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生理学、生物化学、医学遗传学、医学微</a:t>
            </a:r>
            <a:r>
              <a:rPr sz="19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生 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物学、医学免疫学、病理学、药理学、医</a:t>
            </a:r>
            <a:r>
              <a:rPr sz="19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学 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分子生物学研究技术、现代基础医学理论</a:t>
            </a:r>
            <a:r>
              <a:rPr sz="19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和 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研究技术、形态学实验技术、机能学实验</a:t>
            </a:r>
            <a:r>
              <a:rPr sz="19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内科学、外科学、临床诊断学</a:t>
            </a:r>
            <a:r>
              <a:rPr sz="19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等</a:t>
            </a:r>
            <a:endParaRPr sz="19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ts val="1790"/>
              </a:lnSpc>
            </a:pP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授予学位：</a:t>
            </a:r>
            <a:r>
              <a:rPr sz="1900" b="1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 panose="02010600030101010101" pitchFamily="2" charset="-122"/>
                <a:cs typeface="宋体" panose="02010600030101010101" pitchFamily="2" charset="-122"/>
              </a:rPr>
              <a:t>医学学</a:t>
            </a:r>
            <a:r>
              <a:rPr sz="1900" b="1" u="sng" spc="-1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 panose="02010600030101010101" pitchFamily="2" charset="-122"/>
                <a:cs typeface="宋体" panose="02010600030101010101" pitchFamily="2" charset="-122"/>
              </a:rPr>
              <a:t>士</a:t>
            </a:r>
            <a:endParaRPr sz="19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31900" marR="241935" indent="-1219200" algn="just">
              <a:lnSpc>
                <a:spcPts val="1960"/>
              </a:lnSpc>
              <a:spcBef>
                <a:spcPts val="170"/>
              </a:spcBef>
            </a:pP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就业方向：学生毕业后主要在高等医学院校、医院和</a:t>
            </a:r>
            <a:r>
              <a:rPr sz="19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医 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学科研机构、医疗医药等相关部门从事基</a:t>
            </a:r>
            <a:r>
              <a:rPr sz="19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础 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医学各学科的教学、科学研究及基础与临</a:t>
            </a:r>
            <a:r>
              <a:rPr sz="19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床 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相结合的医学实验研究工作</a:t>
            </a:r>
            <a:r>
              <a:rPr sz="19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9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009376" y="172212"/>
            <a:ext cx="1014983" cy="9845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12216" y="973778"/>
            <a:ext cx="10563860" cy="0"/>
          </a:xfrm>
          <a:custGeom>
            <a:avLst/>
            <a:gdLst/>
            <a:ahLst/>
            <a:cxnLst/>
            <a:rect l="l" t="t" r="r" b="b"/>
            <a:pathLst>
              <a:path w="10563860">
                <a:moveTo>
                  <a:pt x="0" y="0"/>
                </a:moveTo>
                <a:lnTo>
                  <a:pt x="10563707" y="0"/>
                </a:lnTo>
              </a:path>
            </a:pathLst>
          </a:custGeom>
          <a:ln w="28587">
            <a:solidFill>
              <a:srgbClr val="0045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音频 7">
            <a:hlinkClick r:id="" action="ppaction://media"/>
            <a:extLst>
              <a:ext uri="{FF2B5EF4-FFF2-40B4-BE49-F238E27FC236}">
                <a16:creationId xmlns:a16="http://schemas.microsoft.com/office/drawing/2014/main" id="{0B117A86-EB15-4435-9A50-2CAACA4923F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737"/>
    </mc:Choice>
    <mc:Fallback>
      <p:transition spd="slow" advTm="47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12216" y="1141474"/>
            <a:ext cx="10665460" cy="5229225"/>
          </a:xfrm>
          <a:custGeom>
            <a:avLst/>
            <a:gdLst/>
            <a:ahLst/>
            <a:cxnLst/>
            <a:rect l="l" t="t" r="r" b="b"/>
            <a:pathLst>
              <a:path w="10665460" h="5229225">
                <a:moveTo>
                  <a:pt x="0" y="0"/>
                </a:moveTo>
                <a:lnTo>
                  <a:pt x="10664952" y="0"/>
                </a:lnTo>
                <a:lnTo>
                  <a:pt x="10664952" y="5228844"/>
                </a:lnTo>
                <a:lnTo>
                  <a:pt x="0" y="5228844"/>
                </a:lnTo>
                <a:lnTo>
                  <a:pt x="0" y="0"/>
                </a:lnTo>
                <a:close/>
              </a:path>
            </a:pathLst>
          </a:custGeom>
          <a:solidFill>
            <a:srgbClr val="0045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009376" y="172212"/>
            <a:ext cx="1014983" cy="9845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12216" y="973778"/>
            <a:ext cx="10563860" cy="0"/>
          </a:xfrm>
          <a:custGeom>
            <a:avLst/>
            <a:gdLst/>
            <a:ahLst/>
            <a:cxnLst/>
            <a:rect l="l" t="t" r="r" b="b"/>
            <a:pathLst>
              <a:path w="10563860">
                <a:moveTo>
                  <a:pt x="0" y="0"/>
                </a:moveTo>
                <a:lnTo>
                  <a:pt x="10563707" y="0"/>
                </a:lnTo>
              </a:path>
            </a:pathLst>
          </a:custGeom>
          <a:ln w="28587">
            <a:solidFill>
              <a:srgbClr val="0045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57200" y="1318239"/>
            <a:ext cx="5814060" cy="48756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4470" indent="-191770">
              <a:lnSpc>
                <a:spcPct val="100000"/>
              </a:lnSpc>
              <a:spcBef>
                <a:spcPts val="100"/>
              </a:spcBef>
              <a:buSzPct val="93000"/>
              <a:buChar char="◇"/>
              <a:tabLst>
                <a:tab pos="204470" algn="l"/>
              </a:tabLst>
            </a:pPr>
            <a:r>
              <a:rPr b="1" dirty="0">
                <a:solidFill>
                  <a:srgbClr val="FFFF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四年制生物信息学专</a:t>
            </a:r>
            <a:r>
              <a:rPr b="1" spc="-10" dirty="0">
                <a:solidFill>
                  <a:srgbClr val="FFFF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业</a:t>
            </a:r>
            <a:endParaRPr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977900" marR="5080" indent="-965200">
              <a:lnSpc>
                <a:spcPct val="100000"/>
              </a:lnSpc>
            </a:pPr>
            <a:r>
              <a:rPr sz="15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培养目标：培养具有较好的医学与分子生物学、数学与计算机科</a:t>
            </a:r>
            <a:r>
              <a:rPr sz="15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学 </a:t>
            </a:r>
            <a:r>
              <a:rPr sz="15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等基础理论知识，掌握生物信息学基本理论和分析技术</a:t>
            </a:r>
            <a:r>
              <a:rPr sz="15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  </a:t>
            </a:r>
            <a:r>
              <a:rPr sz="15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具备生物信息收集、分析挖掘、利用等基本能力，能</a:t>
            </a:r>
            <a:r>
              <a:rPr sz="15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在 </a:t>
            </a:r>
            <a:r>
              <a:rPr sz="15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科研机构、高等学校、医院、生物医药（信息）公司</a:t>
            </a:r>
            <a:r>
              <a:rPr sz="15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等 </a:t>
            </a:r>
            <a:r>
              <a:rPr sz="15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相关部门从事科学研究、教学、医学信息管理与分析</a:t>
            </a:r>
            <a:r>
              <a:rPr sz="15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及 </a:t>
            </a:r>
            <a:r>
              <a:rPr sz="15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软件开发、疾病分子诊断等工作的科学技术人才</a:t>
            </a:r>
            <a:r>
              <a:rPr sz="15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5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</a:pPr>
            <a:r>
              <a:rPr sz="15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主干学科：生物学、基础医学、计算机科</a:t>
            </a:r>
            <a:r>
              <a:rPr sz="15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学</a:t>
            </a:r>
            <a:endParaRPr sz="15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977900" marR="224155" indent="-965200" algn="just">
              <a:lnSpc>
                <a:spcPct val="100000"/>
              </a:lnSpc>
            </a:pPr>
            <a:r>
              <a:rPr sz="15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主要课程：人体解剖学、组织学与胚胎学、生理学、病理学、医</a:t>
            </a:r>
            <a:r>
              <a:rPr sz="15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学 </a:t>
            </a:r>
            <a:r>
              <a:rPr sz="15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遗传学、医学微生物学、医学免疫学、细胞生物学、</a:t>
            </a:r>
            <a:r>
              <a:rPr sz="15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生 </a:t>
            </a:r>
            <a:r>
              <a:rPr sz="15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物化学与分子生物学、高等数学、概率论数理统计、</a:t>
            </a:r>
            <a:r>
              <a:rPr sz="15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离 </a:t>
            </a:r>
            <a:r>
              <a:rPr sz="15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散数学与图论、基因组与转录组信息学、表观遗传组</a:t>
            </a:r>
            <a:r>
              <a:rPr sz="15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信 </a:t>
            </a:r>
            <a:r>
              <a:rPr sz="15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息学、蛋白质组与代谢组信息学、生物信息学软件、</a:t>
            </a:r>
            <a:r>
              <a:rPr sz="15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生 </a:t>
            </a:r>
            <a:r>
              <a:rPr sz="15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物芯片与高通量测序技术、计算机应用技术基础、程</a:t>
            </a:r>
            <a:r>
              <a:rPr sz="15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序 </a:t>
            </a:r>
            <a:r>
              <a:rPr sz="15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设计语言（C、R、Perl）、数据结构与算法、数据库</a:t>
            </a:r>
            <a:r>
              <a:rPr sz="15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原 </a:t>
            </a:r>
            <a:r>
              <a:rPr sz="15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理及应用、数据挖掘原理及应用、数据结构与算法</a:t>
            </a:r>
            <a:r>
              <a:rPr sz="15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等</a:t>
            </a:r>
            <a:endParaRPr sz="15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</a:pPr>
            <a:r>
              <a:rPr sz="15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授予学位：</a:t>
            </a:r>
            <a:r>
              <a:rPr sz="1500" b="1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 panose="02010600030101010101" pitchFamily="2" charset="-122"/>
                <a:cs typeface="宋体" panose="02010600030101010101" pitchFamily="2" charset="-122"/>
              </a:rPr>
              <a:t>理学学</a:t>
            </a:r>
            <a:r>
              <a:rPr sz="1500" b="1" u="sng" spc="-1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 panose="02010600030101010101" pitchFamily="2" charset="-122"/>
                <a:cs typeface="宋体" panose="02010600030101010101" pitchFamily="2" charset="-122"/>
              </a:rPr>
              <a:t>士</a:t>
            </a:r>
            <a:endParaRPr sz="15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977900" marR="227330" indent="-965200">
              <a:lnSpc>
                <a:spcPct val="100000"/>
              </a:lnSpc>
            </a:pPr>
            <a:r>
              <a:rPr sz="15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就业方向：学生毕业后主要在高等院校与科研机构、大型（3甲</a:t>
            </a:r>
            <a:r>
              <a:rPr sz="15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  </a:t>
            </a:r>
            <a:r>
              <a:rPr sz="15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医院、生物医药与生物信息公司等部门从事科学研究</a:t>
            </a:r>
            <a:r>
              <a:rPr sz="15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5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教学、医学信息管理与分析及软件开发、疾病分子诊</a:t>
            </a:r>
            <a:r>
              <a:rPr sz="15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断 </a:t>
            </a:r>
            <a:r>
              <a:rPr sz="15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等工作</a:t>
            </a:r>
            <a:r>
              <a:rPr sz="15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5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512052" y="1613916"/>
            <a:ext cx="4162044" cy="290321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534784" y="4742179"/>
            <a:ext cx="4164329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生物信息学系郭政教授带领学生参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加 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2016年中国医药数学会学术年会暨全国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医 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药大数据和创新创业项目研讨会议</a:t>
            </a:r>
            <a:r>
              <a:rPr sz="180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9" name="音频 8">
            <a:hlinkClick r:id="" action="ppaction://media"/>
            <a:extLst>
              <a:ext uri="{FF2B5EF4-FFF2-40B4-BE49-F238E27FC236}">
                <a16:creationId xmlns:a16="http://schemas.microsoft.com/office/drawing/2014/main" id="{9944E103-64C7-4A9B-AB30-116A39D5AE8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782"/>
    </mc:Choice>
    <mc:Fallback>
      <p:transition spd="slow" advTm="678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3182" y="330543"/>
            <a:ext cx="2251418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73075" algn="l"/>
                <a:tab pos="473075" algn="l"/>
              </a:tabLst>
            </a:pPr>
            <a:r>
              <a:rPr sz="2800" dirty="0" err="1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公共卫生学</a:t>
            </a:r>
            <a:r>
              <a:rPr sz="2800" spc="-5" dirty="0" err="1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院</a:t>
            </a:r>
            <a:endParaRPr sz="28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4424" y="1141475"/>
            <a:ext cx="10665460" cy="5229225"/>
          </a:xfrm>
          <a:custGeom>
            <a:avLst/>
            <a:gdLst/>
            <a:ahLst/>
            <a:cxnLst/>
            <a:rect l="l" t="t" r="r" b="b"/>
            <a:pathLst>
              <a:path w="10665460" h="5229225">
                <a:moveTo>
                  <a:pt x="0" y="0"/>
                </a:moveTo>
                <a:lnTo>
                  <a:pt x="10664952" y="0"/>
                </a:lnTo>
                <a:lnTo>
                  <a:pt x="10664952" y="5228844"/>
                </a:lnTo>
                <a:lnTo>
                  <a:pt x="0" y="5228844"/>
                </a:lnTo>
                <a:lnTo>
                  <a:pt x="0" y="0"/>
                </a:lnTo>
                <a:close/>
              </a:path>
            </a:pathLst>
          </a:custGeom>
          <a:solidFill>
            <a:srgbClr val="0045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009376" y="172212"/>
            <a:ext cx="1014983" cy="9845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12216" y="973778"/>
            <a:ext cx="10563860" cy="0"/>
          </a:xfrm>
          <a:custGeom>
            <a:avLst/>
            <a:gdLst/>
            <a:ahLst/>
            <a:cxnLst/>
            <a:rect l="l" t="t" r="r" b="b"/>
            <a:pathLst>
              <a:path w="10563860">
                <a:moveTo>
                  <a:pt x="0" y="0"/>
                </a:moveTo>
                <a:lnTo>
                  <a:pt x="10563707" y="0"/>
                </a:lnTo>
              </a:path>
            </a:pathLst>
          </a:custGeom>
          <a:ln w="28587">
            <a:solidFill>
              <a:srgbClr val="0045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19175" y="1506258"/>
            <a:ext cx="6030595" cy="44448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2570" indent="-229870">
              <a:lnSpc>
                <a:spcPct val="100000"/>
              </a:lnSpc>
              <a:spcBef>
                <a:spcPts val="100"/>
              </a:spcBef>
              <a:buSzPct val="94000"/>
              <a:buChar char="◇"/>
              <a:tabLst>
                <a:tab pos="242570" algn="l"/>
              </a:tabLst>
            </a:pPr>
            <a:r>
              <a:rPr sz="2000" b="1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五年制预防医学专</a:t>
            </a:r>
            <a:r>
              <a:rPr sz="2000" b="1" spc="-1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业</a:t>
            </a:r>
            <a:endParaRPr sz="2000" dirty="0">
              <a:solidFill>
                <a:srgbClr val="FF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168400" marR="5080" indent="-1155700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培养目标：培养具备自然科学、人文社会科学、医学和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公 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共卫生的基本理论与方法，能在疾病预防控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制 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中心、卫生监督所等机构从事预防医学专业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技 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术、卫生行政管理等工作的公共卫生专门人才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8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168400" marR="264795" indent="-1155700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主干学科：预防医学、基础医学、临床医学、公共卫生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管 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理相关学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科</a:t>
            </a:r>
            <a:endParaRPr sz="18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168400" marR="258445" indent="-1155700" algn="just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主要课程：卫生统计学、流行病学、卫生毒理学、环境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卫 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生学、营养与食品卫生学、劳动卫生与职业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病 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学、儿童少年卫生学、卫生事业管理学、妇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女 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保健学、健康教育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学</a:t>
            </a:r>
            <a:endParaRPr sz="18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授予学位：</a:t>
            </a:r>
            <a:r>
              <a:rPr sz="1800" b="1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 panose="02010600030101010101" pitchFamily="2" charset="-122"/>
                <a:cs typeface="宋体" panose="02010600030101010101" pitchFamily="2" charset="-122"/>
              </a:rPr>
              <a:t>医学学</a:t>
            </a:r>
            <a:r>
              <a:rPr sz="1800" b="1" u="sng" spc="-1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 panose="02010600030101010101" pitchFamily="2" charset="-122"/>
                <a:cs typeface="宋体" panose="02010600030101010101" pitchFamily="2" charset="-122"/>
              </a:rPr>
              <a:t>士</a:t>
            </a:r>
            <a:endParaRPr sz="18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168400" marR="258445" indent="-1155700" algn="just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就业方向：学生毕业后主要在疾病预防控制中心、卫生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监 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督所、医院等医疗卫生保健机构及医学院校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从 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事疾病预防控制、科学研究、教学等工作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8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637019" y="1831848"/>
            <a:ext cx="3831335" cy="287274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003821" y="4841037"/>
            <a:ext cx="32448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美国范德堡大学郑苇教授为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公 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共卫生学院本科生上课</a:t>
            </a:r>
            <a:r>
              <a:rPr sz="18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2017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9" name="音频 8">
            <a:hlinkClick r:id="" action="ppaction://media"/>
            <a:extLst>
              <a:ext uri="{FF2B5EF4-FFF2-40B4-BE49-F238E27FC236}">
                <a16:creationId xmlns:a16="http://schemas.microsoft.com/office/drawing/2014/main" id="{810CAFE4-01EB-47D7-AB68-2B4D0662AB3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459"/>
    </mc:Choice>
    <mc:Fallback>
      <p:transition spd="slow" advTm="1345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10476" y="1156716"/>
            <a:ext cx="10698900" cy="5229225"/>
          </a:xfrm>
          <a:custGeom>
            <a:avLst/>
            <a:gdLst/>
            <a:ahLst/>
            <a:cxnLst/>
            <a:rect l="l" t="t" r="r" b="b"/>
            <a:pathLst>
              <a:path w="10665460" h="5229225">
                <a:moveTo>
                  <a:pt x="0" y="0"/>
                </a:moveTo>
                <a:lnTo>
                  <a:pt x="10664952" y="0"/>
                </a:lnTo>
                <a:lnTo>
                  <a:pt x="10664952" y="5228844"/>
                </a:lnTo>
                <a:lnTo>
                  <a:pt x="0" y="5228844"/>
                </a:lnTo>
                <a:lnTo>
                  <a:pt x="0" y="0"/>
                </a:lnTo>
                <a:close/>
              </a:path>
            </a:pathLst>
          </a:custGeom>
          <a:solidFill>
            <a:srgbClr val="0045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009376" y="172212"/>
            <a:ext cx="1014983" cy="9845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12216" y="973778"/>
            <a:ext cx="10563860" cy="0"/>
          </a:xfrm>
          <a:custGeom>
            <a:avLst/>
            <a:gdLst/>
            <a:ahLst/>
            <a:cxnLst/>
            <a:rect l="l" t="t" r="r" b="b"/>
            <a:pathLst>
              <a:path w="10563860">
                <a:moveTo>
                  <a:pt x="0" y="0"/>
                </a:moveTo>
                <a:lnTo>
                  <a:pt x="10563707" y="0"/>
                </a:lnTo>
              </a:path>
            </a:pathLst>
          </a:custGeom>
          <a:ln w="28587">
            <a:solidFill>
              <a:srgbClr val="0045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36485" y="1376794"/>
            <a:ext cx="5363210" cy="468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2570" indent="-229870">
              <a:lnSpc>
                <a:spcPct val="100000"/>
              </a:lnSpc>
              <a:spcBef>
                <a:spcPts val="100"/>
              </a:spcBef>
              <a:buSzPct val="94000"/>
              <a:buChar char="◇"/>
              <a:tabLst>
                <a:tab pos="242570" algn="l"/>
              </a:tabLst>
            </a:pPr>
            <a:r>
              <a:rPr sz="1800" b="1" dirty="0">
                <a:solidFill>
                  <a:srgbClr val="FFFF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四年制公共事业管理专</a:t>
            </a:r>
            <a:r>
              <a:rPr sz="1800" b="1" spc="-10" dirty="0">
                <a:solidFill>
                  <a:srgbClr val="FFFF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业</a:t>
            </a: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168400" marR="510540" indent="-1155700" algn="just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培养目标：培养具备现代公共管理及医疗卫生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事 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业管理理论、技术与方法等方面的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知 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识，以及应用这些知识的能力，能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在 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医疗卫生事业单位及其他机关、企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事 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业单位从事管理工作的应用型专门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管 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理人才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主干学科：公共管理学、医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学</a:t>
            </a: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168400" marR="280670" indent="-1155700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主要课程：管理学基础、法学基础、公共事业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管 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理概论、行政管理学、卫生经济学、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卫 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生事业管理学、非政府组织管理、卫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生 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政策学、卫生财务管理、管理统计学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医院管理学、卫生学、基础医学概论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临床医学概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论</a:t>
            </a: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授予学位：</a:t>
            </a:r>
            <a:r>
              <a:rPr sz="1800" b="1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 panose="02010600030101010101" pitchFamily="2" charset="-122"/>
                <a:cs typeface="宋体" panose="02010600030101010101" pitchFamily="2" charset="-122"/>
              </a:rPr>
              <a:t>管理学学</a:t>
            </a:r>
            <a:r>
              <a:rPr sz="1800" b="1" u="sng" spc="-1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 panose="02010600030101010101" pitchFamily="2" charset="-122"/>
                <a:cs typeface="宋体" panose="02010600030101010101" pitchFamily="2" charset="-122"/>
              </a:rPr>
              <a:t>士</a:t>
            </a: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就业方向：学生毕业后主要在医疗卫生事业单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位</a:t>
            </a: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14120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及其他机关、企事业单位从事管理工作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7" name="音频 6">
            <a:hlinkClick r:id="" action="ppaction://media"/>
            <a:extLst>
              <a:ext uri="{FF2B5EF4-FFF2-40B4-BE49-F238E27FC236}">
                <a16:creationId xmlns:a16="http://schemas.microsoft.com/office/drawing/2014/main" id="{7EBB24C8-7C74-44CD-9868-200D4B1CC1F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963"/>
    </mc:Choice>
    <mc:Fallback>
      <p:transition spd="slow" advTm="396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44424" y="1141475"/>
            <a:ext cx="10665460" cy="5229225"/>
          </a:xfrm>
          <a:custGeom>
            <a:avLst/>
            <a:gdLst/>
            <a:ahLst/>
            <a:cxnLst/>
            <a:rect l="l" t="t" r="r" b="b"/>
            <a:pathLst>
              <a:path w="10665460" h="5229225">
                <a:moveTo>
                  <a:pt x="0" y="0"/>
                </a:moveTo>
                <a:lnTo>
                  <a:pt x="10664952" y="0"/>
                </a:lnTo>
                <a:lnTo>
                  <a:pt x="10664952" y="5228844"/>
                </a:lnTo>
                <a:lnTo>
                  <a:pt x="0" y="5228844"/>
                </a:lnTo>
                <a:lnTo>
                  <a:pt x="0" y="0"/>
                </a:lnTo>
                <a:close/>
              </a:path>
            </a:pathLst>
          </a:custGeom>
          <a:solidFill>
            <a:srgbClr val="0045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009376" y="172212"/>
            <a:ext cx="1014983" cy="9845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12216" y="973778"/>
            <a:ext cx="10563860" cy="0"/>
          </a:xfrm>
          <a:custGeom>
            <a:avLst/>
            <a:gdLst/>
            <a:ahLst/>
            <a:cxnLst/>
            <a:rect l="l" t="t" r="r" b="b"/>
            <a:pathLst>
              <a:path w="10563860">
                <a:moveTo>
                  <a:pt x="0" y="0"/>
                </a:moveTo>
                <a:lnTo>
                  <a:pt x="10563707" y="0"/>
                </a:lnTo>
              </a:path>
            </a:pathLst>
          </a:custGeom>
          <a:ln w="28587">
            <a:solidFill>
              <a:srgbClr val="0045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52500" y="1308874"/>
            <a:ext cx="5472100" cy="495236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42570" indent="-229870">
              <a:lnSpc>
                <a:spcPct val="100000"/>
              </a:lnSpc>
              <a:spcBef>
                <a:spcPts val="5"/>
              </a:spcBef>
              <a:buChar char="◇"/>
              <a:tabLst>
                <a:tab pos="242570" algn="l"/>
              </a:tabLst>
            </a:pPr>
            <a:r>
              <a:rPr sz="1700" b="1" dirty="0">
                <a:solidFill>
                  <a:srgbClr val="FFFF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四年制卫生检验与检疫专</a:t>
            </a:r>
            <a:r>
              <a:rPr sz="1700" b="1" spc="-5" dirty="0">
                <a:solidFill>
                  <a:srgbClr val="FFFF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业</a:t>
            </a:r>
            <a:endParaRPr sz="17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104900" marR="5080" indent="-1092200" algn="just">
              <a:lnSpc>
                <a:spcPct val="100000"/>
              </a:lnSpc>
              <a:spcBef>
                <a:spcPts val="5"/>
              </a:spcBef>
            </a:pP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培养目标：培养能胜任疾病预防控制中心、出入境检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验 </a:t>
            </a: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机构、口岸、卫生检验与检疫相关机构及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高 </a:t>
            </a: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等院校和研究单位从事理化、微生物、免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疫 </a:t>
            </a: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学检验或教学、科研等工作的应用型高级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专 </a:t>
            </a: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门人才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7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228600">
              <a:lnSpc>
                <a:spcPct val="100000"/>
              </a:lnSpc>
            </a:pP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主干学科：基础医学、预防医学、卫生检验检疫技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术 </a:t>
            </a: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主要课程：分析化学、仪器分析、卫生微生物学、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病</a:t>
            </a:r>
            <a:endParaRPr sz="17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104900" marR="5080">
              <a:lnSpc>
                <a:spcPct val="100000"/>
              </a:lnSpc>
            </a:pP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原生物学、食品理化检验、空气理化检验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水质理化检验、生物材料检验、病毒学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检 </a:t>
            </a: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验、免疫学检验、临床检验、细菌学检验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检验检疫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等</a:t>
            </a:r>
            <a:endParaRPr sz="17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</a:pP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授予学位：</a:t>
            </a:r>
            <a:r>
              <a:rPr sz="1700" b="1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 panose="02010600030101010101" pitchFamily="2" charset="-122"/>
                <a:cs typeface="宋体" panose="02010600030101010101" pitchFamily="2" charset="-122"/>
              </a:rPr>
              <a:t>理学学</a:t>
            </a:r>
            <a:r>
              <a:rPr sz="1700" b="1" u="sng" spc="-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 panose="02010600030101010101" pitchFamily="2" charset="-122"/>
                <a:cs typeface="宋体" panose="02010600030101010101" pitchFamily="2" charset="-122"/>
              </a:rPr>
              <a:t>士</a:t>
            </a:r>
            <a:endParaRPr sz="17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104900" marR="222250" indent="-1092200" algn="just">
              <a:lnSpc>
                <a:spcPct val="100000"/>
              </a:lnSpc>
            </a:pP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就业方向：学生毕业后可到疾病预防控制中心、卫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生 </a:t>
            </a: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检验中心、环境卫生监测部门、职业卫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生 </a:t>
            </a: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检验部门、食品卫生监测机构、检验检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疫 </a:t>
            </a: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机构、质量监督机构、医院检验科等单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位 </a:t>
            </a: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从事理化、微生物、免疫学检验等方面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 </a:t>
            </a: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工作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7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477000" y="2282950"/>
            <a:ext cx="4398263" cy="28224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2"/>
    </mc:Choice>
    <mc:Fallback>
      <p:transition spd="slow" advTm="232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5265" y="372922"/>
            <a:ext cx="473773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73075" algn="l"/>
                <a:tab pos="473075" algn="l"/>
              </a:tabLst>
            </a:pPr>
            <a:r>
              <a:rPr sz="2800" dirty="0" err="1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医学技术与工程学</a:t>
            </a:r>
            <a:r>
              <a:rPr sz="2800" spc="-5" dirty="0" err="1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院</a:t>
            </a:r>
            <a:r>
              <a:rPr lang="zh-CN" altLang="en-US" sz="2800" spc="-5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（部分）</a:t>
            </a:r>
            <a:endParaRPr sz="28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4424" y="1141475"/>
            <a:ext cx="10665460" cy="5229225"/>
          </a:xfrm>
          <a:custGeom>
            <a:avLst/>
            <a:gdLst/>
            <a:ahLst/>
            <a:cxnLst/>
            <a:rect l="l" t="t" r="r" b="b"/>
            <a:pathLst>
              <a:path w="10665460" h="5229225">
                <a:moveTo>
                  <a:pt x="0" y="0"/>
                </a:moveTo>
                <a:lnTo>
                  <a:pt x="10664952" y="0"/>
                </a:lnTo>
                <a:lnTo>
                  <a:pt x="10664952" y="5228844"/>
                </a:lnTo>
                <a:lnTo>
                  <a:pt x="0" y="5228844"/>
                </a:lnTo>
                <a:lnTo>
                  <a:pt x="0" y="0"/>
                </a:lnTo>
                <a:close/>
              </a:path>
            </a:pathLst>
          </a:custGeom>
          <a:solidFill>
            <a:srgbClr val="0045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009376" y="172212"/>
            <a:ext cx="1014983" cy="9845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12216" y="973778"/>
            <a:ext cx="10563860" cy="0"/>
          </a:xfrm>
          <a:custGeom>
            <a:avLst/>
            <a:gdLst/>
            <a:ahLst/>
            <a:cxnLst/>
            <a:rect l="l" t="t" r="r" b="b"/>
            <a:pathLst>
              <a:path w="10563860">
                <a:moveTo>
                  <a:pt x="0" y="0"/>
                </a:moveTo>
                <a:lnTo>
                  <a:pt x="10563707" y="0"/>
                </a:lnTo>
              </a:path>
            </a:pathLst>
          </a:custGeom>
          <a:ln w="28587">
            <a:solidFill>
              <a:srgbClr val="0045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56323" y="1303019"/>
            <a:ext cx="6211570" cy="4901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7170" indent="-204470">
              <a:lnSpc>
                <a:spcPct val="100000"/>
              </a:lnSpc>
              <a:spcBef>
                <a:spcPts val="95"/>
              </a:spcBef>
              <a:buSzPct val="94000"/>
              <a:buChar char="◇"/>
              <a:tabLst>
                <a:tab pos="217170" algn="l"/>
              </a:tabLst>
            </a:pPr>
            <a:r>
              <a:rPr sz="1600" b="1" dirty="0">
                <a:solidFill>
                  <a:srgbClr val="FFFF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四年制医学检验技术专</a:t>
            </a:r>
            <a:r>
              <a:rPr sz="1600" b="1" spc="-15" dirty="0">
                <a:solidFill>
                  <a:srgbClr val="FFFF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业</a:t>
            </a:r>
            <a:endParaRPr sz="16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041400" marR="5080" indent="-1028700">
              <a:lnSpc>
                <a:spcPct val="100000"/>
              </a:lnSpc>
            </a:pPr>
            <a:r>
              <a:rPr sz="16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培养目标：培养能适应我国医药卫生事业和社会经济发展需要，</a:t>
            </a:r>
            <a:r>
              <a:rPr sz="16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掌 </a:t>
            </a:r>
            <a:r>
              <a:rPr sz="16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握医学检验技术专业的基本知识、基本理论和基本技能</a:t>
            </a:r>
            <a:r>
              <a:rPr sz="16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  </a:t>
            </a:r>
            <a:r>
              <a:rPr sz="16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以及与之关联的基础医学、临床医学的相关知识，掌</a:t>
            </a:r>
            <a:r>
              <a:rPr sz="16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握 </a:t>
            </a:r>
            <a:r>
              <a:rPr sz="16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现代仪器设备及先进医学检验技术，具备初步现代医</a:t>
            </a:r>
            <a:r>
              <a:rPr sz="16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学 </a:t>
            </a:r>
            <a:r>
              <a:rPr sz="16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检验能力、终身学习能力、批判性思维能力、创新能</a:t>
            </a:r>
            <a:r>
              <a:rPr sz="16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力 </a:t>
            </a:r>
            <a:r>
              <a:rPr sz="16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和一定科研发展潜能；能够胜任医疗卫生机构及与医</a:t>
            </a:r>
            <a:r>
              <a:rPr sz="16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学 </a:t>
            </a:r>
            <a:r>
              <a:rPr sz="16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检验相关机构的临床医学检验、卫生检验及其它医学</a:t>
            </a:r>
            <a:r>
              <a:rPr sz="16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实 </a:t>
            </a:r>
            <a:r>
              <a:rPr sz="16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验室的工作，品德高尚、基础扎实、技能熟练的应用</a:t>
            </a:r>
            <a:r>
              <a:rPr sz="16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型 </a:t>
            </a:r>
            <a:r>
              <a:rPr sz="16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医学检验技术专门人才</a:t>
            </a:r>
            <a:r>
              <a:rPr sz="16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6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主干学科：医学检验技术、基础医</a:t>
            </a:r>
            <a:r>
              <a:rPr sz="16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学</a:t>
            </a:r>
            <a:endParaRPr sz="16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041400" marR="52705" indent="-1028700">
              <a:lnSpc>
                <a:spcPct val="100000"/>
              </a:lnSpc>
            </a:pPr>
            <a:r>
              <a:rPr sz="16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主要课程：组织学与胚胎学、细胞生物学、分析化学（仪器分析）</a:t>
            </a:r>
            <a:r>
              <a:rPr sz="16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6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生物化学、生理学、病理学、医学免疫学、医学微生</a:t>
            </a:r>
            <a:r>
              <a:rPr sz="16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物 </a:t>
            </a:r>
            <a:r>
              <a:rPr sz="16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学、临床医学概论、临床检验基础、临床生物化学检验</a:t>
            </a:r>
            <a:r>
              <a:rPr sz="16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6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临床微生物学检验、临床免疫学检验、临床血液学检验</a:t>
            </a:r>
            <a:r>
              <a:rPr sz="16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6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临床分子生物学检验、检验仪器学、实验室管理学、</a:t>
            </a:r>
            <a:r>
              <a:rPr sz="16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医 </a:t>
            </a:r>
            <a:r>
              <a:rPr sz="16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学统计学等</a:t>
            </a:r>
            <a:r>
              <a:rPr sz="16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6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授予学位：</a:t>
            </a:r>
            <a:r>
              <a:rPr sz="1600" b="1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 panose="02010600030101010101" pitchFamily="2" charset="-122"/>
                <a:cs typeface="宋体" panose="02010600030101010101" pitchFamily="2" charset="-122"/>
              </a:rPr>
              <a:t>理学学</a:t>
            </a:r>
            <a:r>
              <a:rPr sz="1600" b="1" u="sng" spc="-1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 panose="02010600030101010101" pitchFamily="2" charset="-122"/>
                <a:cs typeface="宋体" panose="02010600030101010101" pitchFamily="2" charset="-122"/>
              </a:rPr>
              <a:t>士</a:t>
            </a:r>
            <a:endParaRPr sz="16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041400" marR="263525" indent="-1028700">
              <a:lnSpc>
                <a:spcPct val="100000"/>
              </a:lnSpc>
            </a:pPr>
            <a:r>
              <a:rPr sz="16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就业方向：主要在各级医疗、科研机构及医学院校从事医学科研</a:t>
            </a:r>
            <a:r>
              <a:rPr sz="16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6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教学、管理、临床检验等工作</a:t>
            </a:r>
            <a:r>
              <a:rPr sz="16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6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191756" y="1449324"/>
            <a:ext cx="3378707" cy="408584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907896" y="5709754"/>
            <a:ext cx="2092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医学检验教学实验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室</a:t>
            </a: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9" name="音频 8">
            <a:hlinkClick r:id="" action="ppaction://media"/>
            <a:extLst>
              <a:ext uri="{FF2B5EF4-FFF2-40B4-BE49-F238E27FC236}">
                <a16:creationId xmlns:a16="http://schemas.microsoft.com/office/drawing/2014/main" id="{D3C565CD-97F6-4C46-9626-34A0A82B6DD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79"/>
    </mc:Choice>
    <mc:Fallback>
      <p:transition spd="slow" advTm="407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44424" y="1141475"/>
            <a:ext cx="10665460" cy="5229225"/>
          </a:xfrm>
          <a:custGeom>
            <a:avLst/>
            <a:gdLst/>
            <a:ahLst/>
            <a:cxnLst/>
            <a:rect l="l" t="t" r="r" b="b"/>
            <a:pathLst>
              <a:path w="10665460" h="5229225">
                <a:moveTo>
                  <a:pt x="0" y="0"/>
                </a:moveTo>
                <a:lnTo>
                  <a:pt x="10664952" y="0"/>
                </a:lnTo>
                <a:lnTo>
                  <a:pt x="10664952" y="5228844"/>
                </a:lnTo>
                <a:lnTo>
                  <a:pt x="0" y="5228844"/>
                </a:lnTo>
                <a:lnTo>
                  <a:pt x="0" y="0"/>
                </a:lnTo>
                <a:close/>
              </a:path>
            </a:pathLst>
          </a:custGeom>
          <a:solidFill>
            <a:srgbClr val="0045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009376" y="172212"/>
            <a:ext cx="1014983" cy="9845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12216" y="973778"/>
            <a:ext cx="10563860" cy="0"/>
          </a:xfrm>
          <a:custGeom>
            <a:avLst/>
            <a:gdLst/>
            <a:ahLst/>
            <a:cxnLst/>
            <a:rect l="l" t="t" r="r" b="b"/>
            <a:pathLst>
              <a:path w="10563860">
                <a:moveTo>
                  <a:pt x="0" y="0"/>
                </a:moveTo>
                <a:lnTo>
                  <a:pt x="10563707" y="0"/>
                </a:lnTo>
              </a:path>
            </a:pathLst>
          </a:custGeom>
          <a:ln w="28587">
            <a:solidFill>
              <a:srgbClr val="0045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8616" y="1453832"/>
            <a:ext cx="6115685" cy="469328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42570" indent="-229870">
              <a:lnSpc>
                <a:spcPct val="100000"/>
              </a:lnSpc>
              <a:spcBef>
                <a:spcPts val="5"/>
              </a:spcBef>
              <a:buChar char="◇"/>
              <a:tabLst>
                <a:tab pos="242570" algn="l"/>
              </a:tabLst>
            </a:pPr>
            <a:r>
              <a:rPr sz="1700" b="1" dirty="0">
                <a:solidFill>
                  <a:srgbClr val="FFFF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四年制医学影像技术专</a:t>
            </a:r>
            <a:r>
              <a:rPr sz="1700" b="1" spc="-5" dirty="0">
                <a:solidFill>
                  <a:srgbClr val="FFFF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业</a:t>
            </a:r>
            <a:endParaRPr sz="17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104265" marR="5080" indent="-1092200">
              <a:lnSpc>
                <a:spcPct val="100000"/>
              </a:lnSpc>
              <a:spcBef>
                <a:spcPts val="5"/>
              </a:spcBef>
            </a:pP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培养目标：培养能适应我国医药卫生事业和社会发展需要，掌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握基础医学、临床医学相关基础知识、医学影像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技 </a:t>
            </a: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术专业知识和基本技能，具备一定的医学影像技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术 </a:t>
            </a: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工作能力和科学研究发展潜能的，能够从事各级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医 </a:t>
            </a: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疗卫生机构及与医学影像技术相关的研究所（院）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公司等的现代医学影像技术、放射诊疗技术等方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面 </a:t>
            </a: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工作的德、智、体、美全面发展的应用型医学影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像 </a:t>
            </a: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技术人才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7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</a:pP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主干学科：物理学，计算机技术，医学影像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学</a:t>
            </a:r>
            <a:endParaRPr sz="17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104265" marR="8890" indent="-1092200">
              <a:lnSpc>
                <a:spcPct val="100000"/>
              </a:lnSpc>
            </a:pP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主要课程：高等数学、影像物理学、计算机原理与接口、模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拟 </a:t>
            </a: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电子线路、数字电路基础、医学影像设备学与临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床 </a:t>
            </a: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应用案例、医学影像诊断学、医学影像检查技术学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医学图像处理、放射治疗技术学、放射治疗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学</a:t>
            </a:r>
            <a:endParaRPr sz="17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</a:pP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授予学位：</a:t>
            </a:r>
            <a:r>
              <a:rPr sz="1700" b="1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 panose="02010600030101010101" pitchFamily="2" charset="-122"/>
                <a:cs typeface="宋体" panose="02010600030101010101" pitchFamily="2" charset="-122"/>
              </a:rPr>
              <a:t>理学学</a:t>
            </a:r>
            <a:r>
              <a:rPr sz="1700" b="1" u="sng" spc="-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 panose="02010600030101010101" pitchFamily="2" charset="-122"/>
                <a:cs typeface="宋体" panose="02010600030101010101" pitchFamily="2" charset="-122"/>
              </a:rPr>
              <a:t>士</a:t>
            </a:r>
            <a:endParaRPr sz="17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104265" marR="226060" indent="-1092200" algn="just">
              <a:lnSpc>
                <a:spcPct val="100000"/>
              </a:lnSpc>
            </a:pP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就业方向：本专业毕业生主要在各级医疗单位、医学院校从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事 </a:t>
            </a: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医学影像操作技术、放射诊疗技术、科研及教学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管 </a:t>
            </a: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理等工作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7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277100" y="1408175"/>
            <a:ext cx="3400044" cy="447598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音频 1">
            <a:hlinkClick r:id="" action="ppaction://media"/>
            <a:extLst>
              <a:ext uri="{FF2B5EF4-FFF2-40B4-BE49-F238E27FC236}">
                <a16:creationId xmlns:a16="http://schemas.microsoft.com/office/drawing/2014/main" id="{41498AEF-3DF9-4AF6-A70F-DD88BA7FADF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719"/>
    </mc:Choice>
    <mc:Fallback>
      <p:transition spd="slow" advTm="271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44424" y="1141475"/>
            <a:ext cx="10664952" cy="5229225"/>
          </a:xfrm>
          <a:custGeom>
            <a:avLst/>
            <a:gdLst/>
            <a:ahLst/>
            <a:cxnLst/>
            <a:rect l="l" t="t" r="r" b="b"/>
            <a:pathLst>
              <a:path w="10665460" h="5229225">
                <a:moveTo>
                  <a:pt x="0" y="0"/>
                </a:moveTo>
                <a:lnTo>
                  <a:pt x="10664952" y="0"/>
                </a:lnTo>
                <a:lnTo>
                  <a:pt x="10664952" y="5228844"/>
                </a:lnTo>
                <a:lnTo>
                  <a:pt x="0" y="5228844"/>
                </a:lnTo>
                <a:lnTo>
                  <a:pt x="0" y="0"/>
                </a:lnTo>
                <a:close/>
              </a:path>
            </a:pathLst>
          </a:custGeom>
          <a:solidFill>
            <a:srgbClr val="0045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009376" y="172212"/>
            <a:ext cx="1014983" cy="9845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12216" y="973778"/>
            <a:ext cx="10563860" cy="0"/>
          </a:xfrm>
          <a:custGeom>
            <a:avLst/>
            <a:gdLst/>
            <a:ahLst/>
            <a:cxnLst/>
            <a:rect l="l" t="t" r="r" b="b"/>
            <a:pathLst>
              <a:path w="10563860">
                <a:moveTo>
                  <a:pt x="0" y="0"/>
                </a:moveTo>
                <a:lnTo>
                  <a:pt x="10563707" y="0"/>
                </a:lnTo>
              </a:path>
            </a:pathLst>
          </a:custGeom>
          <a:ln w="28587">
            <a:solidFill>
              <a:srgbClr val="0045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51573" y="1314310"/>
            <a:ext cx="5465445" cy="495236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42570" indent="-229870">
              <a:lnSpc>
                <a:spcPct val="100000"/>
              </a:lnSpc>
              <a:spcBef>
                <a:spcPts val="5"/>
              </a:spcBef>
              <a:buChar char="◇"/>
              <a:tabLst>
                <a:tab pos="242570" algn="l"/>
              </a:tabLst>
            </a:pPr>
            <a:r>
              <a:rPr sz="1700" b="1" dirty="0">
                <a:solidFill>
                  <a:srgbClr val="FFFF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四年制康复治疗学专</a:t>
            </a:r>
            <a:r>
              <a:rPr sz="1700" b="1" spc="-5" dirty="0">
                <a:solidFill>
                  <a:srgbClr val="FFFF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业</a:t>
            </a:r>
            <a:endParaRPr sz="17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104900" marR="227330" indent="-1092200" algn="just">
              <a:lnSpc>
                <a:spcPct val="100000"/>
              </a:lnSpc>
              <a:spcBef>
                <a:spcPts val="5"/>
              </a:spcBef>
            </a:pP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培养目标：培养掌握现代康复治疗知识与技术，专业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实 </a:t>
            </a: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践能力强、综合素质良好，能在各类康复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医 </a:t>
            </a: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疗机构、体育运动机构、社区卫生服务中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心 </a:t>
            </a: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从事康复医疗、预防、保健和健康教育等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方 </a:t>
            </a: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面工作，适应我国医疗卫生事业发展需求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 </a:t>
            </a: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应用型康复专业人才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7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</a:pP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主干学科：基础医学、临床医学、康复医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学</a:t>
            </a:r>
            <a:endParaRPr sz="17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104900" marR="5080" indent="-1092200">
              <a:lnSpc>
                <a:spcPct val="100000"/>
              </a:lnSpc>
            </a:pP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主要课程：系统解剖学、人体运动学、人体发育学、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临 </a:t>
            </a: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床医学概述、神经病学、康复医学概论、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康 </a:t>
            </a: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复评定学、运动疗法学、物理因子治疗学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作业疗法学、神经康复学、肌肉骨骼康复学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内外科疾患康复学、中医学基础、针灸与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推 </a:t>
            </a: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拿学、康复工程学、言语治疗学、康复心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理 </a:t>
            </a: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学、社区康复学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等</a:t>
            </a:r>
            <a:endParaRPr sz="17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</a:pP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授予学位：</a:t>
            </a:r>
            <a:r>
              <a:rPr sz="1700" b="1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 panose="02010600030101010101" pitchFamily="2" charset="-122"/>
                <a:cs typeface="宋体" panose="02010600030101010101" pitchFamily="2" charset="-122"/>
              </a:rPr>
              <a:t>理学学</a:t>
            </a:r>
            <a:r>
              <a:rPr sz="1700" b="1" u="sng" spc="-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 panose="02010600030101010101" pitchFamily="2" charset="-122"/>
                <a:cs typeface="宋体" panose="02010600030101010101" pitchFamily="2" charset="-122"/>
              </a:rPr>
              <a:t>士</a:t>
            </a:r>
            <a:endParaRPr sz="17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104900" marR="227330" indent="-1092200" algn="just">
              <a:lnSpc>
                <a:spcPct val="100000"/>
              </a:lnSpc>
            </a:pP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就业方向：主要在各类康复医疗机构、体育运动机构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社区卫生服务中心从事康复医疗、教学、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科 </a:t>
            </a: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研和健康教育等工作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7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" name="音频 1">
            <a:hlinkClick r:id="" action="ppaction://media"/>
            <a:extLst>
              <a:ext uri="{FF2B5EF4-FFF2-40B4-BE49-F238E27FC236}">
                <a16:creationId xmlns:a16="http://schemas.microsoft.com/office/drawing/2014/main" id="{529F3765-C903-4718-996F-B5F6FAABF01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985"/>
    </mc:Choice>
    <mc:Fallback>
      <p:transition spd="slow" advTm="298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9084" y="330542"/>
            <a:ext cx="226377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73075" algn="l"/>
                <a:tab pos="473075" algn="l"/>
              </a:tabLst>
            </a:pPr>
            <a:r>
              <a:rPr sz="2800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口腔医学</a:t>
            </a:r>
            <a:r>
              <a:rPr sz="2800" spc="-5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院</a:t>
            </a:r>
            <a:endParaRPr sz="28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4424" y="1141475"/>
            <a:ext cx="10665460" cy="5229225"/>
          </a:xfrm>
          <a:custGeom>
            <a:avLst/>
            <a:gdLst/>
            <a:ahLst/>
            <a:cxnLst/>
            <a:rect l="l" t="t" r="r" b="b"/>
            <a:pathLst>
              <a:path w="10665460" h="5229225">
                <a:moveTo>
                  <a:pt x="0" y="0"/>
                </a:moveTo>
                <a:lnTo>
                  <a:pt x="10664952" y="0"/>
                </a:lnTo>
                <a:lnTo>
                  <a:pt x="10664952" y="5228844"/>
                </a:lnTo>
                <a:lnTo>
                  <a:pt x="0" y="5228844"/>
                </a:lnTo>
                <a:lnTo>
                  <a:pt x="0" y="0"/>
                </a:lnTo>
                <a:close/>
              </a:path>
            </a:pathLst>
          </a:custGeom>
          <a:solidFill>
            <a:srgbClr val="0045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009376" y="172212"/>
            <a:ext cx="1014983" cy="9845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12216" y="973778"/>
            <a:ext cx="10563860" cy="0"/>
          </a:xfrm>
          <a:custGeom>
            <a:avLst/>
            <a:gdLst/>
            <a:ahLst/>
            <a:cxnLst/>
            <a:rect l="l" t="t" r="r" b="b"/>
            <a:pathLst>
              <a:path w="10563860">
                <a:moveTo>
                  <a:pt x="0" y="0"/>
                </a:moveTo>
                <a:lnTo>
                  <a:pt x="10563707" y="0"/>
                </a:lnTo>
              </a:path>
            </a:pathLst>
          </a:custGeom>
          <a:ln w="28587">
            <a:solidFill>
              <a:srgbClr val="0045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85800" y="1295400"/>
            <a:ext cx="6705600" cy="44448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2570" indent="-229870">
              <a:lnSpc>
                <a:spcPct val="100000"/>
              </a:lnSpc>
              <a:spcBef>
                <a:spcPts val="100"/>
              </a:spcBef>
              <a:buSzPct val="94000"/>
              <a:buChar char="◇"/>
              <a:tabLst>
                <a:tab pos="242570" algn="l"/>
              </a:tabLst>
            </a:pPr>
            <a:r>
              <a:rPr sz="1800" b="1" dirty="0">
                <a:solidFill>
                  <a:srgbClr val="FFFF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五年制口腔医学专</a:t>
            </a:r>
            <a:r>
              <a:rPr sz="1800" b="1" spc="-10" dirty="0">
                <a:solidFill>
                  <a:srgbClr val="FFFF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业</a:t>
            </a:r>
            <a:endParaRPr sz="18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168400" marR="234950" indent="-1155700" algn="just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培养目标：培养具有基础医学和临床医学知识，系统掌握较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扎 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实的口腔医学的基本理论和基本临床操作技能，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具 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备良好的职业道德、较强的实践能力和创新创业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意 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识，能在各级医疗卫生机构从事口腔常见病、多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发 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病的诊断、治疗和预防的应用型口腔医学人才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8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5080" algn="r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主干学科：口腔基础医学、口腔临床医学、基础医学、临床医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学 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主要课程：系统解剖学、组织与胚胎学、病理生理学、病理学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诊断学、内科学、外科学、口腔解剖生理学、口腔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组</a:t>
            </a:r>
            <a:endParaRPr sz="18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168400" marR="5080" algn="just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织病理学、口腔材料学、预防口腔医学、牙体牙髓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病 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学、牙周病学、口腔黏膜病学、儿童口腔医学、口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腔 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颌面外科学、口腔修复学、口腔正畸学、口腔颌面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影 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像诊断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学</a:t>
            </a:r>
            <a:endParaRPr sz="18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授予学位：</a:t>
            </a:r>
            <a:r>
              <a:rPr sz="1800" b="1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 panose="02010600030101010101" pitchFamily="2" charset="-122"/>
                <a:cs typeface="宋体" panose="02010600030101010101" pitchFamily="2" charset="-122"/>
              </a:rPr>
              <a:t>医学学</a:t>
            </a:r>
            <a:r>
              <a:rPr sz="1800" b="1" u="sng" spc="-1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 panose="02010600030101010101" pitchFamily="2" charset="-122"/>
                <a:cs typeface="宋体" panose="02010600030101010101" pitchFamily="2" charset="-122"/>
              </a:rPr>
              <a:t>士</a:t>
            </a:r>
            <a:endParaRPr sz="18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168400" marR="11430" indent="-1155700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就业方向：主要在各级医疗、医学院校及科研机构从事口腔医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学 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医疗、教学、科研、管理、预防等工作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8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615428" y="3977640"/>
            <a:ext cx="3072383" cy="19476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600188" y="1648967"/>
            <a:ext cx="3072383" cy="204063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音频 8">
            <a:hlinkClick r:id="" action="ppaction://media"/>
            <a:extLst>
              <a:ext uri="{FF2B5EF4-FFF2-40B4-BE49-F238E27FC236}">
                <a16:creationId xmlns:a16="http://schemas.microsoft.com/office/drawing/2014/main" id="{EF8C464E-F5F2-4417-82F9-62DAD478C9A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063"/>
    </mc:Choice>
    <mc:Fallback>
      <p:transition spd="slow" advTm="1706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847" y="345910"/>
            <a:ext cx="2587753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73075" algn="l"/>
                <a:tab pos="473075" algn="l"/>
              </a:tabLst>
            </a:pPr>
            <a:r>
              <a:rPr sz="2800" dirty="0" err="1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药学</a:t>
            </a:r>
            <a:r>
              <a:rPr sz="2800" spc="-5" dirty="0" err="1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院</a:t>
            </a:r>
            <a:r>
              <a:rPr lang="zh-CN" altLang="en-US" sz="2800" spc="-5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（部分）</a:t>
            </a:r>
            <a:endParaRPr sz="28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13359" y="1156716"/>
            <a:ext cx="10666730" cy="5394960"/>
          </a:xfrm>
          <a:custGeom>
            <a:avLst/>
            <a:gdLst/>
            <a:ahLst/>
            <a:cxnLst/>
            <a:rect l="l" t="t" r="r" b="b"/>
            <a:pathLst>
              <a:path w="10666730" h="5394959">
                <a:moveTo>
                  <a:pt x="0" y="0"/>
                </a:moveTo>
                <a:lnTo>
                  <a:pt x="10666476" y="0"/>
                </a:lnTo>
                <a:lnTo>
                  <a:pt x="10666476" y="5394960"/>
                </a:lnTo>
                <a:lnTo>
                  <a:pt x="0" y="5394960"/>
                </a:lnTo>
                <a:lnTo>
                  <a:pt x="0" y="0"/>
                </a:lnTo>
                <a:close/>
              </a:path>
            </a:pathLst>
          </a:custGeom>
          <a:solidFill>
            <a:srgbClr val="0045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009376" y="172212"/>
            <a:ext cx="1014983" cy="9845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12216" y="973778"/>
            <a:ext cx="10563860" cy="0"/>
          </a:xfrm>
          <a:custGeom>
            <a:avLst/>
            <a:gdLst/>
            <a:ahLst/>
            <a:cxnLst/>
            <a:rect l="l" t="t" r="r" b="b"/>
            <a:pathLst>
              <a:path w="10563860">
                <a:moveTo>
                  <a:pt x="0" y="0"/>
                </a:moveTo>
                <a:lnTo>
                  <a:pt x="10563707" y="0"/>
                </a:lnTo>
              </a:path>
            </a:pathLst>
          </a:custGeom>
          <a:ln w="28587">
            <a:solidFill>
              <a:srgbClr val="0045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40092" y="1308595"/>
            <a:ext cx="5400040" cy="51680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4470" indent="-191770">
              <a:lnSpc>
                <a:spcPct val="100000"/>
              </a:lnSpc>
              <a:spcBef>
                <a:spcPts val="100"/>
              </a:spcBef>
              <a:buSzPct val="93000"/>
              <a:buChar char="◇"/>
              <a:tabLst>
                <a:tab pos="204470" algn="l"/>
              </a:tabLst>
            </a:pPr>
            <a:r>
              <a:rPr sz="2000" b="1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四年制药学专</a:t>
            </a:r>
            <a:r>
              <a:rPr sz="2000" b="1" spc="-1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业</a:t>
            </a:r>
            <a:endParaRPr sz="2000" dirty="0">
              <a:solidFill>
                <a:srgbClr val="FF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977900" marR="5080" indent="-965200">
              <a:lnSpc>
                <a:spcPct val="100000"/>
              </a:lnSpc>
            </a:pPr>
            <a:r>
              <a:rPr sz="15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培养目标：培养掌握较扎实的药学专业的基础知识、基本理</a:t>
            </a:r>
            <a:r>
              <a:rPr sz="15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论 </a:t>
            </a:r>
            <a:r>
              <a:rPr sz="15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和基本技能，具有较强的实践能力和一定的创新</a:t>
            </a:r>
            <a:r>
              <a:rPr sz="15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意 </a:t>
            </a:r>
            <a:r>
              <a:rPr sz="15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识，能够在医药院校和药物研发、生产、检验、</a:t>
            </a:r>
            <a:r>
              <a:rPr sz="15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流 </a:t>
            </a:r>
            <a:r>
              <a:rPr sz="15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通、使用和管理等领域，从事药物发现与评价、</a:t>
            </a:r>
            <a:r>
              <a:rPr sz="15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药 </a:t>
            </a:r>
            <a:r>
              <a:rPr sz="15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物制剂设计与制备、药品质量标准研究与质量控制</a:t>
            </a:r>
            <a:r>
              <a:rPr sz="15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5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药品管理以及药学服务等方面工作的复合型药学</a:t>
            </a:r>
            <a:r>
              <a:rPr sz="15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专 </a:t>
            </a:r>
            <a:r>
              <a:rPr sz="15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门人才</a:t>
            </a:r>
            <a:r>
              <a:rPr sz="15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5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</a:pPr>
            <a:r>
              <a:rPr sz="15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主干学科：药学、化学、生物</a:t>
            </a:r>
            <a:r>
              <a:rPr sz="15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学</a:t>
            </a:r>
            <a:endParaRPr sz="15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977900" marR="196850" indent="-965200" algn="just">
              <a:lnSpc>
                <a:spcPct val="100000"/>
              </a:lnSpc>
            </a:pPr>
            <a:r>
              <a:rPr sz="15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主要课程：有机化学、分析化学、生物化学及分子生物学、</a:t>
            </a:r>
            <a:r>
              <a:rPr sz="15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生 </a:t>
            </a:r>
            <a:r>
              <a:rPr sz="15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理学、医学免疫学、医学微生物学、物理化学、</a:t>
            </a:r>
            <a:r>
              <a:rPr sz="15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药 </a:t>
            </a:r>
            <a:r>
              <a:rPr sz="15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物化学、天然药物化学、药用植物与生药学、临</a:t>
            </a:r>
            <a:r>
              <a:rPr sz="15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床 </a:t>
            </a:r>
            <a:r>
              <a:rPr sz="15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医学概论、药剂学、药理学、药物分析、药事管</a:t>
            </a:r>
            <a:r>
              <a:rPr sz="15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理 </a:t>
            </a:r>
            <a:r>
              <a:rPr sz="15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学、生物药剂学与药物动力</a:t>
            </a:r>
            <a:r>
              <a:rPr sz="15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学</a:t>
            </a:r>
            <a:endParaRPr sz="15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</a:pPr>
            <a:r>
              <a:rPr sz="15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授予学位：</a:t>
            </a:r>
            <a:r>
              <a:rPr sz="1500" b="1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 panose="02010600030101010101" pitchFamily="2" charset="-122"/>
                <a:cs typeface="宋体" panose="02010600030101010101" pitchFamily="2" charset="-122"/>
              </a:rPr>
              <a:t>理学学</a:t>
            </a:r>
            <a:r>
              <a:rPr sz="1500" b="1" u="sng" spc="-1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 panose="02010600030101010101" pitchFamily="2" charset="-122"/>
                <a:cs typeface="宋体" panose="02010600030101010101" pitchFamily="2" charset="-122"/>
              </a:rPr>
              <a:t>士</a:t>
            </a:r>
            <a:endParaRPr sz="15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977900" marR="196850" indent="-965200" algn="just">
              <a:lnSpc>
                <a:spcPct val="100000"/>
              </a:lnSpc>
            </a:pPr>
            <a:r>
              <a:rPr sz="15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就业方向：涉及药品相关的各个领域，主要包括药品研究开</a:t>
            </a:r>
            <a:r>
              <a:rPr sz="15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发 </a:t>
            </a:r>
            <a:r>
              <a:rPr sz="15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部门、生产流通部门、检验部门、管理部门、营</a:t>
            </a:r>
            <a:r>
              <a:rPr sz="15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销 </a:t>
            </a:r>
            <a:r>
              <a:rPr sz="15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使用部门及教育部门，从事药物发现与评价、药</a:t>
            </a:r>
            <a:r>
              <a:rPr sz="15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物 </a:t>
            </a:r>
            <a:r>
              <a:rPr sz="15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制剂设计与制备、药品质量标准研究与质量控制</a:t>
            </a:r>
            <a:r>
              <a:rPr sz="15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5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药品管理以及药学服务等方面工作。具体工作单</a:t>
            </a:r>
            <a:r>
              <a:rPr sz="15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位 </a:t>
            </a:r>
            <a:r>
              <a:rPr sz="15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如医院、医药学校、科研院所、药厂、医药公司</a:t>
            </a:r>
            <a:r>
              <a:rPr sz="15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5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国家医药管理机关等</a:t>
            </a:r>
            <a:r>
              <a:rPr sz="15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5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259067" y="2104644"/>
            <a:ext cx="4351020" cy="305409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音频 7">
            <a:hlinkClick r:id="" action="ppaction://media"/>
            <a:extLst>
              <a:ext uri="{FF2B5EF4-FFF2-40B4-BE49-F238E27FC236}">
                <a16:creationId xmlns:a16="http://schemas.microsoft.com/office/drawing/2014/main" id="{D2317766-4C43-42E2-944A-F36D870E563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536"/>
    </mc:Choice>
    <mc:Fallback>
      <p:transition spd="slow" advTm="453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44424" y="1141475"/>
            <a:ext cx="10665460" cy="5229225"/>
          </a:xfrm>
          <a:custGeom>
            <a:avLst/>
            <a:gdLst/>
            <a:ahLst/>
            <a:cxnLst/>
            <a:rect l="l" t="t" r="r" b="b"/>
            <a:pathLst>
              <a:path w="10665460" h="5229225">
                <a:moveTo>
                  <a:pt x="0" y="0"/>
                </a:moveTo>
                <a:lnTo>
                  <a:pt x="10664952" y="0"/>
                </a:lnTo>
                <a:lnTo>
                  <a:pt x="10664952" y="5228844"/>
                </a:lnTo>
                <a:lnTo>
                  <a:pt x="0" y="5228844"/>
                </a:lnTo>
                <a:lnTo>
                  <a:pt x="0" y="0"/>
                </a:lnTo>
                <a:close/>
              </a:path>
            </a:pathLst>
          </a:custGeom>
          <a:solidFill>
            <a:srgbClr val="0045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009376" y="172212"/>
            <a:ext cx="1014983" cy="9845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12216" y="973778"/>
            <a:ext cx="10563860" cy="0"/>
          </a:xfrm>
          <a:custGeom>
            <a:avLst/>
            <a:gdLst/>
            <a:ahLst/>
            <a:cxnLst/>
            <a:rect l="l" t="t" r="r" b="b"/>
            <a:pathLst>
              <a:path w="10563860">
                <a:moveTo>
                  <a:pt x="0" y="0"/>
                </a:moveTo>
                <a:lnTo>
                  <a:pt x="10563707" y="0"/>
                </a:lnTo>
              </a:path>
            </a:pathLst>
          </a:custGeom>
          <a:ln w="28587">
            <a:solidFill>
              <a:srgbClr val="0045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51624" y="1432343"/>
            <a:ext cx="6062345" cy="468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2570" indent="-229870">
              <a:lnSpc>
                <a:spcPct val="100000"/>
              </a:lnSpc>
              <a:spcBef>
                <a:spcPts val="100"/>
              </a:spcBef>
              <a:buSzPct val="94000"/>
              <a:buChar char="◇"/>
              <a:tabLst>
                <a:tab pos="242570" algn="l"/>
              </a:tabLst>
            </a:pPr>
            <a:r>
              <a:rPr sz="1800" b="1" dirty="0">
                <a:solidFill>
                  <a:srgbClr val="FFFF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五年制临床药</a:t>
            </a:r>
            <a:r>
              <a:rPr sz="1800" b="1" spc="-10" dirty="0">
                <a:solidFill>
                  <a:srgbClr val="FFFF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学</a:t>
            </a: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168400" marR="5080" indent="-1155700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培养目标：培养掌握较扎实的临床药学专业的基础知识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基本理论和基本技能，具有以合理用药为核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心 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的全程化药学服务的工作能力，能够从事临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床 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合理用药、参与临床药物治疗方案设计与实施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临床药学教育与培训、合理用药相关研究等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工 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作的应用型临床药学专门人才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主干学科：药学、医学、化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学</a:t>
            </a: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168400" marR="60325" indent="-1155700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主要课程：有机化学、生理学、医学微生物学、生物化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学 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与分子生物学、药物分析、药物化学、药剂学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药理学、临床药理学、内科学、外科学、临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床 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药物动力学、临床药物治疗学、药事管理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学</a:t>
            </a: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授予学位：</a:t>
            </a:r>
            <a:r>
              <a:rPr sz="1800" b="1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 panose="02010600030101010101" pitchFamily="2" charset="-122"/>
                <a:cs typeface="宋体" panose="02010600030101010101" pitchFamily="2" charset="-122"/>
              </a:rPr>
              <a:t>理学学</a:t>
            </a:r>
            <a:r>
              <a:rPr sz="1800" b="1" u="sng" spc="-1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 panose="02010600030101010101" pitchFamily="2" charset="-122"/>
                <a:cs typeface="宋体" panose="02010600030101010101" pitchFamily="2" charset="-122"/>
              </a:rPr>
              <a:t>士</a:t>
            </a: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168400" marR="290830" indent="-1155700" algn="just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就业方向：从事以合理用药为核心的全程化药学服务的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工 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作，包括临床合理用药、参与临床药物治疗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方 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案设计与实施、临床药学教育与培训、合理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用 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药相关研究等临床药学工作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" name="音频 1">
            <a:hlinkClick r:id="" action="ppaction://media"/>
            <a:extLst>
              <a:ext uri="{FF2B5EF4-FFF2-40B4-BE49-F238E27FC236}">
                <a16:creationId xmlns:a16="http://schemas.microsoft.com/office/drawing/2014/main" id="{9623EDFC-0C38-4462-8132-A81528550FD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870"/>
    </mc:Choice>
    <mc:Fallback>
      <p:transition spd="slow" advTm="387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44424" y="1141475"/>
            <a:ext cx="10665460" cy="5229225"/>
          </a:xfrm>
          <a:custGeom>
            <a:avLst/>
            <a:gdLst/>
            <a:ahLst/>
            <a:cxnLst/>
            <a:rect l="l" t="t" r="r" b="b"/>
            <a:pathLst>
              <a:path w="10665460" h="5229225">
                <a:moveTo>
                  <a:pt x="0" y="0"/>
                </a:moveTo>
                <a:lnTo>
                  <a:pt x="10664952" y="0"/>
                </a:lnTo>
                <a:lnTo>
                  <a:pt x="10664952" y="5228844"/>
                </a:lnTo>
                <a:lnTo>
                  <a:pt x="0" y="5228844"/>
                </a:lnTo>
                <a:lnTo>
                  <a:pt x="0" y="0"/>
                </a:lnTo>
                <a:close/>
              </a:path>
            </a:pathLst>
          </a:custGeom>
          <a:solidFill>
            <a:srgbClr val="0045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009376" y="172212"/>
            <a:ext cx="1014983" cy="9845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12216" y="973778"/>
            <a:ext cx="10563860" cy="0"/>
          </a:xfrm>
          <a:custGeom>
            <a:avLst/>
            <a:gdLst/>
            <a:ahLst/>
            <a:cxnLst/>
            <a:rect l="l" t="t" r="r" b="b"/>
            <a:pathLst>
              <a:path w="10563860">
                <a:moveTo>
                  <a:pt x="0" y="0"/>
                </a:moveTo>
                <a:lnTo>
                  <a:pt x="10563707" y="0"/>
                </a:lnTo>
              </a:path>
            </a:pathLst>
          </a:custGeom>
          <a:ln w="28587">
            <a:solidFill>
              <a:srgbClr val="0045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39384" y="2159507"/>
            <a:ext cx="5042916" cy="306171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38174" y="1314500"/>
            <a:ext cx="4820920" cy="495236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42570" indent="-229870">
              <a:lnSpc>
                <a:spcPct val="100000"/>
              </a:lnSpc>
              <a:spcBef>
                <a:spcPts val="5"/>
              </a:spcBef>
              <a:buChar char="◇"/>
              <a:tabLst>
                <a:tab pos="242570" algn="l"/>
              </a:tabLst>
            </a:pPr>
            <a:r>
              <a:rPr sz="1700" b="1" dirty="0">
                <a:solidFill>
                  <a:srgbClr val="FFFF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四年制药物制剂专</a:t>
            </a:r>
            <a:r>
              <a:rPr sz="1700" b="1" spc="-5" dirty="0">
                <a:solidFill>
                  <a:srgbClr val="FFFF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业</a:t>
            </a:r>
            <a:endParaRPr sz="17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104265" marR="234315" indent="-1092200" algn="just">
              <a:lnSpc>
                <a:spcPct val="100000"/>
              </a:lnSpc>
              <a:spcBef>
                <a:spcPts val="5"/>
              </a:spcBef>
            </a:pP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培养目标：培养掌握较扎实的药物制剂专业的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基 </a:t>
            </a: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础知识、基本理论和基本技能，具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有 </a:t>
            </a: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较强的综合运用专业知识能力和实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践 </a:t>
            </a: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能力，能够在药物制剂设计与制备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生产与应用等领域，从事药物制剂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 </a:t>
            </a: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研发、生产、质量控制、技术创新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与 </a:t>
            </a: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应用等方面工作的应用型药物制剂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专 </a:t>
            </a: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门人才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7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</a:pP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主干学科：药学、化学、生物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学</a:t>
            </a:r>
            <a:endParaRPr sz="17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104265" marR="5080" indent="-1092200">
              <a:lnSpc>
                <a:spcPct val="100000"/>
              </a:lnSpc>
            </a:pP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主要课程：有机化学、医学微生物学、生物化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学 </a:t>
            </a: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与分子生物学、分析化学、物理化学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药剂学、工业药剂学、生物药剂学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与 </a:t>
            </a: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药物动力学、药用高分子材料、药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物 </a:t>
            </a: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化学、药理学、药物分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析</a:t>
            </a:r>
            <a:endParaRPr sz="17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</a:pP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授予学位：</a:t>
            </a:r>
            <a:r>
              <a:rPr sz="1700" b="1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 panose="02010600030101010101" pitchFamily="2" charset="-122"/>
                <a:cs typeface="宋体" panose="02010600030101010101" pitchFamily="2" charset="-122"/>
              </a:rPr>
              <a:t>理学学</a:t>
            </a:r>
            <a:r>
              <a:rPr sz="1700" b="1" u="sng" spc="-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 panose="02010600030101010101" pitchFamily="2" charset="-122"/>
                <a:cs typeface="宋体" panose="02010600030101010101" pitchFamily="2" charset="-122"/>
              </a:rPr>
              <a:t>士</a:t>
            </a:r>
            <a:endParaRPr sz="17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104265" marR="234315" indent="-1092200" algn="just">
              <a:lnSpc>
                <a:spcPct val="100000"/>
              </a:lnSpc>
            </a:pP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就业方向：主要在药品生产企业，科研院所及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药 </a:t>
            </a: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事管理部门从事药物制剂的研究、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开 </a:t>
            </a:r>
            <a:r>
              <a:rPr sz="17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发、生产及质量检测和管理等工作</a:t>
            </a:r>
            <a:r>
              <a:rPr sz="17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7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" name="音频 1">
            <a:hlinkClick r:id="" action="ppaction://media"/>
            <a:extLst>
              <a:ext uri="{FF2B5EF4-FFF2-40B4-BE49-F238E27FC236}">
                <a16:creationId xmlns:a16="http://schemas.microsoft.com/office/drawing/2014/main" id="{A7331F50-334F-474C-9801-DDBB615B03C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143"/>
    </mc:Choice>
    <mc:Fallback>
      <p:transition spd="slow" advTm="314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6884" y="330542"/>
            <a:ext cx="2799716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73075" algn="l"/>
                <a:tab pos="473075" algn="l"/>
              </a:tabLst>
            </a:pPr>
            <a:r>
              <a:rPr sz="2800" dirty="0" err="1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护理学</a:t>
            </a:r>
            <a:r>
              <a:rPr sz="2800" spc="-5" dirty="0" err="1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院</a:t>
            </a:r>
            <a:r>
              <a:rPr lang="zh-CN" altLang="en-US" sz="2800" spc="-5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（部分）</a:t>
            </a:r>
            <a:endParaRPr sz="28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4424" y="1141475"/>
            <a:ext cx="10665460" cy="5229225"/>
          </a:xfrm>
          <a:custGeom>
            <a:avLst/>
            <a:gdLst/>
            <a:ahLst/>
            <a:cxnLst/>
            <a:rect l="l" t="t" r="r" b="b"/>
            <a:pathLst>
              <a:path w="10665460" h="5229225">
                <a:moveTo>
                  <a:pt x="0" y="0"/>
                </a:moveTo>
                <a:lnTo>
                  <a:pt x="10664952" y="0"/>
                </a:lnTo>
                <a:lnTo>
                  <a:pt x="10664952" y="5228844"/>
                </a:lnTo>
                <a:lnTo>
                  <a:pt x="0" y="5228844"/>
                </a:lnTo>
                <a:lnTo>
                  <a:pt x="0" y="0"/>
                </a:lnTo>
                <a:close/>
              </a:path>
            </a:pathLst>
          </a:custGeom>
          <a:solidFill>
            <a:srgbClr val="0045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009376" y="172212"/>
            <a:ext cx="1014983" cy="9845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12216" y="973778"/>
            <a:ext cx="10563860" cy="0"/>
          </a:xfrm>
          <a:custGeom>
            <a:avLst/>
            <a:gdLst/>
            <a:ahLst/>
            <a:cxnLst/>
            <a:rect l="l" t="t" r="r" b="b"/>
            <a:pathLst>
              <a:path w="10563860">
                <a:moveTo>
                  <a:pt x="0" y="0"/>
                </a:moveTo>
                <a:lnTo>
                  <a:pt x="10563707" y="0"/>
                </a:lnTo>
              </a:path>
            </a:pathLst>
          </a:custGeom>
          <a:ln w="28587">
            <a:solidFill>
              <a:srgbClr val="0045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23366" y="1408493"/>
            <a:ext cx="6108065" cy="4660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7970" indent="-255270">
              <a:lnSpc>
                <a:spcPts val="2395"/>
              </a:lnSpc>
              <a:buChar char="◇"/>
              <a:tabLst>
                <a:tab pos="267970" algn="l"/>
              </a:tabLst>
            </a:pPr>
            <a:r>
              <a:rPr sz="1900" b="1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四年制护理</a:t>
            </a:r>
            <a:r>
              <a:rPr sz="1900" b="1" spc="-1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学</a:t>
            </a:r>
            <a:endParaRPr sz="1900" dirty="0">
              <a:solidFill>
                <a:srgbClr val="FF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31900" marR="5080" indent="-1219200">
              <a:lnSpc>
                <a:spcPct val="100000"/>
              </a:lnSpc>
              <a:spcBef>
                <a:spcPts val="5"/>
              </a:spcBef>
            </a:pP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培养目标：本专业培养具备医学、预防保健、人文社</a:t>
            </a:r>
            <a:r>
              <a:rPr sz="19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会 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科学的基本知识及护理学的基本理论和技能</a:t>
            </a:r>
            <a:r>
              <a:rPr sz="19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  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具有基本的临床护理工作能力，初步的护</a:t>
            </a:r>
            <a:r>
              <a:rPr sz="19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理 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管理、护理教学和护理科研能力，能在医</a:t>
            </a:r>
            <a:r>
              <a:rPr sz="19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疗 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卫生、保健机构从事临床护理、预防保健</a:t>
            </a:r>
            <a:r>
              <a:rPr sz="19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等 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工作的护理专业人才</a:t>
            </a:r>
            <a:r>
              <a:rPr sz="19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9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</a:pP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主干学科：基础医学、护理学、人文社会科</a:t>
            </a:r>
            <a:r>
              <a:rPr sz="19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学</a:t>
            </a:r>
            <a:endParaRPr sz="19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31900" marR="19685" indent="-1219200">
              <a:lnSpc>
                <a:spcPct val="100000"/>
              </a:lnSpc>
            </a:pP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主要课程：人体形态学、生理学与病理生理学、病原</a:t>
            </a:r>
            <a:r>
              <a:rPr sz="19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生 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物学、药理学、健康评估、基础护理学、</a:t>
            </a:r>
            <a:r>
              <a:rPr sz="19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内 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科护理学、外科护理学、妇产科护理学、</a:t>
            </a:r>
            <a:r>
              <a:rPr sz="19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儿 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科护理学、精神科护理学、急危重症护理学</a:t>
            </a:r>
            <a:r>
              <a:rPr sz="19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社区护理学、护理研究、护理伦理</a:t>
            </a:r>
            <a:r>
              <a:rPr sz="19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学</a:t>
            </a:r>
            <a:endParaRPr sz="19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</a:pP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授予学位：</a:t>
            </a:r>
            <a:r>
              <a:rPr sz="1900" b="1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 panose="02010600030101010101" pitchFamily="2" charset="-122"/>
                <a:cs typeface="宋体" panose="02010600030101010101" pitchFamily="2" charset="-122"/>
              </a:rPr>
              <a:t>理学学</a:t>
            </a:r>
            <a:r>
              <a:rPr sz="1900" b="1" u="sng" spc="-1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 panose="02010600030101010101" pitchFamily="2" charset="-122"/>
                <a:cs typeface="宋体" panose="02010600030101010101" pitchFamily="2" charset="-122"/>
              </a:rPr>
              <a:t>士</a:t>
            </a:r>
            <a:endParaRPr sz="19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31900" marR="267970" indent="-1219200">
              <a:lnSpc>
                <a:spcPct val="100000"/>
              </a:lnSpc>
            </a:pP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就业方向：学生毕业后主要在医疗卫生、预防保健机</a:t>
            </a:r>
            <a:r>
              <a:rPr sz="19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构 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从事临床护理、预防保健等工作</a:t>
            </a:r>
            <a:r>
              <a:rPr sz="1900" b="1" spc="-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9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7" name="音频 6">
            <a:hlinkClick r:id="" action="ppaction://media"/>
            <a:extLst>
              <a:ext uri="{FF2B5EF4-FFF2-40B4-BE49-F238E27FC236}">
                <a16:creationId xmlns:a16="http://schemas.microsoft.com/office/drawing/2014/main" id="{C59404E8-BF9A-4529-A1B2-928661E711C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703"/>
    </mc:Choice>
    <mc:Fallback>
      <p:transition spd="slow" advTm="1270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6884" y="330542"/>
            <a:ext cx="2952116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73075" algn="l"/>
                <a:tab pos="473075" algn="l"/>
              </a:tabLst>
            </a:pPr>
            <a:r>
              <a:rPr sz="2800" dirty="0" err="1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人文学</a:t>
            </a:r>
            <a:r>
              <a:rPr sz="2800" spc="-5" dirty="0" err="1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院</a:t>
            </a:r>
            <a:r>
              <a:rPr lang="zh-CN" altLang="en-US" sz="2800" spc="-5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（部分）</a:t>
            </a:r>
            <a:endParaRPr sz="28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4424" y="1118616"/>
            <a:ext cx="10665460" cy="5567680"/>
          </a:xfrm>
          <a:custGeom>
            <a:avLst/>
            <a:gdLst/>
            <a:ahLst/>
            <a:cxnLst/>
            <a:rect l="l" t="t" r="r" b="b"/>
            <a:pathLst>
              <a:path w="10665460" h="5567680">
                <a:moveTo>
                  <a:pt x="0" y="0"/>
                </a:moveTo>
                <a:lnTo>
                  <a:pt x="10664952" y="0"/>
                </a:lnTo>
                <a:lnTo>
                  <a:pt x="10664952" y="5567172"/>
                </a:lnTo>
                <a:lnTo>
                  <a:pt x="0" y="5567172"/>
                </a:lnTo>
                <a:lnTo>
                  <a:pt x="0" y="0"/>
                </a:lnTo>
                <a:close/>
              </a:path>
            </a:pathLst>
          </a:custGeom>
          <a:solidFill>
            <a:srgbClr val="0045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009376" y="172212"/>
            <a:ext cx="1014983" cy="9845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63016" y="973778"/>
            <a:ext cx="10563860" cy="0"/>
          </a:xfrm>
          <a:custGeom>
            <a:avLst/>
            <a:gdLst/>
            <a:ahLst/>
            <a:cxnLst/>
            <a:rect l="l" t="t" r="r" b="b"/>
            <a:pathLst>
              <a:path w="10563860">
                <a:moveTo>
                  <a:pt x="0" y="0"/>
                </a:moveTo>
                <a:lnTo>
                  <a:pt x="10563707" y="0"/>
                </a:lnTo>
              </a:path>
            </a:pathLst>
          </a:custGeom>
          <a:ln w="28587">
            <a:solidFill>
              <a:srgbClr val="0045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06869" y="1241933"/>
            <a:ext cx="5777230" cy="5237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2570" indent="-229870">
              <a:lnSpc>
                <a:spcPct val="100000"/>
              </a:lnSpc>
              <a:spcBef>
                <a:spcPts val="100"/>
              </a:spcBef>
              <a:buSzPct val="94000"/>
              <a:buChar char="◇"/>
              <a:tabLst>
                <a:tab pos="242570" algn="l"/>
              </a:tabLst>
            </a:pPr>
            <a:r>
              <a:rPr sz="1800" b="1" dirty="0">
                <a:solidFill>
                  <a:srgbClr val="FFFF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四年制应用心理学专</a:t>
            </a:r>
            <a:r>
              <a:rPr sz="1800" b="1" spc="-10" dirty="0">
                <a:solidFill>
                  <a:srgbClr val="FFFF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业</a:t>
            </a: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167765" marR="5080" indent="-1155700" algn="just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培养目标：培养具有心理学和医学基础理论、掌握较扎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实 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的以临床心理学为核心的心理学应用理论、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知 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识和实践技能，能在医疗卫生、机关学校、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工 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商企事业、公安司法等相关机构从事心理健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康 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维护、心理行为评估、心理咨询与治疗、心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理 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能力开发、人力资源管理、以及行为矫正等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专 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业实践工作的高素质应用型专门人才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主干学科：心理学、医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学</a:t>
            </a: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167765" marR="5080" indent="-1155700" algn="just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主要课程：普通心理学、发展心理学、社会心理学、实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验 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心理学、心理测量学、心理治疗会谈技术、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认 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知治疗学、精神分析治疗学、行为治疗学、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团 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体心理治疗学、教育心理学、管理心理学、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内 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科学、神经病学、精神病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学</a:t>
            </a: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授予学位：</a:t>
            </a:r>
            <a:r>
              <a:rPr sz="1800" b="1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 panose="02010600030101010101" pitchFamily="2" charset="-122"/>
                <a:cs typeface="宋体" panose="02010600030101010101" pitchFamily="2" charset="-122"/>
              </a:rPr>
              <a:t>理学学</a:t>
            </a:r>
            <a:r>
              <a:rPr sz="1800" b="1" u="sng" spc="-1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 panose="02010600030101010101" pitchFamily="2" charset="-122"/>
                <a:cs typeface="宋体" panose="02010600030101010101" pitchFamily="2" charset="-122"/>
              </a:rPr>
              <a:t>士</a:t>
            </a: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167765" marR="5080" indent="-1155700" algn="just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就业方向：政府机关、医疗卫生机构、企事业单位的人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力 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资源管理部门、商业营销机构、学校心理健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康 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教育机构、教育和心理培训机构、司法矫正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机 </a:t>
            </a:r>
            <a:r>
              <a:rPr sz="18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构等</a:t>
            </a:r>
            <a:r>
              <a:rPr sz="1800" b="1" spc="-1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027164" y="1463039"/>
            <a:ext cx="3273552" cy="218236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音频 7">
            <a:hlinkClick r:id="" action="ppaction://media"/>
            <a:extLst>
              <a:ext uri="{FF2B5EF4-FFF2-40B4-BE49-F238E27FC236}">
                <a16:creationId xmlns:a16="http://schemas.microsoft.com/office/drawing/2014/main" id="{4A05EAB5-5201-4A48-83BA-1DBE495BCA1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29"/>
    </mc:Choice>
    <mc:Fallback>
      <p:transition spd="slow" advTm="192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86874" y="2849257"/>
            <a:ext cx="5418455" cy="0"/>
          </a:xfrm>
          <a:custGeom>
            <a:avLst/>
            <a:gdLst/>
            <a:ahLst/>
            <a:cxnLst/>
            <a:rect l="l" t="t" r="r" b="b"/>
            <a:pathLst>
              <a:path w="5418455">
                <a:moveTo>
                  <a:pt x="0" y="0"/>
                </a:moveTo>
                <a:lnTo>
                  <a:pt x="5418239" y="0"/>
                </a:lnTo>
              </a:path>
            </a:pathLst>
          </a:custGeom>
          <a:ln w="19050">
            <a:solidFill>
              <a:srgbClr val="00409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386874" y="3178809"/>
            <a:ext cx="5791200" cy="8560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b="1" spc="405" dirty="0" err="1">
                <a:latin typeface="微软雅黑" panose="020B0503020204020204" charset="-122"/>
                <a:cs typeface="微软雅黑" panose="020B0503020204020204" charset="-122"/>
              </a:rPr>
              <a:t>招生政策及历年招生情</a:t>
            </a:r>
            <a:r>
              <a:rPr sz="3600" b="1" spc="-5" dirty="0" err="1">
                <a:latin typeface="微软雅黑" panose="020B0503020204020204" charset="-122"/>
                <a:cs typeface="微软雅黑" panose="020B0503020204020204" charset="-122"/>
              </a:rPr>
              <a:t>况</a:t>
            </a:r>
            <a:endParaRPr lang="en-US" sz="3600" b="1" spc="-5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b="1" spc="-5" dirty="0">
                <a:cs typeface="微软雅黑" panose="020B0503020204020204" charset="-122"/>
              </a:rPr>
              <a:t>Fujian Medical University</a:t>
            </a:r>
          </a:p>
        </p:txBody>
      </p:sp>
      <p:sp>
        <p:nvSpPr>
          <p:cNvPr id="4" name="object 4"/>
          <p:cNvSpPr/>
          <p:nvPr/>
        </p:nvSpPr>
        <p:spPr>
          <a:xfrm>
            <a:off x="3386874" y="4266628"/>
            <a:ext cx="5418455" cy="0"/>
          </a:xfrm>
          <a:custGeom>
            <a:avLst/>
            <a:gdLst/>
            <a:ahLst/>
            <a:cxnLst/>
            <a:rect l="l" t="t" r="r" b="b"/>
            <a:pathLst>
              <a:path w="5418455">
                <a:moveTo>
                  <a:pt x="0" y="0"/>
                </a:moveTo>
                <a:lnTo>
                  <a:pt x="5418239" y="0"/>
                </a:lnTo>
              </a:path>
            </a:pathLst>
          </a:custGeom>
          <a:ln w="19050">
            <a:solidFill>
              <a:srgbClr val="00409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367528" y="1214437"/>
            <a:ext cx="1457325" cy="1457325"/>
          </a:xfrm>
          <a:custGeom>
            <a:avLst/>
            <a:gdLst/>
            <a:ahLst/>
            <a:cxnLst/>
            <a:rect l="l" t="t" r="r" b="b"/>
            <a:pathLst>
              <a:path w="1457325" h="1457325">
                <a:moveTo>
                  <a:pt x="728472" y="1457325"/>
                </a:moveTo>
                <a:lnTo>
                  <a:pt x="680562" y="1455775"/>
                </a:lnTo>
                <a:lnTo>
                  <a:pt x="633480" y="1451189"/>
                </a:lnTo>
                <a:lnTo>
                  <a:pt x="587322" y="1443663"/>
                </a:lnTo>
                <a:lnTo>
                  <a:pt x="542184" y="1433294"/>
                </a:lnTo>
                <a:lnTo>
                  <a:pt x="498161" y="1420176"/>
                </a:lnTo>
                <a:lnTo>
                  <a:pt x="455350" y="1404407"/>
                </a:lnTo>
                <a:lnTo>
                  <a:pt x="413847" y="1386083"/>
                </a:lnTo>
                <a:lnTo>
                  <a:pt x="373748" y="1365298"/>
                </a:lnTo>
                <a:lnTo>
                  <a:pt x="335149" y="1342150"/>
                </a:lnTo>
                <a:lnTo>
                  <a:pt x="298147" y="1316734"/>
                </a:lnTo>
                <a:lnTo>
                  <a:pt x="262837" y="1289146"/>
                </a:lnTo>
                <a:lnTo>
                  <a:pt x="229315" y="1259483"/>
                </a:lnTo>
                <a:lnTo>
                  <a:pt x="197678" y="1227840"/>
                </a:lnTo>
                <a:lnTo>
                  <a:pt x="168021" y="1194313"/>
                </a:lnTo>
                <a:lnTo>
                  <a:pt x="140441" y="1158999"/>
                </a:lnTo>
                <a:lnTo>
                  <a:pt x="115034" y="1121993"/>
                </a:lnTo>
                <a:lnTo>
                  <a:pt x="91895" y="1083392"/>
                </a:lnTo>
                <a:lnTo>
                  <a:pt x="71122" y="1043291"/>
                </a:lnTo>
                <a:lnTo>
                  <a:pt x="52810" y="1001786"/>
                </a:lnTo>
                <a:lnTo>
                  <a:pt x="37055" y="958974"/>
                </a:lnTo>
                <a:lnTo>
                  <a:pt x="23953" y="914951"/>
                </a:lnTo>
                <a:lnTo>
                  <a:pt x="13600" y="869812"/>
                </a:lnTo>
                <a:lnTo>
                  <a:pt x="6093" y="823653"/>
                </a:lnTo>
                <a:lnTo>
                  <a:pt x="1527" y="776571"/>
                </a:lnTo>
                <a:lnTo>
                  <a:pt x="0" y="728662"/>
                </a:lnTo>
                <a:lnTo>
                  <a:pt x="1527" y="680753"/>
                </a:lnTo>
                <a:lnTo>
                  <a:pt x="6093" y="633671"/>
                </a:lnTo>
                <a:lnTo>
                  <a:pt x="13600" y="587512"/>
                </a:lnTo>
                <a:lnTo>
                  <a:pt x="23953" y="542373"/>
                </a:lnTo>
                <a:lnTo>
                  <a:pt x="37055" y="498350"/>
                </a:lnTo>
                <a:lnTo>
                  <a:pt x="52810" y="455538"/>
                </a:lnTo>
                <a:lnTo>
                  <a:pt x="71122" y="414033"/>
                </a:lnTo>
                <a:lnTo>
                  <a:pt x="91895" y="373932"/>
                </a:lnTo>
                <a:lnTo>
                  <a:pt x="115034" y="335331"/>
                </a:lnTo>
                <a:lnTo>
                  <a:pt x="140441" y="298325"/>
                </a:lnTo>
                <a:lnTo>
                  <a:pt x="168021" y="263011"/>
                </a:lnTo>
                <a:lnTo>
                  <a:pt x="197678" y="229484"/>
                </a:lnTo>
                <a:lnTo>
                  <a:pt x="229315" y="197841"/>
                </a:lnTo>
                <a:lnTo>
                  <a:pt x="262837" y="168178"/>
                </a:lnTo>
                <a:lnTo>
                  <a:pt x="298147" y="140590"/>
                </a:lnTo>
                <a:lnTo>
                  <a:pt x="335149" y="115174"/>
                </a:lnTo>
                <a:lnTo>
                  <a:pt x="373748" y="92026"/>
                </a:lnTo>
                <a:lnTo>
                  <a:pt x="413847" y="71241"/>
                </a:lnTo>
                <a:lnTo>
                  <a:pt x="455350" y="52917"/>
                </a:lnTo>
                <a:lnTo>
                  <a:pt x="498161" y="37148"/>
                </a:lnTo>
                <a:lnTo>
                  <a:pt x="542184" y="24030"/>
                </a:lnTo>
                <a:lnTo>
                  <a:pt x="587322" y="13661"/>
                </a:lnTo>
                <a:lnTo>
                  <a:pt x="633480" y="6135"/>
                </a:lnTo>
                <a:lnTo>
                  <a:pt x="680562" y="1549"/>
                </a:lnTo>
                <a:lnTo>
                  <a:pt x="728472" y="0"/>
                </a:lnTo>
                <a:lnTo>
                  <a:pt x="776381" y="1549"/>
                </a:lnTo>
                <a:lnTo>
                  <a:pt x="823463" y="6135"/>
                </a:lnTo>
                <a:lnTo>
                  <a:pt x="869621" y="13661"/>
                </a:lnTo>
                <a:lnTo>
                  <a:pt x="914760" y="24030"/>
                </a:lnTo>
                <a:lnTo>
                  <a:pt x="958784" y="37148"/>
                </a:lnTo>
                <a:lnTo>
                  <a:pt x="1001596" y="52917"/>
                </a:lnTo>
                <a:lnTo>
                  <a:pt x="1043100" y="71241"/>
                </a:lnTo>
                <a:lnTo>
                  <a:pt x="1083201" y="92026"/>
                </a:lnTo>
                <a:lnTo>
                  <a:pt x="1121802" y="115174"/>
                </a:lnTo>
                <a:lnTo>
                  <a:pt x="1158808" y="140590"/>
                </a:lnTo>
                <a:lnTo>
                  <a:pt x="1194122" y="168178"/>
                </a:lnTo>
                <a:lnTo>
                  <a:pt x="1227649" y="197841"/>
                </a:lnTo>
                <a:lnTo>
                  <a:pt x="1259292" y="229484"/>
                </a:lnTo>
                <a:lnTo>
                  <a:pt x="1288955" y="263011"/>
                </a:lnTo>
                <a:lnTo>
                  <a:pt x="1316543" y="298325"/>
                </a:lnTo>
                <a:lnTo>
                  <a:pt x="1341959" y="335331"/>
                </a:lnTo>
                <a:lnTo>
                  <a:pt x="1365107" y="373932"/>
                </a:lnTo>
                <a:lnTo>
                  <a:pt x="1385892" y="414033"/>
                </a:lnTo>
                <a:lnTo>
                  <a:pt x="1404217" y="455538"/>
                </a:lnTo>
                <a:lnTo>
                  <a:pt x="1419986" y="498350"/>
                </a:lnTo>
                <a:lnTo>
                  <a:pt x="1433103" y="542373"/>
                </a:lnTo>
                <a:lnTo>
                  <a:pt x="1443473" y="587512"/>
                </a:lnTo>
                <a:lnTo>
                  <a:pt x="1450998" y="633671"/>
                </a:lnTo>
                <a:lnTo>
                  <a:pt x="1455584" y="680753"/>
                </a:lnTo>
                <a:lnTo>
                  <a:pt x="1457134" y="728662"/>
                </a:lnTo>
                <a:lnTo>
                  <a:pt x="1455584" y="776571"/>
                </a:lnTo>
                <a:lnTo>
                  <a:pt x="1450998" y="823653"/>
                </a:lnTo>
                <a:lnTo>
                  <a:pt x="1443473" y="869812"/>
                </a:lnTo>
                <a:lnTo>
                  <a:pt x="1433103" y="914951"/>
                </a:lnTo>
                <a:lnTo>
                  <a:pt x="1419986" y="958974"/>
                </a:lnTo>
                <a:lnTo>
                  <a:pt x="1404217" y="1001786"/>
                </a:lnTo>
                <a:lnTo>
                  <a:pt x="1385892" y="1043291"/>
                </a:lnTo>
                <a:lnTo>
                  <a:pt x="1365107" y="1083392"/>
                </a:lnTo>
                <a:lnTo>
                  <a:pt x="1341959" y="1121993"/>
                </a:lnTo>
                <a:lnTo>
                  <a:pt x="1316543" y="1158999"/>
                </a:lnTo>
                <a:lnTo>
                  <a:pt x="1288955" y="1194313"/>
                </a:lnTo>
                <a:lnTo>
                  <a:pt x="1259292" y="1227840"/>
                </a:lnTo>
                <a:lnTo>
                  <a:pt x="1227649" y="1259483"/>
                </a:lnTo>
                <a:lnTo>
                  <a:pt x="1194122" y="1289146"/>
                </a:lnTo>
                <a:lnTo>
                  <a:pt x="1158808" y="1316734"/>
                </a:lnTo>
                <a:lnTo>
                  <a:pt x="1121802" y="1342150"/>
                </a:lnTo>
                <a:lnTo>
                  <a:pt x="1083201" y="1365298"/>
                </a:lnTo>
                <a:lnTo>
                  <a:pt x="1043100" y="1386083"/>
                </a:lnTo>
                <a:lnTo>
                  <a:pt x="1001596" y="1404407"/>
                </a:lnTo>
                <a:lnTo>
                  <a:pt x="958784" y="1420176"/>
                </a:lnTo>
                <a:lnTo>
                  <a:pt x="914760" y="1433294"/>
                </a:lnTo>
                <a:lnTo>
                  <a:pt x="869621" y="1443663"/>
                </a:lnTo>
                <a:lnTo>
                  <a:pt x="823463" y="1451189"/>
                </a:lnTo>
                <a:lnTo>
                  <a:pt x="776381" y="1455775"/>
                </a:lnTo>
                <a:lnTo>
                  <a:pt x="728472" y="1457325"/>
                </a:lnTo>
                <a:close/>
              </a:path>
            </a:pathLst>
          </a:custGeom>
          <a:solidFill>
            <a:srgbClr val="0045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681090" y="1471676"/>
            <a:ext cx="829944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0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0</a:t>
            </a:r>
            <a:r>
              <a:rPr sz="5400" b="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3</a:t>
            </a:r>
            <a:endParaRPr sz="5400"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音频 7">
            <a:hlinkClick r:id="" action="ppaction://media"/>
            <a:extLst>
              <a:ext uri="{FF2B5EF4-FFF2-40B4-BE49-F238E27FC236}">
                <a16:creationId xmlns:a16="http://schemas.microsoft.com/office/drawing/2014/main" id="{E4866D52-5331-4D55-99DB-42009C9D2BC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461"/>
    </mc:Choice>
    <mc:Fallback>
      <p:transition spd="slow" advTm="346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70600" y="1817014"/>
            <a:ext cx="1734654" cy="17208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991470" y="3321291"/>
            <a:ext cx="1745259" cy="183153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032400" y="2750464"/>
            <a:ext cx="1460500" cy="143668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870638" y="2957296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02</a:t>
            </a:r>
            <a:endParaRPr sz="24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36565" y="3553739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01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12506" y="1354734"/>
            <a:ext cx="1416050" cy="46228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2857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25"/>
              </a:spcBef>
            </a:pPr>
            <a:r>
              <a:rPr sz="2400" b="1" dirty="0">
                <a:solidFill>
                  <a:srgbClr val="1B4367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不予录</a:t>
            </a:r>
            <a:r>
              <a:rPr sz="2400" b="1" spc="-10" dirty="0">
                <a:solidFill>
                  <a:srgbClr val="1B4367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取</a:t>
            </a:r>
            <a:endParaRPr sz="24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12506" y="1962416"/>
            <a:ext cx="2853055" cy="246920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23000"/>
              </a:lnSpc>
              <a:spcBef>
                <a:spcPts val="90"/>
              </a:spcBef>
              <a:buClr>
                <a:srgbClr val="404040"/>
              </a:buClr>
              <a:buSzPct val="93000"/>
              <a:buChar char="•"/>
              <a:tabLst>
                <a:tab pos="99060" algn="l"/>
              </a:tabLst>
            </a:pPr>
            <a:r>
              <a:rPr sz="14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宋体" panose="02010600030101010101" pitchFamily="2" charset="-122"/>
                <a:cs typeface="宋体" panose="02010600030101010101" pitchFamily="2" charset="-122"/>
              </a:rPr>
              <a:t>轻度色觉异常（俗称色弱）</a:t>
            </a:r>
            <a:r>
              <a:rPr sz="1400" b="1" spc="-10" dirty="0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不能录取 的专业、色觉异常Ⅱ度（俗称</a:t>
            </a:r>
            <a:r>
              <a:rPr sz="14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宋体" panose="02010600030101010101" pitchFamily="2" charset="-122"/>
                <a:cs typeface="宋体" panose="02010600030101010101" pitchFamily="2" charset="-122"/>
              </a:rPr>
              <a:t>色盲</a:t>
            </a:r>
            <a:r>
              <a:rPr sz="1400" b="1" spc="-15" dirty="0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  </a:t>
            </a:r>
            <a:r>
              <a:rPr sz="1400" b="1" spc="-10" dirty="0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不能录取的专业：化工与制药类、</a:t>
            </a:r>
            <a:r>
              <a:rPr sz="1400" b="1" spc="-15" dirty="0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药 </a:t>
            </a:r>
            <a:r>
              <a:rPr sz="1400" b="1" spc="-10" dirty="0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学类、医学类各专业、应用心理学</a:t>
            </a:r>
            <a:r>
              <a:rPr sz="1400" b="1" spc="-15" dirty="0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4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6510" marR="85725">
              <a:lnSpc>
                <a:spcPct val="124000"/>
              </a:lnSpc>
              <a:spcBef>
                <a:spcPts val="450"/>
              </a:spcBef>
              <a:buSzPct val="93000"/>
              <a:buChar char="•"/>
              <a:tabLst>
                <a:tab pos="102870" algn="l"/>
              </a:tabLst>
            </a:pPr>
            <a:r>
              <a:rPr sz="1400" b="1" spc="-10" dirty="0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不能准确识别红、黄、绿、蓝、</a:t>
            </a:r>
            <a:r>
              <a:rPr sz="1400" b="1" spc="-15" dirty="0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紫 </a:t>
            </a:r>
            <a:r>
              <a:rPr sz="1400" b="1" spc="-10" dirty="0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各种颜色中任何一种颜色的导线、按 键、信号灯、几何图形者不能录取的 专业：公共管理类</a:t>
            </a:r>
            <a:r>
              <a:rPr sz="1400" b="1" spc="-15" dirty="0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4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62685" y="2875159"/>
            <a:ext cx="2770505" cy="7777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8425" marR="5080" indent="-86360">
              <a:lnSpc>
                <a:spcPct val="124000"/>
              </a:lnSpc>
              <a:spcBef>
                <a:spcPts val="100"/>
              </a:spcBef>
              <a:buSzPct val="93000"/>
              <a:buChar char="•"/>
              <a:tabLst>
                <a:tab pos="99060" algn="l"/>
              </a:tabLst>
            </a:pPr>
            <a:r>
              <a:rPr sz="1400" b="1" spc="-10" dirty="0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一眼失明另一眼矫正到</a:t>
            </a:r>
            <a:r>
              <a:rPr sz="1400" b="1" spc="-5" dirty="0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4.8</a:t>
            </a:r>
            <a:r>
              <a:rPr sz="1400" b="1" spc="-10" dirty="0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镜片度数 大于</a:t>
            </a:r>
            <a:r>
              <a:rPr sz="1400" b="1" spc="-5" dirty="0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400</a:t>
            </a:r>
            <a:r>
              <a:rPr sz="1400" b="1" spc="-10" dirty="0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度的，不宜就读医学各专</a:t>
            </a:r>
            <a:r>
              <a:rPr sz="1400" b="1" spc="-15" dirty="0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业</a:t>
            </a:r>
            <a:r>
              <a:rPr sz="1400" b="1" spc="-10" dirty="0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及应用心理学专业</a:t>
            </a:r>
            <a:r>
              <a:rPr sz="1400" b="1" spc="-15" dirty="0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4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52669" y="1354734"/>
            <a:ext cx="1594161" cy="459741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28575" rIns="0" bIns="0" rtlCol="0">
            <a:spAutoFit/>
          </a:bodyPr>
          <a:lstStyle/>
          <a:p>
            <a:pPr marL="98425">
              <a:lnSpc>
                <a:spcPct val="100000"/>
              </a:lnSpc>
              <a:spcBef>
                <a:spcPts val="225"/>
              </a:spcBef>
            </a:pPr>
            <a:r>
              <a:rPr sz="2800" b="1" dirty="0">
                <a:solidFill>
                  <a:srgbClr val="1B4367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不宜报</a:t>
            </a:r>
            <a:r>
              <a:rPr sz="2800" b="1" spc="-10" dirty="0">
                <a:solidFill>
                  <a:srgbClr val="1B4367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考</a:t>
            </a:r>
            <a:endParaRPr sz="28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88085" y="1962416"/>
            <a:ext cx="268414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5090">
              <a:lnSpc>
                <a:spcPct val="124000"/>
              </a:lnSpc>
              <a:spcBef>
                <a:spcPts val="100"/>
              </a:spcBef>
              <a:buSzPct val="93000"/>
              <a:buChar char="•"/>
              <a:tabLst>
                <a:tab pos="184150" algn="l"/>
              </a:tabLst>
            </a:pPr>
            <a:r>
              <a:rPr sz="1400" b="1" spc="-10" dirty="0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任何一眼矫正到</a:t>
            </a:r>
            <a:r>
              <a:rPr sz="1400" b="1" spc="-5" dirty="0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4.8</a:t>
            </a:r>
            <a:r>
              <a:rPr sz="1400" b="1" spc="-10" dirty="0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镜片度数大于  </a:t>
            </a:r>
            <a:r>
              <a:rPr sz="1400" b="1" spc="-5" dirty="0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800</a:t>
            </a:r>
            <a:r>
              <a:rPr sz="1400" b="1" spc="-10" dirty="0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度的，不宜就读医学类、化</a:t>
            </a:r>
            <a:r>
              <a:rPr lang="zh-CN" altLang="en-US" sz="1400" b="1" spc="-10" dirty="0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工</a:t>
            </a:r>
            <a:r>
              <a:rPr sz="1400" b="1" spc="-10" dirty="0" err="1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与制药类、心理学类各专业</a:t>
            </a:r>
            <a:r>
              <a:rPr lang="zh-CN" altLang="en-US" sz="1400" b="1" spc="-15" dirty="0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4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24776" y="433539"/>
            <a:ext cx="190817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73075" algn="l"/>
                <a:tab pos="473075" algn="l"/>
              </a:tabLst>
            </a:pPr>
            <a:r>
              <a:rPr sz="2800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体检要</a:t>
            </a:r>
            <a:r>
              <a:rPr sz="2800" spc="-5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求</a:t>
            </a:r>
            <a:endParaRPr sz="28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905743" y="178307"/>
            <a:ext cx="1014983" cy="98450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84605" y="983068"/>
            <a:ext cx="9793605" cy="0"/>
          </a:xfrm>
          <a:custGeom>
            <a:avLst/>
            <a:gdLst/>
            <a:ahLst/>
            <a:cxnLst/>
            <a:rect l="l" t="t" r="r" b="b"/>
            <a:pathLst>
              <a:path w="9793605">
                <a:moveTo>
                  <a:pt x="0" y="0"/>
                </a:moveTo>
                <a:lnTo>
                  <a:pt x="9793236" y="0"/>
                </a:lnTo>
              </a:path>
            </a:pathLst>
          </a:custGeom>
          <a:ln w="28575">
            <a:solidFill>
              <a:srgbClr val="0045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007697" y="3749319"/>
            <a:ext cx="2769235" cy="8141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9060" marR="5080" indent="-86360">
              <a:lnSpc>
                <a:spcPct val="124000"/>
              </a:lnSpc>
              <a:spcBef>
                <a:spcPts val="100"/>
              </a:spcBef>
              <a:buSzPct val="93000"/>
              <a:buChar char="•"/>
              <a:tabLst>
                <a:tab pos="99060" algn="l"/>
              </a:tabLst>
            </a:pPr>
            <a:r>
              <a:rPr sz="1400" b="1" spc="-10" dirty="0">
                <a:solidFill>
                  <a:srgbClr val="404040"/>
                </a:solidFill>
                <a:latin typeface="+mj-ea"/>
                <a:ea typeface="+mj-ea"/>
                <a:cs typeface="宋体" panose="02010600030101010101" pitchFamily="2" charset="-122"/>
              </a:rPr>
              <a:t>两耳听力均在</a:t>
            </a:r>
            <a:r>
              <a:rPr sz="1400" b="1" spc="-5" dirty="0">
                <a:solidFill>
                  <a:srgbClr val="404040"/>
                </a:solidFill>
                <a:latin typeface="+mj-ea"/>
                <a:ea typeface="+mj-ea"/>
                <a:cs typeface="宋体" panose="02010600030101010101" pitchFamily="2" charset="-122"/>
              </a:rPr>
              <a:t>3</a:t>
            </a:r>
            <a:r>
              <a:rPr sz="1400" b="1" spc="-10" dirty="0">
                <a:solidFill>
                  <a:srgbClr val="404040"/>
                </a:solidFill>
                <a:latin typeface="+mj-ea"/>
                <a:ea typeface="+mj-ea"/>
                <a:cs typeface="宋体" panose="02010600030101010101" pitchFamily="2" charset="-122"/>
              </a:rPr>
              <a:t>米以内，或一耳听力 在</a:t>
            </a:r>
            <a:r>
              <a:rPr sz="1400" b="1" spc="-5" dirty="0">
                <a:solidFill>
                  <a:srgbClr val="404040"/>
                </a:solidFill>
                <a:latin typeface="+mj-ea"/>
                <a:ea typeface="+mj-ea"/>
                <a:cs typeface="宋体" panose="02010600030101010101" pitchFamily="2" charset="-122"/>
              </a:rPr>
              <a:t>5</a:t>
            </a:r>
            <a:r>
              <a:rPr sz="1400" b="1" spc="-10" dirty="0">
                <a:solidFill>
                  <a:srgbClr val="404040"/>
                </a:solidFill>
                <a:latin typeface="+mj-ea"/>
                <a:ea typeface="+mj-ea"/>
                <a:cs typeface="宋体" panose="02010600030101010101" pitchFamily="2" charset="-122"/>
              </a:rPr>
              <a:t>米另一耳全聋的，不宜就读医</a:t>
            </a:r>
            <a:r>
              <a:rPr lang="zh-CN" altLang="en-US" sz="1400" b="1" spc="-15" dirty="0">
                <a:solidFill>
                  <a:srgbClr val="404040"/>
                </a:solidFill>
                <a:latin typeface="+mj-ea"/>
                <a:ea typeface="+mj-ea"/>
                <a:cs typeface="宋体" panose="02010600030101010101" pitchFamily="2" charset="-122"/>
              </a:rPr>
              <a:t>学</a:t>
            </a:r>
            <a:r>
              <a:rPr sz="1400" b="1" spc="-10" dirty="0" err="1">
                <a:solidFill>
                  <a:srgbClr val="404040"/>
                </a:solidFill>
                <a:latin typeface="+mj-ea"/>
                <a:ea typeface="+mj-ea"/>
                <a:cs typeface="宋体" panose="02010600030101010101" pitchFamily="2" charset="-122"/>
              </a:rPr>
              <a:t>各专业</a:t>
            </a:r>
            <a:r>
              <a:rPr sz="1350" b="1" spc="-15" dirty="0">
                <a:solidFill>
                  <a:srgbClr val="404040"/>
                </a:solidFill>
                <a:latin typeface="+mj-ea"/>
                <a:ea typeface="+mj-ea"/>
                <a:cs typeface="宋体" panose="02010600030101010101" pitchFamily="2" charset="-122"/>
              </a:rPr>
              <a:t>。</a:t>
            </a:r>
            <a:endParaRPr sz="1350" dirty="0">
              <a:latin typeface="+mj-ea"/>
              <a:ea typeface="+mj-ea"/>
              <a:cs typeface="宋体" panose="02010600030101010101" pitchFamily="2" charset="-122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07697" y="4573475"/>
            <a:ext cx="2682875" cy="492443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86360" marR="6350" indent="-86360">
              <a:lnSpc>
                <a:spcPct val="100000"/>
              </a:lnSpc>
              <a:spcBef>
                <a:spcPts val="480"/>
              </a:spcBef>
              <a:buSzPct val="93000"/>
              <a:buChar char="•"/>
              <a:tabLst>
                <a:tab pos="86360" algn="l"/>
              </a:tabLst>
            </a:pPr>
            <a:r>
              <a:rPr sz="1400" b="1" spc="-10" dirty="0" err="1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斜视、嗅觉迟钝、口吃不宜、就</a:t>
            </a:r>
            <a:r>
              <a:rPr sz="1400" b="1" spc="-15" dirty="0" err="1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读</a:t>
            </a:r>
            <a:r>
              <a:rPr sz="1400" b="1" spc="-10" dirty="0" err="1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医学类专业</a:t>
            </a:r>
            <a:r>
              <a:rPr sz="1400" spc="-5" dirty="0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4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712506" y="5065918"/>
            <a:ext cx="2767965" cy="1081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4000"/>
              </a:lnSpc>
              <a:spcBef>
                <a:spcPts val="100"/>
              </a:spcBef>
              <a:buSzPct val="93000"/>
              <a:buChar char="•"/>
              <a:tabLst>
                <a:tab pos="99060" algn="l"/>
              </a:tabLst>
            </a:pPr>
            <a:r>
              <a:rPr sz="1400" b="1" spc="-10" dirty="0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鉴于医学类相关专业的培养要求</a:t>
            </a:r>
            <a:r>
              <a:rPr sz="1400" b="1" spc="-15" dirty="0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和 </a:t>
            </a:r>
            <a:r>
              <a:rPr sz="1400" b="1" spc="-10" dirty="0" err="1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就业特点，建议躯干及肢体残疾考</a:t>
            </a:r>
            <a:r>
              <a:rPr lang="zh-CN" altLang="en-US" sz="1400" b="1" spc="-10" dirty="0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生</a:t>
            </a:r>
            <a:r>
              <a:rPr sz="1400" b="1" spc="-10" dirty="0" err="1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谨慎报考学校医学类、药学类及相关</a:t>
            </a:r>
            <a:r>
              <a:rPr sz="1400" b="1" spc="-10" dirty="0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医学类专业</a:t>
            </a:r>
            <a:r>
              <a:rPr sz="1400" b="1" spc="-15" dirty="0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4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712505" y="4634276"/>
            <a:ext cx="1108075" cy="370840"/>
          </a:xfrm>
          <a:prstGeom prst="rect">
            <a:avLst/>
          </a:prstGeom>
          <a:solidFill>
            <a:srgbClr val="EC7C30"/>
          </a:solidFill>
        </p:spPr>
        <p:txBody>
          <a:bodyPr vert="horz" wrap="square" lIns="0" tIns="3365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65"/>
              </a:spcBef>
            </a:pPr>
            <a:r>
              <a:rPr sz="1800" b="1" dirty="0">
                <a:solidFill>
                  <a:srgbClr val="1B4367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温馨提</a:t>
            </a:r>
            <a:r>
              <a:rPr sz="1800" b="1" spc="-10" dirty="0">
                <a:solidFill>
                  <a:srgbClr val="1B4367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醒</a:t>
            </a:r>
            <a:endParaRPr sz="18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9" name="音频 18">
            <a:hlinkClick r:id="" action="ppaction://media"/>
            <a:extLst>
              <a:ext uri="{FF2B5EF4-FFF2-40B4-BE49-F238E27FC236}">
                <a16:creationId xmlns:a16="http://schemas.microsoft.com/office/drawing/2014/main" id="{CD5309FA-0AD9-42F4-8ACD-0AB82ABCF8E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344"/>
    </mc:Choice>
    <mc:Fallback>
      <p:transition spd="slow" advTm="4034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 txBox="1"/>
          <p:nvPr/>
        </p:nvSpPr>
        <p:spPr>
          <a:xfrm>
            <a:off x="749731" y="420420"/>
            <a:ext cx="10008870" cy="83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73075" algn="l"/>
                <a:tab pos="473075" algn="l"/>
              </a:tabLst>
            </a:pPr>
            <a:r>
              <a:rPr lang="en-US" sz="2800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2020</a:t>
            </a:r>
            <a:r>
              <a:rPr lang="zh-CN" altLang="en-US" sz="2800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在浙招生情况</a:t>
            </a:r>
            <a:endParaRPr sz="28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295910" marR="5080" indent="769620">
              <a:lnSpc>
                <a:spcPct val="150000"/>
              </a:lnSpc>
              <a:spcBef>
                <a:spcPts val="5"/>
              </a:spcBef>
            </a:pPr>
            <a:endParaRPr lang="en-US" sz="2000" b="1" dirty="0">
              <a:solidFill>
                <a:srgbClr val="1B4367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856976" y="156971"/>
            <a:ext cx="1078992" cy="10469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54367" y="973785"/>
            <a:ext cx="9685020" cy="0"/>
          </a:xfrm>
          <a:custGeom>
            <a:avLst/>
            <a:gdLst/>
            <a:ahLst/>
            <a:cxnLst/>
            <a:rect l="l" t="t" r="r" b="b"/>
            <a:pathLst>
              <a:path w="9685020">
                <a:moveTo>
                  <a:pt x="0" y="0"/>
                </a:moveTo>
                <a:lnTo>
                  <a:pt x="9684626" y="0"/>
                </a:lnTo>
              </a:path>
            </a:pathLst>
          </a:custGeom>
          <a:ln w="28575">
            <a:solidFill>
              <a:srgbClr val="0045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1FE77AF5-861D-4DF4-B5DB-84B269FB51E3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  <a:lum bright="20000" contrast="20000"/>
          </a:blip>
          <a:stretch>
            <a:fillRect/>
          </a:stretch>
        </p:blipFill>
        <p:spPr>
          <a:xfrm>
            <a:off x="2743256" y="1527151"/>
            <a:ext cx="6705488" cy="38036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pic>
      <p:pic>
        <p:nvPicPr>
          <p:cNvPr id="2" name="音频 1">
            <a:hlinkClick r:id="" action="ppaction://media"/>
            <a:extLst>
              <a:ext uri="{FF2B5EF4-FFF2-40B4-BE49-F238E27FC236}">
                <a16:creationId xmlns:a16="http://schemas.microsoft.com/office/drawing/2014/main" id="{E244090F-C2B0-47A9-93B4-F42554C368F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8015"/>
    </mc:Choice>
    <mc:Fallback>
      <p:transition spd="slow" advTm="1801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8401" y="3142322"/>
            <a:ext cx="2045490" cy="10096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765138" y="3092030"/>
            <a:ext cx="2149249" cy="10350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80279" y="3327869"/>
            <a:ext cx="441959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+mn-ea"/>
                <a:cs typeface="微软雅黑" panose="020B0503020204020204" charset="-122"/>
              </a:rPr>
              <a:t>03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608349" y="3121532"/>
            <a:ext cx="1997736" cy="102997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3222" y="3365868"/>
            <a:ext cx="260223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2172335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+mn-ea"/>
                <a:cs typeface="微软雅黑" panose="020B0503020204020204" charset="-122"/>
              </a:rPr>
              <a:t>01	</a:t>
            </a:r>
            <a:r>
              <a:rPr kumimoji="0" sz="4200" b="0" i="0" u="none" strike="noStrike" kern="1200" cap="none" spc="-7" normalizeH="0" baseline="2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+mn-ea"/>
                <a:cs typeface="微软雅黑" panose="020B0503020204020204" charset="-122"/>
              </a:rPr>
              <a:t>02</a:t>
            </a:r>
            <a:endParaRPr kumimoji="0" sz="4200" b="0" i="0" u="none" strike="noStrike" kern="1200" cap="none" spc="0" normalizeH="0" baseline="200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025167" y="3077286"/>
            <a:ext cx="2121144" cy="103505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35228" y="3313760"/>
            <a:ext cx="441959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+mn-ea"/>
                <a:cs typeface="微软雅黑" panose="020B0503020204020204" charset="-122"/>
              </a:rPr>
              <a:t>04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5264" y="4334890"/>
            <a:ext cx="2253615" cy="1081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42545" algn="l" defTabSz="914400" rtl="0" eaLnBrk="1" fontAlgn="auto" latinLnBrk="0" hangingPunct="1">
              <a:lnSpc>
                <a:spcPct val="124000"/>
              </a:lnSpc>
              <a:spcBef>
                <a:spcPts val="100"/>
              </a:spcBef>
              <a:spcAft>
                <a:spcPts val="0"/>
              </a:spcAft>
              <a:buClrTx/>
              <a:buSzPct val="93000"/>
              <a:buFontTx/>
              <a:buChar char="•"/>
              <a:tabLst>
                <a:tab pos="141605" algn="l"/>
              </a:tabLst>
              <a:defRPr/>
            </a:pPr>
            <a:r>
              <a:rPr kumimoji="0" sz="1400" b="1" i="0" u="none" strike="noStrike" kern="120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宋体" panose="02010600030101010101" pitchFamily="2" charset="-122"/>
              </a:rPr>
              <a:t>对其他专业有兴趣和专长</a:t>
            </a:r>
            <a:r>
              <a:rPr kumimoji="0" sz="1400" b="1" i="0" u="none" strike="noStrike" kern="120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宋体" panose="02010600030101010101" pitchFamily="2" charset="-122"/>
              </a:rPr>
              <a:t>，  </a:t>
            </a:r>
            <a:r>
              <a:rPr kumimoji="0" sz="1400" b="1" i="0" u="none" strike="noStrike" kern="120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宋体" panose="02010600030101010101" pitchFamily="2" charset="-122"/>
              </a:rPr>
              <a:t>平均学分绩点位于同年级</a:t>
            </a:r>
            <a:r>
              <a:rPr kumimoji="0" sz="1400" b="1" i="0" u="none" strike="noStrike" kern="120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宋体" panose="02010600030101010101" pitchFamily="2" charset="-122"/>
              </a:rPr>
              <a:t>同 </a:t>
            </a:r>
            <a:r>
              <a:rPr kumimoji="0" sz="1400" b="1" i="0" u="none" strike="noStrike" kern="120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宋体" panose="02010600030101010101" pitchFamily="2" charset="-122"/>
              </a:rPr>
              <a:t>专业排名前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宋体" panose="02010600030101010101" pitchFamily="2" charset="-122"/>
              </a:rPr>
              <a:t>10%（</a:t>
            </a:r>
            <a:r>
              <a:rPr kumimoji="0" sz="1400" b="1" i="0" u="none" strike="noStrike" kern="120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宋体" panose="02010600030101010101" pitchFamily="2" charset="-122"/>
              </a:rPr>
              <a:t>含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宋体" panose="02010600030101010101" pitchFamily="2" charset="-122"/>
              </a:rPr>
              <a:t>10%）</a:t>
            </a:r>
            <a:r>
              <a:rPr kumimoji="0" sz="1400" b="1" i="0" u="none" strike="noStrike" kern="120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宋体" panose="02010600030101010101" pitchFamily="2" charset="-122"/>
              </a:rPr>
              <a:t>以 </a:t>
            </a:r>
            <a:r>
              <a:rPr kumimoji="0" sz="1400" b="1" i="0" u="none" strike="noStrike" kern="1200" cap="none" spc="-10" normalizeH="0" baseline="0" noProof="0" dirty="0" err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宋体" panose="02010600030101010101" pitchFamily="2" charset="-122"/>
              </a:rPr>
              <a:t>内，转专业更能发挥专长的</a:t>
            </a:r>
            <a:r>
              <a:rPr kumimoji="0" lang="zh-CN" altLang="en-US" sz="1350" b="1" i="0" u="none" strike="noStrike" kern="120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；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26753" y="4359037"/>
            <a:ext cx="1739264" cy="10449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42545" algn="l" defTabSz="914400" rtl="0" eaLnBrk="1" fontAlgn="auto" latinLnBrk="0" hangingPunct="1">
              <a:lnSpc>
                <a:spcPct val="124000"/>
              </a:lnSpc>
              <a:spcBef>
                <a:spcPts val="100"/>
              </a:spcBef>
              <a:spcAft>
                <a:spcPts val="0"/>
              </a:spcAft>
              <a:buClrTx/>
              <a:buSzPct val="93000"/>
              <a:buFontTx/>
              <a:buChar char="•"/>
              <a:tabLst>
                <a:tab pos="141605" algn="l"/>
              </a:tabLst>
              <a:defRPr/>
            </a:pPr>
            <a:r>
              <a:rPr kumimoji="0" sz="1400" b="1" i="0" u="none" strike="noStrike" kern="120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宋体" panose="02010600030101010101" pitchFamily="2" charset="-122"/>
              </a:rPr>
              <a:t>在中国人民解放军</a:t>
            </a:r>
            <a:r>
              <a:rPr kumimoji="0" sz="1400" b="1" i="0" u="none" strike="noStrike" kern="120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宋体" panose="02010600030101010101" pitchFamily="2" charset="-122"/>
              </a:rPr>
              <a:t>或 </a:t>
            </a:r>
            <a:r>
              <a:rPr kumimoji="0" sz="1400" b="1" i="0" u="none" strike="noStrike" kern="120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宋体" panose="02010600030101010101" pitchFamily="2" charset="-122"/>
              </a:rPr>
              <a:t>中国人民武装警察部队 服役期满正常退役的</a:t>
            </a:r>
            <a:r>
              <a:rPr kumimoji="0" sz="1400" b="1" i="0" u="none" strike="noStrike" kern="120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宋体" panose="02010600030101010101" pitchFamily="2" charset="-122"/>
              </a:rPr>
              <a:t>；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44490" y="4359037"/>
            <a:ext cx="2253615" cy="13120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42545" algn="l" defTabSz="914400" rtl="0" eaLnBrk="1" fontAlgn="auto" latinLnBrk="0" hangingPunct="1">
              <a:lnSpc>
                <a:spcPct val="124000"/>
              </a:lnSpc>
              <a:spcBef>
                <a:spcPts val="100"/>
              </a:spcBef>
              <a:spcAft>
                <a:spcPts val="0"/>
              </a:spcAft>
              <a:buClrTx/>
              <a:buSzPct val="93000"/>
              <a:buFontTx/>
              <a:buChar char="•"/>
              <a:tabLst>
                <a:tab pos="141605" algn="l"/>
              </a:tabLst>
              <a:defRPr/>
            </a:pPr>
            <a:r>
              <a:rPr kumimoji="0" sz="1400" b="1" i="0" u="none" strike="noStrike" kern="120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宋体" panose="02010600030101010101" pitchFamily="2" charset="-122"/>
              </a:rPr>
              <a:t>休学创业复学的学生，已</a:t>
            </a:r>
            <a:r>
              <a:rPr kumimoji="0" sz="1400" b="1" i="0" u="none" strike="noStrike" kern="120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宋体" panose="02010600030101010101" pitchFamily="2" charset="-122"/>
              </a:rPr>
              <a:t>取 </a:t>
            </a:r>
            <a:r>
              <a:rPr kumimoji="0" sz="1400" b="1" i="0" u="none" strike="noStrike" kern="120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宋体" panose="02010600030101010101" pitchFamily="2" charset="-122"/>
              </a:rPr>
              <a:t>得一定的创业成效，且其创业 </a:t>
            </a:r>
            <a:r>
              <a:rPr kumimoji="0" sz="1400" b="1" i="0" u="none" strike="noStrike" kern="1200" cap="none" spc="-10" normalizeH="0" baseline="0" noProof="0" dirty="0" err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宋体" panose="02010600030101010101" pitchFamily="2" charset="-122"/>
              </a:rPr>
              <a:t>经历与转入专业相关，转专业</a:t>
            </a:r>
            <a:r>
              <a:rPr kumimoji="0" sz="1400" b="1" i="0" u="none" strike="noStrike" kern="120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宋体" panose="02010600030101010101" pitchFamily="2" charset="-122"/>
              </a:rPr>
              <a:t> </a:t>
            </a:r>
            <a:r>
              <a:rPr kumimoji="0" sz="1400" b="1" i="0" u="none" strike="noStrike" kern="1200" cap="none" spc="-10" normalizeH="0" baseline="0" noProof="0" dirty="0" err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宋体" panose="02010600030101010101" pitchFamily="2" charset="-122"/>
              </a:rPr>
              <a:t>后更有利于学生个人发展的</a:t>
            </a:r>
            <a:r>
              <a:rPr kumimoji="0" lang="zh-CN" altLang="en-US" sz="1350" b="1" i="0" u="none" strike="noStrike" kern="120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；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309345" y="4382846"/>
            <a:ext cx="2253615" cy="13120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42545" algn="l" defTabSz="914400" rtl="0" eaLnBrk="1" fontAlgn="auto" latinLnBrk="0" hangingPunct="1">
              <a:lnSpc>
                <a:spcPct val="124000"/>
              </a:lnSpc>
              <a:spcBef>
                <a:spcPts val="100"/>
              </a:spcBef>
              <a:spcAft>
                <a:spcPts val="0"/>
              </a:spcAft>
              <a:buClrTx/>
              <a:buSzPct val="93000"/>
              <a:buFontTx/>
              <a:buChar char="•"/>
              <a:tabLst>
                <a:tab pos="141605" algn="l"/>
              </a:tabLst>
              <a:defRPr/>
            </a:pPr>
            <a:r>
              <a:rPr kumimoji="0" sz="1400" b="1" i="0" u="none" strike="noStrike" kern="120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宋体" panose="02010600030101010101" pitchFamily="2" charset="-122"/>
              </a:rPr>
              <a:t>患有某种疾病（不含隐瞒</a:t>
            </a:r>
            <a:r>
              <a:rPr kumimoji="0" sz="1400" b="1" i="0" u="none" strike="noStrike" kern="120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宋体" panose="02010600030101010101" pitchFamily="2" charset="-122"/>
              </a:rPr>
              <a:t>既 </a:t>
            </a:r>
            <a:r>
              <a:rPr kumimoji="0" sz="1400" b="1" i="0" u="none" strike="noStrike" kern="120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宋体" panose="02010600030101010101" pitchFamily="2" charset="-122"/>
              </a:rPr>
              <a:t>往病史入学者）或确有学业困 难，不宜或不能在原专业学习 但尚能在其他专业学习的</a:t>
            </a:r>
            <a:r>
              <a:rPr kumimoji="0" sz="1400" b="1" i="0" u="none" strike="noStrike" kern="120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宋体" panose="02010600030101010101" pitchFamily="2" charset="-122"/>
              </a:rPr>
              <a:t>；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9731" y="420420"/>
            <a:ext cx="10008870" cy="22897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473075" algn="l"/>
                <a:tab pos="473075" algn="l"/>
              </a:tabLst>
              <a:defRPr/>
            </a:pP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4578"/>
                </a:solidFill>
                <a:effectLst/>
                <a:uLnTx/>
                <a:uFillTx/>
                <a:latin typeface="微软雅黑" panose="020B0503020204020204" charset="-122"/>
                <a:ea typeface="+mn-ea"/>
                <a:cs typeface="微软雅黑" panose="020B0503020204020204" charset="-122"/>
              </a:rPr>
              <a:t>转专业政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4578"/>
                </a:solidFill>
                <a:effectLst/>
                <a:uLnTx/>
                <a:uFillTx/>
                <a:latin typeface="微软雅黑" panose="020B0503020204020204" charset="-122"/>
                <a:ea typeface="+mn-ea"/>
                <a:cs typeface="微软雅黑" panose="020B0503020204020204" charset="-122"/>
              </a:rPr>
              <a:t>策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  <a:p>
            <a:pPr marL="295910" marR="5080" lvl="0" indent="769620" algn="l" defTabSz="914400" rtl="0" eaLnBrk="1" fontAlgn="auto" latinLnBrk="0" hangingPunct="1">
              <a:lnSpc>
                <a:spcPct val="15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1B4367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宋体" panose="02010600030101010101" pitchFamily="2" charset="-122"/>
            </a:endParaRPr>
          </a:p>
          <a:p>
            <a:pPr marL="295910" marR="5080" lvl="0" indent="769620" algn="l" defTabSz="914400" rtl="0" eaLnBrk="1" fontAlgn="auto" latinLnBrk="0" hangingPunct="1">
              <a:lnSpc>
                <a:spcPct val="15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1B4367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宋体" panose="02010600030101010101" pitchFamily="2" charset="-122"/>
              </a:rPr>
              <a:t>为鼓励学生个性发展，调动学生学习的积极性和主动性，学校根据上级相关</a:t>
            </a:r>
            <a:r>
              <a:rPr kumimoji="0" sz="2000" b="1" i="0" u="none" strike="noStrike" kern="1200" cap="none" spc="-5" normalizeH="0" baseline="0" noProof="0" dirty="0" err="1">
                <a:ln>
                  <a:noFill/>
                </a:ln>
                <a:solidFill>
                  <a:srgbClr val="1B4367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宋体" panose="02010600030101010101" pitchFamily="2" charset="-122"/>
              </a:rPr>
              <a:t>政</a:t>
            </a:r>
            <a:r>
              <a:rPr kumimoji="0" sz="2000" b="1" i="0" u="none" strike="noStrike" kern="1200" cap="none" spc="-5" normalizeH="0" baseline="0" noProof="0" dirty="0">
                <a:ln>
                  <a:noFill/>
                </a:ln>
                <a:solidFill>
                  <a:srgbClr val="1B4367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宋体" panose="02010600030101010101" pitchFamily="2" charset="-122"/>
              </a:rPr>
              <a:t> 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1B4367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宋体" panose="02010600030101010101" pitchFamily="2" charset="-122"/>
              </a:rPr>
              <a:t>策，制定了《福建医科大学本科生转专业管理办法（试行）》。</a:t>
            </a: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1B4367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宋体" panose="02010600030101010101" pitchFamily="2" charset="-122"/>
              </a:rPr>
              <a:t>符合相关条件的学生</a:t>
            </a:r>
            <a:r>
              <a:rPr kumimoji="0" lang="zh-CN" altLang="en-US" sz="2000" b="1" i="0" u="none" strike="noStrike" kern="1200" cap="none" spc="-5" normalizeH="0" baseline="0" noProof="0" dirty="0">
                <a:ln>
                  <a:noFill/>
                </a:ln>
                <a:solidFill>
                  <a:srgbClr val="1B4367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1B4367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宋体" panose="02010600030101010101" pitchFamily="2" charset="-122"/>
              </a:rPr>
              <a:t>均可提出转专业申请</a:t>
            </a:r>
            <a:r>
              <a:rPr kumimoji="0" sz="2000" b="1" i="0" u="none" strike="noStrike" kern="1200" cap="none" spc="-5" normalizeH="0" baseline="0" noProof="0" dirty="0">
                <a:ln>
                  <a:noFill/>
                </a:ln>
                <a:solidFill>
                  <a:srgbClr val="1B4367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宋体" panose="02010600030101010101" pitchFamily="2" charset="-122"/>
              </a:rPr>
              <a:t>：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856976" y="156971"/>
            <a:ext cx="1078992" cy="104698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54367" y="973785"/>
            <a:ext cx="9685020" cy="0"/>
          </a:xfrm>
          <a:custGeom>
            <a:avLst/>
            <a:gdLst/>
            <a:ahLst/>
            <a:cxnLst/>
            <a:rect l="l" t="t" r="r" b="b"/>
            <a:pathLst>
              <a:path w="9685020">
                <a:moveTo>
                  <a:pt x="0" y="0"/>
                </a:moveTo>
                <a:lnTo>
                  <a:pt x="9684626" y="0"/>
                </a:lnTo>
              </a:path>
            </a:pathLst>
          </a:custGeom>
          <a:ln w="28575">
            <a:solidFill>
              <a:srgbClr val="004578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230928" y="3049282"/>
            <a:ext cx="2111466" cy="105537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449879" y="3269259"/>
            <a:ext cx="441959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+mn-ea"/>
                <a:cs typeface="微软雅黑" panose="020B0503020204020204" charset="-122"/>
              </a:rPr>
              <a:t>05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+mn-ea"/>
              <a:cs typeface="微软雅黑" panose="020B0503020204020204" charset="-122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729927" y="4375416"/>
            <a:ext cx="1739264" cy="5106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42545" algn="l" defTabSz="914400" rtl="0" eaLnBrk="1" fontAlgn="auto" latinLnBrk="0" hangingPunct="1">
              <a:lnSpc>
                <a:spcPct val="124000"/>
              </a:lnSpc>
              <a:spcBef>
                <a:spcPts val="100"/>
              </a:spcBef>
              <a:spcAft>
                <a:spcPts val="0"/>
              </a:spcAft>
              <a:buClrTx/>
              <a:buSzPct val="93000"/>
              <a:buFontTx/>
              <a:buChar char="•"/>
              <a:tabLst>
                <a:tab pos="141605" algn="l"/>
              </a:tabLst>
              <a:defRPr/>
            </a:pPr>
            <a:r>
              <a:rPr kumimoji="0" sz="1400" b="1" i="0" u="none" strike="noStrike" kern="1200" cap="none" spc="-10" normalizeH="0" baseline="0" noProof="0" dirty="0" err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宋体" panose="02010600030101010101" pitchFamily="2" charset="-122"/>
              </a:rPr>
              <a:t>学校根据社会对人</a:t>
            </a:r>
            <a:r>
              <a:rPr kumimoji="0" sz="1400" b="1" i="0" u="none" strike="noStrike" kern="1200" cap="none" spc="-15" normalizeH="0" baseline="0" noProof="0" dirty="0" err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宋体" panose="02010600030101010101" pitchFamily="2" charset="-122"/>
              </a:rPr>
              <a:t>才</a:t>
            </a:r>
            <a:r>
              <a:rPr kumimoji="0" sz="1400" b="1" i="0" u="none" strike="noStrike" kern="120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宋体" panose="02010600030101010101" pitchFamily="2" charset="-122"/>
              </a:rPr>
              <a:t> </a:t>
            </a:r>
            <a:r>
              <a:rPr kumimoji="0" sz="1400" b="1" i="0" u="none" strike="noStrike" kern="1200" cap="none" spc="-10" normalizeH="0" baseline="0" noProof="0" dirty="0" err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宋体" panose="02010600030101010101" pitchFamily="2" charset="-122"/>
              </a:rPr>
              <a:t>需求情况调整专业时</a:t>
            </a:r>
            <a:r>
              <a:rPr kumimoji="0" lang="zh-CN" altLang="en-US" sz="1400" b="1" i="0" u="none" strike="noStrike" kern="120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宋体" panose="02010600030101010101" pitchFamily="2" charset="-122"/>
            </a:endParaRPr>
          </a:p>
        </p:txBody>
      </p:sp>
      <p:pic>
        <p:nvPicPr>
          <p:cNvPr id="19" name="音频 18">
            <a:hlinkClick r:id="" action="ppaction://media"/>
            <a:extLst>
              <a:ext uri="{FF2B5EF4-FFF2-40B4-BE49-F238E27FC236}">
                <a16:creationId xmlns:a16="http://schemas.microsoft.com/office/drawing/2014/main" id="{0A072D20-1B41-4D69-9D5D-3C120C31CCE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6644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527"/>
    </mc:Choice>
    <mc:Fallback>
      <p:transition spd="slow" advTm="1952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86874" y="2849257"/>
            <a:ext cx="5418455" cy="0"/>
          </a:xfrm>
          <a:custGeom>
            <a:avLst/>
            <a:gdLst/>
            <a:ahLst/>
            <a:cxnLst/>
            <a:rect l="l" t="t" r="r" b="b"/>
            <a:pathLst>
              <a:path w="5418455">
                <a:moveTo>
                  <a:pt x="0" y="0"/>
                </a:moveTo>
                <a:lnTo>
                  <a:pt x="5418239" y="0"/>
                </a:lnTo>
              </a:path>
            </a:pathLst>
          </a:custGeom>
          <a:ln w="19050">
            <a:solidFill>
              <a:srgbClr val="004097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30849" y="3193506"/>
            <a:ext cx="2327149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lang="zh-CN" altLang="en-US" sz="44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微软雅黑" panose="020B0503020204020204" charset="-122"/>
              </a:rPr>
              <a:t>资助政策</a:t>
            </a:r>
            <a:endParaRPr sz="440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  <a:cs typeface="微软雅黑" panose="020B0503020204020204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86874" y="4266628"/>
            <a:ext cx="5418455" cy="0"/>
          </a:xfrm>
          <a:custGeom>
            <a:avLst/>
            <a:gdLst/>
            <a:ahLst/>
            <a:cxnLst/>
            <a:rect l="l" t="t" r="r" b="b"/>
            <a:pathLst>
              <a:path w="5418455">
                <a:moveTo>
                  <a:pt x="0" y="0"/>
                </a:moveTo>
                <a:lnTo>
                  <a:pt x="5418239" y="0"/>
                </a:lnTo>
              </a:path>
            </a:pathLst>
          </a:custGeom>
          <a:ln w="19050">
            <a:solidFill>
              <a:srgbClr val="004097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67528" y="1214437"/>
            <a:ext cx="1457325" cy="1457325"/>
          </a:xfrm>
          <a:custGeom>
            <a:avLst/>
            <a:gdLst/>
            <a:ahLst/>
            <a:cxnLst/>
            <a:rect l="l" t="t" r="r" b="b"/>
            <a:pathLst>
              <a:path w="1457325" h="1457325">
                <a:moveTo>
                  <a:pt x="728472" y="1457325"/>
                </a:moveTo>
                <a:lnTo>
                  <a:pt x="680562" y="1455775"/>
                </a:lnTo>
                <a:lnTo>
                  <a:pt x="633480" y="1451189"/>
                </a:lnTo>
                <a:lnTo>
                  <a:pt x="587322" y="1443663"/>
                </a:lnTo>
                <a:lnTo>
                  <a:pt x="542184" y="1433294"/>
                </a:lnTo>
                <a:lnTo>
                  <a:pt x="498161" y="1420176"/>
                </a:lnTo>
                <a:lnTo>
                  <a:pt x="455350" y="1404407"/>
                </a:lnTo>
                <a:lnTo>
                  <a:pt x="413847" y="1386083"/>
                </a:lnTo>
                <a:lnTo>
                  <a:pt x="373748" y="1365298"/>
                </a:lnTo>
                <a:lnTo>
                  <a:pt x="335149" y="1342150"/>
                </a:lnTo>
                <a:lnTo>
                  <a:pt x="298147" y="1316734"/>
                </a:lnTo>
                <a:lnTo>
                  <a:pt x="262837" y="1289146"/>
                </a:lnTo>
                <a:lnTo>
                  <a:pt x="229315" y="1259483"/>
                </a:lnTo>
                <a:lnTo>
                  <a:pt x="197678" y="1227840"/>
                </a:lnTo>
                <a:lnTo>
                  <a:pt x="168021" y="1194313"/>
                </a:lnTo>
                <a:lnTo>
                  <a:pt x="140441" y="1158999"/>
                </a:lnTo>
                <a:lnTo>
                  <a:pt x="115034" y="1121993"/>
                </a:lnTo>
                <a:lnTo>
                  <a:pt x="91895" y="1083392"/>
                </a:lnTo>
                <a:lnTo>
                  <a:pt x="71122" y="1043291"/>
                </a:lnTo>
                <a:lnTo>
                  <a:pt x="52810" y="1001786"/>
                </a:lnTo>
                <a:lnTo>
                  <a:pt x="37055" y="958974"/>
                </a:lnTo>
                <a:lnTo>
                  <a:pt x="23953" y="914951"/>
                </a:lnTo>
                <a:lnTo>
                  <a:pt x="13600" y="869812"/>
                </a:lnTo>
                <a:lnTo>
                  <a:pt x="6093" y="823653"/>
                </a:lnTo>
                <a:lnTo>
                  <a:pt x="1527" y="776571"/>
                </a:lnTo>
                <a:lnTo>
                  <a:pt x="0" y="728662"/>
                </a:lnTo>
                <a:lnTo>
                  <a:pt x="1527" y="680753"/>
                </a:lnTo>
                <a:lnTo>
                  <a:pt x="6093" y="633671"/>
                </a:lnTo>
                <a:lnTo>
                  <a:pt x="13600" y="587512"/>
                </a:lnTo>
                <a:lnTo>
                  <a:pt x="23953" y="542373"/>
                </a:lnTo>
                <a:lnTo>
                  <a:pt x="37055" y="498350"/>
                </a:lnTo>
                <a:lnTo>
                  <a:pt x="52810" y="455538"/>
                </a:lnTo>
                <a:lnTo>
                  <a:pt x="71122" y="414033"/>
                </a:lnTo>
                <a:lnTo>
                  <a:pt x="91895" y="373932"/>
                </a:lnTo>
                <a:lnTo>
                  <a:pt x="115034" y="335331"/>
                </a:lnTo>
                <a:lnTo>
                  <a:pt x="140441" y="298325"/>
                </a:lnTo>
                <a:lnTo>
                  <a:pt x="168021" y="263011"/>
                </a:lnTo>
                <a:lnTo>
                  <a:pt x="197678" y="229484"/>
                </a:lnTo>
                <a:lnTo>
                  <a:pt x="229315" y="197841"/>
                </a:lnTo>
                <a:lnTo>
                  <a:pt x="262837" y="168178"/>
                </a:lnTo>
                <a:lnTo>
                  <a:pt x="298147" y="140590"/>
                </a:lnTo>
                <a:lnTo>
                  <a:pt x="335149" y="115174"/>
                </a:lnTo>
                <a:lnTo>
                  <a:pt x="373748" y="92026"/>
                </a:lnTo>
                <a:lnTo>
                  <a:pt x="413847" y="71241"/>
                </a:lnTo>
                <a:lnTo>
                  <a:pt x="455350" y="52917"/>
                </a:lnTo>
                <a:lnTo>
                  <a:pt x="498161" y="37148"/>
                </a:lnTo>
                <a:lnTo>
                  <a:pt x="542184" y="24030"/>
                </a:lnTo>
                <a:lnTo>
                  <a:pt x="587322" y="13661"/>
                </a:lnTo>
                <a:lnTo>
                  <a:pt x="633480" y="6135"/>
                </a:lnTo>
                <a:lnTo>
                  <a:pt x="680562" y="1549"/>
                </a:lnTo>
                <a:lnTo>
                  <a:pt x="728472" y="0"/>
                </a:lnTo>
                <a:lnTo>
                  <a:pt x="776381" y="1549"/>
                </a:lnTo>
                <a:lnTo>
                  <a:pt x="823463" y="6135"/>
                </a:lnTo>
                <a:lnTo>
                  <a:pt x="869621" y="13661"/>
                </a:lnTo>
                <a:lnTo>
                  <a:pt x="914760" y="24030"/>
                </a:lnTo>
                <a:lnTo>
                  <a:pt x="958784" y="37148"/>
                </a:lnTo>
                <a:lnTo>
                  <a:pt x="1001596" y="52917"/>
                </a:lnTo>
                <a:lnTo>
                  <a:pt x="1043100" y="71241"/>
                </a:lnTo>
                <a:lnTo>
                  <a:pt x="1083201" y="92026"/>
                </a:lnTo>
                <a:lnTo>
                  <a:pt x="1121802" y="115174"/>
                </a:lnTo>
                <a:lnTo>
                  <a:pt x="1158808" y="140590"/>
                </a:lnTo>
                <a:lnTo>
                  <a:pt x="1194122" y="168178"/>
                </a:lnTo>
                <a:lnTo>
                  <a:pt x="1227649" y="197841"/>
                </a:lnTo>
                <a:lnTo>
                  <a:pt x="1259292" y="229484"/>
                </a:lnTo>
                <a:lnTo>
                  <a:pt x="1288955" y="263011"/>
                </a:lnTo>
                <a:lnTo>
                  <a:pt x="1316543" y="298325"/>
                </a:lnTo>
                <a:lnTo>
                  <a:pt x="1341959" y="335331"/>
                </a:lnTo>
                <a:lnTo>
                  <a:pt x="1365107" y="373932"/>
                </a:lnTo>
                <a:lnTo>
                  <a:pt x="1385892" y="414033"/>
                </a:lnTo>
                <a:lnTo>
                  <a:pt x="1404217" y="455538"/>
                </a:lnTo>
                <a:lnTo>
                  <a:pt x="1419986" y="498350"/>
                </a:lnTo>
                <a:lnTo>
                  <a:pt x="1433103" y="542373"/>
                </a:lnTo>
                <a:lnTo>
                  <a:pt x="1443473" y="587512"/>
                </a:lnTo>
                <a:lnTo>
                  <a:pt x="1450998" y="633671"/>
                </a:lnTo>
                <a:lnTo>
                  <a:pt x="1455584" y="680753"/>
                </a:lnTo>
                <a:lnTo>
                  <a:pt x="1457134" y="728662"/>
                </a:lnTo>
                <a:lnTo>
                  <a:pt x="1455584" y="776571"/>
                </a:lnTo>
                <a:lnTo>
                  <a:pt x="1450998" y="823653"/>
                </a:lnTo>
                <a:lnTo>
                  <a:pt x="1443473" y="869812"/>
                </a:lnTo>
                <a:lnTo>
                  <a:pt x="1433103" y="914951"/>
                </a:lnTo>
                <a:lnTo>
                  <a:pt x="1419986" y="958974"/>
                </a:lnTo>
                <a:lnTo>
                  <a:pt x="1404217" y="1001786"/>
                </a:lnTo>
                <a:lnTo>
                  <a:pt x="1385892" y="1043291"/>
                </a:lnTo>
                <a:lnTo>
                  <a:pt x="1365107" y="1083392"/>
                </a:lnTo>
                <a:lnTo>
                  <a:pt x="1341959" y="1121993"/>
                </a:lnTo>
                <a:lnTo>
                  <a:pt x="1316543" y="1158999"/>
                </a:lnTo>
                <a:lnTo>
                  <a:pt x="1288955" y="1194313"/>
                </a:lnTo>
                <a:lnTo>
                  <a:pt x="1259292" y="1227840"/>
                </a:lnTo>
                <a:lnTo>
                  <a:pt x="1227649" y="1259483"/>
                </a:lnTo>
                <a:lnTo>
                  <a:pt x="1194122" y="1289146"/>
                </a:lnTo>
                <a:lnTo>
                  <a:pt x="1158808" y="1316734"/>
                </a:lnTo>
                <a:lnTo>
                  <a:pt x="1121802" y="1342150"/>
                </a:lnTo>
                <a:lnTo>
                  <a:pt x="1083201" y="1365298"/>
                </a:lnTo>
                <a:lnTo>
                  <a:pt x="1043100" y="1386083"/>
                </a:lnTo>
                <a:lnTo>
                  <a:pt x="1001596" y="1404407"/>
                </a:lnTo>
                <a:lnTo>
                  <a:pt x="958784" y="1420176"/>
                </a:lnTo>
                <a:lnTo>
                  <a:pt x="914760" y="1433294"/>
                </a:lnTo>
                <a:lnTo>
                  <a:pt x="869621" y="1443663"/>
                </a:lnTo>
                <a:lnTo>
                  <a:pt x="823463" y="1451189"/>
                </a:lnTo>
                <a:lnTo>
                  <a:pt x="776381" y="1455775"/>
                </a:lnTo>
                <a:lnTo>
                  <a:pt x="728472" y="1457325"/>
                </a:lnTo>
                <a:close/>
              </a:path>
            </a:pathLst>
          </a:custGeom>
          <a:solidFill>
            <a:srgbClr val="004578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681090" y="1471676"/>
            <a:ext cx="829944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0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0</a:t>
            </a:r>
            <a:r>
              <a:rPr lang="en-US" sz="5400" b="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4</a:t>
            </a:r>
            <a:endParaRPr sz="54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41920" y="4419599"/>
            <a:ext cx="2708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Fujian Medical University</a:t>
            </a:r>
          </a:p>
        </p:txBody>
      </p:sp>
      <p:pic>
        <p:nvPicPr>
          <p:cNvPr id="7" name="音频 6">
            <a:hlinkClick r:id="" action="ppaction://media"/>
            <a:extLst>
              <a:ext uri="{FF2B5EF4-FFF2-40B4-BE49-F238E27FC236}">
                <a16:creationId xmlns:a16="http://schemas.microsoft.com/office/drawing/2014/main" id="{3DFD305B-8DC4-4DA1-9897-C827B405357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8872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399"/>
    </mc:Choice>
    <mc:Fallback>
      <p:transition spd="slow" advTm="339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29900" y="1882305"/>
            <a:ext cx="3895686" cy="39758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890022" y="1594561"/>
            <a:ext cx="1622602" cy="162260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581102" y="1514716"/>
            <a:ext cx="1622602" cy="162260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48480" y="4585677"/>
            <a:ext cx="1622602" cy="162260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644157" y="4475314"/>
            <a:ext cx="1622602" cy="162260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380090" y="2079917"/>
            <a:ext cx="610235" cy="608965"/>
          </a:xfrm>
          <a:custGeom>
            <a:avLst/>
            <a:gdLst/>
            <a:ahLst/>
            <a:cxnLst/>
            <a:rect l="l" t="t" r="r" b="b"/>
            <a:pathLst>
              <a:path w="610235" h="608964">
                <a:moveTo>
                  <a:pt x="304914" y="608825"/>
                </a:moveTo>
                <a:lnTo>
                  <a:pt x="255501" y="604835"/>
                </a:lnTo>
                <a:lnTo>
                  <a:pt x="208609" y="593285"/>
                </a:lnTo>
                <a:lnTo>
                  <a:pt x="164871" y="574807"/>
                </a:lnTo>
                <a:lnTo>
                  <a:pt x="124917" y="550032"/>
                </a:lnTo>
                <a:lnTo>
                  <a:pt x="89377" y="519591"/>
                </a:lnTo>
                <a:lnTo>
                  <a:pt x="58884" y="484116"/>
                </a:lnTo>
                <a:lnTo>
                  <a:pt x="34069" y="444238"/>
                </a:lnTo>
                <a:lnTo>
                  <a:pt x="15562" y="400587"/>
                </a:lnTo>
                <a:lnTo>
                  <a:pt x="3995" y="353796"/>
                </a:lnTo>
                <a:lnTo>
                  <a:pt x="0" y="304495"/>
                </a:lnTo>
                <a:lnTo>
                  <a:pt x="3995" y="255146"/>
                </a:lnTo>
                <a:lnTo>
                  <a:pt x="15562" y="208317"/>
                </a:lnTo>
                <a:lnTo>
                  <a:pt x="34069" y="164638"/>
                </a:lnTo>
                <a:lnTo>
                  <a:pt x="58884" y="124738"/>
                </a:lnTo>
                <a:lnTo>
                  <a:pt x="89377" y="89249"/>
                </a:lnTo>
                <a:lnTo>
                  <a:pt x="124917" y="58799"/>
                </a:lnTo>
                <a:lnTo>
                  <a:pt x="164871" y="34019"/>
                </a:lnTo>
                <a:lnTo>
                  <a:pt x="208609" y="15539"/>
                </a:lnTo>
                <a:lnTo>
                  <a:pt x="255501" y="3989"/>
                </a:lnTo>
                <a:lnTo>
                  <a:pt x="304914" y="0"/>
                </a:lnTo>
                <a:lnTo>
                  <a:pt x="354289" y="3989"/>
                </a:lnTo>
                <a:lnTo>
                  <a:pt x="401149" y="15539"/>
                </a:lnTo>
                <a:lnTo>
                  <a:pt x="444862" y="34019"/>
                </a:lnTo>
                <a:lnTo>
                  <a:pt x="484797" y="58799"/>
                </a:lnTo>
                <a:lnTo>
                  <a:pt x="492296" y="65227"/>
                </a:lnTo>
                <a:lnTo>
                  <a:pt x="304914" y="65227"/>
                </a:lnTo>
                <a:lnTo>
                  <a:pt x="256687" y="70096"/>
                </a:lnTo>
                <a:lnTo>
                  <a:pt x="211741" y="84056"/>
                </a:lnTo>
                <a:lnTo>
                  <a:pt x="171048" y="106140"/>
                </a:lnTo>
                <a:lnTo>
                  <a:pt x="135577" y="135378"/>
                </a:lnTo>
                <a:lnTo>
                  <a:pt x="106299" y="170802"/>
                </a:lnTo>
                <a:lnTo>
                  <a:pt x="84184" y="211441"/>
                </a:lnTo>
                <a:lnTo>
                  <a:pt x="70204" y="256329"/>
                </a:lnTo>
                <a:lnTo>
                  <a:pt x="65328" y="304495"/>
                </a:lnTo>
                <a:lnTo>
                  <a:pt x="70204" y="352602"/>
                </a:lnTo>
                <a:lnTo>
                  <a:pt x="84184" y="397445"/>
                </a:lnTo>
                <a:lnTo>
                  <a:pt x="106299" y="438053"/>
                </a:lnTo>
                <a:lnTo>
                  <a:pt x="135577" y="473455"/>
                </a:lnTo>
                <a:lnTo>
                  <a:pt x="171048" y="502681"/>
                </a:lnTo>
                <a:lnTo>
                  <a:pt x="211741" y="524758"/>
                </a:lnTo>
                <a:lnTo>
                  <a:pt x="256687" y="538716"/>
                </a:lnTo>
                <a:lnTo>
                  <a:pt x="304914" y="543585"/>
                </a:lnTo>
                <a:lnTo>
                  <a:pt x="492321" y="543585"/>
                </a:lnTo>
                <a:lnTo>
                  <a:pt x="484797" y="550032"/>
                </a:lnTo>
                <a:lnTo>
                  <a:pt x="444862" y="574807"/>
                </a:lnTo>
                <a:lnTo>
                  <a:pt x="401149" y="593285"/>
                </a:lnTo>
                <a:lnTo>
                  <a:pt x="354289" y="604835"/>
                </a:lnTo>
                <a:lnTo>
                  <a:pt x="304914" y="608825"/>
                </a:lnTo>
                <a:close/>
              </a:path>
              <a:path w="610235" h="608964">
                <a:moveTo>
                  <a:pt x="492321" y="543585"/>
                </a:moveTo>
                <a:lnTo>
                  <a:pt x="304914" y="543585"/>
                </a:lnTo>
                <a:lnTo>
                  <a:pt x="353091" y="538716"/>
                </a:lnTo>
                <a:lnTo>
                  <a:pt x="397998" y="524758"/>
                </a:lnTo>
                <a:lnTo>
                  <a:pt x="438665" y="502681"/>
                </a:lnTo>
                <a:lnTo>
                  <a:pt x="474117" y="473455"/>
                </a:lnTo>
                <a:lnTo>
                  <a:pt x="503384" y="438053"/>
                </a:lnTo>
                <a:lnTo>
                  <a:pt x="525493" y="397445"/>
                </a:lnTo>
                <a:lnTo>
                  <a:pt x="539471" y="352602"/>
                </a:lnTo>
                <a:lnTo>
                  <a:pt x="544347" y="304495"/>
                </a:lnTo>
                <a:lnTo>
                  <a:pt x="539471" y="256329"/>
                </a:lnTo>
                <a:lnTo>
                  <a:pt x="525493" y="211441"/>
                </a:lnTo>
                <a:lnTo>
                  <a:pt x="503384" y="170802"/>
                </a:lnTo>
                <a:lnTo>
                  <a:pt x="474117" y="135378"/>
                </a:lnTo>
                <a:lnTo>
                  <a:pt x="438665" y="106140"/>
                </a:lnTo>
                <a:lnTo>
                  <a:pt x="397998" y="84056"/>
                </a:lnTo>
                <a:lnTo>
                  <a:pt x="353091" y="70096"/>
                </a:lnTo>
                <a:lnTo>
                  <a:pt x="304914" y="65227"/>
                </a:lnTo>
                <a:lnTo>
                  <a:pt x="492296" y="65227"/>
                </a:lnTo>
                <a:lnTo>
                  <a:pt x="550804" y="124738"/>
                </a:lnTo>
                <a:lnTo>
                  <a:pt x="575613" y="164638"/>
                </a:lnTo>
                <a:lnTo>
                  <a:pt x="594115" y="208317"/>
                </a:lnTo>
                <a:lnTo>
                  <a:pt x="605680" y="255146"/>
                </a:lnTo>
                <a:lnTo>
                  <a:pt x="609676" y="304495"/>
                </a:lnTo>
                <a:lnTo>
                  <a:pt x="605680" y="353796"/>
                </a:lnTo>
                <a:lnTo>
                  <a:pt x="594115" y="400587"/>
                </a:lnTo>
                <a:lnTo>
                  <a:pt x="575613" y="444238"/>
                </a:lnTo>
                <a:lnTo>
                  <a:pt x="550804" y="484116"/>
                </a:lnTo>
                <a:lnTo>
                  <a:pt x="520322" y="519591"/>
                </a:lnTo>
                <a:lnTo>
                  <a:pt x="492321" y="543585"/>
                </a:lnTo>
                <a:close/>
              </a:path>
              <a:path w="610235" h="608964">
                <a:moveTo>
                  <a:pt x="304965" y="337273"/>
                </a:moveTo>
                <a:lnTo>
                  <a:pt x="163334" y="337273"/>
                </a:lnTo>
                <a:lnTo>
                  <a:pt x="150647" y="334699"/>
                </a:lnTo>
                <a:lnTo>
                  <a:pt x="140257" y="327691"/>
                </a:lnTo>
                <a:lnTo>
                  <a:pt x="133236" y="317321"/>
                </a:lnTo>
                <a:lnTo>
                  <a:pt x="130657" y="304660"/>
                </a:lnTo>
                <a:lnTo>
                  <a:pt x="133236" y="291929"/>
                </a:lnTo>
                <a:lnTo>
                  <a:pt x="140257" y="281566"/>
                </a:lnTo>
                <a:lnTo>
                  <a:pt x="150647" y="274597"/>
                </a:lnTo>
                <a:lnTo>
                  <a:pt x="163334" y="272046"/>
                </a:lnTo>
                <a:lnTo>
                  <a:pt x="272288" y="272046"/>
                </a:lnTo>
                <a:lnTo>
                  <a:pt x="272288" y="163271"/>
                </a:lnTo>
                <a:lnTo>
                  <a:pt x="274843" y="150610"/>
                </a:lnTo>
                <a:lnTo>
                  <a:pt x="281825" y="140239"/>
                </a:lnTo>
                <a:lnTo>
                  <a:pt x="292208" y="133231"/>
                </a:lnTo>
                <a:lnTo>
                  <a:pt x="304965" y="130657"/>
                </a:lnTo>
                <a:lnTo>
                  <a:pt x="317644" y="133231"/>
                </a:lnTo>
                <a:lnTo>
                  <a:pt x="328031" y="140239"/>
                </a:lnTo>
                <a:lnTo>
                  <a:pt x="335051" y="150610"/>
                </a:lnTo>
                <a:lnTo>
                  <a:pt x="337629" y="163271"/>
                </a:lnTo>
                <a:lnTo>
                  <a:pt x="337629" y="304660"/>
                </a:lnTo>
                <a:lnTo>
                  <a:pt x="335051" y="317321"/>
                </a:lnTo>
                <a:lnTo>
                  <a:pt x="328031" y="327691"/>
                </a:lnTo>
                <a:lnTo>
                  <a:pt x="317644" y="334699"/>
                </a:lnTo>
                <a:lnTo>
                  <a:pt x="304965" y="337273"/>
                </a:lnTo>
                <a:close/>
              </a:path>
            </a:pathLst>
          </a:custGeom>
          <a:solidFill>
            <a:srgbClr val="0045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072071" y="2041093"/>
            <a:ext cx="602615" cy="610235"/>
          </a:xfrm>
          <a:custGeom>
            <a:avLst/>
            <a:gdLst/>
            <a:ahLst/>
            <a:cxnLst/>
            <a:rect l="l" t="t" r="r" b="b"/>
            <a:pathLst>
              <a:path w="602615" h="610235">
                <a:moveTo>
                  <a:pt x="565975" y="414502"/>
                </a:moveTo>
                <a:lnTo>
                  <a:pt x="36741" y="414502"/>
                </a:lnTo>
                <a:lnTo>
                  <a:pt x="22454" y="411638"/>
                </a:lnTo>
                <a:lnTo>
                  <a:pt x="10774" y="403821"/>
                </a:lnTo>
                <a:lnTo>
                  <a:pt x="2892" y="392214"/>
                </a:lnTo>
                <a:lnTo>
                  <a:pt x="0" y="377977"/>
                </a:lnTo>
                <a:lnTo>
                  <a:pt x="0" y="36525"/>
                </a:lnTo>
                <a:lnTo>
                  <a:pt x="2892" y="22288"/>
                </a:lnTo>
                <a:lnTo>
                  <a:pt x="10774" y="10680"/>
                </a:lnTo>
                <a:lnTo>
                  <a:pt x="22454" y="2863"/>
                </a:lnTo>
                <a:lnTo>
                  <a:pt x="36741" y="0"/>
                </a:lnTo>
                <a:lnTo>
                  <a:pt x="565975" y="0"/>
                </a:lnTo>
                <a:lnTo>
                  <a:pt x="580238" y="2863"/>
                </a:lnTo>
                <a:lnTo>
                  <a:pt x="591866" y="10680"/>
                </a:lnTo>
                <a:lnTo>
                  <a:pt x="599695" y="22288"/>
                </a:lnTo>
                <a:lnTo>
                  <a:pt x="602564" y="36525"/>
                </a:lnTo>
                <a:lnTo>
                  <a:pt x="602564" y="68351"/>
                </a:lnTo>
                <a:lnTo>
                  <a:pt x="64528" y="68351"/>
                </a:lnTo>
                <a:lnTo>
                  <a:pt x="64528" y="338937"/>
                </a:lnTo>
                <a:lnTo>
                  <a:pt x="602564" y="338937"/>
                </a:lnTo>
                <a:lnTo>
                  <a:pt x="602564" y="377977"/>
                </a:lnTo>
                <a:lnTo>
                  <a:pt x="599695" y="392214"/>
                </a:lnTo>
                <a:lnTo>
                  <a:pt x="591866" y="403821"/>
                </a:lnTo>
                <a:lnTo>
                  <a:pt x="580238" y="411638"/>
                </a:lnTo>
                <a:lnTo>
                  <a:pt x="565975" y="414502"/>
                </a:lnTo>
                <a:close/>
              </a:path>
              <a:path w="602615" h="610235">
                <a:moveTo>
                  <a:pt x="602564" y="338937"/>
                </a:moveTo>
                <a:lnTo>
                  <a:pt x="533323" y="338937"/>
                </a:lnTo>
                <a:lnTo>
                  <a:pt x="533323" y="68351"/>
                </a:lnTo>
                <a:lnTo>
                  <a:pt x="602564" y="68351"/>
                </a:lnTo>
                <a:lnTo>
                  <a:pt x="602564" y="338937"/>
                </a:lnTo>
                <a:close/>
              </a:path>
              <a:path w="602615" h="610235">
                <a:moveTo>
                  <a:pt x="157810" y="276097"/>
                </a:moveTo>
                <a:lnTo>
                  <a:pt x="149803" y="274472"/>
                </a:lnTo>
                <a:lnTo>
                  <a:pt x="143208" y="270038"/>
                </a:lnTo>
                <a:lnTo>
                  <a:pt x="138732" y="263458"/>
                </a:lnTo>
                <a:lnTo>
                  <a:pt x="137083" y="255396"/>
                </a:lnTo>
                <a:lnTo>
                  <a:pt x="138732" y="247337"/>
                </a:lnTo>
                <a:lnTo>
                  <a:pt x="143208" y="240761"/>
                </a:lnTo>
                <a:lnTo>
                  <a:pt x="149803" y="236332"/>
                </a:lnTo>
                <a:lnTo>
                  <a:pt x="157810" y="234708"/>
                </a:lnTo>
                <a:lnTo>
                  <a:pt x="158280" y="234708"/>
                </a:lnTo>
                <a:lnTo>
                  <a:pt x="182613" y="197396"/>
                </a:lnTo>
                <a:lnTo>
                  <a:pt x="174097" y="191528"/>
                </a:lnTo>
                <a:lnTo>
                  <a:pt x="167449" y="183618"/>
                </a:lnTo>
                <a:lnTo>
                  <a:pt x="163125" y="174091"/>
                </a:lnTo>
                <a:lnTo>
                  <a:pt x="161582" y="163372"/>
                </a:lnTo>
                <a:lnTo>
                  <a:pt x="164612" y="148445"/>
                </a:lnTo>
                <a:lnTo>
                  <a:pt x="172867" y="136236"/>
                </a:lnTo>
                <a:lnTo>
                  <a:pt x="185097" y="127993"/>
                </a:lnTo>
                <a:lnTo>
                  <a:pt x="200050" y="124968"/>
                </a:lnTo>
                <a:lnTo>
                  <a:pt x="215001" y="127993"/>
                </a:lnTo>
                <a:lnTo>
                  <a:pt x="227226" y="136236"/>
                </a:lnTo>
                <a:lnTo>
                  <a:pt x="234442" y="146913"/>
                </a:lnTo>
                <a:lnTo>
                  <a:pt x="190944" y="146913"/>
                </a:lnTo>
                <a:lnTo>
                  <a:pt x="183553" y="154279"/>
                </a:lnTo>
                <a:lnTo>
                  <a:pt x="183553" y="172465"/>
                </a:lnTo>
                <a:lnTo>
                  <a:pt x="190944" y="179831"/>
                </a:lnTo>
                <a:lnTo>
                  <a:pt x="235315" y="179831"/>
                </a:lnTo>
                <a:lnTo>
                  <a:pt x="231597" y="185331"/>
                </a:lnTo>
                <a:lnTo>
                  <a:pt x="329107" y="202564"/>
                </a:lnTo>
                <a:lnTo>
                  <a:pt x="379455" y="202564"/>
                </a:lnTo>
                <a:lnTo>
                  <a:pt x="378800" y="202882"/>
                </a:lnTo>
                <a:lnTo>
                  <a:pt x="205231" y="202882"/>
                </a:lnTo>
                <a:lnTo>
                  <a:pt x="176644" y="246773"/>
                </a:lnTo>
                <a:lnTo>
                  <a:pt x="177901" y="249440"/>
                </a:lnTo>
                <a:lnTo>
                  <a:pt x="178536" y="252260"/>
                </a:lnTo>
                <a:lnTo>
                  <a:pt x="178536" y="255396"/>
                </a:lnTo>
                <a:lnTo>
                  <a:pt x="176909" y="263458"/>
                </a:lnTo>
                <a:lnTo>
                  <a:pt x="172469" y="270038"/>
                </a:lnTo>
                <a:lnTo>
                  <a:pt x="165881" y="274472"/>
                </a:lnTo>
                <a:lnTo>
                  <a:pt x="157810" y="276097"/>
                </a:lnTo>
                <a:close/>
              </a:path>
              <a:path w="602615" h="610235">
                <a:moveTo>
                  <a:pt x="379455" y="202564"/>
                </a:moveTo>
                <a:lnTo>
                  <a:pt x="329107" y="202564"/>
                </a:lnTo>
                <a:lnTo>
                  <a:pt x="386575" y="174663"/>
                </a:lnTo>
                <a:lnTo>
                  <a:pt x="385318" y="171221"/>
                </a:lnTo>
                <a:lnTo>
                  <a:pt x="384378" y="167449"/>
                </a:lnTo>
                <a:lnTo>
                  <a:pt x="384378" y="163372"/>
                </a:lnTo>
                <a:lnTo>
                  <a:pt x="386882" y="151085"/>
                </a:lnTo>
                <a:lnTo>
                  <a:pt x="393700" y="141017"/>
                </a:lnTo>
                <a:lnTo>
                  <a:pt x="403784" y="134212"/>
                </a:lnTo>
                <a:lnTo>
                  <a:pt x="416090" y="131711"/>
                </a:lnTo>
                <a:lnTo>
                  <a:pt x="428465" y="134212"/>
                </a:lnTo>
                <a:lnTo>
                  <a:pt x="438542" y="141017"/>
                </a:lnTo>
                <a:lnTo>
                  <a:pt x="445320" y="151085"/>
                </a:lnTo>
                <a:lnTo>
                  <a:pt x="445839" y="153657"/>
                </a:lnTo>
                <a:lnTo>
                  <a:pt x="410756" y="153657"/>
                </a:lnTo>
                <a:lnTo>
                  <a:pt x="406349" y="158051"/>
                </a:lnTo>
                <a:lnTo>
                  <a:pt x="406349" y="168706"/>
                </a:lnTo>
                <a:lnTo>
                  <a:pt x="410756" y="173100"/>
                </a:lnTo>
                <a:lnTo>
                  <a:pt x="445830" y="173100"/>
                </a:lnTo>
                <a:lnTo>
                  <a:pt x="445297" y="175731"/>
                </a:lnTo>
                <a:lnTo>
                  <a:pt x="438480" y="185796"/>
                </a:lnTo>
                <a:lnTo>
                  <a:pt x="429848" y="191592"/>
                </a:lnTo>
                <a:lnTo>
                  <a:pt x="402120" y="191592"/>
                </a:lnTo>
                <a:lnTo>
                  <a:pt x="379455" y="202564"/>
                </a:lnTo>
                <a:close/>
              </a:path>
              <a:path w="602615" h="610235">
                <a:moveTo>
                  <a:pt x="235315" y="179831"/>
                </a:moveTo>
                <a:lnTo>
                  <a:pt x="209156" y="179831"/>
                </a:lnTo>
                <a:lnTo>
                  <a:pt x="216534" y="172465"/>
                </a:lnTo>
                <a:lnTo>
                  <a:pt x="216534" y="154279"/>
                </a:lnTo>
                <a:lnTo>
                  <a:pt x="209156" y="146913"/>
                </a:lnTo>
                <a:lnTo>
                  <a:pt x="234442" y="146913"/>
                </a:lnTo>
                <a:lnTo>
                  <a:pt x="235478" y="148445"/>
                </a:lnTo>
                <a:lnTo>
                  <a:pt x="238505" y="163372"/>
                </a:lnTo>
                <a:lnTo>
                  <a:pt x="238505" y="171526"/>
                </a:lnTo>
                <a:lnTo>
                  <a:pt x="235839" y="179057"/>
                </a:lnTo>
                <a:lnTo>
                  <a:pt x="235315" y="179831"/>
                </a:lnTo>
                <a:close/>
              </a:path>
              <a:path w="602615" h="610235">
                <a:moveTo>
                  <a:pt x="445830" y="173100"/>
                </a:moveTo>
                <a:lnTo>
                  <a:pt x="421424" y="173100"/>
                </a:lnTo>
                <a:lnTo>
                  <a:pt x="425818" y="168706"/>
                </a:lnTo>
                <a:lnTo>
                  <a:pt x="425818" y="158051"/>
                </a:lnTo>
                <a:lnTo>
                  <a:pt x="421424" y="153657"/>
                </a:lnTo>
                <a:lnTo>
                  <a:pt x="445839" y="153657"/>
                </a:lnTo>
                <a:lnTo>
                  <a:pt x="447801" y="163372"/>
                </a:lnTo>
                <a:lnTo>
                  <a:pt x="445830" y="173100"/>
                </a:lnTo>
                <a:close/>
              </a:path>
              <a:path w="602615" h="610235">
                <a:moveTo>
                  <a:pt x="416090" y="195046"/>
                </a:moveTo>
                <a:lnTo>
                  <a:pt x="411060" y="195046"/>
                </a:lnTo>
                <a:lnTo>
                  <a:pt x="406349" y="193789"/>
                </a:lnTo>
                <a:lnTo>
                  <a:pt x="402120" y="191592"/>
                </a:lnTo>
                <a:lnTo>
                  <a:pt x="429848" y="191592"/>
                </a:lnTo>
                <a:lnTo>
                  <a:pt x="428396" y="192567"/>
                </a:lnTo>
                <a:lnTo>
                  <a:pt x="416090" y="195046"/>
                </a:lnTo>
                <a:close/>
              </a:path>
              <a:path w="602615" h="610235">
                <a:moveTo>
                  <a:pt x="330669" y="266369"/>
                </a:moveTo>
                <a:lnTo>
                  <a:pt x="318299" y="263890"/>
                </a:lnTo>
                <a:lnTo>
                  <a:pt x="308222" y="257121"/>
                </a:lnTo>
                <a:lnTo>
                  <a:pt x="301441" y="247060"/>
                </a:lnTo>
                <a:lnTo>
                  <a:pt x="298957" y="234708"/>
                </a:lnTo>
                <a:lnTo>
                  <a:pt x="299000" y="229374"/>
                </a:lnTo>
                <a:lnTo>
                  <a:pt x="300367" y="224510"/>
                </a:lnTo>
                <a:lnTo>
                  <a:pt x="302729" y="220281"/>
                </a:lnTo>
                <a:lnTo>
                  <a:pt x="205231" y="202882"/>
                </a:lnTo>
                <a:lnTo>
                  <a:pt x="378800" y="202882"/>
                </a:lnTo>
                <a:lnTo>
                  <a:pt x="354850" y="214477"/>
                </a:lnTo>
                <a:lnTo>
                  <a:pt x="359409" y="219976"/>
                </a:lnTo>
                <a:lnTo>
                  <a:pt x="361534" y="224993"/>
                </a:lnTo>
                <a:lnTo>
                  <a:pt x="325335" y="224993"/>
                </a:lnTo>
                <a:lnTo>
                  <a:pt x="320941" y="229374"/>
                </a:lnTo>
                <a:lnTo>
                  <a:pt x="320941" y="240042"/>
                </a:lnTo>
                <a:lnTo>
                  <a:pt x="325335" y="244424"/>
                </a:lnTo>
                <a:lnTo>
                  <a:pt x="360424" y="244424"/>
                </a:lnTo>
                <a:lnTo>
                  <a:pt x="359889" y="247060"/>
                </a:lnTo>
                <a:lnTo>
                  <a:pt x="353071" y="257121"/>
                </a:lnTo>
                <a:lnTo>
                  <a:pt x="342983" y="263890"/>
                </a:lnTo>
                <a:lnTo>
                  <a:pt x="330669" y="266369"/>
                </a:lnTo>
                <a:close/>
              </a:path>
              <a:path w="602615" h="610235">
                <a:moveTo>
                  <a:pt x="360424" y="244424"/>
                </a:moveTo>
                <a:lnTo>
                  <a:pt x="336016" y="244424"/>
                </a:lnTo>
                <a:lnTo>
                  <a:pt x="340410" y="240042"/>
                </a:lnTo>
                <a:lnTo>
                  <a:pt x="340410" y="229374"/>
                </a:lnTo>
                <a:lnTo>
                  <a:pt x="336016" y="224993"/>
                </a:lnTo>
                <a:lnTo>
                  <a:pt x="361534" y="224993"/>
                </a:lnTo>
                <a:lnTo>
                  <a:pt x="362394" y="227025"/>
                </a:lnTo>
                <a:lnTo>
                  <a:pt x="362394" y="234708"/>
                </a:lnTo>
                <a:lnTo>
                  <a:pt x="360424" y="244424"/>
                </a:lnTo>
                <a:close/>
              </a:path>
              <a:path w="602615" h="610235">
                <a:moveTo>
                  <a:pt x="167043" y="609688"/>
                </a:moveTo>
                <a:lnTo>
                  <a:pt x="165163" y="609688"/>
                </a:lnTo>
                <a:lnTo>
                  <a:pt x="163283" y="609523"/>
                </a:lnTo>
                <a:lnTo>
                  <a:pt x="134543" y="571119"/>
                </a:lnTo>
                <a:lnTo>
                  <a:pt x="161391" y="414502"/>
                </a:lnTo>
                <a:lnTo>
                  <a:pt x="228434" y="414502"/>
                </a:lnTo>
                <a:lnTo>
                  <a:pt x="199542" y="582244"/>
                </a:lnTo>
                <a:lnTo>
                  <a:pt x="195482" y="593277"/>
                </a:lnTo>
                <a:lnTo>
                  <a:pt x="188121" y="601962"/>
                </a:lnTo>
                <a:lnTo>
                  <a:pt x="178346" y="607649"/>
                </a:lnTo>
                <a:lnTo>
                  <a:pt x="167043" y="609688"/>
                </a:lnTo>
                <a:close/>
              </a:path>
              <a:path w="602615" h="610235">
                <a:moveTo>
                  <a:pt x="436295" y="609688"/>
                </a:moveTo>
                <a:lnTo>
                  <a:pt x="434416" y="609688"/>
                </a:lnTo>
                <a:lnTo>
                  <a:pt x="423042" y="607649"/>
                </a:lnTo>
                <a:lnTo>
                  <a:pt x="413275" y="601962"/>
                </a:lnTo>
                <a:lnTo>
                  <a:pt x="405953" y="593277"/>
                </a:lnTo>
                <a:lnTo>
                  <a:pt x="401916" y="582244"/>
                </a:lnTo>
                <a:lnTo>
                  <a:pt x="373024" y="414502"/>
                </a:lnTo>
                <a:lnTo>
                  <a:pt x="439915" y="414502"/>
                </a:lnTo>
                <a:lnTo>
                  <a:pt x="466915" y="571119"/>
                </a:lnTo>
                <a:lnTo>
                  <a:pt x="466560" y="584166"/>
                </a:lnTo>
                <a:lnTo>
                  <a:pt x="438023" y="609523"/>
                </a:lnTo>
                <a:lnTo>
                  <a:pt x="436295" y="609688"/>
                </a:lnTo>
                <a:close/>
              </a:path>
            </a:pathLst>
          </a:custGeom>
          <a:solidFill>
            <a:srgbClr val="0045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417363" y="5055323"/>
            <a:ext cx="612775" cy="612140"/>
          </a:xfrm>
          <a:custGeom>
            <a:avLst/>
            <a:gdLst/>
            <a:ahLst/>
            <a:cxnLst/>
            <a:rect l="l" t="t" r="r" b="b"/>
            <a:pathLst>
              <a:path w="612775" h="612139">
                <a:moveTo>
                  <a:pt x="57694" y="611573"/>
                </a:moveTo>
                <a:lnTo>
                  <a:pt x="17349" y="598093"/>
                </a:lnTo>
                <a:lnTo>
                  <a:pt x="0" y="553966"/>
                </a:lnTo>
                <a:lnTo>
                  <a:pt x="7141" y="531920"/>
                </a:lnTo>
                <a:lnTo>
                  <a:pt x="22378" y="511454"/>
                </a:lnTo>
                <a:lnTo>
                  <a:pt x="149137" y="384746"/>
                </a:lnTo>
                <a:lnTo>
                  <a:pt x="154763" y="379285"/>
                </a:lnTo>
                <a:lnTo>
                  <a:pt x="150623" y="372325"/>
                </a:lnTo>
                <a:lnTo>
                  <a:pt x="130331" y="330011"/>
                </a:lnTo>
                <a:lnTo>
                  <a:pt x="118583" y="285586"/>
                </a:lnTo>
                <a:lnTo>
                  <a:pt x="115382" y="240218"/>
                </a:lnTo>
                <a:lnTo>
                  <a:pt x="120730" y="195072"/>
                </a:lnTo>
                <a:lnTo>
                  <a:pt x="134628" y="151314"/>
                </a:lnTo>
                <a:lnTo>
                  <a:pt x="157081" y="110112"/>
                </a:lnTo>
                <a:lnTo>
                  <a:pt x="188088" y="72631"/>
                </a:lnTo>
                <a:lnTo>
                  <a:pt x="227065" y="40858"/>
                </a:lnTo>
                <a:lnTo>
                  <a:pt x="270314" y="18160"/>
                </a:lnTo>
                <a:lnTo>
                  <a:pt x="316411" y="4540"/>
                </a:lnTo>
                <a:lnTo>
                  <a:pt x="363932" y="0"/>
                </a:lnTo>
                <a:lnTo>
                  <a:pt x="411446" y="4540"/>
                </a:lnTo>
                <a:lnTo>
                  <a:pt x="457541" y="18160"/>
                </a:lnTo>
                <a:lnTo>
                  <a:pt x="500792" y="40858"/>
                </a:lnTo>
                <a:lnTo>
                  <a:pt x="530162" y="64795"/>
                </a:lnTo>
                <a:lnTo>
                  <a:pt x="363932" y="64795"/>
                </a:lnTo>
                <a:lnTo>
                  <a:pt x="328817" y="68150"/>
                </a:lnTo>
                <a:lnTo>
                  <a:pt x="262793" y="94986"/>
                </a:lnTo>
                <a:lnTo>
                  <a:pt x="204125" y="157565"/>
                </a:lnTo>
                <a:lnTo>
                  <a:pt x="186208" y="201643"/>
                </a:lnTo>
                <a:lnTo>
                  <a:pt x="180236" y="248208"/>
                </a:lnTo>
                <a:lnTo>
                  <a:pt x="186208" y="294774"/>
                </a:lnTo>
                <a:lnTo>
                  <a:pt x="204125" y="338851"/>
                </a:lnTo>
                <a:lnTo>
                  <a:pt x="233986" y="377951"/>
                </a:lnTo>
                <a:lnTo>
                  <a:pt x="273148" y="407765"/>
                </a:lnTo>
                <a:lnTo>
                  <a:pt x="317294" y="425653"/>
                </a:lnTo>
                <a:lnTo>
                  <a:pt x="363931" y="431615"/>
                </a:lnTo>
                <a:lnTo>
                  <a:pt x="530282" y="431615"/>
                </a:lnTo>
                <a:lnTo>
                  <a:pt x="502237" y="454741"/>
                </a:lnTo>
                <a:lnTo>
                  <a:pt x="497991" y="457047"/>
                </a:lnTo>
                <a:lnTo>
                  <a:pt x="232652" y="457047"/>
                </a:lnTo>
                <a:lnTo>
                  <a:pt x="100268" y="589229"/>
                </a:lnTo>
                <a:lnTo>
                  <a:pt x="79771" y="604442"/>
                </a:lnTo>
                <a:lnTo>
                  <a:pt x="57694" y="611573"/>
                </a:lnTo>
                <a:close/>
              </a:path>
              <a:path w="612775" h="612139">
                <a:moveTo>
                  <a:pt x="530282" y="431615"/>
                </a:moveTo>
                <a:lnTo>
                  <a:pt x="363931" y="431615"/>
                </a:lnTo>
                <a:lnTo>
                  <a:pt x="410567" y="425653"/>
                </a:lnTo>
                <a:lnTo>
                  <a:pt x="454709" y="407765"/>
                </a:lnTo>
                <a:lnTo>
                  <a:pt x="493866" y="377951"/>
                </a:lnTo>
                <a:lnTo>
                  <a:pt x="523727" y="338851"/>
                </a:lnTo>
                <a:lnTo>
                  <a:pt x="541643" y="294774"/>
                </a:lnTo>
                <a:lnTo>
                  <a:pt x="547616" y="248208"/>
                </a:lnTo>
                <a:lnTo>
                  <a:pt x="541643" y="201643"/>
                </a:lnTo>
                <a:lnTo>
                  <a:pt x="523727" y="157565"/>
                </a:lnTo>
                <a:lnTo>
                  <a:pt x="493866" y="118465"/>
                </a:lnTo>
                <a:lnTo>
                  <a:pt x="433104" y="78214"/>
                </a:lnTo>
                <a:lnTo>
                  <a:pt x="363932" y="64795"/>
                </a:lnTo>
                <a:lnTo>
                  <a:pt x="530162" y="64795"/>
                </a:lnTo>
                <a:lnTo>
                  <a:pt x="571601" y="111554"/>
                </a:lnTo>
                <a:lnTo>
                  <a:pt x="594333" y="154738"/>
                </a:lnTo>
                <a:lnTo>
                  <a:pt x="607973" y="200763"/>
                </a:lnTo>
                <a:lnTo>
                  <a:pt x="612519" y="248208"/>
                </a:lnTo>
                <a:lnTo>
                  <a:pt x="607973" y="295654"/>
                </a:lnTo>
                <a:lnTo>
                  <a:pt x="594333" y="341679"/>
                </a:lnTo>
                <a:lnTo>
                  <a:pt x="571601" y="384863"/>
                </a:lnTo>
                <a:lnTo>
                  <a:pt x="539776" y="423786"/>
                </a:lnTo>
                <a:lnTo>
                  <a:pt x="530282" y="431615"/>
                </a:lnTo>
                <a:close/>
              </a:path>
              <a:path w="612775" h="612139">
                <a:moveTo>
                  <a:pt x="449733" y="252120"/>
                </a:moveTo>
                <a:lnTo>
                  <a:pt x="351118" y="252120"/>
                </a:lnTo>
                <a:lnTo>
                  <a:pt x="352007" y="250939"/>
                </a:lnTo>
                <a:lnTo>
                  <a:pt x="435230" y="167830"/>
                </a:lnTo>
                <a:lnTo>
                  <a:pt x="441301" y="165163"/>
                </a:lnTo>
                <a:lnTo>
                  <a:pt x="447955" y="165163"/>
                </a:lnTo>
                <a:lnTo>
                  <a:pt x="483199" y="190245"/>
                </a:lnTo>
                <a:lnTo>
                  <a:pt x="487175" y="201783"/>
                </a:lnTo>
                <a:lnTo>
                  <a:pt x="485905" y="212684"/>
                </a:lnTo>
                <a:lnTo>
                  <a:pt x="479350" y="222542"/>
                </a:lnTo>
                <a:lnTo>
                  <a:pt x="449733" y="252120"/>
                </a:lnTo>
                <a:close/>
              </a:path>
              <a:path w="612775" h="612139">
                <a:moveTo>
                  <a:pt x="349353" y="333451"/>
                </a:moveTo>
                <a:lnTo>
                  <a:pt x="250890" y="254190"/>
                </a:lnTo>
                <a:lnTo>
                  <a:pt x="243142" y="237197"/>
                </a:lnTo>
                <a:lnTo>
                  <a:pt x="243930" y="230974"/>
                </a:lnTo>
                <a:lnTo>
                  <a:pt x="270446" y="200402"/>
                </a:lnTo>
                <a:lnTo>
                  <a:pt x="283160" y="196964"/>
                </a:lnTo>
                <a:lnTo>
                  <a:pt x="289383" y="196964"/>
                </a:lnTo>
                <a:lnTo>
                  <a:pt x="295149" y="199618"/>
                </a:lnTo>
                <a:lnTo>
                  <a:pt x="346533" y="250939"/>
                </a:lnTo>
                <a:lnTo>
                  <a:pt x="347422" y="252120"/>
                </a:lnTo>
                <a:lnTo>
                  <a:pt x="449733" y="252120"/>
                </a:lnTo>
                <a:lnTo>
                  <a:pt x="381471" y="320293"/>
                </a:lnTo>
                <a:lnTo>
                  <a:pt x="374497" y="326089"/>
                </a:lnTo>
                <a:lnTo>
                  <a:pt x="366855" y="330196"/>
                </a:lnTo>
                <a:lnTo>
                  <a:pt x="358491" y="332641"/>
                </a:lnTo>
                <a:lnTo>
                  <a:pt x="349353" y="333451"/>
                </a:lnTo>
                <a:close/>
              </a:path>
              <a:path w="612775" h="612139">
                <a:moveTo>
                  <a:pt x="371928" y="496367"/>
                </a:moveTo>
                <a:lnTo>
                  <a:pt x="326489" y="493171"/>
                </a:lnTo>
                <a:lnTo>
                  <a:pt x="281994" y="481444"/>
                </a:lnTo>
                <a:lnTo>
                  <a:pt x="239612" y="461187"/>
                </a:lnTo>
                <a:lnTo>
                  <a:pt x="232652" y="457047"/>
                </a:lnTo>
                <a:lnTo>
                  <a:pt x="497991" y="457047"/>
                </a:lnTo>
                <a:lnTo>
                  <a:pt x="460971" y="477154"/>
                </a:lnTo>
                <a:lnTo>
                  <a:pt x="417145" y="491029"/>
                </a:lnTo>
                <a:lnTo>
                  <a:pt x="371928" y="496367"/>
                </a:lnTo>
                <a:close/>
              </a:path>
            </a:pathLst>
          </a:custGeom>
          <a:solidFill>
            <a:srgbClr val="0045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120623" y="4949050"/>
            <a:ext cx="607695" cy="610235"/>
          </a:xfrm>
          <a:custGeom>
            <a:avLst/>
            <a:gdLst/>
            <a:ahLst/>
            <a:cxnLst/>
            <a:rect l="l" t="t" r="r" b="b"/>
            <a:pathLst>
              <a:path w="607695" h="610235">
                <a:moveTo>
                  <a:pt x="525729" y="609688"/>
                </a:moveTo>
                <a:lnTo>
                  <a:pt x="81876" y="609688"/>
                </a:lnTo>
                <a:lnTo>
                  <a:pt x="50299" y="603165"/>
                </a:lnTo>
                <a:lnTo>
                  <a:pt x="24241" y="585479"/>
                </a:lnTo>
                <a:lnTo>
                  <a:pt x="6531" y="559454"/>
                </a:lnTo>
                <a:lnTo>
                  <a:pt x="0" y="527913"/>
                </a:lnTo>
                <a:lnTo>
                  <a:pt x="0" y="200837"/>
                </a:lnTo>
                <a:lnTo>
                  <a:pt x="6531" y="168699"/>
                </a:lnTo>
                <a:lnTo>
                  <a:pt x="24241" y="142744"/>
                </a:lnTo>
                <a:lnTo>
                  <a:pt x="50299" y="125396"/>
                </a:lnTo>
                <a:lnTo>
                  <a:pt x="81876" y="119075"/>
                </a:lnTo>
                <a:lnTo>
                  <a:pt x="229831" y="119075"/>
                </a:lnTo>
                <a:lnTo>
                  <a:pt x="229831" y="0"/>
                </a:lnTo>
                <a:lnTo>
                  <a:pt x="387832" y="0"/>
                </a:lnTo>
                <a:lnTo>
                  <a:pt x="387832" y="38734"/>
                </a:lnTo>
                <a:lnTo>
                  <a:pt x="270052" y="38734"/>
                </a:lnTo>
                <a:lnTo>
                  <a:pt x="270052" y="157810"/>
                </a:lnTo>
                <a:lnTo>
                  <a:pt x="81876" y="157810"/>
                </a:lnTo>
                <a:lnTo>
                  <a:pt x="65446" y="161104"/>
                </a:lnTo>
                <a:lnTo>
                  <a:pt x="51711" y="170179"/>
                </a:lnTo>
                <a:lnTo>
                  <a:pt x="42286" y="183827"/>
                </a:lnTo>
                <a:lnTo>
                  <a:pt x="38785" y="200837"/>
                </a:lnTo>
                <a:lnTo>
                  <a:pt x="38785" y="527913"/>
                </a:lnTo>
                <a:lnTo>
                  <a:pt x="42286" y="544325"/>
                </a:lnTo>
                <a:lnTo>
                  <a:pt x="51711" y="558044"/>
                </a:lnTo>
                <a:lnTo>
                  <a:pt x="65446" y="567457"/>
                </a:lnTo>
                <a:lnTo>
                  <a:pt x="81876" y="570953"/>
                </a:lnTo>
                <a:lnTo>
                  <a:pt x="593602" y="570953"/>
                </a:lnTo>
                <a:lnTo>
                  <a:pt x="583907" y="585479"/>
                </a:lnTo>
                <a:lnTo>
                  <a:pt x="557917" y="603165"/>
                </a:lnTo>
                <a:lnTo>
                  <a:pt x="525729" y="609688"/>
                </a:lnTo>
                <a:close/>
              </a:path>
              <a:path w="607695" h="610235">
                <a:moveTo>
                  <a:pt x="387832" y="160667"/>
                </a:moveTo>
                <a:lnTo>
                  <a:pt x="349059" y="160667"/>
                </a:lnTo>
                <a:lnTo>
                  <a:pt x="349059" y="38734"/>
                </a:lnTo>
                <a:lnTo>
                  <a:pt x="387832" y="38734"/>
                </a:lnTo>
                <a:lnTo>
                  <a:pt x="387832" y="119075"/>
                </a:lnTo>
                <a:lnTo>
                  <a:pt x="525729" y="119075"/>
                </a:lnTo>
                <a:lnTo>
                  <a:pt x="557917" y="125396"/>
                </a:lnTo>
                <a:lnTo>
                  <a:pt x="583907" y="142744"/>
                </a:lnTo>
                <a:lnTo>
                  <a:pt x="593990" y="157810"/>
                </a:lnTo>
                <a:lnTo>
                  <a:pt x="387832" y="157810"/>
                </a:lnTo>
                <a:lnTo>
                  <a:pt x="387832" y="160667"/>
                </a:lnTo>
                <a:close/>
              </a:path>
              <a:path w="607695" h="610235">
                <a:moveTo>
                  <a:pt x="319887" y="106070"/>
                </a:moveTo>
                <a:lnTo>
                  <a:pt x="300837" y="106070"/>
                </a:lnTo>
                <a:lnTo>
                  <a:pt x="293103" y="98704"/>
                </a:lnTo>
                <a:lnTo>
                  <a:pt x="293103" y="80530"/>
                </a:lnTo>
                <a:lnTo>
                  <a:pt x="300837" y="73164"/>
                </a:lnTo>
                <a:lnTo>
                  <a:pt x="319887" y="73164"/>
                </a:lnTo>
                <a:lnTo>
                  <a:pt x="327621" y="80530"/>
                </a:lnTo>
                <a:lnTo>
                  <a:pt x="327621" y="98704"/>
                </a:lnTo>
                <a:lnTo>
                  <a:pt x="319887" y="106070"/>
                </a:lnTo>
                <a:close/>
              </a:path>
              <a:path w="607695" h="610235">
                <a:moveTo>
                  <a:pt x="387832" y="199402"/>
                </a:moveTo>
                <a:lnTo>
                  <a:pt x="229831" y="199402"/>
                </a:lnTo>
                <a:lnTo>
                  <a:pt x="229831" y="157810"/>
                </a:lnTo>
                <a:lnTo>
                  <a:pt x="270052" y="157810"/>
                </a:lnTo>
                <a:lnTo>
                  <a:pt x="270052" y="160667"/>
                </a:lnTo>
                <a:lnTo>
                  <a:pt x="387832" y="160667"/>
                </a:lnTo>
                <a:lnTo>
                  <a:pt x="387832" y="199402"/>
                </a:lnTo>
                <a:close/>
              </a:path>
              <a:path w="607695" h="610235">
                <a:moveTo>
                  <a:pt x="593602" y="570953"/>
                </a:moveTo>
                <a:lnTo>
                  <a:pt x="525729" y="570953"/>
                </a:lnTo>
                <a:lnTo>
                  <a:pt x="542767" y="567457"/>
                </a:lnTo>
                <a:lnTo>
                  <a:pt x="556439" y="558044"/>
                </a:lnTo>
                <a:lnTo>
                  <a:pt x="565532" y="544325"/>
                </a:lnTo>
                <a:lnTo>
                  <a:pt x="568833" y="527913"/>
                </a:lnTo>
                <a:lnTo>
                  <a:pt x="568833" y="200837"/>
                </a:lnTo>
                <a:lnTo>
                  <a:pt x="565532" y="183827"/>
                </a:lnTo>
                <a:lnTo>
                  <a:pt x="556439" y="170179"/>
                </a:lnTo>
                <a:lnTo>
                  <a:pt x="542767" y="161104"/>
                </a:lnTo>
                <a:lnTo>
                  <a:pt x="525729" y="157810"/>
                </a:lnTo>
                <a:lnTo>
                  <a:pt x="593990" y="157810"/>
                </a:lnTo>
                <a:lnTo>
                  <a:pt x="601277" y="168699"/>
                </a:lnTo>
                <a:lnTo>
                  <a:pt x="607606" y="200837"/>
                </a:lnTo>
                <a:lnTo>
                  <a:pt x="607606" y="527913"/>
                </a:lnTo>
                <a:lnTo>
                  <a:pt x="601277" y="559454"/>
                </a:lnTo>
                <a:lnTo>
                  <a:pt x="593602" y="570953"/>
                </a:lnTo>
                <a:close/>
              </a:path>
              <a:path w="607695" h="610235">
                <a:moveTo>
                  <a:pt x="301701" y="304050"/>
                </a:moveTo>
                <a:lnTo>
                  <a:pt x="179654" y="304050"/>
                </a:lnTo>
                <a:lnTo>
                  <a:pt x="181405" y="278243"/>
                </a:lnTo>
                <a:lnTo>
                  <a:pt x="189350" y="253649"/>
                </a:lnTo>
                <a:lnTo>
                  <a:pt x="207525" y="235243"/>
                </a:lnTo>
                <a:lnTo>
                  <a:pt x="239966" y="228003"/>
                </a:lnTo>
                <a:lnTo>
                  <a:pt x="271211" y="235243"/>
                </a:lnTo>
                <a:lnTo>
                  <a:pt x="289674" y="253649"/>
                </a:lnTo>
                <a:lnTo>
                  <a:pt x="298716" y="278243"/>
                </a:lnTo>
                <a:lnTo>
                  <a:pt x="301701" y="304050"/>
                </a:lnTo>
                <a:close/>
              </a:path>
              <a:path w="607695" h="610235">
                <a:moveTo>
                  <a:pt x="475551" y="299783"/>
                </a:moveTo>
                <a:lnTo>
                  <a:pt x="324624" y="299783"/>
                </a:lnTo>
                <a:lnTo>
                  <a:pt x="323176" y="295478"/>
                </a:lnTo>
                <a:lnTo>
                  <a:pt x="320306" y="292607"/>
                </a:lnTo>
                <a:lnTo>
                  <a:pt x="317436" y="291160"/>
                </a:lnTo>
                <a:lnTo>
                  <a:pt x="315864" y="279856"/>
                </a:lnTo>
                <a:lnTo>
                  <a:pt x="313482" y="269625"/>
                </a:lnTo>
                <a:lnTo>
                  <a:pt x="310558" y="260468"/>
                </a:lnTo>
                <a:lnTo>
                  <a:pt x="307365" y="252387"/>
                </a:lnTo>
                <a:lnTo>
                  <a:pt x="475551" y="252387"/>
                </a:lnTo>
                <a:lnTo>
                  <a:pt x="481304" y="258140"/>
                </a:lnTo>
                <a:lnTo>
                  <a:pt x="481304" y="294043"/>
                </a:lnTo>
                <a:lnTo>
                  <a:pt x="475551" y="299783"/>
                </a:lnTo>
                <a:close/>
              </a:path>
              <a:path w="607695" h="610235">
                <a:moveTo>
                  <a:pt x="274421" y="408800"/>
                </a:moveTo>
                <a:lnTo>
                  <a:pt x="205498" y="408800"/>
                </a:lnTo>
                <a:lnTo>
                  <a:pt x="212686" y="403059"/>
                </a:lnTo>
                <a:lnTo>
                  <a:pt x="212686" y="393014"/>
                </a:lnTo>
                <a:lnTo>
                  <a:pt x="209803" y="387273"/>
                </a:lnTo>
                <a:lnTo>
                  <a:pt x="203615" y="381152"/>
                </a:lnTo>
                <a:lnTo>
                  <a:pt x="197964" y="373821"/>
                </a:lnTo>
                <a:lnTo>
                  <a:pt x="192851" y="365685"/>
                </a:lnTo>
                <a:lnTo>
                  <a:pt x="188277" y="357149"/>
                </a:lnTo>
                <a:lnTo>
                  <a:pt x="185407" y="357149"/>
                </a:lnTo>
                <a:lnTo>
                  <a:pt x="179076" y="354054"/>
                </a:lnTo>
                <a:lnTo>
                  <a:pt x="173556" y="346386"/>
                </a:lnTo>
                <a:lnTo>
                  <a:pt x="169653" y="336564"/>
                </a:lnTo>
                <a:lnTo>
                  <a:pt x="168173" y="327012"/>
                </a:lnTo>
                <a:lnTo>
                  <a:pt x="168173" y="304050"/>
                </a:lnTo>
                <a:lnTo>
                  <a:pt x="311746" y="304050"/>
                </a:lnTo>
                <a:lnTo>
                  <a:pt x="313182" y="314096"/>
                </a:lnTo>
                <a:lnTo>
                  <a:pt x="313182" y="327012"/>
                </a:lnTo>
                <a:lnTo>
                  <a:pt x="311500" y="336564"/>
                </a:lnTo>
                <a:lnTo>
                  <a:pt x="307262" y="346386"/>
                </a:lnTo>
                <a:lnTo>
                  <a:pt x="301678" y="354054"/>
                </a:lnTo>
                <a:lnTo>
                  <a:pt x="298612" y="355714"/>
                </a:lnTo>
                <a:lnTo>
                  <a:pt x="291642" y="355714"/>
                </a:lnTo>
                <a:lnTo>
                  <a:pt x="287898" y="364878"/>
                </a:lnTo>
                <a:lnTo>
                  <a:pt x="283211" y="373103"/>
                </a:lnTo>
                <a:lnTo>
                  <a:pt x="277717" y="380524"/>
                </a:lnTo>
                <a:lnTo>
                  <a:pt x="271551" y="387273"/>
                </a:lnTo>
                <a:lnTo>
                  <a:pt x="268681" y="390143"/>
                </a:lnTo>
                <a:lnTo>
                  <a:pt x="267246" y="393014"/>
                </a:lnTo>
                <a:lnTo>
                  <a:pt x="267246" y="403059"/>
                </a:lnTo>
                <a:lnTo>
                  <a:pt x="274421" y="408800"/>
                </a:lnTo>
                <a:close/>
              </a:path>
              <a:path w="607695" h="610235">
                <a:moveTo>
                  <a:pt x="475551" y="387210"/>
                </a:moveTo>
                <a:lnTo>
                  <a:pt x="301625" y="387210"/>
                </a:lnTo>
                <a:lnTo>
                  <a:pt x="301625" y="372922"/>
                </a:lnTo>
                <a:lnTo>
                  <a:pt x="310740" y="367985"/>
                </a:lnTo>
                <a:lnTo>
                  <a:pt x="318511" y="360235"/>
                </a:lnTo>
                <a:lnTo>
                  <a:pt x="324665" y="350609"/>
                </a:lnTo>
                <a:lnTo>
                  <a:pt x="328929" y="340042"/>
                </a:lnTo>
                <a:lnTo>
                  <a:pt x="475551" y="340042"/>
                </a:lnTo>
                <a:lnTo>
                  <a:pt x="481304" y="345757"/>
                </a:lnTo>
                <a:lnTo>
                  <a:pt x="481304" y="381495"/>
                </a:lnTo>
                <a:lnTo>
                  <a:pt x="475551" y="387210"/>
                </a:lnTo>
                <a:close/>
              </a:path>
              <a:path w="607695" h="610235">
                <a:moveTo>
                  <a:pt x="295960" y="357149"/>
                </a:moveTo>
                <a:lnTo>
                  <a:pt x="293077" y="357149"/>
                </a:lnTo>
                <a:lnTo>
                  <a:pt x="291642" y="355714"/>
                </a:lnTo>
                <a:lnTo>
                  <a:pt x="298612" y="355714"/>
                </a:lnTo>
                <a:lnTo>
                  <a:pt x="295960" y="357149"/>
                </a:lnTo>
                <a:close/>
              </a:path>
              <a:path w="607695" h="610235">
                <a:moveTo>
                  <a:pt x="346201" y="500633"/>
                </a:moveTo>
                <a:lnTo>
                  <a:pt x="145199" y="500633"/>
                </a:lnTo>
                <a:lnTo>
                  <a:pt x="138044" y="499131"/>
                </a:lnTo>
                <a:lnTo>
                  <a:pt x="132097" y="495072"/>
                </a:lnTo>
                <a:lnTo>
                  <a:pt x="128034" y="489130"/>
                </a:lnTo>
                <a:lnTo>
                  <a:pt x="126530" y="481977"/>
                </a:lnTo>
                <a:lnTo>
                  <a:pt x="126530" y="466191"/>
                </a:lnTo>
                <a:lnTo>
                  <a:pt x="131062" y="443910"/>
                </a:lnTo>
                <a:lnTo>
                  <a:pt x="143402" y="425661"/>
                </a:lnTo>
                <a:lnTo>
                  <a:pt x="161666" y="413329"/>
                </a:lnTo>
                <a:lnTo>
                  <a:pt x="183972" y="408800"/>
                </a:lnTo>
                <a:lnTo>
                  <a:pt x="295960" y="408800"/>
                </a:lnTo>
                <a:lnTo>
                  <a:pt x="318259" y="413329"/>
                </a:lnTo>
                <a:lnTo>
                  <a:pt x="336519" y="425661"/>
                </a:lnTo>
                <a:lnTo>
                  <a:pt x="348858" y="443910"/>
                </a:lnTo>
                <a:lnTo>
                  <a:pt x="353390" y="466191"/>
                </a:lnTo>
                <a:lnTo>
                  <a:pt x="353390" y="492023"/>
                </a:lnTo>
                <a:lnTo>
                  <a:pt x="346201" y="500633"/>
                </a:lnTo>
                <a:close/>
              </a:path>
              <a:path w="607695" h="610235">
                <a:moveTo>
                  <a:pt x="475551" y="474865"/>
                </a:moveTo>
                <a:lnTo>
                  <a:pt x="370636" y="474865"/>
                </a:lnTo>
                <a:lnTo>
                  <a:pt x="370632" y="466191"/>
                </a:lnTo>
                <a:lnTo>
                  <a:pt x="369849" y="455751"/>
                </a:lnTo>
                <a:lnTo>
                  <a:pt x="367579" y="445785"/>
                </a:lnTo>
                <a:lnTo>
                  <a:pt x="363960" y="436358"/>
                </a:lnTo>
                <a:lnTo>
                  <a:pt x="359130" y="427469"/>
                </a:lnTo>
                <a:lnTo>
                  <a:pt x="475551" y="427469"/>
                </a:lnTo>
                <a:lnTo>
                  <a:pt x="481304" y="433222"/>
                </a:lnTo>
                <a:lnTo>
                  <a:pt x="481304" y="469125"/>
                </a:lnTo>
                <a:lnTo>
                  <a:pt x="475551" y="474865"/>
                </a:lnTo>
                <a:close/>
              </a:path>
            </a:pathLst>
          </a:custGeom>
          <a:solidFill>
            <a:srgbClr val="0045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373821" y="1807387"/>
            <a:ext cx="1016635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助学</a:t>
            </a:r>
            <a:r>
              <a:rPr sz="2600" b="1" spc="5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金</a:t>
            </a:r>
            <a:endParaRPr sz="26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440915" y="2275954"/>
            <a:ext cx="68453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9050">
            <a:solidFill>
              <a:srgbClr val="0045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405355" y="2318486"/>
            <a:ext cx="1853564" cy="65913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600" b="1" dirty="0">
                <a:solidFill>
                  <a:srgbClr val="6E6C5A"/>
                </a:solidFill>
                <a:latin typeface="微软雅黑" panose="020B0503020204020204" charset="-122"/>
                <a:cs typeface="微软雅黑" panose="020B0503020204020204" charset="-122"/>
              </a:rPr>
              <a:t>国家助学</a:t>
            </a:r>
            <a:r>
              <a:rPr sz="1600" b="1" spc="-5" dirty="0">
                <a:solidFill>
                  <a:srgbClr val="6E6C5A"/>
                </a:solidFill>
                <a:latin typeface="微软雅黑" panose="020B0503020204020204" charset="-122"/>
                <a:cs typeface="微软雅黑" panose="020B0503020204020204" charset="-122"/>
              </a:rPr>
              <a:t>金</a:t>
            </a:r>
            <a:endParaRPr sz="16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600" b="1" dirty="0">
                <a:solidFill>
                  <a:srgbClr val="6E6C5A"/>
                </a:solidFill>
                <a:latin typeface="微软雅黑" panose="020B0503020204020204" charset="-122"/>
                <a:cs typeface="微软雅黑" panose="020B0503020204020204" charset="-122"/>
              </a:rPr>
              <a:t>教育发展基金助学</a:t>
            </a:r>
            <a:r>
              <a:rPr sz="1600" b="1" spc="-5" dirty="0">
                <a:solidFill>
                  <a:srgbClr val="6E6C5A"/>
                </a:solidFill>
                <a:latin typeface="微软雅黑" panose="020B0503020204020204" charset="-122"/>
                <a:cs typeface="微软雅黑" panose="020B0503020204020204" charset="-122"/>
              </a:rPr>
              <a:t>金</a:t>
            </a:r>
            <a:endParaRPr sz="16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436889" y="4613541"/>
            <a:ext cx="1346835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学费减</a:t>
            </a:r>
            <a:r>
              <a:rPr sz="2600" b="1" spc="5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免</a:t>
            </a:r>
            <a:endParaRPr sz="26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472449" y="5129415"/>
            <a:ext cx="68453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9050">
            <a:solidFill>
              <a:srgbClr val="0045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8423223" y="5183987"/>
            <a:ext cx="3275965" cy="659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100"/>
              </a:spcBef>
            </a:pPr>
            <a:r>
              <a:rPr sz="1600" b="1" dirty="0">
                <a:solidFill>
                  <a:srgbClr val="6E6C5A"/>
                </a:solidFill>
                <a:latin typeface="微软雅黑" panose="020B0503020204020204" charset="-122"/>
                <a:cs typeface="微软雅黑" panose="020B0503020204020204" charset="-122"/>
              </a:rPr>
              <a:t>学杂费减免、大学生应征入伍服义</a:t>
            </a:r>
            <a:r>
              <a:rPr sz="1600" b="1" spc="-5" dirty="0">
                <a:solidFill>
                  <a:srgbClr val="6E6C5A"/>
                </a:solidFill>
                <a:latin typeface="微软雅黑" panose="020B0503020204020204" charset="-122"/>
                <a:cs typeface="微软雅黑" panose="020B0503020204020204" charset="-122"/>
              </a:rPr>
              <a:t>务 </a:t>
            </a:r>
            <a:r>
              <a:rPr sz="1600" b="1" dirty="0">
                <a:solidFill>
                  <a:srgbClr val="6E6C5A"/>
                </a:solidFill>
                <a:latin typeface="微软雅黑" panose="020B0503020204020204" charset="-122"/>
                <a:cs typeface="微软雅黑" panose="020B0503020204020204" charset="-122"/>
              </a:rPr>
              <a:t>兵役国家资助</a:t>
            </a:r>
            <a:r>
              <a:rPr sz="1600" b="1" spc="-5" dirty="0">
                <a:solidFill>
                  <a:srgbClr val="6E6C5A"/>
                </a:solidFill>
                <a:latin typeface="微软雅黑" panose="020B0503020204020204" charset="-122"/>
                <a:cs typeface="微软雅黑" panose="020B0503020204020204" charset="-122"/>
              </a:rPr>
              <a:t>等</a:t>
            </a:r>
            <a:endParaRPr sz="16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95142" y="1765833"/>
            <a:ext cx="1016635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奖学</a:t>
            </a:r>
            <a:r>
              <a:rPr sz="2600" b="1" spc="5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金</a:t>
            </a:r>
            <a:endParaRPr sz="26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157639" y="2258072"/>
            <a:ext cx="68453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9050">
            <a:solidFill>
              <a:srgbClr val="0045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62228" y="2306739"/>
            <a:ext cx="3275965" cy="659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8910" marR="5080" indent="-156210">
              <a:lnSpc>
                <a:spcPct val="130000"/>
              </a:lnSpc>
              <a:spcBef>
                <a:spcPts val="100"/>
              </a:spcBef>
            </a:pPr>
            <a:r>
              <a:rPr sz="1600" b="1" dirty="0">
                <a:solidFill>
                  <a:srgbClr val="6E6C5A"/>
                </a:solidFill>
                <a:latin typeface="微软雅黑" panose="020B0503020204020204" charset="-122"/>
                <a:cs typeface="微软雅黑" panose="020B0503020204020204" charset="-122"/>
              </a:rPr>
              <a:t>国家奖学金、国家励志奖学金、校</a:t>
            </a:r>
            <a:r>
              <a:rPr sz="1600" b="1" spc="-5" dirty="0">
                <a:solidFill>
                  <a:srgbClr val="6E6C5A"/>
                </a:solidFill>
                <a:latin typeface="微软雅黑" panose="020B0503020204020204" charset="-122"/>
                <a:cs typeface="微软雅黑" panose="020B0503020204020204" charset="-122"/>
              </a:rPr>
              <a:t>优 </a:t>
            </a:r>
            <a:r>
              <a:rPr sz="1600" b="1" dirty="0">
                <a:solidFill>
                  <a:srgbClr val="6E6C5A"/>
                </a:solidFill>
                <a:latin typeface="微软雅黑" panose="020B0503020204020204" charset="-122"/>
                <a:cs typeface="微软雅黑" panose="020B0503020204020204" charset="-122"/>
              </a:rPr>
              <a:t>秀学生奖学金、协和奖学金等</a:t>
            </a:r>
            <a:r>
              <a:rPr sz="1600" b="1" spc="-5" dirty="0">
                <a:solidFill>
                  <a:srgbClr val="6E6C5A"/>
                </a:solidFill>
                <a:latin typeface="微软雅黑" panose="020B0503020204020204" charset="-122"/>
                <a:cs typeface="微软雅黑" panose="020B0503020204020204" charset="-122"/>
              </a:rPr>
              <a:t>15项</a:t>
            </a:r>
            <a:endParaRPr sz="16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556738" y="4739678"/>
            <a:ext cx="1346835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困难补</a:t>
            </a:r>
            <a:r>
              <a:rPr sz="2600" b="1" spc="5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助</a:t>
            </a:r>
            <a:endParaRPr sz="26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141878" y="5224017"/>
            <a:ext cx="68453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9050">
            <a:solidFill>
              <a:srgbClr val="0045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622996" y="5272963"/>
            <a:ext cx="2259965" cy="65913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675"/>
              </a:spcBef>
            </a:pPr>
            <a:r>
              <a:rPr sz="1600" b="1" dirty="0">
                <a:solidFill>
                  <a:srgbClr val="6E6C5A"/>
                </a:solidFill>
                <a:latin typeface="微软雅黑" panose="020B0503020204020204" charset="-122"/>
                <a:cs typeface="微软雅黑" panose="020B0503020204020204" charset="-122"/>
              </a:rPr>
              <a:t>临时困难补助、求职补</a:t>
            </a:r>
            <a:r>
              <a:rPr sz="1600" b="1" spc="-5" dirty="0">
                <a:solidFill>
                  <a:srgbClr val="6E6C5A"/>
                </a:solidFill>
                <a:latin typeface="微软雅黑" panose="020B0503020204020204" charset="-122"/>
                <a:cs typeface="微软雅黑" panose="020B0503020204020204" charset="-122"/>
              </a:rPr>
              <a:t>助</a:t>
            </a:r>
            <a:endParaRPr sz="1600">
              <a:latin typeface="微软雅黑" panose="020B0503020204020204" charset="-122"/>
              <a:cs typeface="微软雅黑" panose="020B0503020204020204" charset="-122"/>
            </a:endParaRPr>
          </a:p>
          <a:p>
            <a:pPr marR="5080" algn="r">
              <a:lnSpc>
                <a:spcPct val="100000"/>
              </a:lnSpc>
              <a:spcBef>
                <a:spcPts val="575"/>
              </a:spcBef>
            </a:pPr>
            <a:r>
              <a:rPr sz="1600" b="1" dirty="0">
                <a:solidFill>
                  <a:srgbClr val="6E6C5A"/>
                </a:solidFill>
                <a:latin typeface="微软雅黑" panose="020B0503020204020204" charset="-122"/>
                <a:cs typeface="微软雅黑" panose="020B0503020204020204" charset="-122"/>
              </a:rPr>
              <a:t>基层就业补</a:t>
            </a:r>
            <a:r>
              <a:rPr sz="1600" b="1" spc="-5" dirty="0">
                <a:solidFill>
                  <a:srgbClr val="6E6C5A"/>
                </a:solidFill>
                <a:latin typeface="微软雅黑" panose="020B0503020204020204" charset="-122"/>
                <a:cs typeface="微软雅黑" panose="020B0503020204020204" charset="-122"/>
              </a:rPr>
              <a:t>助</a:t>
            </a:r>
            <a:endParaRPr sz="16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3578" y="409371"/>
            <a:ext cx="297497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73075" algn="l"/>
                <a:tab pos="473075" algn="l"/>
              </a:tabLst>
            </a:pPr>
            <a:r>
              <a:rPr sz="2800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完善的奖助体</a:t>
            </a:r>
            <a:r>
              <a:rPr sz="2800" spc="-5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系</a:t>
            </a:r>
            <a:endParaRPr sz="28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12216" y="1051560"/>
            <a:ext cx="10563860" cy="0"/>
          </a:xfrm>
          <a:custGeom>
            <a:avLst/>
            <a:gdLst/>
            <a:ahLst/>
            <a:cxnLst/>
            <a:rect l="l" t="t" r="r" b="b"/>
            <a:pathLst>
              <a:path w="10563860">
                <a:moveTo>
                  <a:pt x="0" y="0"/>
                </a:moveTo>
                <a:lnTo>
                  <a:pt x="10563707" y="0"/>
                </a:lnTo>
              </a:path>
            </a:pathLst>
          </a:custGeom>
          <a:ln w="28575">
            <a:solidFill>
              <a:srgbClr val="0045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0994135" y="204215"/>
            <a:ext cx="1014983" cy="98450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2098954" y="3322713"/>
            <a:ext cx="1853564" cy="11417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99110">
              <a:lnSpc>
                <a:spcPct val="100000"/>
              </a:lnSpc>
              <a:spcBef>
                <a:spcPts val="105"/>
              </a:spcBef>
            </a:pPr>
            <a:r>
              <a:rPr sz="2600" b="1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助学</a:t>
            </a:r>
            <a:r>
              <a:rPr sz="2600" b="1" u="heavy" dirty="0">
                <a:solidFill>
                  <a:srgbClr val="004578"/>
                </a:solidFill>
                <a:uFill>
                  <a:solidFill>
                    <a:srgbClr val="004578"/>
                  </a:solidFill>
                </a:uFill>
                <a:latin typeface="微软雅黑" panose="020B0503020204020204" charset="-122"/>
                <a:cs typeface="微软雅黑" panose="020B0503020204020204" charset="-122"/>
              </a:rPr>
              <a:t>贷</a:t>
            </a:r>
            <a:r>
              <a:rPr sz="2600" b="1" u="heavy" spc="5" dirty="0">
                <a:solidFill>
                  <a:srgbClr val="004578"/>
                </a:solidFill>
                <a:uFill>
                  <a:solidFill>
                    <a:srgbClr val="004578"/>
                  </a:solidFill>
                </a:uFill>
                <a:latin typeface="微软雅黑" panose="020B0503020204020204" charset="-122"/>
                <a:cs typeface="微软雅黑" panose="020B0503020204020204" charset="-122"/>
              </a:rPr>
              <a:t>款</a:t>
            </a:r>
            <a:endParaRPr sz="26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marR="5080">
              <a:lnSpc>
                <a:spcPct val="130000"/>
              </a:lnSpc>
              <a:spcBef>
                <a:spcPts val="670"/>
              </a:spcBef>
            </a:pPr>
            <a:r>
              <a:rPr sz="1600" b="1" dirty="0">
                <a:solidFill>
                  <a:srgbClr val="6E6C5A"/>
                </a:solidFill>
                <a:latin typeface="微软雅黑" panose="020B0503020204020204" charset="-122"/>
                <a:cs typeface="微软雅黑" panose="020B0503020204020204" charset="-122"/>
              </a:rPr>
              <a:t>生源地信用助学贷</a:t>
            </a:r>
            <a:r>
              <a:rPr sz="1600" b="1" spc="-5" dirty="0">
                <a:solidFill>
                  <a:srgbClr val="6E6C5A"/>
                </a:solidFill>
                <a:latin typeface="微软雅黑" panose="020B0503020204020204" charset="-122"/>
                <a:cs typeface="微软雅黑" panose="020B0503020204020204" charset="-122"/>
              </a:rPr>
              <a:t>款 </a:t>
            </a:r>
            <a:r>
              <a:rPr sz="1600" b="1" dirty="0">
                <a:solidFill>
                  <a:srgbClr val="6E6C5A"/>
                </a:solidFill>
                <a:latin typeface="微软雅黑" panose="020B0503020204020204" charset="-122"/>
                <a:cs typeface="微软雅黑" panose="020B0503020204020204" charset="-122"/>
              </a:rPr>
              <a:t>校园地国家助学贷</a:t>
            </a:r>
            <a:r>
              <a:rPr sz="1600" b="1" spc="-5" dirty="0">
                <a:solidFill>
                  <a:srgbClr val="6E6C5A"/>
                </a:solidFill>
                <a:latin typeface="微软雅黑" panose="020B0503020204020204" charset="-122"/>
                <a:cs typeface="微软雅黑" panose="020B0503020204020204" charset="-122"/>
              </a:rPr>
              <a:t>款</a:t>
            </a:r>
            <a:endParaRPr sz="16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402167" y="3297504"/>
            <a:ext cx="1346835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勤工助</a:t>
            </a:r>
            <a:r>
              <a:rPr sz="2600" b="1" spc="5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学</a:t>
            </a:r>
            <a:endParaRPr sz="26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430945" y="3872928"/>
            <a:ext cx="336994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6E6C5A"/>
                </a:solidFill>
                <a:latin typeface="微软雅黑" panose="020B0503020204020204" charset="-122"/>
                <a:cs typeface="微软雅黑" panose="020B0503020204020204" charset="-122"/>
              </a:rPr>
              <a:t>校内设有约</a:t>
            </a:r>
            <a:r>
              <a:rPr sz="1600" b="1" spc="-5" dirty="0">
                <a:solidFill>
                  <a:srgbClr val="6E6C5A"/>
                </a:solidFill>
                <a:latin typeface="微软雅黑" panose="020B0503020204020204" charset="-122"/>
                <a:cs typeface="微软雅黑" panose="020B0503020204020204" charset="-122"/>
              </a:rPr>
              <a:t>1000</a:t>
            </a:r>
            <a:r>
              <a:rPr sz="1600" b="1" dirty="0">
                <a:solidFill>
                  <a:srgbClr val="6E6C5A"/>
                </a:solidFill>
                <a:latin typeface="微软雅黑" panose="020B0503020204020204" charset="-122"/>
                <a:cs typeface="微软雅黑" panose="020B0503020204020204" charset="-122"/>
              </a:rPr>
              <a:t>个勤工助学固定岗</a:t>
            </a:r>
            <a:r>
              <a:rPr sz="1600" b="1" spc="-5" dirty="0">
                <a:solidFill>
                  <a:srgbClr val="6E6C5A"/>
                </a:solidFill>
                <a:latin typeface="微软雅黑" panose="020B0503020204020204" charset="-122"/>
                <a:cs typeface="微软雅黑" panose="020B0503020204020204" charset="-122"/>
              </a:rPr>
              <a:t>位</a:t>
            </a:r>
            <a:endParaRPr sz="16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449589" y="3766311"/>
            <a:ext cx="68453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9050">
            <a:solidFill>
              <a:srgbClr val="0045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" name="音频 30">
            <a:hlinkClick r:id="" action="ppaction://media"/>
            <a:extLst>
              <a:ext uri="{FF2B5EF4-FFF2-40B4-BE49-F238E27FC236}">
                <a16:creationId xmlns:a16="http://schemas.microsoft.com/office/drawing/2014/main" id="{A274D8E5-29B6-4E79-8A90-B5C66AF3992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5935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953"/>
    </mc:Choice>
    <mc:Fallback>
      <p:transition spd="slow" advTm="895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1"/>
                </p:tgtEl>
              </p:cMediaNode>
            </p:audio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511040" y="704215"/>
            <a:ext cx="3947160" cy="583565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学生资助工作体系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1935480" y="1562100"/>
            <a:ext cx="8717280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>
            <a:off x="1935480" y="1562100"/>
            <a:ext cx="15240" cy="472440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>
            <a:off x="10637520" y="1562100"/>
            <a:ext cx="7620" cy="472440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>
            <a:off x="3367405" y="1562100"/>
            <a:ext cx="15240" cy="472440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4495800" y="1562100"/>
            <a:ext cx="15240" cy="472440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6467475" y="1287780"/>
            <a:ext cx="3810" cy="27432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>
            <a:off x="5631815" y="1562100"/>
            <a:ext cx="15240" cy="472440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>
            <a:off x="6794500" y="1562100"/>
            <a:ext cx="15240" cy="472440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>
            <a:off x="8024495" y="1577340"/>
            <a:ext cx="15240" cy="472440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>
            <a:endCxn id="45" idx="0"/>
          </p:cNvCxnSpPr>
          <p:nvPr/>
        </p:nvCxnSpPr>
        <p:spPr>
          <a:xfrm flipH="1">
            <a:off x="9214485" y="1592580"/>
            <a:ext cx="5715" cy="437515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1423670" y="2049780"/>
            <a:ext cx="1039495" cy="583565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3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奖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2855595" y="2049780"/>
            <a:ext cx="1039495" cy="583565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3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贷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3983355" y="2049780"/>
            <a:ext cx="1039495" cy="583565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3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助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5119370" y="2049780"/>
            <a:ext cx="1039495" cy="583565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3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6315710" y="2049780"/>
            <a:ext cx="1039495" cy="583565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3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勤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7512685" y="2023251"/>
            <a:ext cx="1039495" cy="583565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3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偿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8694420" y="2030095"/>
            <a:ext cx="1039495" cy="583565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3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免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10140315" y="2034540"/>
            <a:ext cx="1039495" cy="583565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3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绿</a:t>
            </a:r>
          </a:p>
        </p:txBody>
      </p:sp>
      <p:cxnSp>
        <p:nvCxnSpPr>
          <p:cNvPr id="48" name="直接箭头连接符 47"/>
          <p:cNvCxnSpPr/>
          <p:nvPr/>
        </p:nvCxnSpPr>
        <p:spPr>
          <a:xfrm>
            <a:off x="1950720" y="2633345"/>
            <a:ext cx="15240" cy="472440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 flipV="1">
            <a:off x="926465" y="2796540"/>
            <a:ext cx="1542415" cy="4445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/>
          <p:nvPr/>
        </p:nvCxnSpPr>
        <p:spPr>
          <a:xfrm>
            <a:off x="2463165" y="2781935"/>
            <a:ext cx="15240" cy="304800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/>
          <p:nvPr/>
        </p:nvCxnSpPr>
        <p:spPr>
          <a:xfrm>
            <a:off x="1423670" y="2800985"/>
            <a:ext cx="15240" cy="304800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/>
          <p:nvPr/>
        </p:nvCxnSpPr>
        <p:spPr>
          <a:xfrm>
            <a:off x="926465" y="2781935"/>
            <a:ext cx="15240" cy="304800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/>
          <p:cNvSpPr txBox="1"/>
          <p:nvPr/>
        </p:nvSpPr>
        <p:spPr>
          <a:xfrm>
            <a:off x="711200" y="3105785"/>
            <a:ext cx="446405" cy="1938020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国家奖学金</a:t>
            </a:r>
          </a:p>
        </p:txBody>
      </p:sp>
      <p:sp>
        <p:nvSpPr>
          <p:cNvPr id="66" name="文本框 65"/>
          <p:cNvSpPr txBox="1"/>
          <p:nvPr/>
        </p:nvSpPr>
        <p:spPr>
          <a:xfrm>
            <a:off x="1207770" y="3105785"/>
            <a:ext cx="446405" cy="2676525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国家励志奖学金</a:t>
            </a:r>
          </a:p>
        </p:txBody>
      </p:sp>
      <p:sp>
        <p:nvSpPr>
          <p:cNvPr id="67" name="文本框 66"/>
          <p:cNvSpPr txBox="1"/>
          <p:nvPr/>
        </p:nvSpPr>
        <p:spPr>
          <a:xfrm>
            <a:off x="1735455" y="3105785"/>
            <a:ext cx="446405" cy="3415030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学校优秀学生奖学金</a:t>
            </a:r>
          </a:p>
        </p:txBody>
      </p:sp>
      <p:sp>
        <p:nvSpPr>
          <p:cNvPr id="98" name="文本框 97"/>
          <p:cNvSpPr txBox="1"/>
          <p:nvPr/>
        </p:nvSpPr>
        <p:spPr>
          <a:xfrm>
            <a:off x="2277745" y="3105785"/>
            <a:ext cx="446405" cy="2306955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社会奖</a:t>
            </a:r>
          </a:p>
          <a:p>
            <a:pPr algn="ctr"/>
            <a:r>
              <a:rPr lang="zh-CN" altLang="en-US" sz="2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助学金</a:t>
            </a:r>
          </a:p>
        </p:txBody>
      </p:sp>
      <p:cxnSp>
        <p:nvCxnSpPr>
          <p:cNvPr id="104" name="直接箭头连接符 103"/>
          <p:cNvCxnSpPr/>
          <p:nvPr/>
        </p:nvCxnSpPr>
        <p:spPr>
          <a:xfrm>
            <a:off x="3057525" y="2781935"/>
            <a:ext cx="15240" cy="304800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箭头连接符 104"/>
          <p:cNvCxnSpPr/>
          <p:nvPr/>
        </p:nvCxnSpPr>
        <p:spPr>
          <a:xfrm flipH="1">
            <a:off x="3688080" y="2781935"/>
            <a:ext cx="5080" cy="304165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组合 108"/>
          <p:cNvGrpSpPr/>
          <p:nvPr/>
        </p:nvGrpSpPr>
        <p:grpSpPr>
          <a:xfrm>
            <a:off x="3057525" y="2633345"/>
            <a:ext cx="635000" cy="177800"/>
            <a:chOff x="4815" y="4147"/>
            <a:chExt cx="1000" cy="280"/>
          </a:xfrm>
        </p:grpSpPr>
        <p:cxnSp>
          <p:nvCxnSpPr>
            <p:cNvPr id="102" name="直接连接符 101"/>
            <p:cNvCxnSpPr/>
            <p:nvPr/>
          </p:nvCxnSpPr>
          <p:spPr>
            <a:xfrm>
              <a:off x="4815" y="4394"/>
              <a:ext cx="1001" cy="10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06" name="直接连接符 105"/>
            <p:cNvCxnSpPr>
              <a:stCxn id="40" idx="2"/>
            </p:cNvCxnSpPr>
            <p:nvPr/>
          </p:nvCxnSpPr>
          <p:spPr>
            <a:xfrm flipH="1">
              <a:off x="5304" y="4147"/>
              <a:ext cx="12" cy="281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7" name="文本框 106"/>
          <p:cNvSpPr txBox="1"/>
          <p:nvPr/>
        </p:nvSpPr>
        <p:spPr>
          <a:xfrm>
            <a:off x="2841625" y="3105785"/>
            <a:ext cx="446405" cy="3415030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生源地信用助学贷款</a:t>
            </a:r>
          </a:p>
        </p:txBody>
      </p:sp>
      <p:sp>
        <p:nvSpPr>
          <p:cNvPr id="108" name="文本框 107"/>
          <p:cNvSpPr txBox="1"/>
          <p:nvPr/>
        </p:nvSpPr>
        <p:spPr>
          <a:xfrm>
            <a:off x="3448685" y="3105785"/>
            <a:ext cx="446405" cy="3415030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校园地国家助学贷款</a:t>
            </a:r>
          </a:p>
        </p:txBody>
      </p:sp>
      <p:sp>
        <p:nvSpPr>
          <p:cNvPr id="115" name="文本框 114"/>
          <p:cNvSpPr txBox="1"/>
          <p:nvPr/>
        </p:nvSpPr>
        <p:spPr>
          <a:xfrm>
            <a:off x="4279900" y="3075305"/>
            <a:ext cx="446405" cy="1938020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国家助学金</a:t>
            </a:r>
          </a:p>
        </p:txBody>
      </p:sp>
      <p:cxnSp>
        <p:nvCxnSpPr>
          <p:cNvPr id="116" name="直接箭头连接符 115"/>
          <p:cNvCxnSpPr/>
          <p:nvPr/>
        </p:nvCxnSpPr>
        <p:spPr>
          <a:xfrm>
            <a:off x="10668000" y="2613660"/>
            <a:ext cx="0" cy="441960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文本框 116"/>
          <p:cNvSpPr txBox="1"/>
          <p:nvPr/>
        </p:nvSpPr>
        <p:spPr>
          <a:xfrm>
            <a:off x="10445115" y="3055620"/>
            <a:ext cx="446405" cy="1568450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绿色通道</a:t>
            </a:r>
          </a:p>
        </p:txBody>
      </p:sp>
      <p:sp>
        <p:nvSpPr>
          <p:cNvPr id="118" name="文本框 117"/>
          <p:cNvSpPr txBox="1"/>
          <p:nvPr/>
        </p:nvSpPr>
        <p:spPr>
          <a:xfrm>
            <a:off x="6612890" y="3055620"/>
            <a:ext cx="446405" cy="1568450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勤工助学</a:t>
            </a:r>
          </a:p>
        </p:txBody>
      </p:sp>
      <p:cxnSp>
        <p:nvCxnSpPr>
          <p:cNvPr id="119" name="直接箭头连接符 118"/>
          <p:cNvCxnSpPr/>
          <p:nvPr/>
        </p:nvCxnSpPr>
        <p:spPr>
          <a:xfrm>
            <a:off x="6835775" y="2618740"/>
            <a:ext cx="0" cy="441960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接箭头连接符 119"/>
          <p:cNvCxnSpPr/>
          <p:nvPr/>
        </p:nvCxnSpPr>
        <p:spPr>
          <a:xfrm>
            <a:off x="9220200" y="2578100"/>
            <a:ext cx="0" cy="441960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文本框 120"/>
          <p:cNvSpPr txBox="1"/>
          <p:nvPr/>
        </p:nvSpPr>
        <p:spPr>
          <a:xfrm>
            <a:off x="8997315" y="3040380"/>
            <a:ext cx="446405" cy="1938020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学杂费减免</a:t>
            </a:r>
          </a:p>
        </p:txBody>
      </p:sp>
      <p:cxnSp>
        <p:nvCxnSpPr>
          <p:cNvPr id="124" name="直接箭头连接符 123"/>
          <p:cNvCxnSpPr/>
          <p:nvPr/>
        </p:nvCxnSpPr>
        <p:spPr>
          <a:xfrm>
            <a:off x="4511040" y="2633980"/>
            <a:ext cx="0" cy="441960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文本框 125"/>
          <p:cNvSpPr txBox="1"/>
          <p:nvPr/>
        </p:nvSpPr>
        <p:spPr>
          <a:xfrm>
            <a:off x="5119370" y="3075305"/>
            <a:ext cx="446405" cy="2306955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临时困难补助</a:t>
            </a:r>
          </a:p>
        </p:txBody>
      </p:sp>
      <p:grpSp>
        <p:nvGrpSpPr>
          <p:cNvPr id="133" name="组合 132"/>
          <p:cNvGrpSpPr/>
          <p:nvPr/>
        </p:nvGrpSpPr>
        <p:grpSpPr>
          <a:xfrm>
            <a:off x="5321300" y="2633980"/>
            <a:ext cx="650875" cy="426085"/>
            <a:chOff x="8380" y="4148"/>
            <a:chExt cx="1025" cy="671"/>
          </a:xfrm>
        </p:grpSpPr>
        <p:cxnSp>
          <p:nvCxnSpPr>
            <p:cNvPr id="125" name="直接箭头连接符 124"/>
            <p:cNvCxnSpPr/>
            <p:nvPr/>
          </p:nvCxnSpPr>
          <p:spPr>
            <a:xfrm>
              <a:off x="8424" y="4380"/>
              <a:ext cx="14" cy="439"/>
            </a:xfrm>
            <a:prstGeom prst="straightConnector1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8" name="组合 127"/>
            <p:cNvGrpSpPr/>
            <p:nvPr/>
          </p:nvGrpSpPr>
          <p:grpSpPr>
            <a:xfrm>
              <a:off x="8380" y="4148"/>
              <a:ext cx="1000" cy="280"/>
              <a:chOff x="4815" y="4147"/>
              <a:chExt cx="1000" cy="280"/>
            </a:xfrm>
          </p:grpSpPr>
          <p:cxnSp>
            <p:nvCxnSpPr>
              <p:cNvPr id="129" name="直接连接符 128"/>
              <p:cNvCxnSpPr/>
              <p:nvPr/>
            </p:nvCxnSpPr>
            <p:spPr>
              <a:xfrm>
                <a:off x="4815" y="4394"/>
                <a:ext cx="1001" cy="10"/>
              </a:xfrm>
              <a:prstGeom prst="line">
                <a:avLst/>
              </a:prstGeom>
              <a:ln w="381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30" name="直接连接符 129"/>
              <p:cNvCxnSpPr/>
              <p:nvPr/>
            </p:nvCxnSpPr>
            <p:spPr>
              <a:xfrm flipH="1">
                <a:off x="5304" y="4147"/>
                <a:ext cx="12" cy="281"/>
              </a:xfrm>
              <a:prstGeom prst="line">
                <a:avLst/>
              </a:prstGeom>
              <a:ln w="381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1" name="直接箭头连接符 130"/>
            <p:cNvCxnSpPr/>
            <p:nvPr/>
          </p:nvCxnSpPr>
          <p:spPr>
            <a:xfrm>
              <a:off x="9391" y="4381"/>
              <a:ext cx="14" cy="439"/>
            </a:xfrm>
            <a:prstGeom prst="straightConnector1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2" name="文本框 131"/>
          <p:cNvSpPr txBox="1"/>
          <p:nvPr/>
        </p:nvSpPr>
        <p:spPr>
          <a:xfrm>
            <a:off x="5729605" y="3075305"/>
            <a:ext cx="446405" cy="2306955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专项资助活动</a:t>
            </a:r>
          </a:p>
        </p:txBody>
      </p:sp>
      <p:cxnSp>
        <p:nvCxnSpPr>
          <p:cNvPr id="61" name="直接箭头连接符 60"/>
          <p:cNvCxnSpPr/>
          <p:nvPr/>
        </p:nvCxnSpPr>
        <p:spPr>
          <a:xfrm rot="16200000" flipH="1">
            <a:off x="7874000" y="2816578"/>
            <a:ext cx="428976" cy="11289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本框 121"/>
          <p:cNvSpPr txBox="1"/>
          <p:nvPr/>
        </p:nvSpPr>
        <p:spPr>
          <a:xfrm>
            <a:off x="7845779" y="3040380"/>
            <a:ext cx="462844" cy="3416320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服义务兵役补偿贷偿</a:t>
            </a:r>
          </a:p>
        </p:txBody>
      </p:sp>
      <p:pic>
        <p:nvPicPr>
          <p:cNvPr id="3" name="音频 2">
            <a:hlinkClick r:id="" action="ppaction://media"/>
            <a:extLst>
              <a:ext uri="{FF2B5EF4-FFF2-40B4-BE49-F238E27FC236}">
                <a16:creationId xmlns:a16="http://schemas.microsoft.com/office/drawing/2014/main" id="{4F29EC52-FF77-4E2A-9CDB-D067BACEF95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528813"/>
      </p:ext>
    </p:extLst>
  </p:cSld>
  <p:clrMapOvr>
    <a:masterClrMapping/>
  </p:clrMapOvr>
  <p:transition spd="slow" advTm="3765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86874" y="2849257"/>
            <a:ext cx="5418455" cy="0"/>
          </a:xfrm>
          <a:custGeom>
            <a:avLst/>
            <a:gdLst/>
            <a:ahLst/>
            <a:cxnLst/>
            <a:rect l="l" t="t" r="r" b="b"/>
            <a:pathLst>
              <a:path w="5418455">
                <a:moveTo>
                  <a:pt x="0" y="0"/>
                </a:moveTo>
                <a:lnTo>
                  <a:pt x="5418239" y="0"/>
                </a:lnTo>
              </a:path>
            </a:pathLst>
          </a:custGeom>
          <a:ln w="19050">
            <a:solidFill>
              <a:srgbClr val="00409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386874" y="4266628"/>
            <a:ext cx="5418455" cy="0"/>
          </a:xfrm>
          <a:custGeom>
            <a:avLst/>
            <a:gdLst/>
            <a:ahLst/>
            <a:cxnLst/>
            <a:rect l="l" t="t" r="r" b="b"/>
            <a:pathLst>
              <a:path w="5418455">
                <a:moveTo>
                  <a:pt x="0" y="0"/>
                </a:moveTo>
                <a:lnTo>
                  <a:pt x="5418239" y="0"/>
                </a:lnTo>
              </a:path>
            </a:pathLst>
          </a:custGeom>
          <a:ln w="19050">
            <a:solidFill>
              <a:srgbClr val="00409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3386874" y="2824685"/>
            <a:ext cx="5434077" cy="1412566"/>
          </a:xfrm>
          <a:prstGeom prst="rect">
            <a:avLst/>
          </a:prstGeom>
        </p:spPr>
        <p:txBody>
          <a:bodyPr vert="horz" wrap="square" lIns="0" tIns="2965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20"/>
              </a:spcBef>
            </a:pPr>
            <a:r>
              <a:rPr lang="zh-CN" altLang="en-US" b="0" spc="-5" dirty="0">
                <a:latin typeface="微软雅黑" pitchFamily="34" charset="-122"/>
                <a:ea typeface="微软雅黑" pitchFamily="34" charset="-122"/>
              </a:rPr>
              <a:t>就业前景</a:t>
            </a:r>
            <a:endParaRPr lang="en-US" altLang="zh-CN" b="0" spc="-5" dirty="0"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00000"/>
              </a:lnSpc>
              <a:spcBef>
                <a:spcPts val="1020"/>
              </a:spcBef>
            </a:pPr>
            <a:r>
              <a:rPr sz="2000" b="0" spc="-5" dirty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rPr>
              <a:t>Fujian Medical</a:t>
            </a:r>
            <a:r>
              <a:rPr sz="2000" b="0" spc="-60" dirty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0" spc="-5" dirty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rPr>
              <a:t>University</a:t>
            </a:r>
            <a:endParaRPr sz="2000" dirty="0">
              <a:solidFill>
                <a:schemeClr val="tx1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66003" y="1223327"/>
            <a:ext cx="1458595" cy="1457325"/>
          </a:xfrm>
          <a:custGeom>
            <a:avLst/>
            <a:gdLst/>
            <a:ahLst/>
            <a:cxnLst/>
            <a:rect l="l" t="t" r="r" b="b"/>
            <a:pathLst>
              <a:path w="1458595" h="1457325">
                <a:moveTo>
                  <a:pt x="729361" y="1457325"/>
                </a:moveTo>
                <a:lnTo>
                  <a:pt x="681451" y="1455775"/>
                </a:lnTo>
                <a:lnTo>
                  <a:pt x="634368" y="1451189"/>
                </a:lnTo>
                <a:lnTo>
                  <a:pt x="588208" y="1443663"/>
                </a:lnTo>
                <a:lnTo>
                  <a:pt x="543066" y="1433294"/>
                </a:lnTo>
                <a:lnTo>
                  <a:pt x="499037" y="1420176"/>
                </a:lnTo>
                <a:lnTo>
                  <a:pt x="456219" y="1404407"/>
                </a:lnTo>
                <a:lnTo>
                  <a:pt x="414706" y="1386083"/>
                </a:lnTo>
                <a:lnTo>
                  <a:pt x="374594" y="1365298"/>
                </a:lnTo>
                <a:lnTo>
                  <a:pt x="335980" y="1342150"/>
                </a:lnTo>
                <a:lnTo>
                  <a:pt x="298958" y="1316734"/>
                </a:lnTo>
                <a:lnTo>
                  <a:pt x="263626" y="1289146"/>
                </a:lnTo>
                <a:lnTo>
                  <a:pt x="230078" y="1259483"/>
                </a:lnTo>
                <a:lnTo>
                  <a:pt x="198410" y="1227840"/>
                </a:lnTo>
                <a:lnTo>
                  <a:pt x="168719" y="1194313"/>
                </a:lnTo>
                <a:lnTo>
                  <a:pt x="141100" y="1158999"/>
                </a:lnTo>
                <a:lnTo>
                  <a:pt x="115650" y="1121993"/>
                </a:lnTo>
                <a:lnTo>
                  <a:pt x="92463" y="1083392"/>
                </a:lnTo>
                <a:lnTo>
                  <a:pt x="71637" y="1043291"/>
                </a:lnTo>
                <a:lnTo>
                  <a:pt x="53267" y="1001786"/>
                </a:lnTo>
                <a:lnTo>
                  <a:pt x="37450" y="958974"/>
                </a:lnTo>
                <a:lnTo>
                  <a:pt x="24280" y="914951"/>
                </a:lnTo>
                <a:lnTo>
                  <a:pt x="13855" y="869812"/>
                </a:lnTo>
                <a:lnTo>
                  <a:pt x="6290" y="823851"/>
                </a:lnTo>
                <a:lnTo>
                  <a:pt x="1630" y="776796"/>
                </a:lnTo>
                <a:lnTo>
                  <a:pt x="0" y="728916"/>
                </a:lnTo>
                <a:lnTo>
                  <a:pt x="1630" y="680977"/>
                </a:lnTo>
                <a:lnTo>
                  <a:pt x="6290" y="633869"/>
                </a:lnTo>
                <a:lnTo>
                  <a:pt x="13923" y="587512"/>
                </a:lnTo>
                <a:lnTo>
                  <a:pt x="24360" y="542373"/>
                </a:lnTo>
                <a:lnTo>
                  <a:pt x="37537" y="498350"/>
                </a:lnTo>
                <a:lnTo>
                  <a:pt x="53358" y="455538"/>
                </a:lnTo>
                <a:lnTo>
                  <a:pt x="71728" y="414033"/>
                </a:lnTo>
                <a:lnTo>
                  <a:pt x="92553" y="373932"/>
                </a:lnTo>
                <a:lnTo>
                  <a:pt x="115735" y="335331"/>
                </a:lnTo>
                <a:lnTo>
                  <a:pt x="141181" y="298325"/>
                </a:lnTo>
                <a:lnTo>
                  <a:pt x="168793" y="263011"/>
                </a:lnTo>
                <a:lnTo>
                  <a:pt x="198477" y="229484"/>
                </a:lnTo>
                <a:lnTo>
                  <a:pt x="230137" y="197841"/>
                </a:lnTo>
                <a:lnTo>
                  <a:pt x="263678" y="168178"/>
                </a:lnTo>
                <a:lnTo>
                  <a:pt x="299003" y="140590"/>
                </a:lnTo>
                <a:lnTo>
                  <a:pt x="336017" y="115174"/>
                </a:lnTo>
                <a:lnTo>
                  <a:pt x="374624" y="92026"/>
                </a:lnTo>
                <a:lnTo>
                  <a:pt x="414729" y="71241"/>
                </a:lnTo>
                <a:lnTo>
                  <a:pt x="456236" y="52917"/>
                </a:lnTo>
                <a:lnTo>
                  <a:pt x="499050" y="37148"/>
                </a:lnTo>
                <a:lnTo>
                  <a:pt x="543074" y="24030"/>
                </a:lnTo>
                <a:lnTo>
                  <a:pt x="588212" y="13661"/>
                </a:lnTo>
                <a:lnTo>
                  <a:pt x="634370" y="6135"/>
                </a:lnTo>
                <a:lnTo>
                  <a:pt x="681452" y="1549"/>
                </a:lnTo>
                <a:lnTo>
                  <a:pt x="729361" y="0"/>
                </a:lnTo>
                <a:lnTo>
                  <a:pt x="777270" y="1549"/>
                </a:lnTo>
                <a:lnTo>
                  <a:pt x="824352" y="6135"/>
                </a:lnTo>
                <a:lnTo>
                  <a:pt x="870512" y="13661"/>
                </a:lnTo>
                <a:lnTo>
                  <a:pt x="915653" y="24031"/>
                </a:lnTo>
                <a:lnTo>
                  <a:pt x="959678" y="37150"/>
                </a:lnTo>
                <a:lnTo>
                  <a:pt x="1002493" y="52920"/>
                </a:lnTo>
                <a:lnTo>
                  <a:pt x="1044000" y="71247"/>
                </a:lnTo>
                <a:lnTo>
                  <a:pt x="1084104" y="92034"/>
                </a:lnTo>
                <a:lnTo>
                  <a:pt x="1122709" y="115186"/>
                </a:lnTo>
                <a:lnTo>
                  <a:pt x="1159718" y="140607"/>
                </a:lnTo>
                <a:lnTo>
                  <a:pt x="1195036" y="168200"/>
                </a:lnTo>
                <a:lnTo>
                  <a:pt x="1228566" y="197869"/>
                </a:lnTo>
                <a:lnTo>
                  <a:pt x="1260213" y="229520"/>
                </a:lnTo>
                <a:lnTo>
                  <a:pt x="1289879" y="263056"/>
                </a:lnTo>
                <a:lnTo>
                  <a:pt x="1317470" y="298380"/>
                </a:lnTo>
                <a:lnTo>
                  <a:pt x="1342888" y="335398"/>
                </a:lnTo>
                <a:lnTo>
                  <a:pt x="1366038" y="374012"/>
                </a:lnTo>
                <a:lnTo>
                  <a:pt x="1386823" y="414128"/>
                </a:lnTo>
                <a:lnTo>
                  <a:pt x="1405147" y="455649"/>
                </a:lnTo>
                <a:lnTo>
                  <a:pt x="1420914" y="498480"/>
                </a:lnTo>
                <a:lnTo>
                  <a:pt x="1434027" y="542524"/>
                </a:lnTo>
                <a:lnTo>
                  <a:pt x="1444390" y="587686"/>
                </a:lnTo>
                <a:lnTo>
                  <a:pt x="1451887" y="633671"/>
                </a:lnTo>
                <a:lnTo>
                  <a:pt x="1456473" y="680753"/>
                </a:lnTo>
                <a:lnTo>
                  <a:pt x="1458023" y="728662"/>
                </a:lnTo>
                <a:lnTo>
                  <a:pt x="1456473" y="776571"/>
                </a:lnTo>
                <a:lnTo>
                  <a:pt x="1451887" y="823653"/>
                </a:lnTo>
                <a:lnTo>
                  <a:pt x="1444322" y="869985"/>
                </a:lnTo>
                <a:lnTo>
                  <a:pt x="1433947" y="915101"/>
                </a:lnTo>
                <a:lnTo>
                  <a:pt x="1420827" y="959104"/>
                </a:lnTo>
                <a:lnTo>
                  <a:pt x="1405057" y="1001898"/>
                </a:lnTo>
                <a:lnTo>
                  <a:pt x="1386732" y="1043385"/>
                </a:lnTo>
                <a:lnTo>
                  <a:pt x="1365949" y="1083471"/>
                </a:lnTo>
                <a:lnTo>
                  <a:pt x="1342802" y="1122060"/>
                </a:lnTo>
                <a:lnTo>
                  <a:pt x="1317389" y="1159054"/>
                </a:lnTo>
                <a:lnTo>
                  <a:pt x="1289805" y="1194358"/>
                </a:lnTo>
                <a:lnTo>
                  <a:pt x="1260145" y="1227875"/>
                </a:lnTo>
                <a:lnTo>
                  <a:pt x="1228506" y="1259511"/>
                </a:lnTo>
                <a:lnTo>
                  <a:pt x="1194984" y="1289168"/>
                </a:lnTo>
                <a:lnTo>
                  <a:pt x="1159674" y="1316750"/>
                </a:lnTo>
                <a:lnTo>
                  <a:pt x="1122672" y="1342162"/>
                </a:lnTo>
                <a:lnTo>
                  <a:pt x="1084074" y="1365306"/>
                </a:lnTo>
                <a:lnTo>
                  <a:pt x="1043976" y="1386088"/>
                </a:lnTo>
                <a:lnTo>
                  <a:pt x="1002475" y="1404411"/>
                </a:lnTo>
                <a:lnTo>
                  <a:pt x="959666" y="1420178"/>
                </a:lnTo>
                <a:lnTo>
                  <a:pt x="915645" y="1433295"/>
                </a:lnTo>
                <a:lnTo>
                  <a:pt x="870507" y="1443664"/>
                </a:lnTo>
                <a:lnTo>
                  <a:pt x="824350" y="1451189"/>
                </a:lnTo>
                <a:lnTo>
                  <a:pt x="777269" y="1455775"/>
                </a:lnTo>
                <a:lnTo>
                  <a:pt x="729361" y="1457325"/>
                </a:lnTo>
                <a:close/>
              </a:path>
            </a:pathLst>
          </a:custGeom>
          <a:solidFill>
            <a:srgbClr val="0045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680328" y="1527809"/>
            <a:ext cx="829944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0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0</a:t>
            </a:r>
            <a:r>
              <a:rPr lang="en-US" sz="5400" b="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5</a:t>
            </a:r>
            <a:endParaRPr sz="54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音频 7">
            <a:hlinkClick r:id="" action="ppaction://media"/>
            <a:extLst>
              <a:ext uri="{FF2B5EF4-FFF2-40B4-BE49-F238E27FC236}">
                <a16:creationId xmlns:a16="http://schemas.microsoft.com/office/drawing/2014/main" id="{4136BF29-1369-4FEB-9947-FE94B581C8F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6702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261"/>
    </mc:Choice>
    <mc:Fallback>
      <p:transition spd="slow" advTm="326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049354" y="4358614"/>
            <a:ext cx="760730" cy="1163955"/>
          </a:xfrm>
          <a:custGeom>
            <a:avLst/>
            <a:gdLst/>
            <a:ahLst/>
            <a:cxnLst/>
            <a:rect l="l" t="t" r="r" b="b"/>
            <a:pathLst>
              <a:path w="760729" h="1163954">
                <a:moveTo>
                  <a:pt x="644436" y="1163497"/>
                </a:moveTo>
                <a:lnTo>
                  <a:pt x="0" y="760158"/>
                </a:lnTo>
                <a:lnTo>
                  <a:pt x="0" y="0"/>
                </a:lnTo>
                <a:lnTo>
                  <a:pt x="48073" y="1495"/>
                </a:lnTo>
                <a:lnTo>
                  <a:pt x="95352" y="5922"/>
                </a:lnTo>
                <a:lnTo>
                  <a:pt x="141748" y="13192"/>
                </a:lnTo>
                <a:lnTo>
                  <a:pt x="187170" y="23215"/>
                </a:lnTo>
                <a:lnTo>
                  <a:pt x="231531" y="35903"/>
                </a:lnTo>
                <a:lnTo>
                  <a:pt x="274742" y="51167"/>
                </a:lnTo>
                <a:lnTo>
                  <a:pt x="316712" y="68917"/>
                </a:lnTo>
                <a:lnTo>
                  <a:pt x="357354" y="89064"/>
                </a:lnTo>
                <a:lnTo>
                  <a:pt x="396578" y="111520"/>
                </a:lnTo>
                <a:lnTo>
                  <a:pt x="434294" y="136195"/>
                </a:lnTo>
                <a:lnTo>
                  <a:pt x="470415" y="163000"/>
                </a:lnTo>
                <a:lnTo>
                  <a:pt x="504851" y="191846"/>
                </a:lnTo>
                <a:lnTo>
                  <a:pt x="537513" y="222645"/>
                </a:lnTo>
                <a:lnTo>
                  <a:pt x="568311" y="255307"/>
                </a:lnTo>
                <a:lnTo>
                  <a:pt x="597158" y="289742"/>
                </a:lnTo>
                <a:lnTo>
                  <a:pt x="623963" y="325863"/>
                </a:lnTo>
                <a:lnTo>
                  <a:pt x="648638" y="363580"/>
                </a:lnTo>
                <a:lnTo>
                  <a:pt x="671094" y="402804"/>
                </a:lnTo>
                <a:lnTo>
                  <a:pt x="691241" y="443445"/>
                </a:lnTo>
                <a:lnTo>
                  <a:pt x="708991" y="485416"/>
                </a:lnTo>
                <a:lnTo>
                  <a:pt x="724254" y="528626"/>
                </a:lnTo>
                <a:lnTo>
                  <a:pt x="736942" y="572987"/>
                </a:lnTo>
                <a:lnTo>
                  <a:pt x="746965" y="618410"/>
                </a:lnTo>
                <a:lnTo>
                  <a:pt x="754235" y="664805"/>
                </a:lnTo>
                <a:lnTo>
                  <a:pt x="758662" y="712084"/>
                </a:lnTo>
                <a:lnTo>
                  <a:pt x="760158" y="760158"/>
                </a:lnTo>
                <a:lnTo>
                  <a:pt x="758193" y="815240"/>
                </a:lnTo>
                <a:lnTo>
                  <a:pt x="752387" y="869259"/>
                </a:lnTo>
                <a:lnTo>
                  <a:pt x="742874" y="922079"/>
                </a:lnTo>
                <a:lnTo>
                  <a:pt x="729791" y="973567"/>
                </a:lnTo>
                <a:lnTo>
                  <a:pt x="713270" y="1023588"/>
                </a:lnTo>
                <a:lnTo>
                  <a:pt x="693448" y="1072006"/>
                </a:lnTo>
                <a:lnTo>
                  <a:pt x="670458" y="1118687"/>
                </a:lnTo>
                <a:lnTo>
                  <a:pt x="644436" y="1163497"/>
                </a:lnTo>
                <a:close/>
              </a:path>
            </a:pathLst>
          </a:custGeom>
          <a:solidFill>
            <a:srgbClr val="1F38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289120" y="4358538"/>
            <a:ext cx="1404620" cy="1520825"/>
          </a:xfrm>
          <a:custGeom>
            <a:avLst/>
            <a:gdLst/>
            <a:ahLst/>
            <a:cxnLst/>
            <a:rect l="l" t="t" r="r" b="b"/>
            <a:pathLst>
              <a:path w="1404620" h="1520825">
                <a:moveTo>
                  <a:pt x="760158" y="1520316"/>
                </a:moveTo>
                <a:lnTo>
                  <a:pt x="712084" y="1518821"/>
                </a:lnTo>
                <a:lnTo>
                  <a:pt x="664805" y="1514394"/>
                </a:lnTo>
                <a:lnTo>
                  <a:pt x="618410" y="1507124"/>
                </a:lnTo>
                <a:lnTo>
                  <a:pt x="572987" y="1497101"/>
                </a:lnTo>
                <a:lnTo>
                  <a:pt x="528626" y="1484413"/>
                </a:lnTo>
                <a:lnTo>
                  <a:pt x="485416" y="1469149"/>
                </a:lnTo>
                <a:lnTo>
                  <a:pt x="443445" y="1451399"/>
                </a:lnTo>
                <a:lnTo>
                  <a:pt x="402804" y="1431252"/>
                </a:lnTo>
                <a:lnTo>
                  <a:pt x="363580" y="1408796"/>
                </a:lnTo>
                <a:lnTo>
                  <a:pt x="325863" y="1384121"/>
                </a:lnTo>
                <a:lnTo>
                  <a:pt x="289742" y="1357316"/>
                </a:lnTo>
                <a:lnTo>
                  <a:pt x="255307" y="1328470"/>
                </a:lnTo>
                <a:lnTo>
                  <a:pt x="222645" y="1297671"/>
                </a:lnTo>
                <a:lnTo>
                  <a:pt x="191846" y="1265009"/>
                </a:lnTo>
                <a:lnTo>
                  <a:pt x="163000" y="1230574"/>
                </a:lnTo>
                <a:lnTo>
                  <a:pt x="136195" y="1194453"/>
                </a:lnTo>
                <a:lnTo>
                  <a:pt x="111520" y="1156736"/>
                </a:lnTo>
                <a:lnTo>
                  <a:pt x="89064" y="1117512"/>
                </a:lnTo>
                <a:lnTo>
                  <a:pt x="68917" y="1076871"/>
                </a:lnTo>
                <a:lnTo>
                  <a:pt x="51167" y="1034900"/>
                </a:lnTo>
                <a:lnTo>
                  <a:pt x="35903" y="991690"/>
                </a:lnTo>
                <a:lnTo>
                  <a:pt x="23215" y="947329"/>
                </a:lnTo>
                <a:lnTo>
                  <a:pt x="13192" y="901906"/>
                </a:lnTo>
                <a:lnTo>
                  <a:pt x="5922" y="855511"/>
                </a:lnTo>
                <a:lnTo>
                  <a:pt x="1495" y="808232"/>
                </a:lnTo>
                <a:lnTo>
                  <a:pt x="0" y="760158"/>
                </a:lnTo>
                <a:lnTo>
                  <a:pt x="1495" y="712084"/>
                </a:lnTo>
                <a:lnTo>
                  <a:pt x="5922" y="664805"/>
                </a:lnTo>
                <a:lnTo>
                  <a:pt x="13192" y="618410"/>
                </a:lnTo>
                <a:lnTo>
                  <a:pt x="23215" y="572987"/>
                </a:lnTo>
                <a:lnTo>
                  <a:pt x="35903" y="528626"/>
                </a:lnTo>
                <a:lnTo>
                  <a:pt x="51167" y="485416"/>
                </a:lnTo>
                <a:lnTo>
                  <a:pt x="68917" y="443445"/>
                </a:lnTo>
                <a:lnTo>
                  <a:pt x="89064" y="402804"/>
                </a:lnTo>
                <a:lnTo>
                  <a:pt x="111520" y="363580"/>
                </a:lnTo>
                <a:lnTo>
                  <a:pt x="136195" y="325863"/>
                </a:lnTo>
                <a:lnTo>
                  <a:pt x="163000" y="289742"/>
                </a:lnTo>
                <a:lnTo>
                  <a:pt x="191846" y="255307"/>
                </a:lnTo>
                <a:lnTo>
                  <a:pt x="222645" y="222645"/>
                </a:lnTo>
                <a:lnTo>
                  <a:pt x="255307" y="191846"/>
                </a:lnTo>
                <a:lnTo>
                  <a:pt x="289742" y="163000"/>
                </a:lnTo>
                <a:lnTo>
                  <a:pt x="325863" y="136195"/>
                </a:lnTo>
                <a:lnTo>
                  <a:pt x="363580" y="111520"/>
                </a:lnTo>
                <a:lnTo>
                  <a:pt x="402804" y="89064"/>
                </a:lnTo>
                <a:lnTo>
                  <a:pt x="443445" y="68917"/>
                </a:lnTo>
                <a:lnTo>
                  <a:pt x="485416" y="51167"/>
                </a:lnTo>
                <a:lnTo>
                  <a:pt x="528626" y="35903"/>
                </a:lnTo>
                <a:lnTo>
                  <a:pt x="572987" y="23215"/>
                </a:lnTo>
                <a:lnTo>
                  <a:pt x="618410" y="13192"/>
                </a:lnTo>
                <a:lnTo>
                  <a:pt x="664805" y="5922"/>
                </a:lnTo>
                <a:lnTo>
                  <a:pt x="712084" y="1495"/>
                </a:lnTo>
                <a:lnTo>
                  <a:pt x="760158" y="0"/>
                </a:lnTo>
                <a:lnTo>
                  <a:pt x="760234" y="760234"/>
                </a:lnTo>
                <a:lnTo>
                  <a:pt x="1404594" y="1163510"/>
                </a:lnTo>
                <a:lnTo>
                  <a:pt x="1378186" y="1202837"/>
                </a:lnTo>
                <a:lnTo>
                  <a:pt x="1349445" y="1240376"/>
                </a:lnTo>
                <a:lnTo>
                  <a:pt x="1318477" y="1276025"/>
                </a:lnTo>
                <a:lnTo>
                  <a:pt x="1285383" y="1309679"/>
                </a:lnTo>
                <a:lnTo>
                  <a:pt x="1250267" y="1341236"/>
                </a:lnTo>
                <a:lnTo>
                  <a:pt x="1213233" y="1370592"/>
                </a:lnTo>
                <a:lnTo>
                  <a:pt x="1174385" y="1397643"/>
                </a:lnTo>
                <a:lnTo>
                  <a:pt x="1133825" y="1422285"/>
                </a:lnTo>
                <a:lnTo>
                  <a:pt x="1091658" y="1444416"/>
                </a:lnTo>
                <a:lnTo>
                  <a:pt x="1047986" y="1463932"/>
                </a:lnTo>
                <a:lnTo>
                  <a:pt x="1002914" y="1480730"/>
                </a:lnTo>
                <a:lnTo>
                  <a:pt x="956543" y="1494705"/>
                </a:lnTo>
                <a:lnTo>
                  <a:pt x="908979" y="1505755"/>
                </a:lnTo>
                <a:lnTo>
                  <a:pt x="860325" y="1513776"/>
                </a:lnTo>
                <a:lnTo>
                  <a:pt x="810683" y="1518664"/>
                </a:lnTo>
                <a:lnTo>
                  <a:pt x="760158" y="1520316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88352" y="4556207"/>
            <a:ext cx="1121410" cy="1125220"/>
          </a:xfrm>
          <a:custGeom>
            <a:avLst/>
            <a:gdLst/>
            <a:ahLst/>
            <a:cxnLst/>
            <a:rect l="l" t="t" r="r" b="b"/>
            <a:pathLst>
              <a:path w="1121410" h="1125220">
                <a:moveTo>
                  <a:pt x="583113" y="1125008"/>
                </a:moveTo>
                <a:lnTo>
                  <a:pt x="537789" y="1125008"/>
                </a:lnTo>
                <a:lnTo>
                  <a:pt x="492584" y="1121354"/>
                </a:lnTo>
                <a:lnTo>
                  <a:pt x="447737" y="1114047"/>
                </a:lnTo>
                <a:lnTo>
                  <a:pt x="403485" y="1103086"/>
                </a:lnTo>
                <a:lnTo>
                  <a:pt x="360067" y="1088472"/>
                </a:lnTo>
                <a:lnTo>
                  <a:pt x="317722" y="1070204"/>
                </a:lnTo>
                <a:lnTo>
                  <a:pt x="276687" y="1048282"/>
                </a:lnTo>
                <a:lnTo>
                  <a:pt x="237199" y="1022707"/>
                </a:lnTo>
                <a:lnTo>
                  <a:pt x="199498" y="993479"/>
                </a:lnTo>
                <a:lnTo>
                  <a:pt x="163822" y="960596"/>
                </a:lnTo>
                <a:lnTo>
                  <a:pt x="131058" y="924782"/>
                </a:lnTo>
                <a:lnTo>
                  <a:pt x="101934" y="886939"/>
                </a:lnTo>
                <a:lnTo>
                  <a:pt x="76450" y="847304"/>
                </a:lnTo>
                <a:lnTo>
                  <a:pt x="54607" y="806116"/>
                </a:lnTo>
                <a:lnTo>
                  <a:pt x="36405" y="763615"/>
                </a:lnTo>
                <a:lnTo>
                  <a:pt x="21843" y="720039"/>
                </a:lnTo>
                <a:lnTo>
                  <a:pt x="10921" y="675627"/>
                </a:lnTo>
                <a:lnTo>
                  <a:pt x="3640" y="630619"/>
                </a:lnTo>
                <a:lnTo>
                  <a:pt x="0" y="585252"/>
                </a:lnTo>
                <a:lnTo>
                  <a:pt x="0" y="539765"/>
                </a:lnTo>
                <a:lnTo>
                  <a:pt x="3640" y="494398"/>
                </a:lnTo>
                <a:lnTo>
                  <a:pt x="10921" y="449389"/>
                </a:lnTo>
                <a:lnTo>
                  <a:pt x="21843" y="404978"/>
                </a:lnTo>
                <a:lnTo>
                  <a:pt x="36405" y="361402"/>
                </a:lnTo>
                <a:lnTo>
                  <a:pt x="54607" y="318901"/>
                </a:lnTo>
                <a:lnTo>
                  <a:pt x="76450" y="277713"/>
                </a:lnTo>
                <a:lnTo>
                  <a:pt x="101934" y="238078"/>
                </a:lnTo>
                <a:lnTo>
                  <a:pt x="131058" y="200234"/>
                </a:lnTo>
                <a:lnTo>
                  <a:pt x="163822" y="164421"/>
                </a:lnTo>
                <a:lnTo>
                  <a:pt x="199498" y="131536"/>
                </a:lnTo>
                <a:lnTo>
                  <a:pt x="237199" y="102306"/>
                </a:lnTo>
                <a:lnTo>
                  <a:pt x="276687" y="76729"/>
                </a:lnTo>
                <a:lnTo>
                  <a:pt x="317722" y="54807"/>
                </a:lnTo>
                <a:lnTo>
                  <a:pt x="360067" y="36538"/>
                </a:lnTo>
                <a:lnTo>
                  <a:pt x="403485" y="21922"/>
                </a:lnTo>
                <a:lnTo>
                  <a:pt x="447737" y="10961"/>
                </a:lnTo>
                <a:lnTo>
                  <a:pt x="492584" y="3653"/>
                </a:lnTo>
                <a:lnTo>
                  <a:pt x="537789" y="0"/>
                </a:lnTo>
                <a:lnTo>
                  <a:pt x="583113" y="0"/>
                </a:lnTo>
                <a:lnTo>
                  <a:pt x="628319" y="3653"/>
                </a:lnTo>
                <a:lnTo>
                  <a:pt x="673169" y="10961"/>
                </a:lnTo>
                <a:lnTo>
                  <a:pt x="717423" y="21922"/>
                </a:lnTo>
                <a:lnTo>
                  <a:pt x="760845" y="36538"/>
                </a:lnTo>
                <a:lnTo>
                  <a:pt x="803196" y="54807"/>
                </a:lnTo>
                <a:lnTo>
                  <a:pt x="844238" y="76729"/>
                </a:lnTo>
                <a:lnTo>
                  <a:pt x="883732" y="102306"/>
                </a:lnTo>
                <a:lnTo>
                  <a:pt x="921442" y="131536"/>
                </a:lnTo>
                <a:lnTo>
                  <a:pt x="957128" y="164421"/>
                </a:lnTo>
                <a:lnTo>
                  <a:pt x="989890" y="200234"/>
                </a:lnTo>
                <a:lnTo>
                  <a:pt x="1019013" y="238078"/>
                </a:lnTo>
                <a:lnTo>
                  <a:pt x="1044495" y="277713"/>
                </a:lnTo>
                <a:lnTo>
                  <a:pt x="1066336" y="318901"/>
                </a:lnTo>
                <a:lnTo>
                  <a:pt x="1084538" y="361402"/>
                </a:lnTo>
                <a:lnTo>
                  <a:pt x="1099099" y="404978"/>
                </a:lnTo>
                <a:lnTo>
                  <a:pt x="1110020" y="449389"/>
                </a:lnTo>
                <a:lnTo>
                  <a:pt x="1117300" y="494398"/>
                </a:lnTo>
                <a:lnTo>
                  <a:pt x="1120941" y="539765"/>
                </a:lnTo>
                <a:lnTo>
                  <a:pt x="1120941" y="585252"/>
                </a:lnTo>
                <a:lnTo>
                  <a:pt x="1117300" y="630619"/>
                </a:lnTo>
                <a:lnTo>
                  <a:pt x="1110020" y="675627"/>
                </a:lnTo>
                <a:lnTo>
                  <a:pt x="1099099" y="720039"/>
                </a:lnTo>
                <a:lnTo>
                  <a:pt x="1084538" y="763615"/>
                </a:lnTo>
                <a:lnTo>
                  <a:pt x="1066336" y="806116"/>
                </a:lnTo>
                <a:lnTo>
                  <a:pt x="1044495" y="847304"/>
                </a:lnTo>
                <a:lnTo>
                  <a:pt x="1019013" y="886939"/>
                </a:lnTo>
                <a:lnTo>
                  <a:pt x="989890" y="924782"/>
                </a:lnTo>
                <a:lnTo>
                  <a:pt x="957128" y="960596"/>
                </a:lnTo>
                <a:lnTo>
                  <a:pt x="921442" y="993479"/>
                </a:lnTo>
                <a:lnTo>
                  <a:pt x="883732" y="1022707"/>
                </a:lnTo>
                <a:lnTo>
                  <a:pt x="844238" y="1048282"/>
                </a:lnTo>
                <a:lnTo>
                  <a:pt x="803196" y="1070204"/>
                </a:lnTo>
                <a:lnTo>
                  <a:pt x="760845" y="1088472"/>
                </a:lnTo>
                <a:lnTo>
                  <a:pt x="717423" y="1103086"/>
                </a:lnTo>
                <a:lnTo>
                  <a:pt x="673169" y="1114047"/>
                </a:lnTo>
                <a:lnTo>
                  <a:pt x="628319" y="1121354"/>
                </a:lnTo>
                <a:lnTo>
                  <a:pt x="583113" y="1125008"/>
                </a:lnTo>
                <a:close/>
              </a:path>
            </a:pathLst>
          </a:custGeom>
          <a:solidFill>
            <a:srgbClr val="BEBEBE">
              <a:alpha val="8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12216" y="1004258"/>
            <a:ext cx="10563860" cy="0"/>
          </a:xfrm>
          <a:custGeom>
            <a:avLst/>
            <a:gdLst/>
            <a:ahLst/>
            <a:cxnLst/>
            <a:rect l="l" t="t" r="r" b="b"/>
            <a:pathLst>
              <a:path w="10563860">
                <a:moveTo>
                  <a:pt x="0" y="0"/>
                </a:moveTo>
                <a:lnTo>
                  <a:pt x="10563707" y="0"/>
                </a:lnTo>
              </a:path>
            </a:pathLst>
          </a:custGeom>
          <a:ln w="2858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994135" y="187452"/>
            <a:ext cx="1014983" cy="98450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40199" y="1153812"/>
            <a:ext cx="8633460" cy="2550160"/>
          </a:xfrm>
          <a:custGeom>
            <a:avLst/>
            <a:gdLst/>
            <a:ahLst/>
            <a:cxnLst/>
            <a:rect l="l" t="t" r="r" b="b"/>
            <a:pathLst>
              <a:path w="8633460" h="2550160">
                <a:moveTo>
                  <a:pt x="0" y="0"/>
                </a:moveTo>
                <a:lnTo>
                  <a:pt x="8633460" y="0"/>
                </a:lnTo>
                <a:lnTo>
                  <a:pt x="8633460" y="2549652"/>
                </a:lnTo>
                <a:lnTo>
                  <a:pt x="0" y="254965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>
              <a:solidFill>
                <a:schemeClr val="accent6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4708245" y="5149062"/>
            <a:ext cx="68453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2222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710188" y="5247881"/>
            <a:ext cx="77279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33</a:t>
            </a:r>
            <a:r>
              <a:rPr sz="1600" b="1" spc="-10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.</a:t>
            </a:r>
            <a:r>
              <a:rPr sz="1600" b="1" spc="-5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90%</a:t>
            </a:r>
            <a:endParaRPr sz="16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708864" y="4358894"/>
            <a:ext cx="958215" cy="1520825"/>
          </a:xfrm>
          <a:custGeom>
            <a:avLst/>
            <a:gdLst/>
            <a:ahLst/>
            <a:cxnLst/>
            <a:rect l="l" t="t" r="r" b="b"/>
            <a:pathLst>
              <a:path w="958215" h="1520825">
                <a:moveTo>
                  <a:pt x="197446" y="1520316"/>
                </a:moveTo>
                <a:lnTo>
                  <a:pt x="146589" y="1518642"/>
                </a:lnTo>
                <a:lnTo>
                  <a:pt x="96647" y="1513693"/>
                </a:lnTo>
                <a:lnTo>
                  <a:pt x="47742" y="1505583"/>
                </a:lnTo>
                <a:lnTo>
                  <a:pt x="0" y="1494421"/>
                </a:lnTo>
                <a:lnTo>
                  <a:pt x="197446" y="760158"/>
                </a:lnTo>
                <a:lnTo>
                  <a:pt x="197446" y="0"/>
                </a:lnTo>
                <a:lnTo>
                  <a:pt x="245520" y="1495"/>
                </a:lnTo>
                <a:lnTo>
                  <a:pt x="292799" y="5922"/>
                </a:lnTo>
                <a:lnTo>
                  <a:pt x="339194" y="13192"/>
                </a:lnTo>
                <a:lnTo>
                  <a:pt x="384617" y="23215"/>
                </a:lnTo>
                <a:lnTo>
                  <a:pt x="428978" y="35903"/>
                </a:lnTo>
                <a:lnTo>
                  <a:pt x="472189" y="51167"/>
                </a:lnTo>
                <a:lnTo>
                  <a:pt x="514159" y="68917"/>
                </a:lnTo>
                <a:lnTo>
                  <a:pt x="554801" y="89064"/>
                </a:lnTo>
                <a:lnTo>
                  <a:pt x="594024" y="111520"/>
                </a:lnTo>
                <a:lnTo>
                  <a:pt x="631741" y="136195"/>
                </a:lnTo>
                <a:lnTo>
                  <a:pt x="667862" y="163000"/>
                </a:lnTo>
                <a:lnTo>
                  <a:pt x="702298" y="191846"/>
                </a:lnTo>
                <a:lnTo>
                  <a:pt x="734960" y="222645"/>
                </a:lnTo>
                <a:lnTo>
                  <a:pt x="765758" y="255307"/>
                </a:lnTo>
                <a:lnTo>
                  <a:pt x="794605" y="289742"/>
                </a:lnTo>
                <a:lnTo>
                  <a:pt x="821410" y="325863"/>
                </a:lnTo>
                <a:lnTo>
                  <a:pt x="846085" y="363580"/>
                </a:lnTo>
                <a:lnTo>
                  <a:pt x="868540" y="402804"/>
                </a:lnTo>
                <a:lnTo>
                  <a:pt x="888688" y="443445"/>
                </a:lnTo>
                <a:lnTo>
                  <a:pt x="906438" y="485416"/>
                </a:lnTo>
                <a:lnTo>
                  <a:pt x="921701" y="528626"/>
                </a:lnTo>
                <a:lnTo>
                  <a:pt x="934389" y="572987"/>
                </a:lnTo>
                <a:lnTo>
                  <a:pt x="944412" y="618410"/>
                </a:lnTo>
                <a:lnTo>
                  <a:pt x="951682" y="664805"/>
                </a:lnTo>
                <a:lnTo>
                  <a:pt x="956109" y="712084"/>
                </a:lnTo>
                <a:lnTo>
                  <a:pt x="957605" y="760158"/>
                </a:lnTo>
                <a:lnTo>
                  <a:pt x="956109" y="808232"/>
                </a:lnTo>
                <a:lnTo>
                  <a:pt x="951682" y="855511"/>
                </a:lnTo>
                <a:lnTo>
                  <a:pt x="944412" y="901906"/>
                </a:lnTo>
                <a:lnTo>
                  <a:pt x="934389" y="947329"/>
                </a:lnTo>
                <a:lnTo>
                  <a:pt x="921701" y="991690"/>
                </a:lnTo>
                <a:lnTo>
                  <a:pt x="906438" y="1034900"/>
                </a:lnTo>
                <a:lnTo>
                  <a:pt x="888688" y="1076871"/>
                </a:lnTo>
                <a:lnTo>
                  <a:pt x="868540" y="1117512"/>
                </a:lnTo>
                <a:lnTo>
                  <a:pt x="846085" y="1156736"/>
                </a:lnTo>
                <a:lnTo>
                  <a:pt x="821410" y="1194453"/>
                </a:lnTo>
                <a:lnTo>
                  <a:pt x="794605" y="1230574"/>
                </a:lnTo>
                <a:lnTo>
                  <a:pt x="765758" y="1265009"/>
                </a:lnTo>
                <a:lnTo>
                  <a:pt x="734960" y="1297671"/>
                </a:lnTo>
                <a:lnTo>
                  <a:pt x="702298" y="1328470"/>
                </a:lnTo>
                <a:lnTo>
                  <a:pt x="667862" y="1357316"/>
                </a:lnTo>
                <a:lnTo>
                  <a:pt x="631741" y="1384121"/>
                </a:lnTo>
                <a:lnTo>
                  <a:pt x="594024" y="1408796"/>
                </a:lnTo>
                <a:lnTo>
                  <a:pt x="554801" y="1431252"/>
                </a:lnTo>
                <a:lnTo>
                  <a:pt x="514159" y="1451399"/>
                </a:lnTo>
                <a:lnTo>
                  <a:pt x="472189" y="1469149"/>
                </a:lnTo>
                <a:lnTo>
                  <a:pt x="428978" y="1484413"/>
                </a:lnTo>
                <a:lnTo>
                  <a:pt x="384617" y="1497101"/>
                </a:lnTo>
                <a:lnTo>
                  <a:pt x="339194" y="1507124"/>
                </a:lnTo>
                <a:lnTo>
                  <a:pt x="292799" y="1514394"/>
                </a:lnTo>
                <a:lnTo>
                  <a:pt x="245520" y="1518821"/>
                </a:lnTo>
                <a:lnTo>
                  <a:pt x="197446" y="1520316"/>
                </a:lnTo>
                <a:close/>
              </a:path>
            </a:pathLst>
          </a:custGeom>
          <a:solidFill>
            <a:srgbClr val="843B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146330" y="4358741"/>
            <a:ext cx="760730" cy="1494790"/>
          </a:xfrm>
          <a:custGeom>
            <a:avLst/>
            <a:gdLst/>
            <a:ahLst/>
            <a:cxnLst/>
            <a:rect l="l" t="t" r="r" b="b"/>
            <a:pathLst>
              <a:path w="760729" h="1494789">
                <a:moveTo>
                  <a:pt x="562711" y="1494421"/>
                </a:moveTo>
                <a:lnTo>
                  <a:pt x="516997" y="1480581"/>
                </a:lnTo>
                <a:lnTo>
                  <a:pt x="472548" y="1464001"/>
                </a:lnTo>
                <a:lnTo>
                  <a:pt x="429462" y="1444780"/>
                </a:lnTo>
                <a:lnTo>
                  <a:pt x="387839" y="1423016"/>
                </a:lnTo>
                <a:lnTo>
                  <a:pt x="347778" y="1398810"/>
                </a:lnTo>
                <a:lnTo>
                  <a:pt x="309378" y="1372261"/>
                </a:lnTo>
                <a:lnTo>
                  <a:pt x="272737" y="1343466"/>
                </a:lnTo>
                <a:lnTo>
                  <a:pt x="237955" y="1312526"/>
                </a:lnTo>
                <a:lnTo>
                  <a:pt x="205131" y="1279540"/>
                </a:lnTo>
                <a:lnTo>
                  <a:pt x="174364" y="1244606"/>
                </a:lnTo>
                <a:lnTo>
                  <a:pt x="145753" y="1207824"/>
                </a:lnTo>
                <a:lnTo>
                  <a:pt x="119397" y="1169293"/>
                </a:lnTo>
                <a:lnTo>
                  <a:pt x="95394" y="1129112"/>
                </a:lnTo>
                <a:lnTo>
                  <a:pt x="73845" y="1087381"/>
                </a:lnTo>
                <a:lnTo>
                  <a:pt x="54847" y="1044197"/>
                </a:lnTo>
                <a:lnTo>
                  <a:pt x="38501" y="999661"/>
                </a:lnTo>
                <a:lnTo>
                  <a:pt x="24904" y="953871"/>
                </a:lnTo>
                <a:lnTo>
                  <a:pt x="14157" y="906927"/>
                </a:lnTo>
                <a:lnTo>
                  <a:pt x="6358" y="858927"/>
                </a:lnTo>
                <a:lnTo>
                  <a:pt x="1606" y="809971"/>
                </a:lnTo>
                <a:lnTo>
                  <a:pt x="0" y="760158"/>
                </a:lnTo>
                <a:lnTo>
                  <a:pt x="1495" y="712084"/>
                </a:lnTo>
                <a:lnTo>
                  <a:pt x="5922" y="664805"/>
                </a:lnTo>
                <a:lnTo>
                  <a:pt x="13192" y="618410"/>
                </a:lnTo>
                <a:lnTo>
                  <a:pt x="23215" y="572987"/>
                </a:lnTo>
                <a:lnTo>
                  <a:pt x="35903" y="528626"/>
                </a:lnTo>
                <a:lnTo>
                  <a:pt x="51167" y="485416"/>
                </a:lnTo>
                <a:lnTo>
                  <a:pt x="68917" y="443445"/>
                </a:lnTo>
                <a:lnTo>
                  <a:pt x="89064" y="402804"/>
                </a:lnTo>
                <a:lnTo>
                  <a:pt x="111520" y="363580"/>
                </a:lnTo>
                <a:lnTo>
                  <a:pt x="136195" y="325863"/>
                </a:lnTo>
                <a:lnTo>
                  <a:pt x="163000" y="289742"/>
                </a:lnTo>
                <a:lnTo>
                  <a:pt x="191846" y="255307"/>
                </a:lnTo>
                <a:lnTo>
                  <a:pt x="222645" y="222645"/>
                </a:lnTo>
                <a:lnTo>
                  <a:pt x="255307" y="191846"/>
                </a:lnTo>
                <a:lnTo>
                  <a:pt x="289742" y="163000"/>
                </a:lnTo>
                <a:lnTo>
                  <a:pt x="325863" y="136195"/>
                </a:lnTo>
                <a:lnTo>
                  <a:pt x="363580" y="111520"/>
                </a:lnTo>
                <a:lnTo>
                  <a:pt x="402804" y="89064"/>
                </a:lnTo>
                <a:lnTo>
                  <a:pt x="443445" y="68917"/>
                </a:lnTo>
                <a:lnTo>
                  <a:pt x="485416" y="51167"/>
                </a:lnTo>
                <a:lnTo>
                  <a:pt x="528626" y="35903"/>
                </a:lnTo>
                <a:lnTo>
                  <a:pt x="572987" y="23215"/>
                </a:lnTo>
                <a:lnTo>
                  <a:pt x="618410" y="13192"/>
                </a:lnTo>
                <a:lnTo>
                  <a:pt x="664805" y="5922"/>
                </a:lnTo>
                <a:lnTo>
                  <a:pt x="712084" y="1495"/>
                </a:lnTo>
                <a:lnTo>
                  <a:pt x="760158" y="0"/>
                </a:lnTo>
                <a:lnTo>
                  <a:pt x="759980" y="760310"/>
                </a:lnTo>
                <a:lnTo>
                  <a:pt x="562711" y="1494421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327668" y="4566719"/>
            <a:ext cx="1121410" cy="1125220"/>
          </a:xfrm>
          <a:custGeom>
            <a:avLst/>
            <a:gdLst/>
            <a:ahLst/>
            <a:cxnLst/>
            <a:rect l="l" t="t" r="r" b="b"/>
            <a:pathLst>
              <a:path w="1121409" h="1125220">
                <a:moveTo>
                  <a:pt x="583113" y="1125008"/>
                </a:moveTo>
                <a:lnTo>
                  <a:pt x="537789" y="1125008"/>
                </a:lnTo>
                <a:lnTo>
                  <a:pt x="492584" y="1121354"/>
                </a:lnTo>
                <a:lnTo>
                  <a:pt x="447737" y="1114046"/>
                </a:lnTo>
                <a:lnTo>
                  <a:pt x="403485" y="1103085"/>
                </a:lnTo>
                <a:lnTo>
                  <a:pt x="360067" y="1088470"/>
                </a:lnTo>
                <a:lnTo>
                  <a:pt x="317722" y="1070201"/>
                </a:lnTo>
                <a:lnTo>
                  <a:pt x="276687" y="1048278"/>
                </a:lnTo>
                <a:lnTo>
                  <a:pt x="237199" y="1022701"/>
                </a:lnTo>
                <a:lnTo>
                  <a:pt x="199498" y="993471"/>
                </a:lnTo>
                <a:lnTo>
                  <a:pt x="163822" y="960587"/>
                </a:lnTo>
                <a:lnTo>
                  <a:pt x="131058" y="924773"/>
                </a:lnTo>
                <a:lnTo>
                  <a:pt x="101934" y="886929"/>
                </a:lnTo>
                <a:lnTo>
                  <a:pt x="76450" y="847294"/>
                </a:lnTo>
                <a:lnTo>
                  <a:pt x="54607" y="806107"/>
                </a:lnTo>
                <a:lnTo>
                  <a:pt x="36405" y="763605"/>
                </a:lnTo>
                <a:lnTo>
                  <a:pt x="21843" y="720030"/>
                </a:lnTo>
                <a:lnTo>
                  <a:pt x="10921" y="675618"/>
                </a:lnTo>
                <a:lnTo>
                  <a:pt x="3640" y="630609"/>
                </a:lnTo>
                <a:lnTo>
                  <a:pt x="0" y="585242"/>
                </a:lnTo>
                <a:lnTo>
                  <a:pt x="0" y="539756"/>
                </a:lnTo>
                <a:lnTo>
                  <a:pt x="3640" y="494389"/>
                </a:lnTo>
                <a:lnTo>
                  <a:pt x="10921" y="449380"/>
                </a:lnTo>
                <a:lnTo>
                  <a:pt x="21843" y="404968"/>
                </a:lnTo>
                <a:lnTo>
                  <a:pt x="36405" y="361392"/>
                </a:lnTo>
                <a:lnTo>
                  <a:pt x="54607" y="318891"/>
                </a:lnTo>
                <a:lnTo>
                  <a:pt x="76450" y="277704"/>
                </a:lnTo>
                <a:lnTo>
                  <a:pt x="101934" y="238069"/>
                </a:lnTo>
                <a:lnTo>
                  <a:pt x="131058" y="200225"/>
                </a:lnTo>
                <a:lnTo>
                  <a:pt x="163822" y="164411"/>
                </a:lnTo>
                <a:lnTo>
                  <a:pt x="199498" y="131529"/>
                </a:lnTo>
                <a:lnTo>
                  <a:pt x="237199" y="102300"/>
                </a:lnTo>
                <a:lnTo>
                  <a:pt x="276687" y="76725"/>
                </a:lnTo>
                <a:lnTo>
                  <a:pt x="317722" y="54803"/>
                </a:lnTo>
                <a:lnTo>
                  <a:pt x="360067" y="36535"/>
                </a:lnTo>
                <a:lnTo>
                  <a:pt x="403485" y="21921"/>
                </a:lnTo>
                <a:lnTo>
                  <a:pt x="447737" y="10960"/>
                </a:lnTo>
                <a:lnTo>
                  <a:pt x="492584" y="3653"/>
                </a:lnTo>
                <a:lnTo>
                  <a:pt x="537789" y="0"/>
                </a:lnTo>
                <a:lnTo>
                  <a:pt x="583113" y="0"/>
                </a:lnTo>
                <a:lnTo>
                  <a:pt x="628319" y="3653"/>
                </a:lnTo>
                <a:lnTo>
                  <a:pt x="673169" y="10960"/>
                </a:lnTo>
                <a:lnTo>
                  <a:pt x="717423" y="21921"/>
                </a:lnTo>
                <a:lnTo>
                  <a:pt x="760845" y="36535"/>
                </a:lnTo>
                <a:lnTo>
                  <a:pt x="803196" y="54803"/>
                </a:lnTo>
                <a:lnTo>
                  <a:pt x="844238" y="76725"/>
                </a:lnTo>
                <a:lnTo>
                  <a:pt x="883732" y="102300"/>
                </a:lnTo>
                <a:lnTo>
                  <a:pt x="921442" y="131529"/>
                </a:lnTo>
                <a:lnTo>
                  <a:pt x="957128" y="164411"/>
                </a:lnTo>
                <a:lnTo>
                  <a:pt x="989890" y="200225"/>
                </a:lnTo>
                <a:lnTo>
                  <a:pt x="1019013" y="238069"/>
                </a:lnTo>
                <a:lnTo>
                  <a:pt x="1044495" y="277704"/>
                </a:lnTo>
                <a:lnTo>
                  <a:pt x="1066336" y="318891"/>
                </a:lnTo>
                <a:lnTo>
                  <a:pt x="1084538" y="361392"/>
                </a:lnTo>
                <a:lnTo>
                  <a:pt x="1099099" y="404968"/>
                </a:lnTo>
                <a:lnTo>
                  <a:pt x="1110020" y="449380"/>
                </a:lnTo>
                <a:lnTo>
                  <a:pt x="1117300" y="494389"/>
                </a:lnTo>
                <a:lnTo>
                  <a:pt x="1120941" y="539756"/>
                </a:lnTo>
                <a:lnTo>
                  <a:pt x="1120941" y="585242"/>
                </a:lnTo>
                <a:lnTo>
                  <a:pt x="1117300" y="630609"/>
                </a:lnTo>
                <a:lnTo>
                  <a:pt x="1110020" y="675618"/>
                </a:lnTo>
                <a:lnTo>
                  <a:pt x="1099099" y="720030"/>
                </a:lnTo>
                <a:lnTo>
                  <a:pt x="1084538" y="763605"/>
                </a:lnTo>
                <a:lnTo>
                  <a:pt x="1066336" y="806107"/>
                </a:lnTo>
                <a:lnTo>
                  <a:pt x="1044495" y="847294"/>
                </a:lnTo>
                <a:lnTo>
                  <a:pt x="1019013" y="886929"/>
                </a:lnTo>
                <a:lnTo>
                  <a:pt x="989890" y="924773"/>
                </a:lnTo>
                <a:lnTo>
                  <a:pt x="957128" y="960587"/>
                </a:lnTo>
                <a:lnTo>
                  <a:pt x="921442" y="993471"/>
                </a:lnTo>
                <a:lnTo>
                  <a:pt x="883732" y="1022701"/>
                </a:lnTo>
                <a:lnTo>
                  <a:pt x="844238" y="1048278"/>
                </a:lnTo>
                <a:lnTo>
                  <a:pt x="803196" y="1070201"/>
                </a:lnTo>
                <a:lnTo>
                  <a:pt x="760845" y="1088470"/>
                </a:lnTo>
                <a:lnTo>
                  <a:pt x="717423" y="1103085"/>
                </a:lnTo>
                <a:lnTo>
                  <a:pt x="673169" y="1114046"/>
                </a:lnTo>
                <a:lnTo>
                  <a:pt x="628319" y="1121354"/>
                </a:lnTo>
                <a:lnTo>
                  <a:pt x="583113" y="1125008"/>
                </a:lnTo>
                <a:close/>
              </a:path>
            </a:pathLst>
          </a:custGeom>
          <a:solidFill>
            <a:srgbClr val="BEBEBE">
              <a:alpha val="8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460079" y="4369117"/>
            <a:ext cx="1017269" cy="1520825"/>
          </a:xfrm>
          <a:custGeom>
            <a:avLst/>
            <a:gdLst/>
            <a:ahLst/>
            <a:cxnLst/>
            <a:rect l="l" t="t" r="r" b="b"/>
            <a:pathLst>
              <a:path w="1017270" h="1520825">
                <a:moveTo>
                  <a:pt x="256870" y="1520317"/>
                </a:moveTo>
                <a:lnTo>
                  <a:pt x="203213" y="1518452"/>
                </a:lnTo>
                <a:lnTo>
                  <a:pt x="150566" y="1512945"/>
                </a:lnTo>
                <a:lnTo>
                  <a:pt x="99061" y="1503920"/>
                </a:lnTo>
                <a:lnTo>
                  <a:pt x="48828" y="1491506"/>
                </a:lnTo>
                <a:lnTo>
                  <a:pt x="0" y="1475828"/>
                </a:lnTo>
                <a:lnTo>
                  <a:pt x="256870" y="760158"/>
                </a:lnTo>
                <a:lnTo>
                  <a:pt x="256870" y="0"/>
                </a:lnTo>
                <a:lnTo>
                  <a:pt x="304943" y="1495"/>
                </a:lnTo>
                <a:lnTo>
                  <a:pt x="352222" y="5922"/>
                </a:lnTo>
                <a:lnTo>
                  <a:pt x="398618" y="13192"/>
                </a:lnTo>
                <a:lnTo>
                  <a:pt x="444041" y="23215"/>
                </a:lnTo>
                <a:lnTo>
                  <a:pt x="488402" y="35903"/>
                </a:lnTo>
                <a:lnTo>
                  <a:pt x="531612" y="51167"/>
                </a:lnTo>
                <a:lnTo>
                  <a:pt x="573582" y="68917"/>
                </a:lnTo>
                <a:lnTo>
                  <a:pt x="614224" y="89064"/>
                </a:lnTo>
                <a:lnTo>
                  <a:pt x="653448" y="111520"/>
                </a:lnTo>
                <a:lnTo>
                  <a:pt x="691165" y="136195"/>
                </a:lnTo>
                <a:lnTo>
                  <a:pt x="727285" y="163000"/>
                </a:lnTo>
                <a:lnTo>
                  <a:pt x="761721" y="191846"/>
                </a:lnTo>
                <a:lnTo>
                  <a:pt x="794383" y="222645"/>
                </a:lnTo>
                <a:lnTo>
                  <a:pt x="825182" y="255307"/>
                </a:lnTo>
                <a:lnTo>
                  <a:pt x="854028" y="289742"/>
                </a:lnTo>
                <a:lnTo>
                  <a:pt x="880833" y="325863"/>
                </a:lnTo>
                <a:lnTo>
                  <a:pt x="905508" y="363580"/>
                </a:lnTo>
                <a:lnTo>
                  <a:pt x="927964" y="402804"/>
                </a:lnTo>
                <a:lnTo>
                  <a:pt x="948111" y="443445"/>
                </a:lnTo>
                <a:lnTo>
                  <a:pt x="965861" y="485416"/>
                </a:lnTo>
                <a:lnTo>
                  <a:pt x="981124" y="528626"/>
                </a:lnTo>
                <a:lnTo>
                  <a:pt x="993812" y="572987"/>
                </a:lnTo>
                <a:lnTo>
                  <a:pt x="1003836" y="618410"/>
                </a:lnTo>
                <a:lnTo>
                  <a:pt x="1011105" y="664805"/>
                </a:lnTo>
                <a:lnTo>
                  <a:pt x="1015533" y="712084"/>
                </a:lnTo>
                <a:lnTo>
                  <a:pt x="1017028" y="760158"/>
                </a:lnTo>
                <a:lnTo>
                  <a:pt x="1015533" y="808232"/>
                </a:lnTo>
                <a:lnTo>
                  <a:pt x="1011105" y="855511"/>
                </a:lnTo>
                <a:lnTo>
                  <a:pt x="1003836" y="901906"/>
                </a:lnTo>
                <a:lnTo>
                  <a:pt x="993812" y="947329"/>
                </a:lnTo>
                <a:lnTo>
                  <a:pt x="981124" y="991690"/>
                </a:lnTo>
                <a:lnTo>
                  <a:pt x="965861" y="1034900"/>
                </a:lnTo>
                <a:lnTo>
                  <a:pt x="948111" y="1076871"/>
                </a:lnTo>
                <a:lnTo>
                  <a:pt x="927964" y="1117512"/>
                </a:lnTo>
                <a:lnTo>
                  <a:pt x="905508" y="1156736"/>
                </a:lnTo>
                <a:lnTo>
                  <a:pt x="880833" y="1194453"/>
                </a:lnTo>
                <a:lnTo>
                  <a:pt x="854028" y="1230574"/>
                </a:lnTo>
                <a:lnTo>
                  <a:pt x="825182" y="1265009"/>
                </a:lnTo>
                <a:lnTo>
                  <a:pt x="794383" y="1297671"/>
                </a:lnTo>
                <a:lnTo>
                  <a:pt x="761721" y="1328470"/>
                </a:lnTo>
                <a:lnTo>
                  <a:pt x="727285" y="1357316"/>
                </a:lnTo>
                <a:lnTo>
                  <a:pt x="691165" y="1384121"/>
                </a:lnTo>
                <a:lnTo>
                  <a:pt x="653448" y="1408796"/>
                </a:lnTo>
                <a:lnTo>
                  <a:pt x="614224" y="1431252"/>
                </a:lnTo>
                <a:lnTo>
                  <a:pt x="573582" y="1451399"/>
                </a:lnTo>
                <a:lnTo>
                  <a:pt x="531612" y="1469149"/>
                </a:lnTo>
                <a:lnTo>
                  <a:pt x="488402" y="1484413"/>
                </a:lnTo>
                <a:lnTo>
                  <a:pt x="444041" y="1497101"/>
                </a:lnTo>
                <a:lnTo>
                  <a:pt x="398618" y="1507124"/>
                </a:lnTo>
                <a:lnTo>
                  <a:pt x="352222" y="1514394"/>
                </a:lnTo>
                <a:lnTo>
                  <a:pt x="304943" y="1518821"/>
                </a:lnTo>
                <a:lnTo>
                  <a:pt x="256870" y="1520317"/>
                </a:lnTo>
                <a:close/>
              </a:path>
            </a:pathLst>
          </a:custGeom>
          <a:solidFill>
            <a:srgbClr val="5252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956969" y="4368965"/>
            <a:ext cx="760730" cy="1476375"/>
          </a:xfrm>
          <a:custGeom>
            <a:avLst/>
            <a:gdLst/>
            <a:ahLst/>
            <a:cxnLst/>
            <a:rect l="l" t="t" r="r" b="b"/>
            <a:pathLst>
              <a:path w="760729" h="1476375">
                <a:moveTo>
                  <a:pt x="503288" y="1475816"/>
                </a:moveTo>
                <a:lnTo>
                  <a:pt x="459909" y="1458706"/>
                </a:lnTo>
                <a:lnTo>
                  <a:pt x="417879" y="1439062"/>
                </a:lnTo>
                <a:lnTo>
                  <a:pt x="377294" y="1416980"/>
                </a:lnTo>
                <a:lnTo>
                  <a:pt x="338248" y="1392553"/>
                </a:lnTo>
                <a:lnTo>
                  <a:pt x="300835" y="1365877"/>
                </a:lnTo>
                <a:lnTo>
                  <a:pt x="265151" y="1337045"/>
                </a:lnTo>
                <a:lnTo>
                  <a:pt x="231289" y="1306154"/>
                </a:lnTo>
                <a:lnTo>
                  <a:pt x="199345" y="1273296"/>
                </a:lnTo>
                <a:lnTo>
                  <a:pt x="169413" y="1238568"/>
                </a:lnTo>
                <a:lnTo>
                  <a:pt x="141587" y="1202064"/>
                </a:lnTo>
                <a:lnTo>
                  <a:pt x="115962" y="1163878"/>
                </a:lnTo>
                <a:lnTo>
                  <a:pt x="92634" y="1124105"/>
                </a:lnTo>
                <a:lnTo>
                  <a:pt x="71695" y="1082841"/>
                </a:lnTo>
                <a:lnTo>
                  <a:pt x="53241" y="1040178"/>
                </a:lnTo>
                <a:lnTo>
                  <a:pt x="37367" y="996213"/>
                </a:lnTo>
                <a:lnTo>
                  <a:pt x="24167" y="951040"/>
                </a:lnTo>
                <a:lnTo>
                  <a:pt x="13736" y="904753"/>
                </a:lnTo>
                <a:lnTo>
                  <a:pt x="6167" y="857447"/>
                </a:lnTo>
                <a:lnTo>
                  <a:pt x="1557" y="809217"/>
                </a:lnTo>
                <a:lnTo>
                  <a:pt x="0" y="760158"/>
                </a:lnTo>
                <a:lnTo>
                  <a:pt x="1495" y="712084"/>
                </a:lnTo>
                <a:lnTo>
                  <a:pt x="5922" y="664805"/>
                </a:lnTo>
                <a:lnTo>
                  <a:pt x="13192" y="618410"/>
                </a:lnTo>
                <a:lnTo>
                  <a:pt x="23215" y="572987"/>
                </a:lnTo>
                <a:lnTo>
                  <a:pt x="35903" y="528626"/>
                </a:lnTo>
                <a:lnTo>
                  <a:pt x="51167" y="485416"/>
                </a:lnTo>
                <a:lnTo>
                  <a:pt x="68917" y="443445"/>
                </a:lnTo>
                <a:lnTo>
                  <a:pt x="89064" y="402804"/>
                </a:lnTo>
                <a:lnTo>
                  <a:pt x="111520" y="363580"/>
                </a:lnTo>
                <a:lnTo>
                  <a:pt x="136195" y="325863"/>
                </a:lnTo>
                <a:lnTo>
                  <a:pt x="163000" y="289742"/>
                </a:lnTo>
                <a:lnTo>
                  <a:pt x="191846" y="255307"/>
                </a:lnTo>
                <a:lnTo>
                  <a:pt x="222645" y="222645"/>
                </a:lnTo>
                <a:lnTo>
                  <a:pt x="255307" y="191846"/>
                </a:lnTo>
                <a:lnTo>
                  <a:pt x="289742" y="163000"/>
                </a:lnTo>
                <a:lnTo>
                  <a:pt x="325863" y="136195"/>
                </a:lnTo>
                <a:lnTo>
                  <a:pt x="363580" y="111520"/>
                </a:lnTo>
                <a:lnTo>
                  <a:pt x="402804" y="89064"/>
                </a:lnTo>
                <a:lnTo>
                  <a:pt x="443445" y="68917"/>
                </a:lnTo>
                <a:lnTo>
                  <a:pt x="485416" y="51167"/>
                </a:lnTo>
                <a:lnTo>
                  <a:pt x="528626" y="35903"/>
                </a:lnTo>
                <a:lnTo>
                  <a:pt x="572987" y="23215"/>
                </a:lnTo>
                <a:lnTo>
                  <a:pt x="618410" y="13192"/>
                </a:lnTo>
                <a:lnTo>
                  <a:pt x="664805" y="5922"/>
                </a:lnTo>
                <a:lnTo>
                  <a:pt x="712084" y="1495"/>
                </a:lnTo>
                <a:lnTo>
                  <a:pt x="760158" y="0"/>
                </a:lnTo>
                <a:lnTo>
                  <a:pt x="759980" y="760310"/>
                </a:lnTo>
                <a:lnTo>
                  <a:pt x="503288" y="1475816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135462" y="4561461"/>
            <a:ext cx="1121410" cy="1125220"/>
          </a:xfrm>
          <a:custGeom>
            <a:avLst/>
            <a:gdLst/>
            <a:ahLst/>
            <a:cxnLst/>
            <a:rect l="l" t="t" r="r" b="b"/>
            <a:pathLst>
              <a:path w="1121409" h="1125220">
                <a:moveTo>
                  <a:pt x="583107" y="1125008"/>
                </a:moveTo>
                <a:lnTo>
                  <a:pt x="537782" y="1125008"/>
                </a:lnTo>
                <a:lnTo>
                  <a:pt x="492578" y="1121354"/>
                </a:lnTo>
                <a:lnTo>
                  <a:pt x="447730" y="1114046"/>
                </a:lnTo>
                <a:lnTo>
                  <a:pt x="403479" y="1103085"/>
                </a:lnTo>
                <a:lnTo>
                  <a:pt x="360062" y="1088470"/>
                </a:lnTo>
                <a:lnTo>
                  <a:pt x="317717" y="1070201"/>
                </a:lnTo>
                <a:lnTo>
                  <a:pt x="276682" y="1048278"/>
                </a:lnTo>
                <a:lnTo>
                  <a:pt x="237196" y="1022701"/>
                </a:lnTo>
                <a:lnTo>
                  <a:pt x="199497" y="993471"/>
                </a:lnTo>
                <a:lnTo>
                  <a:pt x="163822" y="960587"/>
                </a:lnTo>
                <a:lnTo>
                  <a:pt x="131058" y="924773"/>
                </a:lnTo>
                <a:lnTo>
                  <a:pt x="101934" y="886929"/>
                </a:lnTo>
                <a:lnTo>
                  <a:pt x="76450" y="847294"/>
                </a:lnTo>
                <a:lnTo>
                  <a:pt x="54607" y="806107"/>
                </a:lnTo>
                <a:lnTo>
                  <a:pt x="36405" y="763605"/>
                </a:lnTo>
                <a:lnTo>
                  <a:pt x="21843" y="720030"/>
                </a:lnTo>
                <a:lnTo>
                  <a:pt x="10921" y="675618"/>
                </a:lnTo>
                <a:lnTo>
                  <a:pt x="3640" y="630609"/>
                </a:lnTo>
                <a:lnTo>
                  <a:pt x="0" y="585242"/>
                </a:lnTo>
                <a:lnTo>
                  <a:pt x="0" y="539756"/>
                </a:lnTo>
                <a:lnTo>
                  <a:pt x="3640" y="494389"/>
                </a:lnTo>
                <a:lnTo>
                  <a:pt x="10921" y="449380"/>
                </a:lnTo>
                <a:lnTo>
                  <a:pt x="21843" y="404968"/>
                </a:lnTo>
                <a:lnTo>
                  <a:pt x="36405" y="361392"/>
                </a:lnTo>
                <a:lnTo>
                  <a:pt x="54607" y="318891"/>
                </a:lnTo>
                <a:lnTo>
                  <a:pt x="76450" y="277704"/>
                </a:lnTo>
                <a:lnTo>
                  <a:pt x="101934" y="238069"/>
                </a:lnTo>
                <a:lnTo>
                  <a:pt x="131058" y="200225"/>
                </a:lnTo>
                <a:lnTo>
                  <a:pt x="163822" y="164411"/>
                </a:lnTo>
                <a:lnTo>
                  <a:pt x="199497" y="131529"/>
                </a:lnTo>
                <a:lnTo>
                  <a:pt x="237196" y="102300"/>
                </a:lnTo>
                <a:lnTo>
                  <a:pt x="276682" y="76725"/>
                </a:lnTo>
                <a:lnTo>
                  <a:pt x="317717" y="54803"/>
                </a:lnTo>
                <a:lnTo>
                  <a:pt x="360062" y="36535"/>
                </a:lnTo>
                <a:lnTo>
                  <a:pt x="403479" y="21921"/>
                </a:lnTo>
                <a:lnTo>
                  <a:pt x="447730" y="10960"/>
                </a:lnTo>
                <a:lnTo>
                  <a:pt x="492578" y="3653"/>
                </a:lnTo>
                <a:lnTo>
                  <a:pt x="537782" y="0"/>
                </a:lnTo>
                <a:lnTo>
                  <a:pt x="583107" y="0"/>
                </a:lnTo>
                <a:lnTo>
                  <a:pt x="628313" y="3653"/>
                </a:lnTo>
                <a:lnTo>
                  <a:pt x="673162" y="10960"/>
                </a:lnTo>
                <a:lnTo>
                  <a:pt x="717417" y="21921"/>
                </a:lnTo>
                <a:lnTo>
                  <a:pt x="760838" y="36535"/>
                </a:lnTo>
                <a:lnTo>
                  <a:pt x="803189" y="54803"/>
                </a:lnTo>
                <a:lnTo>
                  <a:pt x="844230" y="76725"/>
                </a:lnTo>
                <a:lnTo>
                  <a:pt x="883723" y="102300"/>
                </a:lnTo>
                <a:lnTo>
                  <a:pt x="921431" y="131529"/>
                </a:lnTo>
                <a:lnTo>
                  <a:pt x="957115" y="164411"/>
                </a:lnTo>
                <a:lnTo>
                  <a:pt x="989879" y="200225"/>
                </a:lnTo>
                <a:lnTo>
                  <a:pt x="1019003" y="238069"/>
                </a:lnTo>
                <a:lnTo>
                  <a:pt x="1044487" y="277704"/>
                </a:lnTo>
                <a:lnTo>
                  <a:pt x="1066330" y="318891"/>
                </a:lnTo>
                <a:lnTo>
                  <a:pt x="1084532" y="361392"/>
                </a:lnTo>
                <a:lnTo>
                  <a:pt x="1099095" y="404968"/>
                </a:lnTo>
                <a:lnTo>
                  <a:pt x="1110016" y="449380"/>
                </a:lnTo>
                <a:lnTo>
                  <a:pt x="1117297" y="494389"/>
                </a:lnTo>
                <a:lnTo>
                  <a:pt x="1120938" y="539756"/>
                </a:lnTo>
                <a:lnTo>
                  <a:pt x="1120938" y="585242"/>
                </a:lnTo>
                <a:lnTo>
                  <a:pt x="1117297" y="630609"/>
                </a:lnTo>
                <a:lnTo>
                  <a:pt x="1110016" y="675618"/>
                </a:lnTo>
                <a:lnTo>
                  <a:pt x="1099095" y="720030"/>
                </a:lnTo>
                <a:lnTo>
                  <a:pt x="1084532" y="763605"/>
                </a:lnTo>
                <a:lnTo>
                  <a:pt x="1066330" y="806107"/>
                </a:lnTo>
                <a:lnTo>
                  <a:pt x="1044487" y="847294"/>
                </a:lnTo>
                <a:lnTo>
                  <a:pt x="1019003" y="886929"/>
                </a:lnTo>
                <a:lnTo>
                  <a:pt x="989879" y="924773"/>
                </a:lnTo>
                <a:lnTo>
                  <a:pt x="957115" y="960587"/>
                </a:lnTo>
                <a:lnTo>
                  <a:pt x="921431" y="993471"/>
                </a:lnTo>
                <a:lnTo>
                  <a:pt x="883723" y="1022701"/>
                </a:lnTo>
                <a:lnTo>
                  <a:pt x="844230" y="1048278"/>
                </a:lnTo>
                <a:lnTo>
                  <a:pt x="803189" y="1070201"/>
                </a:lnTo>
                <a:lnTo>
                  <a:pt x="760838" y="1088470"/>
                </a:lnTo>
                <a:lnTo>
                  <a:pt x="717417" y="1103085"/>
                </a:lnTo>
                <a:lnTo>
                  <a:pt x="673162" y="1114046"/>
                </a:lnTo>
                <a:lnTo>
                  <a:pt x="628313" y="1121354"/>
                </a:lnTo>
                <a:lnTo>
                  <a:pt x="583107" y="1125008"/>
                </a:lnTo>
                <a:close/>
              </a:path>
            </a:pathLst>
          </a:custGeom>
          <a:solidFill>
            <a:srgbClr val="BEBEBE">
              <a:alpha val="8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745535" y="4389920"/>
            <a:ext cx="1516380" cy="1520825"/>
          </a:xfrm>
          <a:custGeom>
            <a:avLst/>
            <a:gdLst/>
            <a:ahLst/>
            <a:cxnLst/>
            <a:rect l="l" t="t" r="r" b="b"/>
            <a:pathLst>
              <a:path w="1516379" h="1520825">
                <a:moveTo>
                  <a:pt x="756030" y="1520316"/>
                </a:moveTo>
                <a:lnTo>
                  <a:pt x="707284" y="1518779"/>
                </a:lnTo>
                <a:lnTo>
                  <a:pt x="659355" y="1514227"/>
                </a:lnTo>
                <a:lnTo>
                  <a:pt x="612338" y="1506755"/>
                </a:lnTo>
                <a:lnTo>
                  <a:pt x="566325" y="1496454"/>
                </a:lnTo>
                <a:lnTo>
                  <a:pt x="521408" y="1483419"/>
                </a:lnTo>
                <a:lnTo>
                  <a:pt x="477682" y="1467742"/>
                </a:lnTo>
                <a:lnTo>
                  <a:pt x="435239" y="1449517"/>
                </a:lnTo>
                <a:lnTo>
                  <a:pt x="394172" y="1428835"/>
                </a:lnTo>
                <a:lnTo>
                  <a:pt x="354573" y="1405791"/>
                </a:lnTo>
                <a:lnTo>
                  <a:pt x="316536" y="1380476"/>
                </a:lnTo>
                <a:lnTo>
                  <a:pt x="280153" y="1352985"/>
                </a:lnTo>
                <a:lnTo>
                  <a:pt x="245517" y="1323409"/>
                </a:lnTo>
                <a:lnTo>
                  <a:pt x="212722" y="1291843"/>
                </a:lnTo>
                <a:lnTo>
                  <a:pt x="181860" y="1258379"/>
                </a:lnTo>
                <a:lnTo>
                  <a:pt x="153024" y="1223109"/>
                </a:lnTo>
                <a:lnTo>
                  <a:pt x="126307" y="1186128"/>
                </a:lnTo>
                <a:lnTo>
                  <a:pt x="101802" y="1147527"/>
                </a:lnTo>
                <a:lnTo>
                  <a:pt x="79601" y="1107401"/>
                </a:lnTo>
                <a:lnTo>
                  <a:pt x="59798" y="1065841"/>
                </a:lnTo>
                <a:lnTo>
                  <a:pt x="42486" y="1022941"/>
                </a:lnTo>
                <a:lnTo>
                  <a:pt x="27757" y="978794"/>
                </a:lnTo>
                <a:lnTo>
                  <a:pt x="15704" y="933493"/>
                </a:lnTo>
                <a:lnTo>
                  <a:pt x="6421" y="887130"/>
                </a:lnTo>
                <a:lnTo>
                  <a:pt x="0" y="839800"/>
                </a:lnTo>
                <a:lnTo>
                  <a:pt x="756030" y="760158"/>
                </a:lnTo>
                <a:lnTo>
                  <a:pt x="756030" y="0"/>
                </a:lnTo>
                <a:lnTo>
                  <a:pt x="804104" y="1495"/>
                </a:lnTo>
                <a:lnTo>
                  <a:pt x="851383" y="5922"/>
                </a:lnTo>
                <a:lnTo>
                  <a:pt x="897779" y="13192"/>
                </a:lnTo>
                <a:lnTo>
                  <a:pt x="943201" y="23215"/>
                </a:lnTo>
                <a:lnTo>
                  <a:pt x="987562" y="35903"/>
                </a:lnTo>
                <a:lnTo>
                  <a:pt x="1030773" y="51167"/>
                </a:lnTo>
                <a:lnTo>
                  <a:pt x="1072743" y="68917"/>
                </a:lnTo>
                <a:lnTo>
                  <a:pt x="1113385" y="89064"/>
                </a:lnTo>
                <a:lnTo>
                  <a:pt x="1152609" y="111520"/>
                </a:lnTo>
                <a:lnTo>
                  <a:pt x="1190325" y="136195"/>
                </a:lnTo>
                <a:lnTo>
                  <a:pt x="1226446" y="163000"/>
                </a:lnTo>
                <a:lnTo>
                  <a:pt x="1260882" y="191846"/>
                </a:lnTo>
                <a:lnTo>
                  <a:pt x="1293544" y="222645"/>
                </a:lnTo>
                <a:lnTo>
                  <a:pt x="1324342" y="255307"/>
                </a:lnTo>
                <a:lnTo>
                  <a:pt x="1353189" y="289742"/>
                </a:lnTo>
                <a:lnTo>
                  <a:pt x="1379994" y="325863"/>
                </a:lnTo>
                <a:lnTo>
                  <a:pt x="1404669" y="363580"/>
                </a:lnTo>
                <a:lnTo>
                  <a:pt x="1427125" y="402804"/>
                </a:lnTo>
                <a:lnTo>
                  <a:pt x="1447272" y="443445"/>
                </a:lnTo>
                <a:lnTo>
                  <a:pt x="1465022" y="485416"/>
                </a:lnTo>
                <a:lnTo>
                  <a:pt x="1480285" y="528626"/>
                </a:lnTo>
                <a:lnTo>
                  <a:pt x="1492973" y="572987"/>
                </a:lnTo>
                <a:lnTo>
                  <a:pt x="1502996" y="618410"/>
                </a:lnTo>
                <a:lnTo>
                  <a:pt x="1510266" y="664805"/>
                </a:lnTo>
                <a:lnTo>
                  <a:pt x="1514693" y="712084"/>
                </a:lnTo>
                <a:lnTo>
                  <a:pt x="1516189" y="760158"/>
                </a:lnTo>
                <a:lnTo>
                  <a:pt x="1514693" y="808232"/>
                </a:lnTo>
                <a:lnTo>
                  <a:pt x="1510266" y="855511"/>
                </a:lnTo>
                <a:lnTo>
                  <a:pt x="1502996" y="901906"/>
                </a:lnTo>
                <a:lnTo>
                  <a:pt x="1492973" y="947329"/>
                </a:lnTo>
                <a:lnTo>
                  <a:pt x="1480285" y="991690"/>
                </a:lnTo>
                <a:lnTo>
                  <a:pt x="1465022" y="1034900"/>
                </a:lnTo>
                <a:lnTo>
                  <a:pt x="1447272" y="1076871"/>
                </a:lnTo>
                <a:lnTo>
                  <a:pt x="1427125" y="1117512"/>
                </a:lnTo>
                <a:lnTo>
                  <a:pt x="1404669" y="1156736"/>
                </a:lnTo>
                <a:lnTo>
                  <a:pt x="1379994" y="1194453"/>
                </a:lnTo>
                <a:lnTo>
                  <a:pt x="1353189" y="1230574"/>
                </a:lnTo>
                <a:lnTo>
                  <a:pt x="1324342" y="1265009"/>
                </a:lnTo>
                <a:lnTo>
                  <a:pt x="1293544" y="1297671"/>
                </a:lnTo>
                <a:lnTo>
                  <a:pt x="1260882" y="1328470"/>
                </a:lnTo>
                <a:lnTo>
                  <a:pt x="1226446" y="1357316"/>
                </a:lnTo>
                <a:lnTo>
                  <a:pt x="1190325" y="1384121"/>
                </a:lnTo>
                <a:lnTo>
                  <a:pt x="1152609" y="1408796"/>
                </a:lnTo>
                <a:lnTo>
                  <a:pt x="1113385" y="1431252"/>
                </a:lnTo>
                <a:lnTo>
                  <a:pt x="1072743" y="1451399"/>
                </a:lnTo>
                <a:lnTo>
                  <a:pt x="1030773" y="1469149"/>
                </a:lnTo>
                <a:lnTo>
                  <a:pt x="987562" y="1484413"/>
                </a:lnTo>
                <a:lnTo>
                  <a:pt x="943201" y="1497101"/>
                </a:lnTo>
                <a:lnTo>
                  <a:pt x="897779" y="1507124"/>
                </a:lnTo>
                <a:lnTo>
                  <a:pt x="851383" y="1514394"/>
                </a:lnTo>
                <a:lnTo>
                  <a:pt x="804104" y="1518821"/>
                </a:lnTo>
                <a:lnTo>
                  <a:pt x="756030" y="1520316"/>
                </a:lnTo>
                <a:close/>
              </a:path>
            </a:pathLst>
          </a:custGeom>
          <a:solidFill>
            <a:srgbClr val="7E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741433" y="4389628"/>
            <a:ext cx="760730" cy="840105"/>
          </a:xfrm>
          <a:custGeom>
            <a:avLst/>
            <a:gdLst/>
            <a:ahLst/>
            <a:cxnLst/>
            <a:rect l="l" t="t" r="r" b="b"/>
            <a:pathLst>
              <a:path w="760729" h="840104">
                <a:moveTo>
                  <a:pt x="4127" y="839787"/>
                </a:moveTo>
                <a:lnTo>
                  <a:pt x="2330" y="820008"/>
                </a:lnTo>
                <a:lnTo>
                  <a:pt x="1039" y="800153"/>
                </a:lnTo>
                <a:lnTo>
                  <a:pt x="260" y="780208"/>
                </a:lnTo>
                <a:lnTo>
                  <a:pt x="0" y="760158"/>
                </a:lnTo>
                <a:lnTo>
                  <a:pt x="1495" y="712084"/>
                </a:lnTo>
                <a:lnTo>
                  <a:pt x="5922" y="664805"/>
                </a:lnTo>
                <a:lnTo>
                  <a:pt x="13192" y="618410"/>
                </a:lnTo>
                <a:lnTo>
                  <a:pt x="23215" y="572987"/>
                </a:lnTo>
                <a:lnTo>
                  <a:pt x="35903" y="528626"/>
                </a:lnTo>
                <a:lnTo>
                  <a:pt x="51167" y="485416"/>
                </a:lnTo>
                <a:lnTo>
                  <a:pt x="68917" y="443445"/>
                </a:lnTo>
                <a:lnTo>
                  <a:pt x="89064" y="402804"/>
                </a:lnTo>
                <a:lnTo>
                  <a:pt x="111520" y="363580"/>
                </a:lnTo>
                <a:lnTo>
                  <a:pt x="136195" y="325863"/>
                </a:lnTo>
                <a:lnTo>
                  <a:pt x="163000" y="289742"/>
                </a:lnTo>
                <a:lnTo>
                  <a:pt x="191846" y="255307"/>
                </a:lnTo>
                <a:lnTo>
                  <a:pt x="222645" y="222645"/>
                </a:lnTo>
                <a:lnTo>
                  <a:pt x="255307" y="191846"/>
                </a:lnTo>
                <a:lnTo>
                  <a:pt x="289742" y="163000"/>
                </a:lnTo>
                <a:lnTo>
                  <a:pt x="325863" y="136195"/>
                </a:lnTo>
                <a:lnTo>
                  <a:pt x="363580" y="111520"/>
                </a:lnTo>
                <a:lnTo>
                  <a:pt x="402804" y="89064"/>
                </a:lnTo>
                <a:lnTo>
                  <a:pt x="443445" y="68917"/>
                </a:lnTo>
                <a:lnTo>
                  <a:pt x="485416" y="51167"/>
                </a:lnTo>
                <a:lnTo>
                  <a:pt x="528626" y="35903"/>
                </a:lnTo>
                <a:lnTo>
                  <a:pt x="572987" y="23215"/>
                </a:lnTo>
                <a:lnTo>
                  <a:pt x="618410" y="13192"/>
                </a:lnTo>
                <a:lnTo>
                  <a:pt x="664805" y="5922"/>
                </a:lnTo>
                <a:lnTo>
                  <a:pt x="712084" y="1495"/>
                </a:lnTo>
                <a:lnTo>
                  <a:pt x="760158" y="0"/>
                </a:lnTo>
                <a:lnTo>
                  <a:pt x="760133" y="760450"/>
                </a:lnTo>
                <a:lnTo>
                  <a:pt x="4127" y="839787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9943243" y="4603498"/>
            <a:ext cx="1121410" cy="1125220"/>
          </a:xfrm>
          <a:custGeom>
            <a:avLst/>
            <a:gdLst/>
            <a:ahLst/>
            <a:cxnLst/>
            <a:rect l="l" t="t" r="r" b="b"/>
            <a:pathLst>
              <a:path w="1121409" h="1125220">
                <a:moveTo>
                  <a:pt x="583107" y="1125011"/>
                </a:moveTo>
                <a:lnTo>
                  <a:pt x="537782" y="1125011"/>
                </a:lnTo>
                <a:lnTo>
                  <a:pt x="492578" y="1121357"/>
                </a:lnTo>
                <a:lnTo>
                  <a:pt x="447730" y="1114050"/>
                </a:lnTo>
                <a:lnTo>
                  <a:pt x="403479" y="1103089"/>
                </a:lnTo>
                <a:lnTo>
                  <a:pt x="360062" y="1088475"/>
                </a:lnTo>
                <a:lnTo>
                  <a:pt x="317717" y="1070207"/>
                </a:lnTo>
                <a:lnTo>
                  <a:pt x="276682" y="1048286"/>
                </a:lnTo>
                <a:lnTo>
                  <a:pt x="237196" y="1022710"/>
                </a:lnTo>
                <a:lnTo>
                  <a:pt x="199497" y="993482"/>
                </a:lnTo>
                <a:lnTo>
                  <a:pt x="163822" y="960599"/>
                </a:lnTo>
                <a:lnTo>
                  <a:pt x="131058" y="924786"/>
                </a:lnTo>
                <a:lnTo>
                  <a:pt x="101934" y="886941"/>
                </a:lnTo>
                <a:lnTo>
                  <a:pt x="76450" y="847306"/>
                </a:lnTo>
                <a:lnTo>
                  <a:pt x="54607" y="806118"/>
                </a:lnTo>
                <a:lnTo>
                  <a:pt x="36405" y="763616"/>
                </a:lnTo>
                <a:lnTo>
                  <a:pt x="21843" y="720039"/>
                </a:lnTo>
                <a:lnTo>
                  <a:pt x="10921" y="675627"/>
                </a:lnTo>
                <a:lnTo>
                  <a:pt x="3640" y="630617"/>
                </a:lnTo>
                <a:lnTo>
                  <a:pt x="0" y="585249"/>
                </a:lnTo>
                <a:lnTo>
                  <a:pt x="0" y="539761"/>
                </a:lnTo>
                <a:lnTo>
                  <a:pt x="3640" y="494393"/>
                </a:lnTo>
                <a:lnTo>
                  <a:pt x="10921" y="449384"/>
                </a:lnTo>
                <a:lnTo>
                  <a:pt x="21843" y="404971"/>
                </a:lnTo>
                <a:lnTo>
                  <a:pt x="36405" y="361394"/>
                </a:lnTo>
                <a:lnTo>
                  <a:pt x="54607" y="318893"/>
                </a:lnTo>
                <a:lnTo>
                  <a:pt x="76450" y="277705"/>
                </a:lnTo>
                <a:lnTo>
                  <a:pt x="101934" y="238069"/>
                </a:lnTo>
                <a:lnTo>
                  <a:pt x="131058" y="200225"/>
                </a:lnTo>
                <a:lnTo>
                  <a:pt x="163822" y="164411"/>
                </a:lnTo>
                <a:lnTo>
                  <a:pt x="199497" y="131529"/>
                </a:lnTo>
                <a:lnTo>
                  <a:pt x="237196" y="102300"/>
                </a:lnTo>
                <a:lnTo>
                  <a:pt x="276682" y="76725"/>
                </a:lnTo>
                <a:lnTo>
                  <a:pt x="317717" y="54803"/>
                </a:lnTo>
                <a:lnTo>
                  <a:pt x="360062" y="36535"/>
                </a:lnTo>
                <a:lnTo>
                  <a:pt x="403479" y="21921"/>
                </a:lnTo>
                <a:lnTo>
                  <a:pt x="447730" y="10960"/>
                </a:lnTo>
                <a:lnTo>
                  <a:pt x="492578" y="3653"/>
                </a:lnTo>
                <a:lnTo>
                  <a:pt x="537782" y="0"/>
                </a:lnTo>
                <a:lnTo>
                  <a:pt x="583107" y="0"/>
                </a:lnTo>
                <a:lnTo>
                  <a:pt x="628313" y="3653"/>
                </a:lnTo>
                <a:lnTo>
                  <a:pt x="673162" y="10960"/>
                </a:lnTo>
                <a:lnTo>
                  <a:pt x="717417" y="21921"/>
                </a:lnTo>
                <a:lnTo>
                  <a:pt x="760838" y="36535"/>
                </a:lnTo>
                <a:lnTo>
                  <a:pt x="803189" y="54803"/>
                </a:lnTo>
                <a:lnTo>
                  <a:pt x="844230" y="76725"/>
                </a:lnTo>
                <a:lnTo>
                  <a:pt x="883723" y="102300"/>
                </a:lnTo>
                <a:lnTo>
                  <a:pt x="921431" y="131529"/>
                </a:lnTo>
                <a:lnTo>
                  <a:pt x="957115" y="164411"/>
                </a:lnTo>
                <a:lnTo>
                  <a:pt x="989879" y="200225"/>
                </a:lnTo>
                <a:lnTo>
                  <a:pt x="1019003" y="238069"/>
                </a:lnTo>
                <a:lnTo>
                  <a:pt x="1044487" y="277705"/>
                </a:lnTo>
                <a:lnTo>
                  <a:pt x="1066330" y="318893"/>
                </a:lnTo>
                <a:lnTo>
                  <a:pt x="1084532" y="361394"/>
                </a:lnTo>
                <a:lnTo>
                  <a:pt x="1099095" y="404971"/>
                </a:lnTo>
                <a:lnTo>
                  <a:pt x="1110016" y="449384"/>
                </a:lnTo>
                <a:lnTo>
                  <a:pt x="1117297" y="494393"/>
                </a:lnTo>
                <a:lnTo>
                  <a:pt x="1120938" y="539761"/>
                </a:lnTo>
                <a:lnTo>
                  <a:pt x="1120938" y="585249"/>
                </a:lnTo>
                <a:lnTo>
                  <a:pt x="1117297" y="630617"/>
                </a:lnTo>
                <a:lnTo>
                  <a:pt x="1110016" y="675627"/>
                </a:lnTo>
                <a:lnTo>
                  <a:pt x="1099095" y="720039"/>
                </a:lnTo>
                <a:lnTo>
                  <a:pt x="1084532" y="763616"/>
                </a:lnTo>
                <a:lnTo>
                  <a:pt x="1066330" y="806118"/>
                </a:lnTo>
                <a:lnTo>
                  <a:pt x="1044487" y="847306"/>
                </a:lnTo>
                <a:lnTo>
                  <a:pt x="1019003" y="886941"/>
                </a:lnTo>
                <a:lnTo>
                  <a:pt x="989879" y="924786"/>
                </a:lnTo>
                <a:lnTo>
                  <a:pt x="957115" y="960599"/>
                </a:lnTo>
                <a:lnTo>
                  <a:pt x="921431" y="993482"/>
                </a:lnTo>
                <a:lnTo>
                  <a:pt x="883723" y="1022710"/>
                </a:lnTo>
                <a:lnTo>
                  <a:pt x="844230" y="1048286"/>
                </a:lnTo>
                <a:lnTo>
                  <a:pt x="803189" y="1070207"/>
                </a:lnTo>
                <a:lnTo>
                  <a:pt x="760838" y="1088475"/>
                </a:lnTo>
                <a:lnTo>
                  <a:pt x="717417" y="1103089"/>
                </a:lnTo>
                <a:lnTo>
                  <a:pt x="673162" y="1114050"/>
                </a:lnTo>
                <a:lnTo>
                  <a:pt x="628313" y="1121357"/>
                </a:lnTo>
                <a:lnTo>
                  <a:pt x="583107" y="1125011"/>
                </a:lnTo>
                <a:close/>
              </a:path>
            </a:pathLst>
          </a:custGeom>
          <a:solidFill>
            <a:srgbClr val="BEBEBE">
              <a:alpha val="8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731893" y="4699634"/>
            <a:ext cx="338455" cy="385445"/>
          </a:xfrm>
          <a:custGeom>
            <a:avLst/>
            <a:gdLst/>
            <a:ahLst/>
            <a:cxnLst/>
            <a:rect l="l" t="t" r="r" b="b"/>
            <a:pathLst>
              <a:path w="338454" h="385445">
                <a:moveTo>
                  <a:pt x="241244" y="38620"/>
                </a:moveTo>
                <a:lnTo>
                  <a:pt x="96769" y="38620"/>
                </a:lnTo>
                <a:lnTo>
                  <a:pt x="92794" y="36741"/>
                </a:lnTo>
                <a:lnTo>
                  <a:pt x="89631" y="32969"/>
                </a:lnTo>
                <a:lnTo>
                  <a:pt x="86507" y="29197"/>
                </a:lnTo>
                <a:lnTo>
                  <a:pt x="84894" y="24599"/>
                </a:lnTo>
                <a:lnTo>
                  <a:pt x="84894" y="13868"/>
                </a:lnTo>
                <a:lnTo>
                  <a:pt x="86507" y="9410"/>
                </a:lnTo>
                <a:lnTo>
                  <a:pt x="92794" y="1930"/>
                </a:lnTo>
                <a:lnTo>
                  <a:pt x="96769" y="0"/>
                </a:lnTo>
                <a:lnTo>
                  <a:pt x="241244" y="0"/>
                </a:lnTo>
                <a:lnTo>
                  <a:pt x="245283" y="1930"/>
                </a:lnTo>
                <a:lnTo>
                  <a:pt x="248585" y="5702"/>
                </a:lnTo>
                <a:lnTo>
                  <a:pt x="251887" y="9410"/>
                </a:lnTo>
                <a:lnTo>
                  <a:pt x="253550" y="13868"/>
                </a:lnTo>
                <a:lnTo>
                  <a:pt x="253550" y="24599"/>
                </a:lnTo>
                <a:lnTo>
                  <a:pt x="251887" y="29197"/>
                </a:lnTo>
                <a:lnTo>
                  <a:pt x="245283" y="36741"/>
                </a:lnTo>
                <a:lnTo>
                  <a:pt x="241244" y="38620"/>
                </a:lnTo>
                <a:close/>
              </a:path>
              <a:path w="338454" h="385445">
                <a:moveTo>
                  <a:pt x="312974" y="384937"/>
                </a:moveTo>
                <a:lnTo>
                  <a:pt x="25039" y="384937"/>
                </a:lnTo>
                <a:lnTo>
                  <a:pt x="19946" y="383425"/>
                </a:lnTo>
                <a:lnTo>
                  <a:pt x="15235" y="380288"/>
                </a:lnTo>
                <a:lnTo>
                  <a:pt x="10460" y="377253"/>
                </a:lnTo>
                <a:lnTo>
                  <a:pt x="6700" y="372744"/>
                </a:lnTo>
                <a:lnTo>
                  <a:pt x="3906" y="366890"/>
                </a:lnTo>
                <a:lnTo>
                  <a:pt x="783" y="357937"/>
                </a:lnTo>
                <a:lnTo>
                  <a:pt x="0" y="349053"/>
                </a:lnTo>
                <a:lnTo>
                  <a:pt x="1547" y="340254"/>
                </a:lnTo>
                <a:lnTo>
                  <a:pt x="5418" y="331558"/>
                </a:lnTo>
                <a:lnTo>
                  <a:pt x="118702" y="130340"/>
                </a:lnTo>
                <a:lnTo>
                  <a:pt x="118702" y="38620"/>
                </a:lnTo>
                <a:lnTo>
                  <a:pt x="152319" y="38620"/>
                </a:lnTo>
                <a:lnTo>
                  <a:pt x="152319" y="141630"/>
                </a:lnTo>
                <a:lnTo>
                  <a:pt x="83154" y="264922"/>
                </a:lnTo>
                <a:lnTo>
                  <a:pt x="295120" y="264922"/>
                </a:lnTo>
                <a:lnTo>
                  <a:pt x="332570" y="331558"/>
                </a:lnTo>
                <a:lnTo>
                  <a:pt x="336378" y="340354"/>
                </a:lnTo>
                <a:lnTo>
                  <a:pt x="337902" y="349176"/>
                </a:lnTo>
                <a:lnTo>
                  <a:pt x="337147" y="358022"/>
                </a:lnTo>
                <a:lnTo>
                  <a:pt x="334119" y="366890"/>
                </a:lnTo>
                <a:lnTo>
                  <a:pt x="331503" y="372744"/>
                </a:lnTo>
                <a:lnTo>
                  <a:pt x="327744" y="377253"/>
                </a:lnTo>
                <a:lnTo>
                  <a:pt x="322943" y="380288"/>
                </a:lnTo>
                <a:lnTo>
                  <a:pt x="318117" y="383425"/>
                </a:lnTo>
                <a:lnTo>
                  <a:pt x="312974" y="384937"/>
                </a:lnTo>
                <a:close/>
              </a:path>
              <a:path w="338454" h="385445">
                <a:moveTo>
                  <a:pt x="295120" y="264922"/>
                </a:moveTo>
                <a:lnTo>
                  <a:pt x="254871" y="264922"/>
                </a:lnTo>
                <a:lnTo>
                  <a:pt x="186113" y="142112"/>
                </a:lnTo>
                <a:lnTo>
                  <a:pt x="186113" y="38620"/>
                </a:lnTo>
                <a:lnTo>
                  <a:pt x="219743" y="38620"/>
                </a:lnTo>
                <a:lnTo>
                  <a:pt x="219743" y="130797"/>
                </a:lnTo>
                <a:lnTo>
                  <a:pt x="295120" y="264922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522170" y="4668113"/>
            <a:ext cx="348615" cy="401320"/>
          </a:xfrm>
          <a:custGeom>
            <a:avLst/>
            <a:gdLst/>
            <a:ahLst/>
            <a:cxnLst/>
            <a:rect l="l" t="t" r="r" b="b"/>
            <a:pathLst>
              <a:path w="348615" h="401320">
                <a:moveTo>
                  <a:pt x="109029" y="401078"/>
                </a:moveTo>
                <a:lnTo>
                  <a:pt x="77488" y="378446"/>
                </a:lnTo>
                <a:lnTo>
                  <a:pt x="75639" y="370362"/>
                </a:lnTo>
                <a:lnTo>
                  <a:pt x="73702" y="362160"/>
                </a:lnTo>
                <a:lnTo>
                  <a:pt x="71678" y="353834"/>
                </a:lnTo>
                <a:lnTo>
                  <a:pt x="69686" y="345423"/>
                </a:lnTo>
                <a:lnTo>
                  <a:pt x="62891" y="302125"/>
                </a:lnTo>
                <a:lnTo>
                  <a:pt x="62330" y="280793"/>
                </a:lnTo>
                <a:lnTo>
                  <a:pt x="62523" y="274326"/>
                </a:lnTo>
                <a:lnTo>
                  <a:pt x="63371" y="264596"/>
                </a:lnTo>
                <a:lnTo>
                  <a:pt x="64787" y="254568"/>
                </a:lnTo>
                <a:lnTo>
                  <a:pt x="66776" y="244246"/>
                </a:lnTo>
                <a:lnTo>
                  <a:pt x="21043" y="244246"/>
                </a:lnTo>
                <a:lnTo>
                  <a:pt x="430" y="212134"/>
                </a:lnTo>
                <a:lnTo>
                  <a:pt x="0" y="142836"/>
                </a:lnTo>
                <a:lnTo>
                  <a:pt x="428" y="136425"/>
                </a:lnTo>
                <a:lnTo>
                  <a:pt x="20916" y="104076"/>
                </a:lnTo>
                <a:lnTo>
                  <a:pt x="123240" y="104076"/>
                </a:lnTo>
                <a:lnTo>
                  <a:pt x="134282" y="103532"/>
                </a:lnTo>
                <a:lnTo>
                  <a:pt x="181749" y="90604"/>
                </a:lnTo>
                <a:lnTo>
                  <a:pt x="217677" y="71920"/>
                </a:lnTo>
                <a:lnTo>
                  <a:pt x="251562" y="47568"/>
                </a:lnTo>
                <a:lnTo>
                  <a:pt x="281414" y="19551"/>
                </a:lnTo>
                <a:lnTo>
                  <a:pt x="297420" y="0"/>
                </a:lnTo>
                <a:lnTo>
                  <a:pt x="305358" y="0"/>
                </a:lnTo>
                <a:lnTo>
                  <a:pt x="325969" y="32173"/>
                </a:lnTo>
                <a:lnTo>
                  <a:pt x="326503" y="53009"/>
                </a:lnTo>
                <a:lnTo>
                  <a:pt x="297420" y="53009"/>
                </a:lnTo>
                <a:lnTo>
                  <a:pt x="290065" y="60632"/>
                </a:lnTo>
                <a:lnTo>
                  <a:pt x="257424" y="89592"/>
                </a:lnTo>
                <a:lnTo>
                  <a:pt x="220522" y="113888"/>
                </a:lnTo>
                <a:lnTo>
                  <a:pt x="181500" y="132613"/>
                </a:lnTo>
                <a:lnTo>
                  <a:pt x="152323" y="141185"/>
                </a:lnTo>
                <a:lnTo>
                  <a:pt x="152323" y="207454"/>
                </a:lnTo>
                <a:lnTo>
                  <a:pt x="191350" y="220268"/>
                </a:lnTo>
                <a:lnTo>
                  <a:pt x="230072" y="240588"/>
                </a:lnTo>
                <a:lnTo>
                  <a:pt x="239036" y="246354"/>
                </a:lnTo>
                <a:lnTo>
                  <a:pt x="141541" y="246354"/>
                </a:lnTo>
                <a:lnTo>
                  <a:pt x="136143" y="248437"/>
                </a:lnTo>
                <a:lnTo>
                  <a:pt x="119963" y="285229"/>
                </a:lnTo>
                <a:lnTo>
                  <a:pt x="120941" y="291503"/>
                </a:lnTo>
                <a:lnTo>
                  <a:pt x="121983" y="297764"/>
                </a:lnTo>
                <a:lnTo>
                  <a:pt x="124319" y="303428"/>
                </a:lnTo>
                <a:lnTo>
                  <a:pt x="127977" y="308432"/>
                </a:lnTo>
                <a:lnTo>
                  <a:pt x="124815" y="315531"/>
                </a:lnTo>
                <a:lnTo>
                  <a:pt x="123367" y="322122"/>
                </a:lnTo>
                <a:lnTo>
                  <a:pt x="123875" y="334111"/>
                </a:lnTo>
                <a:lnTo>
                  <a:pt x="125170" y="339953"/>
                </a:lnTo>
                <a:lnTo>
                  <a:pt x="127507" y="345503"/>
                </a:lnTo>
                <a:lnTo>
                  <a:pt x="129793" y="351104"/>
                </a:lnTo>
                <a:lnTo>
                  <a:pt x="132955" y="356400"/>
                </a:lnTo>
                <a:lnTo>
                  <a:pt x="140728" y="366649"/>
                </a:lnTo>
                <a:lnTo>
                  <a:pt x="144893" y="371779"/>
                </a:lnTo>
                <a:lnTo>
                  <a:pt x="149326" y="376796"/>
                </a:lnTo>
                <a:lnTo>
                  <a:pt x="146798" y="384314"/>
                </a:lnTo>
                <a:lnTo>
                  <a:pt x="142417" y="389978"/>
                </a:lnTo>
                <a:lnTo>
                  <a:pt x="129958" y="397814"/>
                </a:lnTo>
                <a:lnTo>
                  <a:pt x="123278" y="399999"/>
                </a:lnTo>
                <a:lnTo>
                  <a:pt x="109029" y="401078"/>
                </a:lnTo>
                <a:close/>
              </a:path>
              <a:path w="348615" h="401320">
                <a:moveTo>
                  <a:pt x="326503" y="295617"/>
                </a:moveTo>
                <a:lnTo>
                  <a:pt x="297420" y="295617"/>
                </a:lnTo>
                <a:lnTo>
                  <a:pt x="297420" y="53009"/>
                </a:lnTo>
                <a:lnTo>
                  <a:pt x="326503" y="53009"/>
                </a:lnTo>
                <a:lnTo>
                  <a:pt x="326503" y="136182"/>
                </a:lnTo>
                <a:lnTo>
                  <a:pt x="332688" y="138252"/>
                </a:lnTo>
                <a:lnTo>
                  <a:pt x="337781" y="142836"/>
                </a:lnTo>
                <a:lnTo>
                  <a:pt x="341896" y="149847"/>
                </a:lnTo>
                <a:lnTo>
                  <a:pt x="345985" y="156984"/>
                </a:lnTo>
                <a:lnTo>
                  <a:pt x="348055" y="165176"/>
                </a:lnTo>
                <a:lnTo>
                  <a:pt x="348055" y="183591"/>
                </a:lnTo>
                <a:lnTo>
                  <a:pt x="345985" y="191655"/>
                </a:lnTo>
                <a:lnTo>
                  <a:pt x="337781" y="205600"/>
                </a:lnTo>
                <a:lnTo>
                  <a:pt x="332688" y="210070"/>
                </a:lnTo>
                <a:lnTo>
                  <a:pt x="326503" y="212191"/>
                </a:lnTo>
                <a:lnTo>
                  <a:pt x="326503" y="295617"/>
                </a:lnTo>
                <a:close/>
              </a:path>
              <a:path w="348615" h="401320">
                <a:moveTo>
                  <a:pt x="305358" y="348322"/>
                </a:moveTo>
                <a:lnTo>
                  <a:pt x="297420" y="348322"/>
                </a:lnTo>
                <a:lnTo>
                  <a:pt x="290662" y="339530"/>
                </a:lnTo>
                <a:lnTo>
                  <a:pt x="283247" y="330865"/>
                </a:lnTo>
                <a:lnTo>
                  <a:pt x="247613" y="297900"/>
                </a:lnTo>
                <a:lnTo>
                  <a:pt x="206244" y="270324"/>
                </a:lnTo>
                <a:lnTo>
                  <a:pt x="162672" y="251185"/>
                </a:lnTo>
                <a:lnTo>
                  <a:pt x="141541" y="246354"/>
                </a:lnTo>
                <a:lnTo>
                  <a:pt x="239036" y="246354"/>
                </a:lnTo>
                <a:lnTo>
                  <a:pt x="274627" y="273543"/>
                </a:lnTo>
                <a:lnTo>
                  <a:pt x="297420" y="295617"/>
                </a:lnTo>
                <a:lnTo>
                  <a:pt x="326503" y="295617"/>
                </a:lnTo>
                <a:lnTo>
                  <a:pt x="326503" y="308432"/>
                </a:lnTo>
                <a:lnTo>
                  <a:pt x="325969" y="316364"/>
                </a:lnTo>
                <a:lnTo>
                  <a:pt x="324360" y="323711"/>
                </a:lnTo>
                <a:lnTo>
                  <a:pt x="321671" y="330461"/>
                </a:lnTo>
                <a:lnTo>
                  <a:pt x="317893" y="336600"/>
                </a:lnTo>
                <a:lnTo>
                  <a:pt x="312178" y="344462"/>
                </a:lnTo>
                <a:lnTo>
                  <a:pt x="305358" y="348322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887264" y="4736210"/>
            <a:ext cx="356235" cy="348615"/>
          </a:xfrm>
          <a:custGeom>
            <a:avLst/>
            <a:gdLst/>
            <a:ahLst/>
            <a:cxnLst/>
            <a:rect l="l" t="t" r="r" b="b"/>
            <a:pathLst>
              <a:path w="356235" h="348614">
                <a:moveTo>
                  <a:pt x="38061" y="283413"/>
                </a:moveTo>
                <a:lnTo>
                  <a:pt x="36741" y="282955"/>
                </a:lnTo>
                <a:lnTo>
                  <a:pt x="34378" y="280454"/>
                </a:lnTo>
                <a:lnTo>
                  <a:pt x="33527" y="279133"/>
                </a:lnTo>
                <a:lnTo>
                  <a:pt x="33058" y="277685"/>
                </a:lnTo>
                <a:lnTo>
                  <a:pt x="33058" y="277266"/>
                </a:lnTo>
                <a:lnTo>
                  <a:pt x="32550" y="275488"/>
                </a:lnTo>
                <a:lnTo>
                  <a:pt x="32753" y="274078"/>
                </a:lnTo>
                <a:lnTo>
                  <a:pt x="33604" y="272986"/>
                </a:lnTo>
                <a:lnTo>
                  <a:pt x="35585" y="270611"/>
                </a:lnTo>
                <a:lnTo>
                  <a:pt x="36931" y="269163"/>
                </a:lnTo>
                <a:lnTo>
                  <a:pt x="39192" y="266560"/>
                </a:lnTo>
                <a:lnTo>
                  <a:pt x="56032" y="229552"/>
                </a:lnTo>
                <a:lnTo>
                  <a:pt x="57010" y="222719"/>
                </a:lnTo>
                <a:lnTo>
                  <a:pt x="44544" y="213666"/>
                </a:lnTo>
                <a:lnTo>
                  <a:pt x="33516" y="203607"/>
                </a:lnTo>
                <a:lnTo>
                  <a:pt x="8658" y="167061"/>
                </a:lnTo>
                <a:lnTo>
                  <a:pt x="0" y="124193"/>
                </a:lnTo>
                <a:lnTo>
                  <a:pt x="711" y="111459"/>
                </a:lnTo>
                <a:lnTo>
                  <a:pt x="17618" y="64828"/>
                </a:lnTo>
                <a:lnTo>
                  <a:pt x="52640" y="28467"/>
                </a:lnTo>
                <a:lnTo>
                  <a:pt x="88252" y="9829"/>
                </a:lnTo>
                <a:lnTo>
                  <a:pt x="129718" y="614"/>
                </a:lnTo>
                <a:lnTo>
                  <a:pt x="144525" y="0"/>
                </a:lnTo>
                <a:lnTo>
                  <a:pt x="159342" y="614"/>
                </a:lnTo>
                <a:lnTo>
                  <a:pt x="200926" y="9829"/>
                </a:lnTo>
                <a:lnTo>
                  <a:pt x="236613" y="28467"/>
                </a:lnTo>
                <a:lnTo>
                  <a:pt x="264353" y="54630"/>
                </a:lnTo>
                <a:lnTo>
                  <a:pt x="286238" y="99134"/>
                </a:lnTo>
                <a:lnTo>
                  <a:pt x="289064" y="124193"/>
                </a:lnTo>
                <a:lnTo>
                  <a:pt x="288359" y="136785"/>
                </a:lnTo>
                <a:lnTo>
                  <a:pt x="271565" y="183377"/>
                </a:lnTo>
                <a:lnTo>
                  <a:pt x="236613" y="219800"/>
                </a:lnTo>
                <a:lnTo>
                  <a:pt x="200926" y="238429"/>
                </a:lnTo>
                <a:lnTo>
                  <a:pt x="171456" y="246087"/>
                </a:lnTo>
                <a:lnTo>
                  <a:pt x="117589" y="246087"/>
                </a:lnTo>
                <a:lnTo>
                  <a:pt x="103446" y="257419"/>
                </a:lnTo>
                <a:lnTo>
                  <a:pt x="55168" y="279806"/>
                </a:lnTo>
                <a:lnTo>
                  <a:pt x="39547" y="283133"/>
                </a:lnTo>
                <a:lnTo>
                  <a:pt x="38061" y="283413"/>
                </a:lnTo>
                <a:close/>
              </a:path>
              <a:path w="356235" h="348614">
                <a:moveTo>
                  <a:pt x="305691" y="283133"/>
                </a:moveTo>
                <a:lnTo>
                  <a:pt x="144525" y="283133"/>
                </a:lnTo>
                <a:lnTo>
                  <a:pt x="162543" y="282364"/>
                </a:lnTo>
                <a:lnTo>
                  <a:pt x="179978" y="280054"/>
                </a:lnTo>
                <a:lnTo>
                  <a:pt x="228524" y="264063"/>
                </a:lnTo>
                <a:lnTo>
                  <a:pt x="268452" y="237058"/>
                </a:lnTo>
                <a:lnTo>
                  <a:pt x="297977" y="200558"/>
                </a:lnTo>
                <a:lnTo>
                  <a:pt x="315453" y="156476"/>
                </a:lnTo>
                <a:lnTo>
                  <a:pt x="318833" y="124193"/>
                </a:lnTo>
                <a:lnTo>
                  <a:pt x="318833" y="118224"/>
                </a:lnTo>
                <a:lnTo>
                  <a:pt x="318452" y="112217"/>
                </a:lnTo>
                <a:lnTo>
                  <a:pt x="317703" y="105930"/>
                </a:lnTo>
                <a:lnTo>
                  <a:pt x="326143" y="114691"/>
                </a:lnTo>
                <a:lnTo>
                  <a:pt x="350365" y="154819"/>
                </a:lnTo>
                <a:lnTo>
                  <a:pt x="356184" y="189395"/>
                </a:lnTo>
                <a:lnTo>
                  <a:pt x="355214" y="204246"/>
                </a:lnTo>
                <a:lnTo>
                  <a:pt x="340766" y="245351"/>
                </a:lnTo>
                <a:lnTo>
                  <a:pt x="311544" y="278878"/>
                </a:lnTo>
                <a:lnTo>
                  <a:pt x="305691" y="283133"/>
                </a:lnTo>
                <a:close/>
              </a:path>
              <a:path w="356235" h="348614">
                <a:moveTo>
                  <a:pt x="144525" y="248259"/>
                </a:moveTo>
                <a:lnTo>
                  <a:pt x="139953" y="248259"/>
                </a:lnTo>
                <a:lnTo>
                  <a:pt x="135407" y="248030"/>
                </a:lnTo>
                <a:lnTo>
                  <a:pt x="126364" y="247167"/>
                </a:lnTo>
                <a:lnTo>
                  <a:pt x="117589" y="246087"/>
                </a:lnTo>
                <a:lnTo>
                  <a:pt x="171456" y="246087"/>
                </a:lnTo>
                <a:lnTo>
                  <a:pt x="159342" y="247645"/>
                </a:lnTo>
                <a:lnTo>
                  <a:pt x="144525" y="248259"/>
                </a:lnTo>
                <a:close/>
              </a:path>
              <a:path w="356235" h="348614">
                <a:moveTo>
                  <a:pt x="216217" y="313461"/>
                </a:moveTo>
                <a:lnTo>
                  <a:pt x="211594" y="313461"/>
                </a:lnTo>
                <a:lnTo>
                  <a:pt x="198693" y="312975"/>
                </a:lnTo>
                <a:lnTo>
                  <a:pt x="151113" y="301657"/>
                </a:lnTo>
                <a:lnTo>
                  <a:pt x="120573" y="285280"/>
                </a:lnTo>
                <a:lnTo>
                  <a:pt x="122135" y="284137"/>
                </a:lnTo>
                <a:lnTo>
                  <a:pt x="123062" y="283552"/>
                </a:lnTo>
                <a:lnTo>
                  <a:pt x="124074" y="282955"/>
                </a:lnTo>
                <a:lnTo>
                  <a:pt x="124898" y="282364"/>
                </a:lnTo>
                <a:lnTo>
                  <a:pt x="125590" y="281813"/>
                </a:lnTo>
                <a:lnTo>
                  <a:pt x="131914" y="282676"/>
                </a:lnTo>
                <a:lnTo>
                  <a:pt x="138201" y="283133"/>
                </a:lnTo>
                <a:lnTo>
                  <a:pt x="305691" y="283133"/>
                </a:lnTo>
                <a:lnTo>
                  <a:pt x="299123" y="287909"/>
                </a:lnTo>
                <a:lnTo>
                  <a:pt x="300126" y="294754"/>
                </a:lnTo>
                <a:lnTo>
                  <a:pt x="301282" y="300481"/>
                </a:lnTo>
                <a:lnTo>
                  <a:pt x="302653" y="305130"/>
                </a:lnTo>
                <a:lnTo>
                  <a:pt x="303999" y="309829"/>
                </a:lnTo>
                <a:lnTo>
                  <a:pt x="304565" y="311226"/>
                </a:lnTo>
                <a:lnTo>
                  <a:pt x="238569" y="311226"/>
                </a:lnTo>
                <a:lnTo>
                  <a:pt x="234226" y="311823"/>
                </a:lnTo>
                <a:lnTo>
                  <a:pt x="229806" y="312331"/>
                </a:lnTo>
                <a:lnTo>
                  <a:pt x="220751" y="313181"/>
                </a:lnTo>
                <a:lnTo>
                  <a:pt x="216217" y="313461"/>
                </a:lnTo>
                <a:close/>
              </a:path>
              <a:path w="356235" h="348614">
                <a:moveTo>
                  <a:pt x="318096" y="348576"/>
                </a:moveTo>
                <a:lnTo>
                  <a:pt x="313753" y="347751"/>
                </a:lnTo>
                <a:lnTo>
                  <a:pt x="311023" y="347154"/>
                </a:lnTo>
                <a:lnTo>
                  <a:pt x="303466" y="345655"/>
                </a:lnTo>
                <a:lnTo>
                  <a:pt x="267525" y="331952"/>
                </a:lnTo>
                <a:lnTo>
                  <a:pt x="238569" y="311226"/>
                </a:lnTo>
                <a:lnTo>
                  <a:pt x="304565" y="311226"/>
                </a:lnTo>
                <a:lnTo>
                  <a:pt x="305600" y="313778"/>
                </a:lnTo>
                <a:lnTo>
                  <a:pt x="307390" y="317284"/>
                </a:lnTo>
                <a:lnTo>
                  <a:pt x="309219" y="320649"/>
                </a:lnTo>
                <a:lnTo>
                  <a:pt x="311023" y="323710"/>
                </a:lnTo>
                <a:lnTo>
                  <a:pt x="312978" y="326402"/>
                </a:lnTo>
                <a:lnTo>
                  <a:pt x="314871" y="329082"/>
                </a:lnTo>
                <a:lnTo>
                  <a:pt x="316966" y="331724"/>
                </a:lnTo>
                <a:lnTo>
                  <a:pt x="319176" y="334352"/>
                </a:lnTo>
                <a:lnTo>
                  <a:pt x="320433" y="335813"/>
                </a:lnTo>
                <a:lnTo>
                  <a:pt x="321513" y="337134"/>
                </a:lnTo>
                <a:lnTo>
                  <a:pt x="323380" y="339648"/>
                </a:lnTo>
                <a:lnTo>
                  <a:pt x="323557" y="340956"/>
                </a:lnTo>
                <a:lnTo>
                  <a:pt x="323062" y="342430"/>
                </a:lnTo>
                <a:lnTo>
                  <a:pt x="323062" y="342874"/>
                </a:lnTo>
                <a:lnTo>
                  <a:pt x="322834" y="344550"/>
                </a:lnTo>
                <a:lnTo>
                  <a:pt x="322097" y="345973"/>
                </a:lnTo>
                <a:lnTo>
                  <a:pt x="319455" y="348208"/>
                </a:lnTo>
                <a:lnTo>
                  <a:pt x="318096" y="348576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547561" y="5159565"/>
            <a:ext cx="68453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22225">
            <a:solidFill>
              <a:srgbClr val="EC7C3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371103" y="5138534"/>
            <a:ext cx="68453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22225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0312666" y="4751971"/>
            <a:ext cx="374015" cy="301625"/>
          </a:xfrm>
          <a:custGeom>
            <a:avLst/>
            <a:gdLst/>
            <a:ahLst/>
            <a:cxnLst/>
            <a:rect l="l" t="t" r="r" b="b"/>
            <a:pathLst>
              <a:path w="374015" h="301625">
                <a:moveTo>
                  <a:pt x="356920" y="301078"/>
                </a:moveTo>
                <a:lnTo>
                  <a:pt x="16929" y="301078"/>
                </a:lnTo>
                <a:lnTo>
                  <a:pt x="11468" y="298869"/>
                </a:lnTo>
                <a:lnTo>
                  <a:pt x="2286" y="289940"/>
                </a:lnTo>
                <a:lnTo>
                  <a:pt x="0" y="284657"/>
                </a:lnTo>
                <a:lnTo>
                  <a:pt x="0" y="16408"/>
                </a:lnTo>
                <a:lnTo>
                  <a:pt x="2286" y="11125"/>
                </a:lnTo>
                <a:lnTo>
                  <a:pt x="6896" y="6705"/>
                </a:lnTo>
                <a:lnTo>
                  <a:pt x="11468" y="2247"/>
                </a:lnTo>
                <a:lnTo>
                  <a:pt x="16929" y="0"/>
                </a:lnTo>
                <a:lnTo>
                  <a:pt x="356920" y="0"/>
                </a:lnTo>
                <a:lnTo>
                  <a:pt x="362394" y="2247"/>
                </a:lnTo>
                <a:lnTo>
                  <a:pt x="371449" y="11125"/>
                </a:lnTo>
                <a:lnTo>
                  <a:pt x="373710" y="16408"/>
                </a:lnTo>
                <a:lnTo>
                  <a:pt x="373710" y="20015"/>
                </a:lnTo>
                <a:lnTo>
                  <a:pt x="53911" y="20015"/>
                </a:lnTo>
                <a:lnTo>
                  <a:pt x="53911" y="38239"/>
                </a:lnTo>
                <a:lnTo>
                  <a:pt x="147539" y="38239"/>
                </a:lnTo>
                <a:lnTo>
                  <a:pt x="145783" y="49415"/>
                </a:lnTo>
                <a:lnTo>
                  <a:pt x="31203" y="49415"/>
                </a:lnTo>
                <a:lnTo>
                  <a:pt x="31203" y="76682"/>
                </a:lnTo>
                <a:lnTo>
                  <a:pt x="373710" y="76682"/>
                </a:lnTo>
                <a:lnTo>
                  <a:pt x="373710" y="90754"/>
                </a:lnTo>
                <a:lnTo>
                  <a:pt x="186956" y="90754"/>
                </a:lnTo>
                <a:lnTo>
                  <a:pt x="179359" y="91106"/>
                </a:lnTo>
                <a:lnTo>
                  <a:pt x="139757" y="106990"/>
                </a:lnTo>
                <a:lnTo>
                  <a:pt x="116164" y="140906"/>
                </a:lnTo>
                <a:lnTo>
                  <a:pt x="112956" y="162077"/>
                </a:lnTo>
                <a:lnTo>
                  <a:pt x="113311" y="169447"/>
                </a:lnTo>
                <a:lnTo>
                  <a:pt x="129760" y="207707"/>
                </a:lnTo>
                <a:lnTo>
                  <a:pt x="164902" y="230496"/>
                </a:lnTo>
                <a:lnTo>
                  <a:pt x="186956" y="233641"/>
                </a:lnTo>
                <a:lnTo>
                  <a:pt x="373710" y="233641"/>
                </a:lnTo>
                <a:lnTo>
                  <a:pt x="373710" y="247357"/>
                </a:lnTo>
                <a:lnTo>
                  <a:pt x="31203" y="247357"/>
                </a:lnTo>
                <a:lnTo>
                  <a:pt x="31203" y="269722"/>
                </a:lnTo>
                <a:lnTo>
                  <a:pt x="373710" y="269722"/>
                </a:lnTo>
                <a:lnTo>
                  <a:pt x="373710" y="284657"/>
                </a:lnTo>
                <a:lnTo>
                  <a:pt x="371449" y="289940"/>
                </a:lnTo>
                <a:lnTo>
                  <a:pt x="362394" y="298869"/>
                </a:lnTo>
                <a:lnTo>
                  <a:pt x="356920" y="301078"/>
                </a:lnTo>
                <a:close/>
              </a:path>
              <a:path w="374015" h="301625">
                <a:moveTo>
                  <a:pt x="147539" y="38239"/>
                </a:moveTo>
                <a:lnTo>
                  <a:pt x="117995" y="38239"/>
                </a:lnTo>
                <a:lnTo>
                  <a:pt x="117995" y="20015"/>
                </a:lnTo>
                <a:lnTo>
                  <a:pt x="373710" y="20015"/>
                </a:lnTo>
                <a:lnTo>
                  <a:pt x="373710" y="31394"/>
                </a:lnTo>
                <a:lnTo>
                  <a:pt x="148615" y="31394"/>
                </a:lnTo>
                <a:lnTo>
                  <a:pt x="147539" y="38239"/>
                </a:lnTo>
                <a:close/>
              </a:path>
              <a:path w="374015" h="301625">
                <a:moveTo>
                  <a:pt x="373710" y="76682"/>
                </a:moveTo>
                <a:lnTo>
                  <a:pt x="342646" y="76682"/>
                </a:lnTo>
                <a:lnTo>
                  <a:pt x="342646" y="31394"/>
                </a:lnTo>
                <a:lnTo>
                  <a:pt x="373710" y="31394"/>
                </a:lnTo>
                <a:lnTo>
                  <a:pt x="373710" y="76682"/>
                </a:lnTo>
                <a:close/>
              </a:path>
              <a:path w="374015" h="301625">
                <a:moveTo>
                  <a:pt x="373710" y="233641"/>
                </a:moveTo>
                <a:lnTo>
                  <a:pt x="186956" y="233641"/>
                </a:lnTo>
                <a:lnTo>
                  <a:pt x="194518" y="233295"/>
                </a:lnTo>
                <a:lnTo>
                  <a:pt x="201842" y="232249"/>
                </a:lnTo>
                <a:lnTo>
                  <a:pt x="239166" y="212763"/>
                </a:lnTo>
                <a:lnTo>
                  <a:pt x="259295" y="176542"/>
                </a:lnTo>
                <a:lnTo>
                  <a:pt x="260728" y="162077"/>
                </a:lnTo>
                <a:lnTo>
                  <a:pt x="260373" y="154783"/>
                </a:lnTo>
                <a:lnTo>
                  <a:pt x="243919" y="116557"/>
                </a:lnTo>
                <a:lnTo>
                  <a:pt x="208777" y="93920"/>
                </a:lnTo>
                <a:lnTo>
                  <a:pt x="186956" y="90754"/>
                </a:lnTo>
                <a:lnTo>
                  <a:pt x="373710" y="90754"/>
                </a:lnTo>
                <a:lnTo>
                  <a:pt x="373710" y="233641"/>
                </a:lnTo>
                <a:close/>
              </a:path>
              <a:path w="374015" h="301625">
                <a:moveTo>
                  <a:pt x="193852" y="211086"/>
                </a:moveTo>
                <a:lnTo>
                  <a:pt x="180047" y="211086"/>
                </a:lnTo>
                <a:lnTo>
                  <a:pt x="173443" y="209803"/>
                </a:lnTo>
                <a:lnTo>
                  <a:pt x="137553" y="175336"/>
                </a:lnTo>
                <a:lnTo>
                  <a:pt x="136304" y="155162"/>
                </a:lnTo>
                <a:lnTo>
                  <a:pt x="137553" y="149148"/>
                </a:lnTo>
                <a:lnTo>
                  <a:pt x="167081" y="117005"/>
                </a:lnTo>
                <a:lnTo>
                  <a:pt x="179908" y="113322"/>
                </a:lnTo>
                <a:lnTo>
                  <a:pt x="193852" y="113322"/>
                </a:lnTo>
                <a:lnTo>
                  <a:pt x="222170" y="126784"/>
                </a:lnTo>
                <a:lnTo>
                  <a:pt x="186956" y="126784"/>
                </a:lnTo>
                <a:lnTo>
                  <a:pt x="179722" y="127442"/>
                </a:lnTo>
                <a:lnTo>
                  <a:pt x="151324" y="155162"/>
                </a:lnTo>
                <a:lnTo>
                  <a:pt x="150660" y="162077"/>
                </a:lnTo>
                <a:lnTo>
                  <a:pt x="150677" y="164198"/>
                </a:lnTo>
                <a:lnTo>
                  <a:pt x="151511" y="166052"/>
                </a:lnTo>
                <a:lnTo>
                  <a:pt x="153187" y="167639"/>
                </a:lnTo>
                <a:lnTo>
                  <a:pt x="154906" y="169329"/>
                </a:lnTo>
                <a:lnTo>
                  <a:pt x="156794" y="170141"/>
                </a:lnTo>
                <a:lnTo>
                  <a:pt x="237159" y="170141"/>
                </a:lnTo>
                <a:lnTo>
                  <a:pt x="236131" y="175145"/>
                </a:lnTo>
                <a:lnTo>
                  <a:pt x="200380" y="209803"/>
                </a:lnTo>
                <a:lnTo>
                  <a:pt x="193852" y="211086"/>
                </a:lnTo>
                <a:close/>
              </a:path>
              <a:path w="374015" h="301625">
                <a:moveTo>
                  <a:pt x="237159" y="170141"/>
                </a:moveTo>
                <a:lnTo>
                  <a:pt x="161404" y="170141"/>
                </a:lnTo>
                <a:lnTo>
                  <a:pt x="163449" y="169316"/>
                </a:lnTo>
                <a:lnTo>
                  <a:pt x="165138" y="167639"/>
                </a:lnTo>
                <a:lnTo>
                  <a:pt x="166827" y="166103"/>
                </a:lnTo>
                <a:lnTo>
                  <a:pt x="167678" y="164198"/>
                </a:lnTo>
                <a:lnTo>
                  <a:pt x="167678" y="156756"/>
                </a:lnTo>
                <a:lnTo>
                  <a:pt x="169532" y="152336"/>
                </a:lnTo>
                <a:lnTo>
                  <a:pt x="173355" y="148894"/>
                </a:lnTo>
                <a:lnTo>
                  <a:pt x="177126" y="145414"/>
                </a:lnTo>
                <a:lnTo>
                  <a:pt x="181660" y="143700"/>
                </a:lnTo>
                <a:lnTo>
                  <a:pt x="186956" y="143700"/>
                </a:lnTo>
                <a:lnTo>
                  <a:pt x="186956" y="143294"/>
                </a:lnTo>
                <a:lnTo>
                  <a:pt x="189357" y="143294"/>
                </a:lnTo>
                <a:lnTo>
                  <a:pt x="191439" y="142506"/>
                </a:lnTo>
                <a:lnTo>
                  <a:pt x="193237" y="140807"/>
                </a:lnTo>
                <a:lnTo>
                  <a:pt x="194830" y="139357"/>
                </a:lnTo>
                <a:lnTo>
                  <a:pt x="195668" y="137464"/>
                </a:lnTo>
                <a:lnTo>
                  <a:pt x="195589" y="132693"/>
                </a:lnTo>
                <a:lnTo>
                  <a:pt x="194830" y="130911"/>
                </a:lnTo>
                <a:lnTo>
                  <a:pt x="193128" y="129286"/>
                </a:lnTo>
                <a:lnTo>
                  <a:pt x="191439" y="127635"/>
                </a:lnTo>
                <a:lnTo>
                  <a:pt x="189357" y="126784"/>
                </a:lnTo>
                <a:lnTo>
                  <a:pt x="222170" y="126784"/>
                </a:lnTo>
                <a:lnTo>
                  <a:pt x="237379" y="155162"/>
                </a:lnTo>
                <a:lnTo>
                  <a:pt x="237302" y="169447"/>
                </a:lnTo>
                <a:lnTo>
                  <a:pt x="237159" y="170141"/>
                </a:lnTo>
                <a:close/>
              </a:path>
              <a:path w="374015" h="301625">
                <a:moveTo>
                  <a:pt x="373710" y="269722"/>
                </a:moveTo>
                <a:lnTo>
                  <a:pt x="342646" y="269722"/>
                </a:lnTo>
                <a:lnTo>
                  <a:pt x="342646" y="247357"/>
                </a:lnTo>
                <a:lnTo>
                  <a:pt x="373710" y="247357"/>
                </a:lnTo>
                <a:lnTo>
                  <a:pt x="373710" y="269722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6596786" y="5226849"/>
            <a:ext cx="77279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69</a:t>
            </a:r>
            <a:r>
              <a:rPr sz="1600" b="1" spc="-10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.</a:t>
            </a:r>
            <a:r>
              <a:rPr sz="1600" b="1" spc="-5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76%</a:t>
            </a:r>
            <a:endParaRPr sz="16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0147363" y="5133276"/>
            <a:ext cx="68453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22225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8373046" y="5237352"/>
            <a:ext cx="77279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87</a:t>
            </a:r>
            <a:r>
              <a:rPr sz="1600" b="1" spc="-10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.</a:t>
            </a:r>
            <a:r>
              <a:rPr sz="1600" b="1" spc="-5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24%</a:t>
            </a:r>
            <a:endParaRPr sz="16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165080" y="5232107"/>
            <a:ext cx="77279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82</a:t>
            </a:r>
            <a:r>
              <a:rPr sz="1600" b="1" spc="-10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.</a:t>
            </a:r>
            <a:r>
              <a:rPr sz="1600" b="1" spc="-5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15%</a:t>
            </a:r>
            <a:endParaRPr sz="16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549140" y="6021323"/>
            <a:ext cx="998219" cy="410209"/>
          </a:xfrm>
          <a:prstGeom prst="rect">
            <a:avLst/>
          </a:prstGeom>
          <a:solidFill>
            <a:srgbClr val="1F3863">
              <a:alpha val="87799"/>
            </a:srgbClr>
          </a:solidFill>
        </p:spPr>
        <p:txBody>
          <a:bodyPr vert="horz" wrap="square" lIns="0" tIns="100965" rIns="0" bIns="0" rtlCol="0">
            <a:spAutoFit/>
          </a:bodyPr>
          <a:lstStyle/>
          <a:p>
            <a:pPr marL="174625">
              <a:lnSpc>
                <a:spcPct val="100000"/>
              </a:lnSpc>
              <a:spcBef>
                <a:spcPts val="795"/>
              </a:spcBef>
              <a:tabLst>
                <a:tab pos="619125" algn="l"/>
              </a:tabLst>
            </a:pPr>
            <a:r>
              <a:rPr sz="1600" b="1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升	学</a:t>
            </a:r>
            <a:endParaRPr sz="16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150352" y="6007608"/>
            <a:ext cx="1247140" cy="410209"/>
          </a:xfrm>
          <a:prstGeom prst="rect">
            <a:avLst/>
          </a:prstGeom>
          <a:solidFill>
            <a:srgbClr val="1F3863"/>
          </a:solidFill>
        </p:spPr>
        <p:txBody>
          <a:bodyPr vert="horz" wrap="square" lIns="0" tIns="10096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795"/>
              </a:spcBef>
            </a:pPr>
            <a:r>
              <a:rPr sz="1600" b="1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专业相关</a:t>
            </a:r>
            <a:r>
              <a:rPr sz="1600" b="1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度</a:t>
            </a:r>
            <a:endParaRPr sz="16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900928" y="6012179"/>
            <a:ext cx="2074545" cy="411480"/>
          </a:xfrm>
          <a:prstGeom prst="rect">
            <a:avLst/>
          </a:prstGeom>
          <a:solidFill>
            <a:srgbClr val="1F3863">
              <a:alpha val="87799"/>
            </a:srgbClr>
          </a:solidFill>
        </p:spPr>
        <p:txBody>
          <a:bodyPr vert="horz" wrap="square" lIns="0" tIns="10223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805"/>
              </a:spcBef>
            </a:pPr>
            <a:r>
              <a:rPr sz="1600" b="1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省市级以上单位就</a:t>
            </a:r>
            <a:r>
              <a:rPr sz="1600" b="1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业</a:t>
            </a:r>
            <a:endParaRPr sz="16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704831" y="6001511"/>
            <a:ext cx="1656714" cy="411480"/>
          </a:xfrm>
          <a:prstGeom prst="rect">
            <a:avLst/>
          </a:prstGeom>
          <a:solidFill>
            <a:srgbClr val="1F3863"/>
          </a:solidFill>
        </p:spPr>
        <p:txBody>
          <a:bodyPr vert="horz" wrap="square" lIns="0" tIns="10160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800"/>
              </a:spcBef>
            </a:pPr>
            <a:r>
              <a:rPr sz="1600" b="1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职业期待吻合</a:t>
            </a:r>
            <a:r>
              <a:rPr sz="1600" b="1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度</a:t>
            </a:r>
            <a:endParaRPr sz="16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object 33"/>
          <p:cNvSpPr txBox="1"/>
          <p:nvPr/>
        </p:nvSpPr>
        <p:spPr>
          <a:xfrm>
            <a:off x="395414" y="314321"/>
            <a:ext cx="9547829" cy="32727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73075" algn="l"/>
                <a:tab pos="473075" algn="l"/>
              </a:tabLst>
            </a:pPr>
            <a:r>
              <a:rPr sz="28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广阔的发展前</a:t>
            </a:r>
            <a:r>
              <a:rPr sz="2800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景</a:t>
            </a:r>
            <a:endParaRPr sz="2800" dirty="0">
              <a:latin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050" dirty="0">
              <a:latin typeface="Times New Roman" panose="02020603050405020304"/>
              <a:cs typeface="Times New Roman" panose="02020603050405020304"/>
            </a:endParaRPr>
          </a:p>
          <a:p>
            <a:pPr marL="2145665" marR="41910" indent="302260">
              <a:lnSpc>
                <a:spcPct val="129000"/>
              </a:lnSpc>
              <a:tabLst>
                <a:tab pos="4191635" algn="l"/>
                <a:tab pos="6111875" algn="l"/>
                <a:tab pos="7380605" algn="l"/>
              </a:tabLst>
            </a:pPr>
            <a:r>
              <a:rPr sz="20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学校</a:t>
            </a:r>
            <a:r>
              <a:rPr sz="20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毕业</a:t>
            </a:r>
            <a:r>
              <a:rPr sz="20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生以学</a:t>
            </a:r>
            <a:r>
              <a:rPr sz="20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风严谨</a:t>
            </a:r>
            <a:r>
              <a:rPr sz="20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、理</a:t>
            </a:r>
            <a:r>
              <a:rPr sz="20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论</a:t>
            </a:r>
            <a:r>
              <a:rPr sz="20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扎</a:t>
            </a:r>
            <a:r>
              <a:rPr sz="20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实</a:t>
            </a:r>
            <a:r>
              <a:rPr sz="20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、技能</a:t>
            </a:r>
            <a:r>
              <a:rPr sz="20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娴</a:t>
            </a:r>
            <a:r>
              <a:rPr sz="20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熟等特点深受社会</a:t>
            </a:r>
            <a:r>
              <a:rPr sz="20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欢</a:t>
            </a:r>
            <a:r>
              <a:rPr sz="20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迎，</a:t>
            </a:r>
            <a:r>
              <a:rPr sz="20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获 </a:t>
            </a:r>
            <a:r>
              <a:rPr sz="2000" b="1" spc="10" dirty="0" err="1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得用人</a:t>
            </a:r>
            <a:r>
              <a:rPr sz="2000" b="1" dirty="0" err="1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单</a:t>
            </a:r>
            <a:r>
              <a:rPr sz="2000" b="1" spc="10" dirty="0" err="1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位高度</a:t>
            </a:r>
            <a:r>
              <a:rPr sz="2000" b="1" dirty="0" err="1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认</a:t>
            </a:r>
            <a:r>
              <a:rPr sz="2000" b="1" spc="10" dirty="0" err="1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可，名列同</a:t>
            </a:r>
            <a:r>
              <a:rPr sz="2000" b="1" dirty="0" err="1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类</a:t>
            </a:r>
            <a:r>
              <a:rPr sz="2000" b="1" spc="10" dirty="0" err="1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高校前茅。呈</a:t>
            </a:r>
            <a:r>
              <a:rPr lang="zh-CN" altLang="en-US" sz="2000" b="1" spc="1255" dirty="0">
                <a:solidFill>
                  <a:srgbClr val="FFFF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“</a:t>
            </a:r>
            <a:r>
              <a:rPr sz="2000" b="1" dirty="0" err="1">
                <a:solidFill>
                  <a:srgbClr val="FFFF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五高</a:t>
            </a:r>
            <a:r>
              <a:rPr lang="zh-CN" altLang="en-US" sz="2000" b="1" spc="1255" dirty="0">
                <a:solidFill>
                  <a:srgbClr val="FFFF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sz="2000" b="1" dirty="0" err="1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特点，</a:t>
            </a:r>
            <a:r>
              <a:rPr sz="2000" b="1" dirty="0" err="1">
                <a:solidFill>
                  <a:schemeClr val="accent6">
                    <a:lumMod val="75000"/>
                  </a:schemeClr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即就业率高</a:t>
            </a:r>
            <a:r>
              <a:rPr sz="2000" b="1" spc="-5" dirty="0">
                <a:solidFill>
                  <a:schemeClr val="accent6">
                    <a:lumMod val="75000"/>
                  </a:schemeClr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2000" b="1" spc="10" dirty="0">
                <a:solidFill>
                  <a:schemeClr val="accent6">
                    <a:lumMod val="75000"/>
                  </a:schemeClr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就</a:t>
            </a:r>
            <a:r>
              <a:rPr sz="2000" b="1" dirty="0">
                <a:solidFill>
                  <a:schemeClr val="accent6">
                    <a:lumMod val="75000"/>
                  </a:schemeClr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业满</a:t>
            </a:r>
            <a:r>
              <a:rPr sz="2000" b="1" spc="10" dirty="0">
                <a:solidFill>
                  <a:schemeClr val="accent6">
                    <a:lumMod val="75000"/>
                  </a:schemeClr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意度高、就</a:t>
            </a:r>
            <a:r>
              <a:rPr sz="2000" b="1" dirty="0">
                <a:solidFill>
                  <a:schemeClr val="accent6">
                    <a:lumMod val="75000"/>
                  </a:schemeClr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业稳</a:t>
            </a:r>
            <a:r>
              <a:rPr sz="2000" b="1" spc="10" dirty="0">
                <a:solidFill>
                  <a:schemeClr val="accent6">
                    <a:lumMod val="75000"/>
                  </a:schemeClr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定性高、就</a:t>
            </a:r>
            <a:r>
              <a:rPr sz="2000" b="1" dirty="0">
                <a:solidFill>
                  <a:schemeClr val="accent6">
                    <a:lumMod val="75000"/>
                  </a:schemeClr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业单</a:t>
            </a:r>
            <a:r>
              <a:rPr sz="2000" b="1" spc="10" dirty="0">
                <a:solidFill>
                  <a:schemeClr val="accent6">
                    <a:lumMod val="75000"/>
                  </a:schemeClr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位</a:t>
            </a:r>
            <a:r>
              <a:rPr sz="2000" b="1" dirty="0">
                <a:solidFill>
                  <a:schemeClr val="accent6">
                    <a:lumMod val="75000"/>
                  </a:schemeClr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层</a:t>
            </a:r>
            <a:r>
              <a:rPr sz="2000" b="1" spc="10" dirty="0">
                <a:solidFill>
                  <a:schemeClr val="accent6">
                    <a:lumMod val="75000"/>
                  </a:schemeClr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次高、就</a:t>
            </a:r>
            <a:r>
              <a:rPr sz="2000" b="1" dirty="0">
                <a:solidFill>
                  <a:schemeClr val="accent6">
                    <a:lumMod val="75000"/>
                  </a:schemeClr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业专业</a:t>
            </a:r>
            <a:r>
              <a:rPr sz="2000" b="1" spc="10" dirty="0">
                <a:solidFill>
                  <a:schemeClr val="accent6">
                    <a:lumMod val="75000"/>
                  </a:schemeClr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相关度高</a:t>
            </a:r>
            <a:r>
              <a:rPr sz="20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。</a:t>
            </a:r>
            <a:r>
              <a:rPr sz="2000" b="1" spc="5" dirty="0">
                <a:solidFill>
                  <a:srgbClr val="FF00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近</a:t>
            </a:r>
            <a:r>
              <a:rPr sz="2000" b="1" spc="10" dirty="0">
                <a:solidFill>
                  <a:srgbClr val="FF00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五年，全校各</a:t>
            </a:r>
            <a:r>
              <a:rPr sz="2000" b="1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层</a:t>
            </a:r>
            <a:r>
              <a:rPr sz="2000" b="1" spc="10" dirty="0">
                <a:solidFill>
                  <a:srgbClr val="FF00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次</a:t>
            </a:r>
            <a:r>
              <a:rPr sz="2000" b="1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毕业</a:t>
            </a:r>
            <a:r>
              <a:rPr sz="2000" b="1" spc="10" dirty="0">
                <a:solidFill>
                  <a:srgbClr val="FF00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生年度就</a:t>
            </a:r>
            <a:r>
              <a:rPr sz="2000" b="1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业</a:t>
            </a:r>
            <a:r>
              <a:rPr sz="2000" b="1" spc="10" dirty="0">
                <a:solidFill>
                  <a:srgbClr val="FF00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率均超</a:t>
            </a:r>
            <a:r>
              <a:rPr sz="2000" b="1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过</a:t>
            </a:r>
            <a:r>
              <a:rPr sz="2000" b="1" spc="-250" dirty="0">
                <a:solidFill>
                  <a:srgbClr val="FF00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96</a:t>
            </a:r>
            <a:r>
              <a:rPr lang="en-US" altLang="zh-CN" sz="2000" b="1" spc="-250" dirty="0">
                <a:solidFill>
                  <a:srgbClr val="FF00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%</a:t>
            </a:r>
            <a:r>
              <a:rPr sz="20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。</a:t>
            </a:r>
            <a:r>
              <a:rPr sz="2000" b="1" spc="-25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2018</a:t>
            </a:r>
            <a:r>
              <a:rPr sz="20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届本科毕业生</a:t>
            </a:r>
            <a:r>
              <a:rPr sz="2000" b="1" dirty="0">
                <a:solidFill>
                  <a:srgbClr val="FFFF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升</a:t>
            </a:r>
            <a:r>
              <a:rPr sz="2000" b="1" spc="-5" dirty="0">
                <a:solidFill>
                  <a:srgbClr val="FFFF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学</a:t>
            </a:r>
            <a:r>
              <a:rPr sz="2000" b="1" dirty="0">
                <a:solidFill>
                  <a:srgbClr val="FFFF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率</a:t>
            </a:r>
            <a:r>
              <a:rPr sz="20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为为</a:t>
            </a:r>
            <a:r>
              <a:rPr sz="2000" b="1" spc="-90" dirty="0">
                <a:solidFill>
                  <a:srgbClr val="FFFF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33.90</a:t>
            </a:r>
            <a:r>
              <a:rPr lang="en-US" altLang="zh-CN" sz="2000" b="1" spc="-90" dirty="0">
                <a:solidFill>
                  <a:srgbClr val="FFFF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%</a:t>
            </a:r>
            <a:r>
              <a:rPr sz="2000" b="1" spc="-20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000" b="1" spc="-20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2019</a:t>
            </a:r>
            <a:r>
              <a:rPr sz="20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届为</a:t>
            </a:r>
            <a:r>
              <a:rPr sz="2000" b="1" spc="-50" dirty="0">
                <a:solidFill>
                  <a:srgbClr val="FFFF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36.7</a:t>
            </a:r>
            <a:r>
              <a:rPr lang="en-US" altLang="zh-CN" sz="2000" b="1" spc="-50" dirty="0">
                <a:solidFill>
                  <a:srgbClr val="FFFF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%</a:t>
            </a:r>
            <a:r>
              <a:rPr lang="zh-CN" altLang="en-US" sz="2000" b="1" spc="-50" dirty="0">
                <a:solidFill>
                  <a:schemeClr val="bg1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。</a:t>
            </a:r>
            <a:endParaRPr sz="2000" dirty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31" name="音频 30">
            <a:hlinkClick r:id="" action="ppaction://media"/>
            <a:extLst>
              <a:ext uri="{FF2B5EF4-FFF2-40B4-BE49-F238E27FC236}">
                <a16:creationId xmlns:a16="http://schemas.microsoft.com/office/drawing/2014/main" id="{7E79C892-8CD7-46CD-8103-983CFF746E5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3127"/>
    </mc:Choice>
    <mc:Fallback>
      <p:transition spd="slow" advTm="7312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1"/>
                </p:tgtEl>
              </p:cMediaNode>
            </p:audio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12216" y="964253"/>
            <a:ext cx="10563860" cy="0"/>
          </a:xfrm>
          <a:custGeom>
            <a:avLst/>
            <a:gdLst/>
            <a:ahLst/>
            <a:cxnLst/>
            <a:rect l="l" t="t" r="r" b="b"/>
            <a:pathLst>
              <a:path w="10563860">
                <a:moveTo>
                  <a:pt x="0" y="0"/>
                </a:moveTo>
                <a:lnTo>
                  <a:pt x="10563707" y="0"/>
                </a:lnTo>
              </a:path>
            </a:pathLst>
          </a:custGeom>
          <a:ln w="28587">
            <a:solidFill>
              <a:srgbClr val="0045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009376" y="172212"/>
            <a:ext cx="1014983" cy="9845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8120" y="1367027"/>
            <a:ext cx="7141845" cy="5125720"/>
          </a:xfrm>
          <a:custGeom>
            <a:avLst/>
            <a:gdLst/>
            <a:ahLst/>
            <a:cxnLst/>
            <a:rect l="l" t="t" r="r" b="b"/>
            <a:pathLst>
              <a:path w="7141845" h="5125720">
                <a:moveTo>
                  <a:pt x="0" y="0"/>
                </a:moveTo>
                <a:lnTo>
                  <a:pt x="7141464" y="0"/>
                </a:lnTo>
                <a:lnTo>
                  <a:pt x="7141464" y="5125212"/>
                </a:lnTo>
                <a:lnTo>
                  <a:pt x="0" y="5125212"/>
                </a:lnTo>
                <a:lnTo>
                  <a:pt x="0" y="0"/>
                </a:lnTo>
                <a:close/>
              </a:path>
            </a:pathLst>
          </a:custGeom>
          <a:solidFill>
            <a:srgbClr val="D9D9D9">
              <a:alpha val="6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592009" y="1326057"/>
            <a:ext cx="3432606" cy="509725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966783" y="5218671"/>
            <a:ext cx="732155" cy="1019175"/>
          </a:xfrm>
          <a:custGeom>
            <a:avLst/>
            <a:gdLst/>
            <a:ahLst/>
            <a:cxnLst/>
            <a:rect l="l" t="t" r="r" b="b"/>
            <a:pathLst>
              <a:path w="732154" h="1019175">
                <a:moveTo>
                  <a:pt x="567764" y="120700"/>
                </a:moveTo>
                <a:lnTo>
                  <a:pt x="162799" y="120700"/>
                </a:lnTo>
                <a:lnTo>
                  <a:pt x="139823" y="115564"/>
                </a:lnTo>
                <a:lnTo>
                  <a:pt x="121110" y="102565"/>
                </a:lnTo>
                <a:lnTo>
                  <a:pt x="108519" y="83546"/>
                </a:lnTo>
                <a:lnTo>
                  <a:pt x="103909" y="60350"/>
                </a:lnTo>
                <a:lnTo>
                  <a:pt x="108519" y="37233"/>
                </a:lnTo>
                <a:lnTo>
                  <a:pt x="121110" y="18240"/>
                </a:lnTo>
                <a:lnTo>
                  <a:pt x="139823" y="5214"/>
                </a:lnTo>
                <a:lnTo>
                  <a:pt x="162799" y="0"/>
                </a:lnTo>
                <a:lnTo>
                  <a:pt x="567764" y="0"/>
                </a:lnTo>
                <a:lnTo>
                  <a:pt x="591333" y="4736"/>
                </a:lnTo>
                <a:lnTo>
                  <a:pt x="610595" y="17659"/>
                </a:lnTo>
                <a:lnTo>
                  <a:pt x="623589" y="36840"/>
                </a:lnTo>
                <a:lnTo>
                  <a:pt x="628356" y="60350"/>
                </a:lnTo>
                <a:lnTo>
                  <a:pt x="623589" y="83855"/>
                </a:lnTo>
                <a:lnTo>
                  <a:pt x="610595" y="103036"/>
                </a:lnTo>
                <a:lnTo>
                  <a:pt x="591333" y="115962"/>
                </a:lnTo>
                <a:lnTo>
                  <a:pt x="567764" y="120700"/>
                </a:lnTo>
                <a:close/>
              </a:path>
              <a:path w="732154" h="1019175">
                <a:moveTo>
                  <a:pt x="579169" y="1018768"/>
                </a:moveTo>
                <a:lnTo>
                  <a:pt x="152957" y="1018768"/>
                </a:lnTo>
                <a:lnTo>
                  <a:pt x="113764" y="1013617"/>
                </a:lnTo>
                <a:lnTo>
                  <a:pt x="77560" y="998845"/>
                </a:lnTo>
                <a:lnTo>
                  <a:pt x="46218" y="975477"/>
                </a:lnTo>
                <a:lnTo>
                  <a:pt x="21613" y="944537"/>
                </a:lnTo>
                <a:lnTo>
                  <a:pt x="5892" y="908280"/>
                </a:lnTo>
                <a:lnTo>
                  <a:pt x="0" y="869686"/>
                </a:lnTo>
                <a:lnTo>
                  <a:pt x="3977" y="830858"/>
                </a:lnTo>
                <a:lnTo>
                  <a:pt x="17867" y="793902"/>
                </a:lnTo>
                <a:lnTo>
                  <a:pt x="211212" y="432739"/>
                </a:lnTo>
                <a:lnTo>
                  <a:pt x="211212" y="120700"/>
                </a:lnTo>
                <a:lnTo>
                  <a:pt x="252753" y="120700"/>
                </a:lnTo>
                <a:lnTo>
                  <a:pt x="252753" y="443026"/>
                </a:lnTo>
                <a:lnTo>
                  <a:pt x="54722" y="813396"/>
                </a:lnTo>
                <a:lnTo>
                  <a:pt x="44552" y="840327"/>
                </a:lnTo>
                <a:lnTo>
                  <a:pt x="45937" y="896766"/>
                </a:lnTo>
                <a:lnTo>
                  <a:pt x="75276" y="945711"/>
                </a:lnTo>
                <a:lnTo>
                  <a:pt x="124428" y="973528"/>
                </a:lnTo>
                <a:lnTo>
                  <a:pt x="152957" y="977290"/>
                </a:lnTo>
                <a:lnTo>
                  <a:pt x="683500" y="977290"/>
                </a:lnTo>
                <a:lnTo>
                  <a:pt x="654623" y="998845"/>
                </a:lnTo>
                <a:lnTo>
                  <a:pt x="618426" y="1013617"/>
                </a:lnTo>
                <a:lnTo>
                  <a:pt x="579169" y="1018768"/>
                </a:lnTo>
                <a:close/>
              </a:path>
              <a:path w="732154" h="1019175">
                <a:moveTo>
                  <a:pt x="683500" y="977290"/>
                </a:moveTo>
                <a:lnTo>
                  <a:pt x="579169" y="977290"/>
                </a:lnTo>
                <a:lnTo>
                  <a:pt x="607698" y="973528"/>
                </a:lnTo>
                <a:lnTo>
                  <a:pt x="634045" y="962748"/>
                </a:lnTo>
                <a:lnTo>
                  <a:pt x="656850" y="945711"/>
                </a:lnTo>
                <a:lnTo>
                  <a:pt x="674749" y="923175"/>
                </a:lnTo>
                <a:lnTo>
                  <a:pt x="686255" y="896766"/>
                </a:lnTo>
                <a:lnTo>
                  <a:pt x="690559" y="868633"/>
                </a:lnTo>
                <a:lnTo>
                  <a:pt x="687659" y="840327"/>
                </a:lnTo>
                <a:lnTo>
                  <a:pt x="677556" y="813396"/>
                </a:lnTo>
                <a:lnTo>
                  <a:pt x="479372" y="443026"/>
                </a:lnTo>
                <a:lnTo>
                  <a:pt x="479372" y="120700"/>
                </a:lnTo>
                <a:lnTo>
                  <a:pt x="521066" y="120700"/>
                </a:lnTo>
                <a:lnTo>
                  <a:pt x="521066" y="432739"/>
                </a:lnTo>
                <a:lnTo>
                  <a:pt x="714259" y="793902"/>
                </a:lnTo>
                <a:lnTo>
                  <a:pt x="728146" y="830858"/>
                </a:lnTo>
                <a:lnTo>
                  <a:pt x="732121" y="869686"/>
                </a:lnTo>
                <a:lnTo>
                  <a:pt x="726228" y="908280"/>
                </a:lnTo>
                <a:lnTo>
                  <a:pt x="710512" y="944537"/>
                </a:lnTo>
                <a:lnTo>
                  <a:pt x="685928" y="975477"/>
                </a:lnTo>
                <a:lnTo>
                  <a:pt x="683500" y="977290"/>
                </a:lnTo>
                <a:close/>
              </a:path>
              <a:path w="732154" h="1019175">
                <a:moveTo>
                  <a:pt x="422934" y="274029"/>
                </a:moveTo>
                <a:lnTo>
                  <a:pt x="408063" y="269189"/>
                </a:lnTo>
                <a:lnTo>
                  <a:pt x="396062" y="259148"/>
                </a:lnTo>
                <a:lnTo>
                  <a:pt x="388567" y="244843"/>
                </a:lnTo>
                <a:lnTo>
                  <a:pt x="387270" y="228689"/>
                </a:lnTo>
                <a:lnTo>
                  <a:pt x="392126" y="213809"/>
                </a:lnTo>
                <a:lnTo>
                  <a:pt x="402197" y="201821"/>
                </a:lnTo>
                <a:lnTo>
                  <a:pt x="416545" y="194348"/>
                </a:lnTo>
                <a:lnTo>
                  <a:pt x="432736" y="193118"/>
                </a:lnTo>
                <a:lnTo>
                  <a:pt x="447651" y="197969"/>
                </a:lnTo>
                <a:lnTo>
                  <a:pt x="459665" y="208023"/>
                </a:lnTo>
                <a:lnTo>
                  <a:pt x="467155" y="222402"/>
                </a:lnTo>
                <a:lnTo>
                  <a:pt x="468387" y="238524"/>
                </a:lnTo>
                <a:lnTo>
                  <a:pt x="463526" y="253349"/>
                </a:lnTo>
                <a:lnTo>
                  <a:pt x="453449" y="265282"/>
                </a:lnTo>
                <a:lnTo>
                  <a:pt x="439037" y="272732"/>
                </a:lnTo>
                <a:lnTo>
                  <a:pt x="422934" y="274029"/>
                </a:lnTo>
                <a:close/>
              </a:path>
              <a:path w="732154" h="1019175">
                <a:moveTo>
                  <a:pt x="354772" y="503906"/>
                </a:moveTo>
                <a:lnTo>
                  <a:pt x="337027" y="498120"/>
                </a:lnTo>
                <a:lnTo>
                  <a:pt x="322736" y="486136"/>
                </a:lnTo>
                <a:lnTo>
                  <a:pt x="313802" y="469036"/>
                </a:lnTo>
                <a:lnTo>
                  <a:pt x="312307" y="449739"/>
                </a:lnTo>
                <a:lnTo>
                  <a:pt x="318117" y="431960"/>
                </a:lnTo>
                <a:lnTo>
                  <a:pt x="330161" y="417631"/>
                </a:lnTo>
                <a:lnTo>
                  <a:pt x="347368" y="408686"/>
                </a:lnTo>
                <a:lnTo>
                  <a:pt x="366596" y="407193"/>
                </a:lnTo>
                <a:lnTo>
                  <a:pt x="384348" y="412996"/>
                </a:lnTo>
                <a:lnTo>
                  <a:pt x="398675" y="425025"/>
                </a:lnTo>
                <a:lnTo>
                  <a:pt x="407630" y="442213"/>
                </a:lnTo>
                <a:lnTo>
                  <a:pt x="409127" y="461485"/>
                </a:lnTo>
                <a:lnTo>
                  <a:pt x="403320" y="479209"/>
                </a:lnTo>
                <a:lnTo>
                  <a:pt x="391276" y="493484"/>
                </a:lnTo>
                <a:lnTo>
                  <a:pt x="374064" y="502412"/>
                </a:lnTo>
                <a:lnTo>
                  <a:pt x="354772" y="503906"/>
                </a:lnTo>
                <a:close/>
              </a:path>
              <a:path w="732154" h="1019175">
                <a:moveTo>
                  <a:pt x="579143" y="939355"/>
                </a:moveTo>
                <a:lnTo>
                  <a:pt x="152944" y="939355"/>
                </a:lnTo>
                <a:lnTo>
                  <a:pt x="135030" y="937028"/>
                </a:lnTo>
                <a:lnTo>
                  <a:pt x="93127" y="905522"/>
                </a:lnTo>
                <a:lnTo>
                  <a:pt x="83188" y="871370"/>
                </a:lnTo>
                <a:lnTo>
                  <a:pt x="85021" y="853682"/>
                </a:lnTo>
                <a:lnTo>
                  <a:pt x="91413" y="836752"/>
                </a:lnTo>
                <a:lnTo>
                  <a:pt x="234465" y="569328"/>
                </a:lnTo>
                <a:lnTo>
                  <a:pt x="497622" y="569328"/>
                </a:lnTo>
                <a:lnTo>
                  <a:pt x="540054" y="648566"/>
                </a:lnTo>
                <a:lnTo>
                  <a:pt x="476488" y="648566"/>
                </a:lnTo>
                <a:lnTo>
                  <a:pt x="445616" y="651040"/>
                </a:lnTo>
                <a:lnTo>
                  <a:pt x="418026" y="665199"/>
                </a:lnTo>
                <a:lnTo>
                  <a:pt x="398722" y="688055"/>
                </a:lnTo>
                <a:lnTo>
                  <a:pt x="389432" y="716496"/>
                </a:lnTo>
                <a:lnTo>
                  <a:pt x="391882" y="747407"/>
                </a:lnTo>
                <a:lnTo>
                  <a:pt x="406157" y="774859"/>
                </a:lnTo>
                <a:lnTo>
                  <a:pt x="429099" y="794083"/>
                </a:lnTo>
                <a:lnTo>
                  <a:pt x="457604" y="803339"/>
                </a:lnTo>
                <a:lnTo>
                  <a:pt x="622935" y="803339"/>
                </a:lnTo>
                <a:lnTo>
                  <a:pt x="640827" y="836752"/>
                </a:lnTo>
                <a:lnTo>
                  <a:pt x="647192" y="853682"/>
                </a:lnTo>
                <a:lnTo>
                  <a:pt x="648990" y="871370"/>
                </a:lnTo>
                <a:lnTo>
                  <a:pt x="646278" y="888942"/>
                </a:lnTo>
                <a:lnTo>
                  <a:pt x="639113" y="905522"/>
                </a:lnTo>
                <a:lnTo>
                  <a:pt x="627855" y="919686"/>
                </a:lnTo>
                <a:lnTo>
                  <a:pt x="613581" y="930330"/>
                </a:lnTo>
                <a:lnTo>
                  <a:pt x="597081" y="937028"/>
                </a:lnTo>
                <a:lnTo>
                  <a:pt x="579143" y="939355"/>
                </a:lnTo>
                <a:close/>
              </a:path>
              <a:path w="732154" h="1019175">
                <a:moveTo>
                  <a:pt x="622935" y="803339"/>
                </a:moveTo>
                <a:lnTo>
                  <a:pt x="457604" y="803339"/>
                </a:lnTo>
                <a:lnTo>
                  <a:pt x="488567" y="800887"/>
                </a:lnTo>
                <a:lnTo>
                  <a:pt x="516061" y="786642"/>
                </a:lnTo>
                <a:lnTo>
                  <a:pt x="535316" y="763757"/>
                </a:lnTo>
                <a:lnTo>
                  <a:pt x="544588" y="735345"/>
                </a:lnTo>
                <a:lnTo>
                  <a:pt x="542136" y="704519"/>
                </a:lnTo>
                <a:lnTo>
                  <a:pt x="527865" y="677004"/>
                </a:lnTo>
                <a:lnTo>
                  <a:pt x="504944" y="657786"/>
                </a:lnTo>
                <a:lnTo>
                  <a:pt x="476488" y="648566"/>
                </a:lnTo>
                <a:lnTo>
                  <a:pt x="540054" y="648566"/>
                </a:lnTo>
                <a:lnTo>
                  <a:pt x="622935" y="8033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932458" y="1919477"/>
            <a:ext cx="2680970" cy="2800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318135" algn="just">
              <a:lnSpc>
                <a:spcPct val="100000"/>
              </a:lnSpc>
              <a:spcBef>
                <a:spcPts val="105"/>
              </a:spcBef>
            </a:pPr>
            <a:r>
              <a:rPr sz="2600" b="1" spc="15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多年来，</a:t>
            </a:r>
            <a:r>
              <a:rPr sz="26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临</a:t>
            </a:r>
            <a:r>
              <a:rPr sz="2600" b="1" spc="15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床</a:t>
            </a:r>
            <a:r>
              <a:rPr sz="2600" b="1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医 </a:t>
            </a:r>
            <a:r>
              <a:rPr sz="2600" b="1" spc="15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学、口腔医学、</a:t>
            </a:r>
            <a:r>
              <a:rPr sz="26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预 </a:t>
            </a:r>
            <a:r>
              <a:rPr sz="2600" b="1" spc="15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防医学、</a:t>
            </a:r>
            <a:r>
              <a:rPr sz="2600" b="1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护</a:t>
            </a:r>
            <a:r>
              <a:rPr sz="2600" b="1" spc="15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理学</a:t>
            </a:r>
            <a:r>
              <a:rPr sz="2600" b="1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等 </a:t>
            </a:r>
            <a:r>
              <a:rPr sz="26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专业</a:t>
            </a:r>
            <a:r>
              <a:rPr sz="2600" b="1" spc="15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学生参加国</a:t>
            </a:r>
            <a:r>
              <a:rPr sz="2600" b="1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家 </a:t>
            </a:r>
            <a:r>
              <a:rPr sz="26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执业</a:t>
            </a:r>
            <a:r>
              <a:rPr sz="26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医</a:t>
            </a:r>
            <a:r>
              <a:rPr sz="26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师</a:t>
            </a:r>
            <a:r>
              <a:rPr sz="26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（</a:t>
            </a:r>
            <a:r>
              <a:rPr sz="26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护师</a:t>
            </a:r>
            <a:r>
              <a:rPr sz="2600" b="1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） </a:t>
            </a:r>
            <a:r>
              <a:rPr sz="26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资</a:t>
            </a:r>
            <a:r>
              <a:rPr sz="2600" b="1" spc="15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格</a:t>
            </a:r>
            <a:r>
              <a:rPr sz="26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考</a:t>
            </a:r>
            <a:r>
              <a:rPr sz="26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试</a:t>
            </a:r>
            <a:r>
              <a:rPr sz="2600" b="1" spc="15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的通</a:t>
            </a:r>
            <a:r>
              <a:rPr sz="26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过</a:t>
            </a:r>
            <a:r>
              <a:rPr sz="2600" b="1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率 </a:t>
            </a:r>
            <a:r>
              <a:rPr sz="2600" b="1" spc="15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均</a:t>
            </a:r>
            <a:r>
              <a:rPr sz="2600" b="1" spc="15" dirty="0">
                <a:solidFill>
                  <a:srgbClr val="FF000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名列全国前茅</a:t>
            </a:r>
            <a:r>
              <a:rPr sz="2600" b="1" spc="5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。</a:t>
            </a:r>
            <a:endParaRPr sz="2600" dirty="0">
              <a:latin typeface="Kozuka Mincho Pr6N B" panose="02020800000000000000" charset="-128"/>
              <a:cs typeface="Kozuka Mincho Pr6N B" panose="02020800000000000000" charset="-128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89559" y="1452372"/>
            <a:ext cx="3374390" cy="2418715"/>
          </a:xfrm>
          <a:custGeom>
            <a:avLst/>
            <a:gdLst/>
            <a:ahLst/>
            <a:cxnLst/>
            <a:rect l="l" t="t" r="r" b="b"/>
            <a:pathLst>
              <a:path w="3374390" h="2418715">
                <a:moveTo>
                  <a:pt x="0" y="0"/>
                </a:moveTo>
                <a:lnTo>
                  <a:pt x="3374136" y="0"/>
                </a:lnTo>
                <a:lnTo>
                  <a:pt x="3374136" y="2418588"/>
                </a:lnTo>
                <a:lnTo>
                  <a:pt x="0" y="24185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85432" y="1448117"/>
            <a:ext cx="3382645" cy="2428240"/>
          </a:xfrm>
          <a:custGeom>
            <a:avLst/>
            <a:gdLst/>
            <a:ahLst/>
            <a:cxnLst/>
            <a:rect l="l" t="t" r="r" b="b"/>
            <a:pathLst>
              <a:path w="3382645" h="2428240">
                <a:moveTo>
                  <a:pt x="3377882" y="2428240"/>
                </a:moveTo>
                <a:lnTo>
                  <a:pt x="4762" y="2428240"/>
                </a:lnTo>
                <a:lnTo>
                  <a:pt x="3289" y="2428011"/>
                </a:lnTo>
                <a:lnTo>
                  <a:pt x="1968" y="2427325"/>
                </a:lnTo>
                <a:lnTo>
                  <a:pt x="914" y="2426271"/>
                </a:lnTo>
                <a:lnTo>
                  <a:pt x="228" y="2424950"/>
                </a:lnTo>
                <a:lnTo>
                  <a:pt x="0" y="2423477"/>
                </a:lnTo>
                <a:lnTo>
                  <a:pt x="0" y="4762"/>
                </a:lnTo>
                <a:lnTo>
                  <a:pt x="4762" y="0"/>
                </a:lnTo>
                <a:lnTo>
                  <a:pt x="3377882" y="0"/>
                </a:lnTo>
                <a:lnTo>
                  <a:pt x="3382644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418715"/>
                </a:lnTo>
                <a:lnTo>
                  <a:pt x="4762" y="2418715"/>
                </a:lnTo>
                <a:lnTo>
                  <a:pt x="9525" y="2423477"/>
                </a:lnTo>
                <a:lnTo>
                  <a:pt x="3382644" y="2423477"/>
                </a:lnTo>
                <a:lnTo>
                  <a:pt x="3382416" y="2424950"/>
                </a:lnTo>
                <a:lnTo>
                  <a:pt x="3381730" y="2426271"/>
                </a:lnTo>
                <a:lnTo>
                  <a:pt x="3380676" y="2427325"/>
                </a:lnTo>
                <a:lnTo>
                  <a:pt x="3379355" y="2428011"/>
                </a:lnTo>
                <a:lnTo>
                  <a:pt x="3377882" y="2428240"/>
                </a:lnTo>
                <a:close/>
              </a:path>
              <a:path w="3382645" h="2428240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382645" h="2428240">
                <a:moveTo>
                  <a:pt x="3373119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373119" y="4762"/>
                </a:lnTo>
                <a:lnTo>
                  <a:pt x="3373119" y="9525"/>
                </a:lnTo>
                <a:close/>
              </a:path>
              <a:path w="3382645" h="2428240">
                <a:moveTo>
                  <a:pt x="3373119" y="2423477"/>
                </a:moveTo>
                <a:lnTo>
                  <a:pt x="3373119" y="4762"/>
                </a:lnTo>
                <a:lnTo>
                  <a:pt x="3377882" y="9525"/>
                </a:lnTo>
                <a:lnTo>
                  <a:pt x="3382644" y="9525"/>
                </a:lnTo>
                <a:lnTo>
                  <a:pt x="3382644" y="2418715"/>
                </a:lnTo>
                <a:lnTo>
                  <a:pt x="3377882" y="2418715"/>
                </a:lnTo>
                <a:lnTo>
                  <a:pt x="3373119" y="2423477"/>
                </a:lnTo>
                <a:close/>
              </a:path>
              <a:path w="3382645" h="2428240">
                <a:moveTo>
                  <a:pt x="3382644" y="9525"/>
                </a:moveTo>
                <a:lnTo>
                  <a:pt x="3377882" y="9525"/>
                </a:lnTo>
                <a:lnTo>
                  <a:pt x="3373119" y="4762"/>
                </a:lnTo>
                <a:lnTo>
                  <a:pt x="3382644" y="4762"/>
                </a:lnTo>
                <a:lnTo>
                  <a:pt x="3382644" y="9525"/>
                </a:lnTo>
                <a:close/>
              </a:path>
              <a:path w="3382645" h="2428240">
                <a:moveTo>
                  <a:pt x="9525" y="2423477"/>
                </a:moveTo>
                <a:lnTo>
                  <a:pt x="4762" y="2418715"/>
                </a:lnTo>
                <a:lnTo>
                  <a:pt x="9525" y="2418715"/>
                </a:lnTo>
                <a:lnTo>
                  <a:pt x="9525" y="2423477"/>
                </a:lnTo>
                <a:close/>
              </a:path>
              <a:path w="3382645" h="2428240">
                <a:moveTo>
                  <a:pt x="3373119" y="2423477"/>
                </a:moveTo>
                <a:lnTo>
                  <a:pt x="9525" y="2423477"/>
                </a:lnTo>
                <a:lnTo>
                  <a:pt x="9525" y="2418715"/>
                </a:lnTo>
                <a:lnTo>
                  <a:pt x="3373119" y="2418715"/>
                </a:lnTo>
                <a:lnTo>
                  <a:pt x="3373119" y="2423477"/>
                </a:lnTo>
                <a:close/>
              </a:path>
              <a:path w="3382645" h="2428240">
                <a:moveTo>
                  <a:pt x="3382644" y="2423477"/>
                </a:moveTo>
                <a:lnTo>
                  <a:pt x="3373119" y="2423477"/>
                </a:lnTo>
                <a:lnTo>
                  <a:pt x="3377882" y="2418715"/>
                </a:lnTo>
                <a:lnTo>
                  <a:pt x="3382644" y="2418715"/>
                </a:lnTo>
                <a:lnTo>
                  <a:pt x="3382644" y="2423477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321977" y="3045269"/>
            <a:ext cx="238760" cy="0"/>
          </a:xfrm>
          <a:custGeom>
            <a:avLst/>
            <a:gdLst/>
            <a:ahLst/>
            <a:cxnLst/>
            <a:rect l="l" t="t" r="r" b="b"/>
            <a:pathLst>
              <a:path w="238760">
                <a:moveTo>
                  <a:pt x="0" y="0"/>
                </a:moveTo>
                <a:lnTo>
                  <a:pt x="238264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45637" y="3045269"/>
            <a:ext cx="59055" cy="0"/>
          </a:xfrm>
          <a:custGeom>
            <a:avLst/>
            <a:gdLst/>
            <a:ahLst/>
            <a:cxnLst/>
            <a:rect l="l" t="t" r="r" b="b"/>
            <a:pathLst>
              <a:path w="59055">
                <a:moveTo>
                  <a:pt x="0" y="0"/>
                </a:moveTo>
                <a:lnTo>
                  <a:pt x="58750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351519" y="3045269"/>
            <a:ext cx="476884" cy="0"/>
          </a:xfrm>
          <a:custGeom>
            <a:avLst/>
            <a:gdLst/>
            <a:ahLst/>
            <a:cxnLst/>
            <a:rect l="l" t="t" r="r" b="b"/>
            <a:pathLst>
              <a:path w="476885">
                <a:moveTo>
                  <a:pt x="0" y="0"/>
                </a:moveTo>
                <a:lnTo>
                  <a:pt x="476529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075179" y="3045269"/>
            <a:ext cx="59055" cy="0"/>
          </a:xfrm>
          <a:custGeom>
            <a:avLst/>
            <a:gdLst/>
            <a:ahLst/>
            <a:cxnLst/>
            <a:rect l="l" t="t" r="r" b="b"/>
            <a:pathLst>
              <a:path w="59055">
                <a:moveTo>
                  <a:pt x="0" y="0"/>
                </a:moveTo>
                <a:lnTo>
                  <a:pt x="58750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381061" y="3045269"/>
            <a:ext cx="476884" cy="0"/>
          </a:xfrm>
          <a:custGeom>
            <a:avLst/>
            <a:gdLst/>
            <a:ahLst/>
            <a:cxnLst/>
            <a:rect l="l" t="t" r="r" b="b"/>
            <a:pathLst>
              <a:path w="476885">
                <a:moveTo>
                  <a:pt x="0" y="0"/>
                </a:moveTo>
                <a:lnTo>
                  <a:pt x="476529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04722" y="3045269"/>
            <a:ext cx="59055" cy="0"/>
          </a:xfrm>
          <a:custGeom>
            <a:avLst/>
            <a:gdLst/>
            <a:ahLst/>
            <a:cxnLst/>
            <a:rect l="l" t="t" r="r" b="b"/>
            <a:pathLst>
              <a:path w="59055">
                <a:moveTo>
                  <a:pt x="0" y="0"/>
                </a:moveTo>
                <a:lnTo>
                  <a:pt x="58750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48868" y="3045269"/>
            <a:ext cx="238760" cy="0"/>
          </a:xfrm>
          <a:custGeom>
            <a:avLst/>
            <a:gdLst/>
            <a:ahLst/>
            <a:cxnLst/>
            <a:rect l="l" t="t" r="r" b="b"/>
            <a:pathLst>
              <a:path w="238759">
                <a:moveTo>
                  <a:pt x="0" y="0"/>
                </a:moveTo>
                <a:lnTo>
                  <a:pt x="238264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321977" y="2751734"/>
            <a:ext cx="238760" cy="0"/>
          </a:xfrm>
          <a:custGeom>
            <a:avLst/>
            <a:gdLst/>
            <a:ahLst/>
            <a:cxnLst/>
            <a:rect l="l" t="t" r="r" b="b"/>
            <a:pathLst>
              <a:path w="238760">
                <a:moveTo>
                  <a:pt x="0" y="0"/>
                </a:moveTo>
                <a:lnTo>
                  <a:pt x="238264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045637" y="2751734"/>
            <a:ext cx="59055" cy="0"/>
          </a:xfrm>
          <a:custGeom>
            <a:avLst/>
            <a:gdLst/>
            <a:ahLst/>
            <a:cxnLst/>
            <a:rect l="l" t="t" r="r" b="b"/>
            <a:pathLst>
              <a:path w="59055">
                <a:moveTo>
                  <a:pt x="0" y="0"/>
                </a:moveTo>
                <a:lnTo>
                  <a:pt x="58750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351519" y="2751734"/>
            <a:ext cx="476884" cy="0"/>
          </a:xfrm>
          <a:custGeom>
            <a:avLst/>
            <a:gdLst/>
            <a:ahLst/>
            <a:cxnLst/>
            <a:rect l="l" t="t" r="r" b="b"/>
            <a:pathLst>
              <a:path w="476885">
                <a:moveTo>
                  <a:pt x="0" y="0"/>
                </a:moveTo>
                <a:lnTo>
                  <a:pt x="476529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075179" y="2751734"/>
            <a:ext cx="59055" cy="0"/>
          </a:xfrm>
          <a:custGeom>
            <a:avLst/>
            <a:gdLst/>
            <a:ahLst/>
            <a:cxnLst/>
            <a:rect l="l" t="t" r="r" b="b"/>
            <a:pathLst>
              <a:path w="59055">
                <a:moveTo>
                  <a:pt x="0" y="0"/>
                </a:moveTo>
                <a:lnTo>
                  <a:pt x="58750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381061" y="2751734"/>
            <a:ext cx="476884" cy="0"/>
          </a:xfrm>
          <a:custGeom>
            <a:avLst/>
            <a:gdLst/>
            <a:ahLst/>
            <a:cxnLst/>
            <a:rect l="l" t="t" r="r" b="b"/>
            <a:pathLst>
              <a:path w="476885">
                <a:moveTo>
                  <a:pt x="0" y="0"/>
                </a:moveTo>
                <a:lnTo>
                  <a:pt x="476529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104722" y="2751734"/>
            <a:ext cx="59055" cy="0"/>
          </a:xfrm>
          <a:custGeom>
            <a:avLst/>
            <a:gdLst/>
            <a:ahLst/>
            <a:cxnLst/>
            <a:rect l="l" t="t" r="r" b="b"/>
            <a:pathLst>
              <a:path w="59055">
                <a:moveTo>
                  <a:pt x="0" y="0"/>
                </a:moveTo>
                <a:lnTo>
                  <a:pt x="58750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48868" y="2751734"/>
            <a:ext cx="238760" cy="0"/>
          </a:xfrm>
          <a:custGeom>
            <a:avLst/>
            <a:gdLst/>
            <a:ahLst/>
            <a:cxnLst/>
            <a:rect l="l" t="t" r="r" b="b"/>
            <a:pathLst>
              <a:path w="238759">
                <a:moveTo>
                  <a:pt x="0" y="0"/>
                </a:moveTo>
                <a:lnTo>
                  <a:pt x="238264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321977" y="2458186"/>
            <a:ext cx="238760" cy="0"/>
          </a:xfrm>
          <a:custGeom>
            <a:avLst/>
            <a:gdLst/>
            <a:ahLst/>
            <a:cxnLst/>
            <a:rect l="l" t="t" r="r" b="b"/>
            <a:pathLst>
              <a:path w="238760">
                <a:moveTo>
                  <a:pt x="0" y="0"/>
                </a:moveTo>
                <a:lnTo>
                  <a:pt x="238264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045637" y="2458186"/>
            <a:ext cx="59055" cy="0"/>
          </a:xfrm>
          <a:custGeom>
            <a:avLst/>
            <a:gdLst/>
            <a:ahLst/>
            <a:cxnLst/>
            <a:rect l="l" t="t" r="r" b="b"/>
            <a:pathLst>
              <a:path w="59055">
                <a:moveTo>
                  <a:pt x="0" y="0"/>
                </a:moveTo>
                <a:lnTo>
                  <a:pt x="58750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351519" y="2458186"/>
            <a:ext cx="476884" cy="0"/>
          </a:xfrm>
          <a:custGeom>
            <a:avLst/>
            <a:gdLst/>
            <a:ahLst/>
            <a:cxnLst/>
            <a:rect l="l" t="t" r="r" b="b"/>
            <a:pathLst>
              <a:path w="476885">
                <a:moveTo>
                  <a:pt x="0" y="0"/>
                </a:moveTo>
                <a:lnTo>
                  <a:pt x="476529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075179" y="2458186"/>
            <a:ext cx="59055" cy="0"/>
          </a:xfrm>
          <a:custGeom>
            <a:avLst/>
            <a:gdLst/>
            <a:ahLst/>
            <a:cxnLst/>
            <a:rect l="l" t="t" r="r" b="b"/>
            <a:pathLst>
              <a:path w="59055">
                <a:moveTo>
                  <a:pt x="0" y="0"/>
                </a:moveTo>
                <a:lnTo>
                  <a:pt x="58750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381061" y="2458186"/>
            <a:ext cx="476884" cy="0"/>
          </a:xfrm>
          <a:custGeom>
            <a:avLst/>
            <a:gdLst/>
            <a:ahLst/>
            <a:cxnLst/>
            <a:rect l="l" t="t" r="r" b="b"/>
            <a:pathLst>
              <a:path w="476885">
                <a:moveTo>
                  <a:pt x="0" y="0"/>
                </a:moveTo>
                <a:lnTo>
                  <a:pt x="476529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104722" y="2458186"/>
            <a:ext cx="59055" cy="0"/>
          </a:xfrm>
          <a:custGeom>
            <a:avLst/>
            <a:gdLst/>
            <a:ahLst/>
            <a:cxnLst/>
            <a:rect l="l" t="t" r="r" b="b"/>
            <a:pathLst>
              <a:path w="59055">
                <a:moveTo>
                  <a:pt x="0" y="0"/>
                </a:moveTo>
                <a:lnTo>
                  <a:pt x="58750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48868" y="2458186"/>
            <a:ext cx="238760" cy="0"/>
          </a:xfrm>
          <a:custGeom>
            <a:avLst/>
            <a:gdLst/>
            <a:ahLst/>
            <a:cxnLst/>
            <a:rect l="l" t="t" r="r" b="b"/>
            <a:pathLst>
              <a:path w="238759">
                <a:moveTo>
                  <a:pt x="0" y="0"/>
                </a:moveTo>
                <a:lnTo>
                  <a:pt x="238264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045637" y="2164651"/>
            <a:ext cx="514984" cy="0"/>
          </a:xfrm>
          <a:custGeom>
            <a:avLst/>
            <a:gdLst/>
            <a:ahLst/>
            <a:cxnLst/>
            <a:rect l="l" t="t" r="r" b="b"/>
            <a:pathLst>
              <a:path w="514985">
                <a:moveTo>
                  <a:pt x="0" y="0"/>
                </a:moveTo>
                <a:lnTo>
                  <a:pt x="514603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075179" y="2164651"/>
            <a:ext cx="753110" cy="0"/>
          </a:xfrm>
          <a:custGeom>
            <a:avLst/>
            <a:gdLst/>
            <a:ahLst/>
            <a:cxnLst/>
            <a:rect l="l" t="t" r="r" b="b"/>
            <a:pathLst>
              <a:path w="753110">
                <a:moveTo>
                  <a:pt x="0" y="0"/>
                </a:moveTo>
                <a:lnTo>
                  <a:pt x="752868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104722" y="2164651"/>
            <a:ext cx="753110" cy="0"/>
          </a:xfrm>
          <a:custGeom>
            <a:avLst/>
            <a:gdLst/>
            <a:ahLst/>
            <a:cxnLst/>
            <a:rect l="l" t="t" r="r" b="b"/>
            <a:pathLst>
              <a:path w="753110">
                <a:moveTo>
                  <a:pt x="0" y="0"/>
                </a:moveTo>
                <a:lnTo>
                  <a:pt x="752868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48868" y="2164651"/>
            <a:ext cx="238760" cy="0"/>
          </a:xfrm>
          <a:custGeom>
            <a:avLst/>
            <a:gdLst/>
            <a:ahLst/>
            <a:cxnLst/>
            <a:rect l="l" t="t" r="r" b="b"/>
            <a:pathLst>
              <a:path w="238759">
                <a:moveTo>
                  <a:pt x="0" y="0"/>
                </a:moveTo>
                <a:lnTo>
                  <a:pt x="238264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48868" y="1871116"/>
            <a:ext cx="2911475" cy="0"/>
          </a:xfrm>
          <a:custGeom>
            <a:avLst/>
            <a:gdLst/>
            <a:ahLst/>
            <a:cxnLst/>
            <a:rect l="l" t="t" r="r" b="b"/>
            <a:pathLst>
              <a:path w="2911475">
                <a:moveTo>
                  <a:pt x="0" y="0"/>
                </a:moveTo>
                <a:lnTo>
                  <a:pt x="2911373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87133" y="2102573"/>
            <a:ext cx="217804" cy="1236345"/>
          </a:xfrm>
          <a:custGeom>
            <a:avLst/>
            <a:gdLst/>
            <a:ahLst/>
            <a:cxnLst/>
            <a:rect l="l" t="t" r="r" b="b"/>
            <a:pathLst>
              <a:path w="217805" h="1236345">
                <a:moveTo>
                  <a:pt x="0" y="0"/>
                </a:moveTo>
                <a:lnTo>
                  <a:pt x="217589" y="0"/>
                </a:lnTo>
                <a:lnTo>
                  <a:pt x="217589" y="1236230"/>
                </a:lnTo>
                <a:lnTo>
                  <a:pt x="0" y="1236230"/>
                </a:lnTo>
                <a:lnTo>
                  <a:pt x="0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857590" y="2092439"/>
            <a:ext cx="217804" cy="1246505"/>
          </a:xfrm>
          <a:custGeom>
            <a:avLst/>
            <a:gdLst/>
            <a:ahLst/>
            <a:cxnLst/>
            <a:rect l="l" t="t" r="r" b="b"/>
            <a:pathLst>
              <a:path w="217805" h="1246504">
                <a:moveTo>
                  <a:pt x="0" y="0"/>
                </a:moveTo>
                <a:lnTo>
                  <a:pt x="217589" y="0"/>
                </a:lnTo>
                <a:lnTo>
                  <a:pt x="217589" y="1246365"/>
                </a:lnTo>
                <a:lnTo>
                  <a:pt x="0" y="1246365"/>
                </a:lnTo>
                <a:lnTo>
                  <a:pt x="0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828048" y="2025523"/>
            <a:ext cx="217804" cy="1313815"/>
          </a:xfrm>
          <a:custGeom>
            <a:avLst/>
            <a:gdLst/>
            <a:ahLst/>
            <a:cxnLst/>
            <a:rect l="l" t="t" r="r" b="b"/>
            <a:pathLst>
              <a:path w="217805" h="1313814">
                <a:moveTo>
                  <a:pt x="0" y="0"/>
                </a:moveTo>
                <a:lnTo>
                  <a:pt x="217589" y="0"/>
                </a:lnTo>
                <a:lnTo>
                  <a:pt x="217589" y="1313294"/>
                </a:lnTo>
                <a:lnTo>
                  <a:pt x="0" y="1313294"/>
                </a:lnTo>
                <a:lnTo>
                  <a:pt x="0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163472" y="2305850"/>
            <a:ext cx="217804" cy="1033144"/>
          </a:xfrm>
          <a:custGeom>
            <a:avLst/>
            <a:gdLst/>
            <a:ahLst/>
            <a:cxnLst/>
            <a:rect l="l" t="t" r="r" b="b"/>
            <a:pathLst>
              <a:path w="217805" h="1033145">
                <a:moveTo>
                  <a:pt x="0" y="0"/>
                </a:moveTo>
                <a:lnTo>
                  <a:pt x="217589" y="0"/>
                </a:lnTo>
                <a:lnTo>
                  <a:pt x="217589" y="1032954"/>
                </a:lnTo>
                <a:lnTo>
                  <a:pt x="0" y="1032954"/>
                </a:lnTo>
                <a:lnTo>
                  <a:pt x="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133930" y="2346058"/>
            <a:ext cx="217804" cy="993140"/>
          </a:xfrm>
          <a:custGeom>
            <a:avLst/>
            <a:gdLst/>
            <a:ahLst/>
            <a:cxnLst/>
            <a:rect l="l" t="t" r="r" b="b"/>
            <a:pathLst>
              <a:path w="217805" h="993139">
                <a:moveTo>
                  <a:pt x="0" y="0"/>
                </a:moveTo>
                <a:lnTo>
                  <a:pt x="217589" y="0"/>
                </a:lnTo>
                <a:lnTo>
                  <a:pt x="217589" y="992746"/>
                </a:lnTo>
                <a:lnTo>
                  <a:pt x="0" y="992746"/>
                </a:lnTo>
                <a:lnTo>
                  <a:pt x="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104388" y="2256383"/>
            <a:ext cx="217804" cy="1082675"/>
          </a:xfrm>
          <a:custGeom>
            <a:avLst/>
            <a:gdLst/>
            <a:ahLst/>
            <a:cxnLst/>
            <a:rect l="l" t="t" r="r" b="b"/>
            <a:pathLst>
              <a:path w="217804" h="1082675">
                <a:moveTo>
                  <a:pt x="0" y="0"/>
                </a:moveTo>
                <a:lnTo>
                  <a:pt x="217589" y="0"/>
                </a:lnTo>
                <a:lnTo>
                  <a:pt x="217589" y="1082421"/>
                </a:lnTo>
                <a:lnTo>
                  <a:pt x="0" y="1082421"/>
                </a:lnTo>
                <a:lnTo>
                  <a:pt x="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48868" y="3338804"/>
            <a:ext cx="2911475" cy="0"/>
          </a:xfrm>
          <a:custGeom>
            <a:avLst/>
            <a:gdLst/>
            <a:ahLst/>
            <a:cxnLst/>
            <a:rect l="l" t="t" r="r" b="b"/>
            <a:pathLst>
              <a:path w="2911475">
                <a:moveTo>
                  <a:pt x="0" y="0"/>
                </a:moveTo>
                <a:lnTo>
                  <a:pt x="2911373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2793974" y="1800097"/>
            <a:ext cx="2984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89.48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53058" y="1811033"/>
            <a:ext cx="1269365" cy="432434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20"/>
              </a:spcBef>
              <a:tabLst>
                <a:tab pos="970280" algn="l"/>
              </a:tabLst>
            </a:pPr>
            <a:r>
              <a:rPr sz="900" dirty="0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84.23	</a:t>
            </a:r>
            <a:r>
              <a:rPr sz="1350" baseline="6000" dirty="0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84.92</a:t>
            </a:r>
            <a:endParaRPr sz="1350" baseline="6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76225">
              <a:lnSpc>
                <a:spcPct val="100000"/>
              </a:lnSpc>
              <a:spcBef>
                <a:spcPts val="520"/>
              </a:spcBef>
            </a:pPr>
            <a:r>
              <a:rPr sz="900" dirty="0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70.38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099856" y="2120633"/>
            <a:ext cx="2984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67.64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070313" y="2030958"/>
            <a:ext cx="2984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73.75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019708" y="3394684"/>
            <a:ext cx="241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58585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2018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960268" y="3394684"/>
            <a:ext cx="241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58585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2016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88619" y="1516888"/>
            <a:ext cx="2540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19480" marR="5080" indent="-91948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58585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2016-2018年临床执业医师资格考试</a:t>
            </a:r>
            <a:r>
              <a:rPr sz="1200" b="1" spc="-5" dirty="0">
                <a:solidFill>
                  <a:srgbClr val="58585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通 </a:t>
            </a:r>
            <a:r>
              <a:rPr sz="1200" b="1" dirty="0">
                <a:solidFill>
                  <a:srgbClr val="58585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过率</a:t>
            </a:r>
            <a:r>
              <a:rPr sz="1200" b="1" spc="-5" dirty="0">
                <a:solidFill>
                  <a:srgbClr val="58585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（%）</a:t>
            </a:r>
            <a:endParaRPr sz="12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1685442" y="3645255"/>
            <a:ext cx="74295" cy="74295"/>
          </a:xfrm>
          <a:custGeom>
            <a:avLst/>
            <a:gdLst/>
            <a:ahLst/>
            <a:cxnLst/>
            <a:rect l="l" t="t" r="r" b="b"/>
            <a:pathLst>
              <a:path w="74294" h="74295">
                <a:moveTo>
                  <a:pt x="0" y="0"/>
                </a:moveTo>
                <a:lnTo>
                  <a:pt x="74294" y="0"/>
                </a:lnTo>
                <a:lnTo>
                  <a:pt x="74294" y="74295"/>
                </a:lnTo>
                <a:lnTo>
                  <a:pt x="0" y="74295"/>
                </a:lnTo>
                <a:lnTo>
                  <a:pt x="0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2063267" y="3645255"/>
            <a:ext cx="74295" cy="74295"/>
          </a:xfrm>
          <a:custGeom>
            <a:avLst/>
            <a:gdLst/>
            <a:ahLst/>
            <a:cxnLst/>
            <a:rect l="l" t="t" r="r" b="b"/>
            <a:pathLst>
              <a:path w="74294" h="74295">
                <a:moveTo>
                  <a:pt x="0" y="0"/>
                </a:moveTo>
                <a:lnTo>
                  <a:pt x="74294" y="0"/>
                </a:lnTo>
                <a:lnTo>
                  <a:pt x="74294" y="74295"/>
                </a:lnTo>
                <a:lnTo>
                  <a:pt x="0" y="74295"/>
                </a:lnTo>
                <a:lnTo>
                  <a:pt x="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1797202" y="3331121"/>
            <a:ext cx="619125" cy="42735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sz="900" dirty="0">
                <a:solidFill>
                  <a:srgbClr val="58585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2017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R="5080" algn="ctr">
              <a:lnSpc>
                <a:spcPct val="100000"/>
              </a:lnSpc>
              <a:spcBef>
                <a:spcPts val="500"/>
              </a:spcBef>
              <a:tabLst>
                <a:tab pos="377190" algn="l"/>
              </a:tabLst>
            </a:pPr>
            <a:r>
              <a:rPr sz="900" dirty="0">
                <a:solidFill>
                  <a:srgbClr val="58585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福医	全国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285432" y="1448117"/>
            <a:ext cx="3382645" cy="2428240"/>
          </a:xfrm>
          <a:custGeom>
            <a:avLst/>
            <a:gdLst/>
            <a:ahLst/>
            <a:cxnLst/>
            <a:rect l="l" t="t" r="r" b="b"/>
            <a:pathLst>
              <a:path w="3382645" h="2428240">
                <a:moveTo>
                  <a:pt x="3377882" y="2428240"/>
                </a:moveTo>
                <a:lnTo>
                  <a:pt x="4762" y="2428240"/>
                </a:lnTo>
                <a:lnTo>
                  <a:pt x="3289" y="2428011"/>
                </a:lnTo>
                <a:lnTo>
                  <a:pt x="1968" y="2427325"/>
                </a:lnTo>
                <a:lnTo>
                  <a:pt x="914" y="2426271"/>
                </a:lnTo>
                <a:lnTo>
                  <a:pt x="228" y="2424950"/>
                </a:lnTo>
                <a:lnTo>
                  <a:pt x="0" y="2423477"/>
                </a:lnTo>
                <a:lnTo>
                  <a:pt x="0" y="4762"/>
                </a:lnTo>
                <a:lnTo>
                  <a:pt x="4762" y="0"/>
                </a:lnTo>
                <a:lnTo>
                  <a:pt x="3377882" y="0"/>
                </a:lnTo>
                <a:lnTo>
                  <a:pt x="3382644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418715"/>
                </a:lnTo>
                <a:lnTo>
                  <a:pt x="4762" y="2418715"/>
                </a:lnTo>
                <a:lnTo>
                  <a:pt x="9525" y="2423477"/>
                </a:lnTo>
                <a:lnTo>
                  <a:pt x="3382644" y="2423477"/>
                </a:lnTo>
                <a:lnTo>
                  <a:pt x="3382416" y="2424950"/>
                </a:lnTo>
                <a:lnTo>
                  <a:pt x="3381730" y="2426271"/>
                </a:lnTo>
                <a:lnTo>
                  <a:pt x="3380676" y="2427325"/>
                </a:lnTo>
                <a:lnTo>
                  <a:pt x="3379355" y="2428011"/>
                </a:lnTo>
                <a:lnTo>
                  <a:pt x="3377882" y="2428240"/>
                </a:lnTo>
                <a:close/>
              </a:path>
              <a:path w="3382645" h="2428240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382645" h="2428240">
                <a:moveTo>
                  <a:pt x="3373119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373119" y="4762"/>
                </a:lnTo>
                <a:lnTo>
                  <a:pt x="3373119" y="9525"/>
                </a:lnTo>
                <a:close/>
              </a:path>
              <a:path w="3382645" h="2428240">
                <a:moveTo>
                  <a:pt x="3373119" y="2423477"/>
                </a:moveTo>
                <a:lnTo>
                  <a:pt x="3373119" y="4762"/>
                </a:lnTo>
                <a:lnTo>
                  <a:pt x="3377882" y="9525"/>
                </a:lnTo>
                <a:lnTo>
                  <a:pt x="3382644" y="9525"/>
                </a:lnTo>
                <a:lnTo>
                  <a:pt x="3382644" y="2418715"/>
                </a:lnTo>
                <a:lnTo>
                  <a:pt x="3377882" y="2418715"/>
                </a:lnTo>
                <a:lnTo>
                  <a:pt x="3373119" y="2423477"/>
                </a:lnTo>
                <a:close/>
              </a:path>
              <a:path w="3382645" h="2428240">
                <a:moveTo>
                  <a:pt x="3382644" y="9525"/>
                </a:moveTo>
                <a:lnTo>
                  <a:pt x="3377882" y="9525"/>
                </a:lnTo>
                <a:lnTo>
                  <a:pt x="3373119" y="4762"/>
                </a:lnTo>
                <a:lnTo>
                  <a:pt x="3382644" y="4762"/>
                </a:lnTo>
                <a:lnTo>
                  <a:pt x="3382644" y="9525"/>
                </a:lnTo>
                <a:close/>
              </a:path>
              <a:path w="3382645" h="2428240">
                <a:moveTo>
                  <a:pt x="9525" y="2423477"/>
                </a:moveTo>
                <a:lnTo>
                  <a:pt x="4762" y="2418715"/>
                </a:lnTo>
                <a:lnTo>
                  <a:pt x="9525" y="2418715"/>
                </a:lnTo>
                <a:lnTo>
                  <a:pt x="9525" y="2423477"/>
                </a:lnTo>
                <a:close/>
              </a:path>
              <a:path w="3382645" h="2428240">
                <a:moveTo>
                  <a:pt x="3373119" y="2423477"/>
                </a:moveTo>
                <a:lnTo>
                  <a:pt x="9525" y="2423477"/>
                </a:lnTo>
                <a:lnTo>
                  <a:pt x="9525" y="2418715"/>
                </a:lnTo>
                <a:lnTo>
                  <a:pt x="3373119" y="2418715"/>
                </a:lnTo>
                <a:lnTo>
                  <a:pt x="3373119" y="2423477"/>
                </a:lnTo>
                <a:close/>
              </a:path>
              <a:path w="3382645" h="2428240">
                <a:moveTo>
                  <a:pt x="3382644" y="2423477"/>
                </a:moveTo>
                <a:lnTo>
                  <a:pt x="3373119" y="2423477"/>
                </a:lnTo>
                <a:lnTo>
                  <a:pt x="3377882" y="2418715"/>
                </a:lnTo>
                <a:lnTo>
                  <a:pt x="3382644" y="2418715"/>
                </a:lnTo>
                <a:lnTo>
                  <a:pt x="3382644" y="2423477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870959" y="1452372"/>
            <a:ext cx="3446145" cy="2418715"/>
          </a:xfrm>
          <a:custGeom>
            <a:avLst/>
            <a:gdLst/>
            <a:ahLst/>
            <a:cxnLst/>
            <a:rect l="l" t="t" r="r" b="b"/>
            <a:pathLst>
              <a:path w="3446145" h="2418715">
                <a:moveTo>
                  <a:pt x="0" y="0"/>
                </a:moveTo>
                <a:lnTo>
                  <a:pt x="3445764" y="0"/>
                </a:lnTo>
                <a:lnTo>
                  <a:pt x="3445764" y="2418588"/>
                </a:lnTo>
                <a:lnTo>
                  <a:pt x="0" y="24185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866832" y="1448117"/>
            <a:ext cx="3455035" cy="2428240"/>
          </a:xfrm>
          <a:custGeom>
            <a:avLst/>
            <a:gdLst/>
            <a:ahLst/>
            <a:cxnLst/>
            <a:rect l="l" t="t" r="r" b="b"/>
            <a:pathLst>
              <a:path w="3455034" h="2428240">
                <a:moveTo>
                  <a:pt x="3450272" y="2428240"/>
                </a:moveTo>
                <a:lnTo>
                  <a:pt x="4762" y="2428240"/>
                </a:lnTo>
                <a:lnTo>
                  <a:pt x="3289" y="2428011"/>
                </a:lnTo>
                <a:lnTo>
                  <a:pt x="1968" y="2427325"/>
                </a:lnTo>
                <a:lnTo>
                  <a:pt x="914" y="2426271"/>
                </a:lnTo>
                <a:lnTo>
                  <a:pt x="228" y="2424950"/>
                </a:lnTo>
                <a:lnTo>
                  <a:pt x="0" y="2423477"/>
                </a:lnTo>
                <a:lnTo>
                  <a:pt x="0" y="4762"/>
                </a:lnTo>
                <a:lnTo>
                  <a:pt x="4762" y="0"/>
                </a:lnTo>
                <a:lnTo>
                  <a:pt x="3450272" y="0"/>
                </a:lnTo>
                <a:lnTo>
                  <a:pt x="3455034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418715"/>
                </a:lnTo>
                <a:lnTo>
                  <a:pt x="4762" y="2418715"/>
                </a:lnTo>
                <a:lnTo>
                  <a:pt x="9525" y="2423477"/>
                </a:lnTo>
                <a:lnTo>
                  <a:pt x="3455034" y="2423477"/>
                </a:lnTo>
                <a:lnTo>
                  <a:pt x="3454806" y="2424950"/>
                </a:lnTo>
                <a:lnTo>
                  <a:pt x="3454120" y="2426271"/>
                </a:lnTo>
                <a:lnTo>
                  <a:pt x="3453066" y="2427325"/>
                </a:lnTo>
                <a:lnTo>
                  <a:pt x="3451745" y="2428011"/>
                </a:lnTo>
                <a:lnTo>
                  <a:pt x="3450272" y="2428240"/>
                </a:lnTo>
                <a:close/>
              </a:path>
              <a:path w="3455034" h="2428240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455034" h="2428240">
                <a:moveTo>
                  <a:pt x="3445509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445509" y="4762"/>
                </a:lnTo>
                <a:lnTo>
                  <a:pt x="3445509" y="9525"/>
                </a:lnTo>
                <a:close/>
              </a:path>
              <a:path w="3455034" h="2428240">
                <a:moveTo>
                  <a:pt x="3445509" y="2423477"/>
                </a:moveTo>
                <a:lnTo>
                  <a:pt x="3445509" y="4762"/>
                </a:lnTo>
                <a:lnTo>
                  <a:pt x="3450272" y="9525"/>
                </a:lnTo>
                <a:lnTo>
                  <a:pt x="3455034" y="9525"/>
                </a:lnTo>
                <a:lnTo>
                  <a:pt x="3455034" y="2418715"/>
                </a:lnTo>
                <a:lnTo>
                  <a:pt x="3450272" y="2418715"/>
                </a:lnTo>
                <a:lnTo>
                  <a:pt x="3445509" y="2423477"/>
                </a:lnTo>
                <a:close/>
              </a:path>
              <a:path w="3455034" h="2428240">
                <a:moveTo>
                  <a:pt x="3455034" y="9525"/>
                </a:moveTo>
                <a:lnTo>
                  <a:pt x="3450272" y="9525"/>
                </a:lnTo>
                <a:lnTo>
                  <a:pt x="3445509" y="4762"/>
                </a:lnTo>
                <a:lnTo>
                  <a:pt x="3455034" y="4762"/>
                </a:lnTo>
                <a:lnTo>
                  <a:pt x="3455034" y="9525"/>
                </a:lnTo>
                <a:close/>
              </a:path>
              <a:path w="3455034" h="2428240">
                <a:moveTo>
                  <a:pt x="9525" y="2423477"/>
                </a:moveTo>
                <a:lnTo>
                  <a:pt x="4762" y="2418715"/>
                </a:lnTo>
                <a:lnTo>
                  <a:pt x="9525" y="2418715"/>
                </a:lnTo>
                <a:lnTo>
                  <a:pt x="9525" y="2423477"/>
                </a:lnTo>
                <a:close/>
              </a:path>
              <a:path w="3455034" h="2428240">
                <a:moveTo>
                  <a:pt x="3445509" y="2423477"/>
                </a:moveTo>
                <a:lnTo>
                  <a:pt x="9525" y="2423477"/>
                </a:lnTo>
                <a:lnTo>
                  <a:pt x="9525" y="2418715"/>
                </a:lnTo>
                <a:lnTo>
                  <a:pt x="3445509" y="2418715"/>
                </a:lnTo>
                <a:lnTo>
                  <a:pt x="3445509" y="2423477"/>
                </a:lnTo>
                <a:close/>
              </a:path>
              <a:path w="3455034" h="2428240">
                <a:moveTo>
                  <a:pt x="3455034" y="2423477"/>
                </a:moveTo>
                <a:lnTo>
                  <a:pt x="3445509" y="2423477"/>
                </a:lnTo>
                <a:lnTo>
                  <a:pt x="3450272" y="2418715"/>
                </a:lnTo>
                <a:lnTo>
                  <a:pt x="3455034" y="2418715"/>
                </a:lnTo>
                <a:lnTo>
                  <a:pt x="3455034" y="2423477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6948728" y="3040329"/>
            <a:ext cx="229235" cy="0"/>
          </a:xfrm>
          <a:custGeom>
            <a:avLst/>
            <a:gdLst/>
            <a:ahLst/>
            <a:cxnLst/>
            <a:rect l="l" t="t" r="r" b="b"/>
            <a:pathLst>
              <a:path w="229234">
                <a:moveTo>
                  <a:pt x="0" y="0"/>
                </a:moveTo>
                <a:lnTo>
                  <a:pt x="228676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6683502" y="3040329"/>
            <a:ext cx="56515" cy="0"/>
          </a:xfrm>
          <a:custGeom>
            <a:avLst/>
            <a:gdLst/>
            <a:ahLst/>
            <a:cxnLst/>
            <a:rect l="l" t="t" r="r" b="b"/>
            <a:pathLst>
              <a:path w="56515">
                <a:moveTo>
                  <a:pt x="0" y="0"/>
                </a:moveTo>
                <a:lnTo>
                  <a:pt x="56388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6017310" y="3040329"/>
            <a:ext cx="457834" cy="0"/>
          </a:xfrm>
          <a:custGeom>
            <a:avLst/>
            <a:gdLst/>
            <a:ahLst/>
            <a:cxnLst/>
            <a:rect l="l" t="t" r="r" b="b"/>
            <a:pathLst>
              <a:path w="457835">
                <a:moveTo>
                  <a:pt x="0" y="0"/>
                </a:moveTo>
                <a:lnTo>
                  <a:pt x="457352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5752084" y="3040329"/>
            <a:ext cx="56515" cy="0"/>
          </a:xfrm>
          <a:custGeom>
            <a:avLst/>
            <a:gdLst/>
            <a:ahLst/>
            <a:cxnLst/>
            <a:rect l="l" t="t" r="r" b="b"/>
            <a:pathLst>
              <a:path w="56514">
                <a:moveTo>
                  <a:pt x="0" y="0"/>
                </a:moveTo>
                <a:lnTo>
                  <a:pt x="56387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5085892" y="3040329"/>
            <a:ext cx="457834" cy="0"/>
          </a:xfrm>
          <a:custGeom>
            <a:avLst/>
            <a:gdLst/>
            <a:ahLst/>
            <a:cxnLst/>
            <a:rect l="l" t="t" r="r" b="b"/>
            <a:pathLst>
              <a:path w="457835">
                <a:moveTo>
                  <a:pt x="0" y="0"/>
                </a:moveTo>
                <a:lnTo>
                  <a:pt x="457352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4820665" y="3040329"/>
            <a:ext cx="56515" cy="0"/>
          </a:xfrm>
          <a:custGeom>
            <a:avLst/>
            <a:gdLst/>
            <a:ahLst/>
            <a:cxnLst/>
            <a:rect l="l" t="t" r="r" b="b"/>
            <a:pathLst>
              <a:path w="56514">
                <a:moveTo>
                  <a:pt x="0" y="0"/>
                </a:moveTo>
                <a:lnTo>
                  <a:pt x="56387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4383151" y="3040329"/>
            <a:ext cx="229235" cy="0"/>
          </a:xfrm>
          <a:custGeom>
            <a:avLst/>
            <a:gdLst/>
            <a:ahLst/>
            <a:cxnLst/>
            <a:rect l="l" t="t" r="r" b="b"/>
            <a:pathLst>
              <a:path w="229235">
                <a:moveTo>
                  <a:pt x="0" y="0"/>
                </a:moveTo>
                <a:lnTo>
                  <a:pt x="228676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6948728" y="2802534"/>
            <a:ext cx="229235" cy="0"/>
          </a:xfrm>
          <a:custGeom>
            <a:avLst/>
            <a:gdLst/>
            <a:ahLst/>
            <a:cxnLst/>
            <a:rect l="l" t="t" r="r" b="b"/>
            <a:pathLst>
              <a:path w="229234">
                <a:moveTo>
                  <a:pt x="0" y="0"/>
                </a:moveTo>
                <a:lnTo>
                  <a:pt x="228676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6683502" y="2802534"/>
            <a:ext cx="56515" cy="0"/>
          </a:xfrm>
          <a:custGeom>
            <a:avLst/>
            <a:gdLst/>
            <a:ahLst/>
            <a:cxnLst/>
            <a:rect l="l" t="t" r="r" b="b"/>
            <a:pathLst>
              <a:path w="56515">
                <a:moveTo>
                  <a:pt x="0" y="0"/>
                </a:moveTo>
                <a:lnTo>
                  <a:pt x="56388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6017310" y="2802534"/>
            <a:ext cx="457834" cy="0"/>
          </a:xfrm>
          <a:custGeom>
            <a:avLst/>
            <a:gdLst/>
            <a:ahLst/>
            <a:cxnLst/>
            <a:rect l="l" t="t" r="r" b="b"/>
            <a:pathLst>
              <a:path w="457835">
                <a:moveTo>
                  <a:pt x="0" y="0"/>
                </a:moveTo>
                <a:lnTo>
                  <a:pt x="457352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5752084" y="2802534"/>
            <a:ext cx="56515" cy="0"/>
          </a:xfrm>
          <a:custGeom>
            <a:avLst/>
            <a:gdLst/>
            <a:ahLst/>
            <a:cxnLst/>
            <a:rect l="l" t="t" r="r" b="b"/>
            <a:pathLst>
              <a:path w="56514">
                <a:moveTo>
                  <a:pt x="0" y="0"/>
                </a:moveTo>
                <a:lnTo>
                  <a:pt x="56387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5085892" y="2802534"/>
            <a:ext cx="457834" cy="0"/>
          </a:xfrm>
          <a:custGeom>
            <a:avLst/>
            <a:gdLst/>
            <a:ahLst/>
            <a:cxnLst/>
            <a:rect l="l" t="t" r="r" b="b"/>
            <a:pathLst>
              <a:path w="457835">
                <a:moveTo>
                  <a:pt x="0" y="0"/>
                </a:moveTo>
                <a:lnTo>
                  <a:pt x="457352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4820665" y="2802534"/>
            <a:ext cx="56515" cy="0"/>
          </a:xfrm>
          <a:custGeom>
            <a:avLst/>
            <a:gdLst/>
            <a:ahLst/>
            <a:cxnLst/>
            <a:rect l="l" t="t" r="r" b="b"/>
            <a:pathLst>
              <a:path w="56514">
                <a:moveTo>
                  <a:pt x="0" y="0"/>
                </a:moveTo>
                <a:lnTo>
                  <a:pt x="56387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4383151" y="2802534"/>
            <a:ext cx="229235" cy="0"/>
          </a:xfrm>
          <a:custGeom>
            <a:avLst/>
            <a:gdLst/>
            <a:ahLst/>
            <a:cxnLst/>
            <a:rect l="l" t="t" r="r" b="b"/>
            <a:pathLst>
              <a:path w="229235">
                <a:moveTo>
                  <a:pt x="0" y="0"/>
                </a:moveTo>
                <a:lnTo>
                  <a:pt x="228676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6683502" y="2564739"/>
            <a:ext cx="494030" cy="0"/>
          </a:xfrm>
          <a:custGeom>
            <a:avLst/>
            <a:gdLst/>
            <a:ahLst/>
            <a:cxnLst/>
            <a:rect l="l" t="t" r="r" b="b"/>
            <a:pathLst>
              <a:path w="494029">
                <a:moveTo>
                  <a:pt x="0" y="0"/>
                </a:moveTo>
                <a:lnTo>
                  <a:pt x="493902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6017310" y="2564739"/>
            <a:ext cx="457834" cy="0"/>
          </a:xfrm>
          <a:custGeom>
            <a:avLst/>
            <a:gdLst/>
            <a:ahLst/>
            <a:cxnLst/>
            <a:rect l="l" t="t" r="r" b="b"/>
            <a:pathLst>
              <a:path w="457835">
                <a:moveTo>
                  <a:pt x="0" y="0"/>
                </a:moveTo>
                <a:lnTo>
                  <a:pt x="457352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5752084" y="2564739"/>
            <a:ext cx="56515" cy="0"/>
          </a:xfrm>
          <a:custGeom>
            <a:avLst/>
            <a:gdLst/>
            <a:ahLst/>
            <a:cxnLst/>
            <a:rect l="l" t="t" r="r" b="b"/>
            <a:pathLst>
              <a:path w="56514">
                <a:moveTo>
                  <a:pt x="0" y="0"/>
                </a:moveTo>
                <a:lnTo>
                  <a:pt x="56387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4820665" y="2564739"/>
            <a:ext cx="722630" cy="0"/>
          </a:xfrm>
          <a:custGeom>
            <a:avLst/>
            <a:gdLst/>
            <a:ahLst/>
            <a:cxnLst/>
            <a:rect l="l" t="t" r="r" b="b"/>
            <a:pathLst>
              <a:path w="722629">
                <a:moveTo>
                  <a:pt x="0" y="0"/>
                </a:moveTo>
                <a:lnTo>
                  <a:pt x="722579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4383151" y="2564739"/>
            <a:ext cx="229235" cy="0"/>
          </a:xfrm>
          <a:custGeom>
            <a:avLst/>
            <a:gdLst/>
            <a:ahLst/>
            <a:cxnLst/>
            <a:rect l="l" t="t" r="r" b="b"/>
            <a:pathLst>
              <a:path w="229235">
                <a:moveTo>
                  <a:pt x="0" y="0"/>
                </a:moveTo>
                <a:lnTo>
                  <a:pt x="228676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5752084" y="2326944"/>
            <a:ext cx="1425575" cy="0"/>
          </a:xfrm>
          <a:custGeom>
            <a:avLst/>
            <a:gdLst/>
            <a:ahLst/>
            <a:cxnLst/>
            <a:rect l="l" t="t" r="r" b="b"/>
            <a:pathLst>
              <a:path w="1425575">
                <a:moveTo>
                  <a:pt x="0" y="0"/>
                </a:moveTo>
                <a:lnTo>
                  <a:pt x="1425320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4383151" y="2326944"/>
            <a:ext cx="1160145" cy="0"/>
          </a:xfrm>
          <a:custGeom>
            <a:avLst/>
            <a:gdLst/>
            <a:ahLst/>
            <a:cxnLst/>
            <a:rect l="l" t="t" r="r" b="b"/>
            <a:pathLst>
              <a:path w="1160145">
                <a:moveTo>
                  <a:pt x="0" y="0"/>
                </a:moveTo>
                <a:lnTo>
                  <a:pt x="1160094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4383151" y="2089150"/>
            <a:ext cx="2794635" cy="0"/>
          </a:xfrm>
          <a:custGeom>
            <a:avLst/>
            <a:gdLst/>
            <a:ahLst/>
            <a:cxnLst/>
            <a:rect l="l" t="t" r="r" b="b"/>
            <a:pathLst>
              <a:path w="2794634">
                <a:moveTo>
                  <a:pt x="0" y="0"/>
                </a:moveTo>
                <a:lnTo>
                  <a:pt x="2794254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4611827" y="2441448"/>
            <a:ext cx="208915" cy="836930"/>
          </a:xfrm>
          <a:custGeom>
            <a:avLst/>
            <a:gdLst/>
            <a:ahLst/>
            <a:cxnLst/>
            <a:rect l="l" t="t" r="r" b="b"/>
            <a:pathLst>
              <a:path w="208914" h="836929">
                <a:moveTo>
                  <a:pt x="0" y="0"/>
                </a:moveTo>
                <a:lnTo>
                  <a:pt x="208838" y="0"/>
                </a:lnTo>
                <a:lnTo>
                  <a:pt x="208838" y="836676"/>
                </a:lnTo>
                <a:lnTo>
                  <a:pt x="0" y="836676"/>
                </a:lnTo>
                <a:lnTo>
                  <a:pt x="0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5543245" y="2265235"/>
            <a:ext cx="208915" cy="1013460"/>
          </a:xfrm>
          <a:custGeom>
            <a:avLst/>
            <a:gdLst/>
            <a:ahLst/>
            <a:cxnLst/>
            <a:rect l="l" t="t" r="r" b="b"/>
            <a:pathLst>
              <a:path w="208914" h="1013460">
                <a:moveTo>
                  <a:pt x="0" y="0"/>
                </a:moveTo>
                <a:lnTo>
                  <a:pt x="208838" y="0"/>
                </a:lnTo>
                <a:lnTo>
                  <a:pt x="208838" y="1012888"/>
                </a:lnTo>
                <a:lnTo>
                  <a:pt x="0" y="1012888"/>
                </a:lnTo>
                <a:lnTo>
                  <a:pt x="0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6474663" y="2345969"/>
            <a:ext cx="208915" cy="932180"/>
          </a:xfrm>
          <a:custGeom>
            <a:avLst/>
            <a:gdLst/>
            <a:ahLst/>
            <a:cxnLst/>
            <a:rect l="l" t="t" r="r" b="b"/>
            <a:pathLst>
              <a:path w="208915" h="932179">
                <a:moveTo>
                  <a:pt x="0" y="0"/>
                </a:moveTo>
                <a:lnTo>
                  <a:pt x="208838" y="0"/>
                </a:lnTo>
                <a:lnTo>
                  <a:pt x="208838" y="932154"/>
                </a:lnTo>
                <a:lnTo>
                  <a:pt x="0" y="932154"/>
                </a:lnTo>
                <a:lnTo>
                  <a:pt x="0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4877053" y="2591854"/>
            <a:ext cx="208915" cy="686435"/>
          </a:xfrm>
          <a:custGeom>
            <a:avLst/>
            <a:gdLst/>
            <a:ahLst/>
            <a:cxnLst/>
            <a:rect l="l" t="t" r="r" b="b"/>
            <a:pathLst>
              <a:path w="208914" h="686435">
                <a:moveTo>
                  <a:pt x="0" y="0"/>
                </a:moveTo>
                <a:lnTo>
                  <a:pt x="208838" y="0"/>
                </a:lnTo>
                <a:lnTo>
                  <a:pt x="208838" y="686269"/>
                </a:lnTo>
                <a:lnTo>
                  <a:pt x="0" y="686269"/>
                </a:lnTo>
                <a:lnTo>
                  <a:pt x="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5808471" y="2556776"/>
            <a:ext cx="208915" cy="721360"/>
          </a:xfrm>
          <a:custGeom>
            <a:avLst/>
            <a:gdLst/>
            <a:ahLst/>
            <a:cxnLst/>
            <a:rect l="l" t="t" r="r" b="b"/>
            <a:pathLst>
              <a:path w="208914" h="721360">
                <a:moveTo>
                  <a:pt x="0" y="0"/>
                </a:moveTo>
                <a:lnTo>
                  <a:pt x="208838" y="0"/>
                </a:lnTo>
                <a:lnTo>
                  <a:pt x="208838" y="721347"/>
                </a:lnTo>
                <a:lnTo>
                  <a:pt x="0" y="721347"/>
                </a:lnTo>
                <a:lnTo>
                  <a:pt x="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6739890" y="2669133"/>
            <a:ext cx="208915" cy="609600"/>
          </a:xfrm>
          <a:custGeom>
            <a:avLst/>
            <a:gdLst/>
            <a:ahLst/>
            <a:cxnLst/>
            <a:rect l="l" t="t" r="r" b="b"/>
            <a:pathLst>
              <a:path w="208915" h="609600">
                <a:moveTo>
                  <a:pt x="0" y="0"/>
                </a:moveTo>
                <a:lnTo>
                  <a:pt x="208838" y="0"/>
                </a:lnTo>
                <a:lnTo>
                  <a:pt x="208838" y="608990"/>
                </a:lnTo>
                <a:lnTo>
                  <a:pt x="0" y="608990"/>
                </a:lnTo>
                <a:lnTo>
                  <a:pt x="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4383151" y="3278123"/>
            <a:ext cx="2794635" cy="0"/>
          </a:xfrm>
          <a:custGeom>
            <a:avLst/>
            <a:gdLst/>
            <a:ahLst/>
            <a:cxnLst/>
            <a:rect l="l" t="t" r="r" b="b"/>
            <a:pathLst>
              <a:path w="2794634">
                <a:moveTo>
                  <a:pt x="0" y="0"/>
                </a:moveTo>
                <a:lnTo>
                  <a:pt x="2794254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 txBox="1"/>
          <p:nvPr/>
        </p:nvSpPr>
        <p:spPr>
          <a:xfrm>
            <a:off x="5504789" y="2039810"/>
            <a:ext cx="2984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85.19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6464782" y="2120544"/>
            <a:ext cx="241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78.4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4573371" y="2202776"/>
            <a:ext cx="563880" cy="32639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5"/>
              </a:spcBef>
            </a:pPr>
            <a:r>
              <a:rPr sz="900" dirty="0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70.37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64795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57.72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5808471" y="2331707"/>
            <a:ext cx="666750" cy="2286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60.67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6701434" y="2443708"/>
            <a:ext cx="2984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51.22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4022725" y="2715259"/>
            <a:ext cx="298450" cy="638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58585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40.00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790"/>
              </a:spcBef>
            </a:pPr>
            <a:r>
              <a:rPr sz="900" dirty="0">
                <a:solidFill>
                  <a:srgbClr val="58585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20.00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57150">
              <a:lnSpc>
                <a:spcPct val="100000"/>
              </a:lnSpc>
              <a:spcBef>
                <a:spcPts val="795"/>
              </a:spcBef>
            </a:pPr>
            <a:r>
              <a:rPr sz="900" dirty="0">
                <a:solidFill>
                  <a:srgbClr val="58585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0.00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4022725" y="2477134"/>
            <a:ext cx="2984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58585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60.00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4022725" y="2239645"/>
            <a:ext cx="2984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58585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80.00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3965575" y="2002154"/>
            <a:ext cx="355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58585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100.00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4734305" y="3334003"/>
            <a:ext cx="241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58585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2018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5665851" y="3334003"/>
            <a:ext cx="241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58585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2017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6597395" y="3334003"/>
            <a:ext cx="241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58585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2016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4344454" y="1523098"/>
            <a:ext cx="2540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58585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2016-2018年公卫医师资格考试通过</a:t>
            </a:r>
            <a:r>
              <a:rPr sz="1200" b="1" spc="-5" dirty="0">
                <a:solidFill>
                  <a:srgbClr val="58585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率</a:t>
            </a:r>
            <a:endParaRPr sz="12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R="5080" algn="ctr">
              <a:lnSpc>
                <a:spcPct val="100000"/>
              </a:lnSpc>
            </a:pPr>
            <a:r>
              <a:rPr sz="1200" b="1" spc="-5" dirty="0">
                <a:solidFill>
                  <a:srgbClr val="58585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（%）</a:t>
            </a:r>
            <a:endParaRPr sz="12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9" name="object 99"/>
          <p:cNvSpPr/>
          <p:nvPr/>
        </p:nvSpPr>
        <p:spPr>
          <a:xfrm>
            <a:off x="5235257" y="3652202"/>
            <a:ext cx="74295" cy="74295"/>
          </a:xfrm>
          <a:custGeom>
            <a:avLst/>
            <a:gdLst/>
            <a:ahLst/>
            <a:cxnLst/>
            <a:rect l="l" t="t" r="r" b="b"/>
            <a:pathLst>
              <a:path w="74295" h="74295">
                <a:moveTo>
                  <a:pt x="0" y="0"/>
                </a:moveTo>
                <a:lnTo>
                  <a:pt x="74295" y="0"/>
                </a:lnTo>
                <a:lnTo>
                  <a:pt x="74295" y="74295"/>
                </a:lnTo>
                <a:lnTo>
                  <a:pt x="0" y="74295"/>
                </a:lnTo>
                <a:lnTo>
                  <a:pt x="0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5613082" y="3652202"/>
            <a:ext cx="74295" cy="74295"/>
          </a:xfrm>
          <a:custGeom>
            <a:avLst/>
            <a:gdLst/>
            <a:ahLst/>
            <a:cxnLst/>
            <a:rect l="l" t="t" r="r" b="b"/>
            <a:pathLst>
              <a:path w="74295" h="74295">
                <a:moveTo>
                  <a:pt x="0" y="0"/>
                </a:moveTo>
                <a:lnTo>
                  <a:pt x="74295" y="0"/>
                </a:lnTo>
                <a:lnTo>
                  <a:pt x="74295" y="74295"/>
                </a:lnTo>
                <a:lnTo>
                  <a:pt x="0" y="74295"/>
                </a:lnTo>
                <a:lnTo>
                  <a:pt x="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 txBox="1"/>
          <p:nvPr/>
        </p:nvSpPr>
        <p:spPr>
          <a:xfrm>
            <a:off x="5347017" y="3602354"/>
            <a:ext cx="6191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377190" algn="l"/>
              </a:tabLst>
            </a:pPr>
            <a:r>
              <a:rPr sz="900" dirty="0">
                <a:solidFill>
                  <a:srgbClr val="58585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福医	全国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2" name="object 102"/>
          <p:cNvSpPr/>
          <p:nvPr/>
        </p:nvSpPr>
        <p:spPr>
          <a:xfrm>
            <a:off x="3866832" y="1448117"/>
            <a:ext cx="3455035" cy="2428240"/>
          </a:xfrm>
          <a:custGeom>
            <a:avLst/>
            <a:gdLst/>
            <a:ahLst/>
            <a:cxnLst/>
            <a:rect l="l" t="t" r="r" b="b"/>
            <a:pathLst>
              <a:path w="3455034" h="2428240">
                <a:moveTo>
                  <a:pt x="3450272" y="2428240"/>
                </a:moveTo>
                <a:lnTo>
                  <a:pt x="4762" y="2428240"/>
                </a:lnTo>
                <a:lnTo>
                  <a:pt x="3289" y="2428011"/>
                </a:lnTo>
                <a:lnTo>
                  <a:pt x="1968" y="2427325"/>
                </a:lnTo>
                <a:lnTo>
                  <a:pt x="914" y="2426271"/>
                </a:lnTo>
                <a:lnTo>
                  <a:pt x="228" y="2424950"/>
                </a:lnTo>
                <a:lnTo>
                  <a:pt x="0" y="2423477"/>
                </a:lnTo>
                <a:lnTo>
                  <a:pt x="0" y="4762"/>
                </a:lnTo>
                <a:lnTo>
                  <a:pt x="4762" y="0"/>
                </a:lnTo>
                <a:lnTo>
                  <a:pt x="3450272" y="0"/>
                </a:lnTo>
                <a:lnTo>
                  <a:pt x="3455034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418715"/>
                </a:lnTo>
                <a:lnTo>
                  <a:pt x="4762" y="2418715"/>
                </a:lnTo>
                <a:lnTo>
                  <a:pt x="9525" y="2423477"/>
                </a:lnTo>
                <a:lnTo>
                  <a:pt x="3455034" y="2423477"/>
                </a:lnTo>
                <a:lnTo>
                  <a:pt x="3454806" y="2424950"/>
                </a:lnTo>
                <a:lnTo>
                  <a:pt x="3454120" y="2426271"/>
                </a:lnTo>
                <a:lnTo>
                  <a:pt x="3453066" y="2427325"/>
                </a:lnTo>
                <a:lnTo>
                  <a:pt x="3451745" y="2428011"/>
                </a:lnTo>
                <a:lnTo>
                  <a:pt x="3450272" y="2428240"/>
                </a:lnTo>
                <a:close/>
              </a:path>
              <a:path w="3455034" h="2428240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455034" h="2428240">
                <a:moveTo>
                  <a:pt x="3445509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445509" y="4762"/>
                </a:lnTo>
                <a:lnTo>
                  <a:pt x="3445509" y="9525"/>
                </a:lnTo>
                <a:close/>
              </a:path>
              <a:path w="3455034" h="2428240">
                <a:moveTo>
                  <a:pt x="3445509" y="2423477"/>
                </a:moveTo>
                <a:lnTo>
                  <a:pt x="3445509" y="4762"/>
                </a:lnTo>
                <a:lnTo>
                  <a:pt x="3450272" y="9525"/>
                </a:lnTo>
                <a:lnTo>
                  <a:pt x="3455034" y="9525"/>
                </a:lnTo>
                <a:lnTo>
                  <a:pt x="3455034" y="2418715"/>
                </a:lnTo>
                <a:lnTo>
                  <a:pt x="3450272" y="2418715"/>
                </a:lnTo>
                <a:lnTo>
                  <a:pt x="3445509" y="2423477"/>
                </a:lnTo>
                <a:close/>
              </a:path>
              <a:path w="3455034" h="2428240">
                <a:moveTo>
                  <a:pt x="3455034" y="9525"/>
                </a:moveTo>
                <a:lnTo>
                  <a:pt x="3450272" y="9525"/>
                </a:lnTo>
                <a:lnTo>
                  <a:pt x="3445509" y="4762"/>
                </a:lnTo>
                <a:lnTo>
                  <a:pt x="3455034" y="4762"/>
                </a:lnTo>
                <a:lnTo>
                  <a:pt x="3455034" y="9525"/>
                </a:lnTo>
                <a:close/>
              </a:path>
              <a:path w="3455034" h="2428240">
                <a:moveTo>
                  <a:pt x="9525" y="2423477"/>
                </a:moveTo>
                <a:lnTo>
                  <a:pt x="4762" y="2418715"/>
                </a:lnTo>
                <a:lnTo>
                  <a:pt x="9525" y="2418715"/>
                </a:lnTo>
                <a:lnTo>
                  <a:pt x="9525" y="2423477"/>
                </a:lnTo>
                <a:close/>
              </a:path>
              <a:path w="3455034" h="2428240">
                <a:moveTo>
                  <a:pt x="3445509" y="2423477"/>
                </a:moveTo>
                <a:lnTo>
                  <a:pt x="9525" y="2423477"/>
                </a:lnTo>
                <a:lnTo>
                  <a:pt x="9525" y="2418715"/>
                </a:lnTo>
                <a:lnTo>
                  <a:pt x="3445509" y="2418715"/>
                </a:lnTo>
                <a:lnTo>
                  <a:pt x="3445509" y="2423477"/>
                </a:lnTo>
                <a:close/>
              </a:path>
              <a:path w="3455034" h="2428240">
                <a:moveTo>
                  <a:pt x="3455034" y="2423477"/>
                </a:moveTo>
                <a:lnTo>
                  <a:pt x="3445509" y="2423477"/>
                </a:lnTo>
                <a:lnTo>
                  <a:pt x="3450272" y="2418715"/>
                </a:lnTo>
                <a:lnTo>
                  <a:pt x="3455034" y="2418715"/>
                </a:lnTo>
                <a:lnTo>
                  <a:pt x="3455034" y="2423477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289559" y="3968496"/>
            <a:ext cx="3374390" cy="2524125"/>
          </a:xfrm>
          <a:custGeom>
            <a:avLst/>
            <a:gdLst/>
            <a:ahLst/>
            <a:cxnLst/>
            <a:rect l="l" t="t" r="r" b="b"/>
            <a:pathLst>
              <a:path w="3374390" h="2524125">
                <a:moveTo>
                  <a:pt x="0" y="0"/>
                </a:moveTo>
                <a:lnTo>
                  <a:pt x="3374136" y="0"/>
                </a:lnTo>
                <a:lnTo>
                  <a:pt x="3374136" y="2523744"/>
                </a:lnTo>
                <a:lnTo>
                  <a:pt x="0" y="25237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285432" y="3963352"/>
            <a:ext cx="3383279" cy="2533650"/>
          </a:xfrm>
          <a:custGeom>
            <a:avLst/>
            <a:gdLst/>
            <a:ahLst/>
            <a:cxnLst/>
            <a:rect l="l" t="t" r="r" b="b"/>
            <a:pathLst>
              <a:path w="3383279" h="2533650">
                <a:moveTo>
                  <a:pt x="3378517" y="2533650"/>
                </a:moveTo>
                <a:lnTo>
                  <a:pt x="4762" y="2533650"/>
                </a:lnTo>
                <a:lnTo>
                  <a:pt x="3289" y="2533421"/>
                </a:lnTo>
                <a:lnTo>
                  <a:pt x="1968" y="2532735"/>
                </a:lnTo>
                <a:lnTo>
                  <a:pt x="914" y="2531681"/>
                </a:lnTo>
                <a:lnTo>
                  <a:pt x="228" y="2530360"/>
                </a:lnTo>
                <a:lnTo>
                  <a:pt x="0" y="2528887"/>
                </a:lnTo>
                <a:lnTo>
                  <a:pt x="0" y="4762"/>
                </a:lnTo>
                <a:lnTo>
                  <a:pt x="4762" y="0"/>
                </a:lnTo>
                <a:lnTo>
                  <a:pt x="3378517" y="0"/>
                </a:lnTo>
                <a:lnTo>
                  <a:pt x="3383279" y="4762"/>
                </a:lnTo>
                <a:lnTo>
                  <a:pt x="9525" y="4762"/>
                </a:lnTo>
                <a:lnTo>
                  <a:pt x="4762" y="9524"/>
                </a:lnTo>
                <a:lnTo>
                  <a:pt x="9525" y="9524"/>
                </a:lnTo>
                <a:lnTo>
                  <a:pt x="9525" y="2524125"/>
                </a:lnTo>
                <a:lnTo>
                  <a:pt x="4762" y="2524125"/>
                </a:lnTo>
                <a:lnTo>
                  <a:pt x="9525" y="2528887"/>
                </a:lnTo>
                <a:lnTo>
                  <a:pt x="3383279" y="2528887"/>
                </a:lnTo>
                <a:lnTo>
                  <a:pt x="3383051" y="2530360"/>
                </a:lnTo>
                <a:lnTo>
                  <a:pt x="3382365" y="2531681"/>
                </a:lnTo>
                <a:lnTo>
                  <a:pt x="3381311" y="2532735"/>
                </a:lnTo>
                <a:lnTo>
                  <a:pt x="3379990" y="2533421"/>
                </a:lnTo>
                <a:lnTo>
                  <a:pt x="3378517" y="2533650"/>
                </a:lnTo>
                <a:close/>
              </a:path>
              <a:path w="3383279" h="2533650">
                <a:moveTo>
                  <a:pt x="9525" y="9524"/>
                </a:moveTo>
                <a:lnTo>
                  <a:pt x="4762" y="9524"/>
                </a:lnTo>
                <a:lnTo>
                  <a:pt x="9525" y="4762"/>
                </a:lnTo>
                <a:lnTo>
                  <a:pt x="9525" y="9524"/>
                </a:lnTo>
                <a:close/>
              </a:path>
              <a:path w="3383279" h="2533650">
                <a:moveTo>
                  <a:pt x="3373754" y="9524"/>
                </a:moveTo>
                <a:lnTo>
                  <a:pt x="9525" y="9524"/>
                </a:lnTo>
                <a:lnTo>
                  <a:pt x="9525" y="4762"/>
                </a:lnTo>
                <a:lnTo>
                  <a:pt x="3373754" y="4762"/>
                </a:lnTo>
                <a:lnTo>
                  <a:pt x="3373754" y="9524"/>
                </a:lnTo>
                <a:close/>
              </a:path>
              <a:path w="3383279" h="2533650">
                <a:moveTo>
                  <a:pt x="3373754" y="2528887"/>
                </a:moveTo>
                <a:lnTo>
                  <a:pt x="3373754" y="4762"/>
                </a:lnTo>
                <a:lnTo>
                  <a:pt x="3378517" y="9524"/>
                </a:lnTo>
                <a:lnTo>
                  <a:pt x="3383279" y="9524"/>
                </a:lnTo>
                <a:lnTo>
                  <a:pt x="3383279" y="2524125"/>
                </a:lnTo>
                <a:lnTo>
                  <a:pt x="3378517" y="2524125"/>
                </a:lnTo>
                <a:lnTo>
                  <a:pt x="3373754" y="2528887"/>
                </a:lnTo>
                <a:close/>
              </a:path>
              <a:path w="3383279" h="2533650">
                <a:moveTo>
                  <a:pt x="3383279" y="9524"/>
                </a:moveTo>
                <a:lnTo>
                  <a:pt x="3378517" y="9524"/>
                </a:lnTo>
                <a:lnTo>
                  <a:pt x="3373754" y="4762"/>
                </a:lnTo>
                <a:lnTo>
                  <a:pt x="3383279" y="4762"/>
                </a:lnTo>
                <a:lnTo>
                  <a:pt x="3383279" y="9524"/>
                </a:lnTo>
                <a:close/>
              </a:path>
              <a:path w="3383279" h="2533650">
                <a:moveTo>
                  <a:pt x="9525" y="2528887"/>
                </a:moveTo>
                <a:lnTo>
                  <a:pt x="4762" y="2524125"/>
                </a:lnTo>
                <a:lnTo>
                  <a:pt x="9525" y="2524125"/>
                </a:lnTo>
                <a:lnTo>
                  <a:pt x="9525" y="2528887"/>
                </a:lnTo>
                <a:close/>
              </a:path>
              <a:path w="3383279" h="2533650">
                <a:moveTo>
                  <a:pt x="3373754" y="2528887"/>
                </a:moveTo>
                <a:lnTo>
                  <a:pt x="9525" y="2528887"/>
                </a:lnTo>
                <a:lnTo>
                  <a:pt x="9525" y="2524125"/>
                </a:lnTo>
                <a:lnTo>
                  <a:pt x="3373754" y="2524125"/>
                </a:lnTo>
                <a:lnTo>
                  <a:pt x="3373754" y="2528887"/>
                </a:lnTo>
                <a:close/>
              </a:path>
              <a:path w="3383279" h="2533650">
                <a:moveTo>
                  <a:pt x="3383279" y="2528887"/>
                </a:moveTo>
                <a:lnTo>
                  <a:pt x="3373754" y="2528887"/>
                </a:lnTo>
                <a:lnTo>
                  <a:pt x="3378517" y="2524125"/>
                </a:lnTo>
                <a:lnTo>
                  <a:pt x="3383279" y="2524125"/>
                </a:lnTo>
                <a:lnTo>
                  <a:pt x="3383279" y="2528887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744601" y="4604384"/>
            <a:ext cx="2780030" cy="0"/>
          </a:xfrm>
          <a:custGeom>
            <a:avLst/>
            <a:gdLst/>
            <a:ahLst/>
            <a:cxnLst/>
            <a:rect l="l" t="t" r="r" b="b"/>
            <a:pathLst>
              <a:path w="2780029">
                <a:moveTo>
                  <a:pt x="0" y="0"/>
                </a:moveTo>
                <a:lnTo>
                  <a:pt x="2779649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06" name="object 106"/>
          <p:cNvGraphicFramePr>
            <a:graphicFrameLocks noGrp="1"/>
          </p:cNvGraphicFramePr>
          <p:nvPr/>
        </p:nvGraphicFramePr>
        <p:xfrm>
          <a:off x="739838" y="4761420"/>
          <a:ext cx="2777484" cy="11325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73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5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5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46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55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55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46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355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3558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2733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617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762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7620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7620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7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R w="762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R w="7620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R w="7620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7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R w="762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75.33</a:t>
                      </a:r>
                      <a:endParaRPr sz="9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3175" marB="0">
                    <a:lnL w="76200">
                      <a:solidFill>
                        <a:srgbClr val="FFFFFF"/>
                      </a:solidFill>
                      <a:prstDash val="solid"/>
                    </a:lnL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R w="7620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ts val="915"/>
                        </a:lnSpc>
                      </a:pPr>
                      <a:r>
                        <a:rPr sz="9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75.63</a:t>
                      </a:r>
                      <a:endParaRPr sz="9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R w="7620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7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R w="762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R w="7620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R w="7620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ts val="910"/>
                        </a:lnSpc>
                      </a:pPr>
                      <a:r>
                        <a:rPr sz="90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73.64</a:t>
                      </a:r>
                      <a:endParaRPr sz="9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7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R w="762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R w="7620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R w="7620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7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R w="762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R w="7620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R w="7620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17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R w="762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R w="7620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R w="7620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7" name="object 107"/>
          <p:cNvSpPr txBox="1"/>
          <p:nvPr/>
        </p:nvSpPr>
        <p:spPr>
          <a:xfrm>
            <a:off x="933081" y="4555325"/>
            <a:ext cx="2984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81.82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1859635" y="4525391"/>
            <a:ext cx="1225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r>
              <a:rPr sz="900" dirty="0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82.19	82.22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384175" y="4493259"/>
            <a:ext cx="298450" cy="148082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90"/>
              </a:spcBef>
            </a:pPr>
            <a:r>
              <a:rPr sz="900" dirty="0">
                <a:solidFill>
                  <a:srgbClr val="58585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84.00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r>
              <a:rPr sz="900" dirty="0">
                <a:solidFill>
                  <a:srgbClr val="58585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82.00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r>
              <a:rPr sz="900" dirty="0">
                <a:solidFill>
                  <a:srgbClr val="58585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80.00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r>
              <a:rPr sz="900" dirty="0">
                <a:solidFill>
                  <a:srgbClr val="58585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78.00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r>
              <a:rPr sz="900" dirty="0">
                <a:solidFill>
                  <a:srgbClr val="58585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76.00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r>
              <a:rPr sz="900" dirty="0">
                <a:solidFill>
                  <a:srgbClr val="58585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74.00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r>
              <a:rPr sz="900" dirty="0">
                <a:solidFill>
                  <a:srgbClr val="58585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72.00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r>
              <a:rPr sz="900" dirty="0">
                <a:solidFill>
                  <a:srgbClr val="58585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70.00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r>
              <a:rPr sz="900" dirty="0">
                <a:solidFill>
                  <a:srgbClr val="58585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68.00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713105" y="4041140"/>
            <a:ext cx="2540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58585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2016-2018年口腔医师资格考试通过</a:t>
            </a:r>
            <a:r>
              <a:rPr sz="1200" b="1" spc="-5" dirty="0">
                <a:solidFill>
                  <a:srgbClr val="58585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率</a:t>
            </a:r>
            <a:endParaRPr sz="12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R="5080" algn="ctr">
              <a:lnSpc>
                <a:spcPct val="100000"/>
              </a:lnSpc>
            </a:pPr>
            <a:r>
              <a:rPr sz="1200" b="1" spc="-5" dirty="0">
                <a:solidFill>
                  <a:srgbClr val="58585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（%）</a:t>
            </a:r>
            <a:endParaRPr sz="12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1" name="object 111"/>
          <p:cNvSpPr/>
          <p:nvPr/>
        </p:nvSpPr>
        <p:spPr>
          <a:xfrm>
            <a:off x="1617980" y="6272847"/>
            <a:ext cx="74295" cy="74295"/>
          </a:xfrm>
          <a:custGeom>
            <a:avLst/>
            <a:gdLst/>
            <a:ahLst/>
            <a:cxnLst/>
            <a:rect l="l" t="t" r="r" b="b"/>
            <a:pathLst>
              <a:path w="74294" h="74295">
                <a:moveTo>
                  <a:pt x="0" y="0"/>
                </a:moveTo>
                <a:lnTo>
                  <a:pt x="74294" y="0"/>
                </a:lnTo>
                <a:lnTo>
                  <a:pt x="74294" y="74295"/>
                </a:lnTo>
                <a:lnTo>
                  <a:pt x="0" y="74295"/>
                </a:lnTo>
                <a:lnTo>
                  <a:pt x="0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1995804" y="6272847"/>
            <a:ext cx="74295" cy="74295"/>
          </a:xfrm>
          <a:custGeom>
            <a:avLst/>
            <a:gdLst/>
            <a:ahLst/>
            <a:cxnLst/>
            <a:rect l="l" t="t" r="r" b="b"/>
            <a:pathLst>
              <a:path w="74294" h="74295">
                <a:moveTo>
                  <a:pt x="0" y="0"/>
                </a:moveTo>
                <a:lnTo>
                  <a:pt x="74294" y="0"/>
                </a:lnTo>
                <a:lnTo>
                  <a:pt x="74294" y="74295"/>
                </a:lnTo>
                <a:lnTo>
                  <a:pt x="0" y="74295"/>
                </a:lnTo>
                <a:lnTo>
                  <a:pt x="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 txBox="1"/>
          <p:nvPr/>
        </p:nvSpPr>
        <p:spPr>
          <a:xfrm>
            <a:off x="1093216" y="5954648"/>
            <a:ext cx="2094230" cy="431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925830" algn="l"/>
                <a:tab pos="1852295" algn="l"/>
              </a:tabLst>
            </a:pPr>
            <a:r>
              <a:rPr sz="900" dirty="0">
                <a:solidFill>
                  <a:srgbClr val="58585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2018	2017	2016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850">
              <a:latin typeface="Times New Roman" panose="02020603050405020304"/>
              <a:cs typeface="Times New Roman" panose="02020603050405020304"/>
            </a:endParaRPr>
          </a:p>
          <a:p>
            <a:pPr marL="636270">
              <a:lnSpc>
                <a:spcPct val="100000"/>
              </a:lnSpc>
              <a:tabLst>
                <a:tab pos="1013460" algn="l"/>
              </a:tabLst>
            </a:pPr>
            <a:r>
              <a:rPr sz="900" dirty="0">
                <a:solidFill>
                  <a:srgbClr val="58585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福医	全国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4" name="object 114"/>
          <p:cNvSpPr/>
          <p:nvPr/>
        </p:nvSpPr>
        <p:spPr>
          <a:xfrm>
            <a:off x="285432" y="3963352"/>
            <a:ext cx="3383279" cy="2533650"/>
          </a:xfrm>
          <a:custGeom>
            <a:avLst/>
            <a:gdLst/>
            <a:ahLst/>
            <a:cxnLst/>
            <a:rect l="l" t="t" r="r" b="b"/>
            <a:pathLst>
              <a:path w="3383279" h="2533650">
                <a:moveTo>
                  <a:pt x="3378517" y="2533650"/>
                </a:moveTo>
                <a:lnTo>
                  <a:pt x="4762" y="2533650"/>
                </a:lnTo>
                <a:lnTo>
                  <a:pt x="3289" y="2533421"/>
                </a:lnTo>
                <a:lnTo>
                  <a:pt x="1968" y="2532735"/>
                </a:lnTo>
                <a:lnTo>
                  <a:pt x="914" y="2531681"/>
                </a:lnTo>
                <a:lnTo>
                  <a:pt x="228" y="2530360"/>
                </a:lnTo>
                <a:lnTo>
                  <a:pt x="0" y="2528887"/>
                </a:lnTo>
                <a:lnTo>
                  <a:pt x="0" y="4762"/>
                </a:lnTo>
                <a:lnTo>
                  <a:pt x="4762" y="0"/>
                </a:lnTo>
                <a:lnTo>
                  <a:pt x="3378517" y="0"/>
                </a:lnTo>
                <a:lnTo>
                  <a:pt x="3383279" y="4762"/>
                </a:lnTo>
                <a:lnTo>
                  <a:pt x="9525" y="4762"/>
                </a:lnTo>
                <a:lnTo>
                  <a:pt x="4762" y="9524"/>
                </a:lnTo>
                <a:lnTo>
                  <a:pt x="9525" y="9524"/>
                </a:lnTo>
                <a:lnTo>
                  <a:pt x="9525" y="2524125"/>
                </a:lnTo>
                <a:lnTo>
                  <a:pt x="4762" y="2524125"/>
                </a:lnTo>
                <a:lnTo>
                  <a:pt x="9525" y="2528887"/>
                </a:lnTo>
                <a:lnTo>
                  <a:pt x="3383279" y="2528887"/>
                </a:lnTo>
                <a:lnTo>
                  <a:pt x="3383051" y="2530360"/>
                </a:lnTo>
                <a:lnTo>
                  <a:pt x="3382365" y="2531681"/>
                </a:lnTo>
                <a:lnTo>
                  <a:pt x="3381311" y="2532735"/>
                </a:lnTo>
                <a:lnTo>
                  <a:pt x="3379990" y="2533421"/>
                </a:lnTo>
                <a:lnTo>
                  <a:pt x="3378517" y="2533650"/>
                </a:lnTo>
                <a:close/>
              </a:path>
              <a:path w="3383279" h="2533650">
                <a:moveTo>
                  <a:pt x="9525" y="9524"/>
                </a:moveTo>
                <a:lnTo>
                  <a:pt x="4762" y="9524"/>
                </a:lnTo>
                <a:lnTo>
                  <a:pt x="9525" y="4762"/>
                </a:lnTo>
                <a:lnTo>
                  <a:pt x="9525" y="9524"/>
                </a:lnTo>
                <a:close/>
              </a:path>
              <a:path w="3383279" h="2533650">
                <a:moveTo>
                  <a:pt x="3373754" y="9524"/>
                </a:moveTo>
                <a:lnTo>
                  <a:pt x="9525" y="9524"/>
                </a:lnTo>
                <a:lnTo>
                  <a:pt x="9525" y="4762"/>
                </a:lnTo>
                <a:lnTo>
                  <a:pt x="3373754" y="4762"/>
                </a:lnTo>
                <a:lnTo>
                  <a:pt x="3373754" y="9524"/>
                </a:lnTo>
                <a:close/>
              </a:path>
              <a:path w="3383279" h="2533650">
                <a:moveTo>
                  <a:pt x="3373754" y="2528887"/>
                </a:moveTo>
                <a:lnTo>
                  <a:pt x="3373754" y="4762"/>
                </a:lnTo>
                <a:lnTo>
                  <a:pt x="3378517" y="9524"/>
                </a:lnTo>
                <a:lnTo>
                  <a:pt x="3383279" y="9524"/>
                </a:lnTo>
                <a:lnTo>
                  <a:pt x="3383279" y="2524125"/>
                </a:lnTo>
                <a:lnTo>
                  <a:pt x="3378517" y="2524125"/>
                </a:lnTo>
                <a:lnTo>
                  <a:pt x="3373754" y="2528887"/>
                </a:lnTo>
                <a:close/>
              </a:path>
              <a:path w="3383279" h="2533650">
                <a:moveTo>
                  <a:pt x="3383279" y="9524"/>
                </a:moveTo>
                <a:lnTo>
                  <a:pt x="3378517" y="9524"/>
                </a:lnTo>
                <a:lnTo>
                  <a:pt x="3373754" y="4762"/>
                </a:lnTo>
                <a:lnTo>
                  <a:pt x="3383279" y="4762"/>
                </a:lnTo>
                <a:lnTo>
                  <a:pt x="3383279" y="9524"/>
                </a:lnTo>
                <a:close/>
              </a:path>
              <a:path w="3383279" h="2533650">
                <a:moveTo>
                  <a:pt x="9525" y="2528887"/>
                </a:moveTo>
                <a:lnTo>
                  <a:pt x="4762" y="2524125"/>
                </a:lnTo>
                <a:lnTo>
                  <a:pt x="9525" y="2524125"/>
                </a:lnTo>
                <a:lnTo>
                  <a:pt x="9525" y="2528887"/>
                </a:lnTo>
                <a:close/>
              </a:path>
              <a:path w="3383279" h="2533650">
                <a:moveTo>
                  <a:pt x="3373754" y="2528887"/>
                </a:moveTo>
                <a:lnTo>
                  <a:pt x="9525" y="2528887"/>
                </a:lnTo>
                <a:lnTo>
                  <a:pt x="9525" y="2524125"/>
                </a:lnTo>
                <a:lnTo>
                  <a:pt x="3373754" y="2524125"/>
                </a:lnTo>
                <a:lnTo>
                  <a:pt x="3373754" y="2528887"/>
                </a:lnTo>
                <a:close/>
              </a:path>
              <a:path w="3383279" h="2533650">
                <a:moveTo>
                  <a:pt x="3383279" y="2528887"/>
                </a:moveTo>
                <a:lnTo>
                  <a:pt x="3373754" y="2528887"/>
                </a:lnTo>
                <a:lnTo>
                  <a:pt x="3378517" y="2524125"/>
                </a:lnTo>
                <a:lnTo>
                  <a:pt x="3383279" y="2524125"/>
                </a:lnTo>
                <a:lnTo>
                  <a:pt x="3383279" y="2528887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3893820" y="3941064"/>
            <a:ext cx="3446145" cy="2525395"/>
          </a:xfrm>
          <a:custGeom>
            <a:avLst/>
            <a:gdLst/>
            <a:ahLst/>
            <a:cxnLst/>
            <a:rect l="l" t="t" r="r" b="b"/>
            <a:pathLst>
              <a:path w="3446145" h="2525395">
                <a:moveTo>
                  <a:pt x="0" y="0"/>
                </a:moveTo>
                <a:lnTo>
                  <a:pt x="3445764" y="0"/>
                </a:lnTo>
                <a:lnTo>
                  <a:pt x="3445764" y="2525267"/>
                </a:lnTo>
                <a:lnTo>
                  <a:pt x="0" y="252526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3888422" y="3936682"/>
            <a:ext cx="3455670" cy="2534285"/>
          </a:xfrm>
          <a:custGeom>
            <a:avLst/>
            <a:gdLst/>
            <a:ahLst/>
            <a:cxnLst/>
            <a:rect l="l" t="t" r="r" b="b"/>
            <a:pathLst>
              <a:path w="3455670" h="2534285">
                <a:moveTo>
                  <a:pt x="3450907" y="2534284"/>
                </a:moveTo>
                <a:lnTo>
                  <a:pt x="4762" y="2534284"/>
                </a:lnTo>
                <a:lnTo>
                  <a:pt x="3289" y="2534056"/>
                </a:lnTo>
                <a:lnTo>
                  <a:pt x="1968" y="2533370"/>
                </a:lnTo>
                <a:lnTo>
                  <a:pt x="914" y="2532316"/>
                </a:lnTo>
                <a:lnTo>
                  <a:pt x="228" y="2530995"/>
                </a:lnTo>
                <a:lnTo>
                  <a:pt x="0" y="2529522"/>
                </a:lnTo>
                <a:lnTo>
                  <a:pt x="0" y="4762"/>
                </a:lnTo>
                <a:lnTo>
                  <a:pt x="4762" y="0"/>
                </a:lnTo>
                <a:lnTo>
                  <a:pt x="3450907" y="0"/>
                </a:lnTo>
                <a:lnTo>
                  <a:pt x="3455669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524759"/>
                </a:lnTo>
                <a:lnTo>
                  <a:pt x="4762" y="2524759"/>
                </a:lnTo>
                <a:lnTo>
                  <a:pt x="9525" y="2529522"/>
                </a:lnTo>
                <a:lnTo>
                  <a:pt x="3455669" y="2529522"/>
                </a:lnTo>
                <a:lnTo>
                  <a:pt x="3455441" y="2530995"/>
                </a:lnTo>
                <a:lnTo>
                  <a:pt x="3454755" y="2532316"/>
                </a:lnTo>
                <a:lnTo>
                  <a:pt x="3453701" y="2533370"/>
                </a:lnTo>
                <a:lnTo>
                  <a:pt x="3452380" y="2534056"/>
                </a:lnTo>
                <a:lnTo>
                  <a:pt x="3450907" y="2534284"/>
                </a:lnTo>
                <a:close/>
              </a:path>
              <a:path w="3455670" h="253428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455670" h="2534285">
                <a:moveTo>
                  <a:pt x="3446144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446144" y="4762"/>
                </a:lnTo>
                <a:lnTo>
                  <a:pt x="3446144" y="9525"/>
                </a:lnTo>
                <a:close/>
              </a:path>
              <a:path w="3455670" h="2534285">
                <a:moveTo>
                  <a:pt x="3446144" y="2529522"/>
                </a:moveTo>
                <a:lnTo>
                  <a:pt x="3446144" y="4762"/>
                </a:lnTo>
                <a:lnTo>
                  <a:pt x="3450907" y="9525"/>
                </a:lnTo>
                <a:lnTo>
                  <a:pt x="3455669" y="9525"/>
                </a:lnTo>
                <a:lnTo>
                  <a:pt x="3455669" y="2524759"/>
                </a:lnTo>
                <a:lnTo>
                  <a:pt x="3450907" y="2524759"/>
                </a:lnTo>
                <a:lnTo>
                  <a:pt x="3446144" y="2529522"/>
                </a:lnTo>
                <a:close/>
              </a:path>
              <a:path w="3455670" h="2534285">
                <a:moveTo>
                  <a:pt x="3455669" y="9525"/>
                </a:moveTo>
                <a:lnTo>
                  <a:pt x="3450907" y="9525"/>
                </a:lnTo>
                <a:lnTo>
                  <a:pt x="3446144" y="4762"/>
                </a:lnTo>
                <a:lnTo>
                  <a:pt x="3455669" y="4762"/>
                </a:lnTo>
                <a:lnTo>
                  <a:pt x="3455669" y="9525"/>
                </a:lnTo>
                <a:close/>
              </a:path>
              <a:path w="3455670" h="2534285">
                <a:moveTo>
                  <a:pt x="9525" y="2529522"/>
                </a:moveTo>
                <a:lnTo>
                  <a:pt x="4762" y="2524759"/>
                </a:lnTo>
                <a:lnTo>
                  <a:pt x="9525" y="2524759"/>
                </a:lnTo>
                <a:lnTo>
                  <a:pt x="9525" y="2529522"/>
                </a:lnTo>
                <a:close/>
              </a:path>
              <a:path w="3455670" h="2534285">
                <a:moveTo>
                  <a:pt x="3446144" y="2529522"/>
                </a:moveTo>
                <a:lnTo>
                  <a:pt x="9525" y="2529522"/>
                </a:lnTo>
                <a:lnTo>
                  <a:pt x="9525" y="2524759"/>
                </a:lnTo>
                <a:lnTo>
                  <a:pt x="3446144" y="2524759"/>
                </a:lnTo>
                <a:lnTo>
                  <a:pt x="3446144" y="2529522"/>
                </a:lnTo>
                <a:close/>
              </a:path>
              <a:path w="3455670" h="2534285">
                <a:moveTo>
                  <a:pt x="3455669" y="2529522"/>
                </a:moveTo>
                <a:lnTo>
                  <a:pt x="3446144" y="2529522"/>
                </a:lnTo>
                <a:lnTo>
                  <a:pt x="3450907" y="2524759"/>
                </a:lnTo>
                <a:lnTo>
                  <a:pt x="3455669" y="2524759"/>
                </a:lnTo>
                <a:lnTo>
                  <a:pt x="3455669" y="2529522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6956869" y="5661609"/>
            <a:ext cx="243204" cy="0"/>
          </a:xfrm>
          <a:custGeom>
            <a:avLst/>
            <a:gdLst/>
            <a:ahLst/>
            <a:cxnLst/>
            <a:rect l="l" t="t" r="r" b="b"/>
            <a:pathLst>
              <a:path w="243204">
                <a:moveTo>
                  <a:pt x="0" y="0"/>
                </a:moveTo>
                <a:lnTo>
                  <a:pt x="242760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6675310" y="5661609"/>
            <a:ext cx="60325" cy="0"/>
          </a:xfrm>
          <a:custGeom>
            <a:avLst/>
            <a:gdLst/>
            <a:ahLst/>
            <a:cxnLst/>
            <a:rect l="l" t="t" r="r" b="b"/>
            <a:pathLst>
              <a:path w="60325">
                <a:moveTo>
                  <a:pt x="0" y="0"/>
                </a:moveTo>
                <a:lnTo>
                  <a:pt x="59855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5968098" y="5661609"/>
            <a:ext cx="485775" cy="0"/>
          </a:xfrm>
          <a:custGeom>
            <a:avLst/>
            <a:gdLst/>
            <a:ahLst/>
            <a:cxnLst/>
            <a:rect l="l" t="t" r="r" b="b"/>
            <a:pathLst>
              <a:path w="485775">
                <a:moveTo>
                  <a:pt x="0" y="0"/>
                </a:moveTo>
                <a:lnTo>
                  <a:pt x="485508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5686539" y="5661609"/>
            <a:ext cx="60325" cy="0"/>
          </a:xfrm>
          <a:custGeom>
            <a:avLst/>
            <a:gdLst/>
            <a:ahLst/>
            <a:cxnLst/>
            <a:rect l="l" t="t" r="r" b="b"/>
            <a:pathLst>
              <a:path w="60325">
                <a:moveTo>
                  <a:pt x="0" y="0"/>
                </a:moveTo>
                <a:lnTo>
                  <a:pt x="59855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4979314" y="5661609"/>
            <a:ext cx="485775" cy="0"/>
          </a:xfrm>
          <a:custGeom>
            <a:avLst/>
            <a:gdLst/>
            <a:ahLst/>
            <a:cxnLst/>
            <a:rect l="l" t="t" r="r" b="b"/>
            <a:pathLst>
              <a:path w="485775">
                <a:moveTo>
                  <a:pt x="0" y="0"/>
                </a:moveTo>
                <a:lnTo>
                  <a:pt x="485521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4697755" y="5661609"/>
            <a:ext cx="60325" cy="0"/>
          </a:xfrm>
          <a:custGeom>
            <a:avLst/>
            <a:gdLst/>
            <a:ahLst/>
            <a:cxnLst/>
            <a:rect l="l" t="t" r="r" b="b"/>
            <a:pathLst>
              <a:path w="60325">
                <a:moveTo>
                  <a:pt x="0" y="0"/>
                </a:moveTo>
                <a:lnTo>
                  <a:pt x="59855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4233290" y="5661609"/>
            <a:ext cx="243204" cy="0"/>
          </a:xfrm>
          <a:custGeom>
            <a:avLst/>
            <a:gdLst/>
            <a:ahLst/>
            <a:cxnLst/>
            <a:rect l="l" t="t" r="r" b="b"/>
            <a:pathLst>
              <a:path w="243204">
                <a:moveTo>
                  <a:pt x="0" y="0"/>
                </a:moveTo>
                <a:lnTo>
                  <a:pt x="242760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6956869" y="5450471"/>
            <a:ext cx="243204" cy="0"/>
          </a:xfrm>
          <a:custGeom>
            <a:avLst/>
            <a:gdLst/>
            <a:ahLst/>
            <a:cxnLst/>
            <a:rect l="l" t="t" r="r" b="b"/>
            <a:pathLst>
              <a:path w="243204">
                <a:moveTo>
                  <a:pt x="0" y="0"/>
                </a:moveTo>
                <a:lnTo>
                  <a:pt x="242760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6675310" y="5450471"/>
            <a:ext cx="60325" cy="0"/>
          </a:xfrm>
          <a:custGeom>
            <a:avLst/>
            <a:gdLst/>
            <a:ahLst/>
            <a:cxnLst/>
            <a:rect l="l" t="t" r="r" b="b"/>
            <a:pathLst>
              <a:path w="60325">
                <a:moveTo>
                  <a:pt x="0" y="0"/>
                </a:moveTo>
                <a:lnTo>
                  <a:pt x="59855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5968098" y="5450471"/>
            <a:ext cx="485775" cy="0"/>
          </a:xfrm>
          <a:custGeom>
            <a:avLst/>
            <a:gdLst/>
            <a:ahLst/>
            <a:cxnLst/>
            <a:rect l="l" t="t" r="r" b="b"/>
            <a:pathLst>
              <a:path w="485775">
                <a:moveTo>
                  <a:pt x="0" y="0"/>
                </a:moveTo>
                <a:lnTo>
                  <a:pt x="485508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5686539" y="5450471"/>
            <a:ext cx="60325" cy="0"/>
          </a:xfrm>
          <a:custGeom>
            <a:avLst/>
            <a:gdLst/>
            <a:ahLst/>
            <a:cxnLst/>
            <a:rect l="l" t="t" r="r" b="b"/>
            <a:pathLst>
              <a:path w="60325">
                <a:moveTo>
                  <a:pt x="0" y="0"/>
                </a:moveTo>
                <a:lnTo>
                  <a:pt x="59855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4979314" y="5450471"/>
            <a:ext cx="485775" cy="0"/>
          </a:xfrm>
          <a:custGeom>
            <a:avLst/>
            <a:gdLst/>
            <a:ahLst/>
            <a:cxnLst/>
            <a:rect l="l" t="t" r="r" b="b"/>
            <a:pathLst>
              <a:path w="485775">
                <a:moveTo>
                  <a:pt x="0" y="0"/>
                </a:moveTo>
                <a:lnTo>
                  <a:pt x="485521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4697755" y="5450471"/>
            <a:ext cx="60325" cy="0"/>
          </a:xfrm>
          <a:custGeom>
            <a:avLst/>
            <a:gdLst/>
            <a:ahLst/>
            <a:cxnLst/>
            <a:rect l="l" t="t" r="r" b="b"/>
            <a:pathLst>
              <a:path w="60325">
                <a:moveTo>
                  <a:pt x="0" y="0"/>
                </a:moveTo>
                <a:lnTo>
                  <a:pt x="59855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4233290" y="5450471"/>
            <a:ext cx="243204" cy="0"/>
          </a:xfrm>
          <a:custGeom>
            <a:avLst/>
            <a:gdLst/>
            <a:ahLst/>
            <a:cxnLst/>
            <a:rect l="l" t="t" r="r" b="b"/>
            <a:pathLst>
              <a:path w="243204">
                <a:moveTo>
                  <a:pt x="0" y="0"/>
                </a:moveTo>
                <a:lnTo>
                  <a:pt x="242760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6675310" y="5239346"/>
            <a:ext cx="524510" cy="0"/>
          </a:xfrm>
          <a:custGeom>
            <a:avLst/>
            <a:gdLst/>
            <a:ahLst/>
            <a:cxnLst/>
            <a:rect l="l" t="t" r="r" b="b"/>
            <a:pathLst>
              <a:path w="524509">
                <a:moveTo>
                  <a:pt x="0" y="0"/>
                </a:moveTo>
                <a:lnTo>
                  <a:pt x="524319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5686539" y="5239346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>
                <a:moveTo>
                  <a:pt x="0" y="0"/>
                </a:moveTo>
                <a:lnTo>
                  <a:pt x="767067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4979314" y="5239346"/>
            <a:ext cx="485775" cy="0"/>
          </a:xfrm>
          <a:custGeom>
            <a:avLst/>
            <a:gdLst/>
            <a:ahLst/>
            <a:cxnLst/>
            <a:rect l="l" t="t" r="r" b="b"/>
            <a:pathLst>
              <a:path w="485775">
                <a:moveTo>
                  <a:pt x="0" y="0"/>
                </a:moveTo>
                <a:lnTo>
                  <a:pt x="485521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4697755" y="5239346"/>
            <a:ext cx="60325" cy="0"/>
          </a:xfrm>
          <a:custGeom>
            <a:avLst/>
            <a:gdLst/>
            <a:ahLst/>
            <a:cxnLst/>
            <a:rect l="l" t="t" r="r" b="b"/>
            <a:pathLst>
              <a:path w="60325">
                <a:moveTo>
                  <a:pt x="0" y="0"/>
                </a:moveTo>
                <a:lnTo>
                  <a:pt x="59855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4233290" y="5239346"/>
            <a:ext cx="243204" cy="0"/>
          </a:xfrm>
          <a:custGeom>
            <a:avLst/>
            <a:gdLst/>
            <a:ahLst/>
            <a:cxnLst/>
            <a:rect l="l" t="t" r="r" b="b"/>
            <a:pathLst>
              <a:path w="243204">
                <a:moveTo>
                  <a:pt x="0" y="0"/>
                </a:moveTo>
                <a:lnTo>
                  <a:pt x="242760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6675310" y="5028222"/>
            <a:ext cx="524510" cy="0"/>
          </a:xfrm>
          <a:custGeom>
            <a:avLst/>
            <a:gdLst/>
            <a:ahLst/>
            <a:cxnLst/>
            <a:rect l="l" t="t" r="r" b="b"/>
            <a:pathLst>
              <a:path w="524509">
                <a:moveTo>
                  <a:pt x="0" y="0"/>
                </a:moveTo>
                <a:lnTo>
                  <a:pt x="524319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5686539" y="5028222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>
                <a:moveTo>
                  <a:pt x="0" y="0"/>
                </a:moveTo>
                <a:lnTo>
                  <a:pt x="767067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4979314" y="5028222"/>
            <a:ext cx="485775" cy="0"/>
          </a:xfrm>
          <a:custGeom>
            <a:avLst/>
            <a:gdLst/>
            <a:ahLst/>
            <a:cxnLst/>
            <a:rect l="l" t="t" r="r" b="b"/>
            <a:pathLst>
              <a:path w="485775">
                <a:moveTo>
                  <a:pt x="0" y="0"/>
                </a:moveTo>
                <a:lnTo>
                  <a:pt x="485521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4697755" y="5028222"/>
            <a:ext cx="60325" cy="0"/>
          </a:xfrm>
          <a:custGeom>
            <a:avLst/>
            <a:gdLst/>
            <a:ahLst/>
            <a:cxnLst/>
            <a:rect l="l" t="t" r="r" b="b"/>
            <a:pathLst>
              <a:path w="60325">
                <a:moveTo>
                  <a:pt x="0" y="0"/>
                </a:moveTo>
                <a:lnTo>
                  <a:pt x="59855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4233290" y="5028222"/>
            <a:ext cx="243204" cy="0"/>
          </a:xfrm>
          <a:custGeom>
            <a:avLst/>
            <a:gdLst/>
            <a:ahLst/>
            <a:cxnLst/>
            <a:rect l="l" t="t" r="r" b="b"/>
            <a:pathLst>
              <a:path w="243204">
                <a:moveTo>
                  <a:pt x="0" y="0"/>
                </a:moveTo>
                <a:lnTo>
                  <a:pt x="242760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6675310" y="4817097"/>
            <a:ext cx="524510" cy="0"/>
          </a:xfrm>
          <a:custGeom>
            <a:avLst/>
            <a:gdLst/>
            <a:ahLst/>
            <a:cxnLst/>
            <a:rect l="l" t="t" r="r" b="b"/>
            <a:pathLst>
              <a:path w="524509">
                <a:moveTo>
                  <a:pt x="0" y="0"/>
                </a:moveTo>
                <a:lnTo>
                  <a:pt x="524319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5686539" y="4817097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>
                <a:moveTo>
                  <a:pt x="0" y="0"/>
                </a:moveTo>
                <a:lnTo>
                  <a:pt x="767067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4979314" y="4817097"/>
            <a:ext cx="485775" cy="0"/>
          </a:xfrm>
          <a:custGeom>
            <a:avLst/>
            <a:gdLst/>
            <a:ahLst/>
            <a:cxnLst/>
            <a:rect l="l" t="t" r="r" b="b"/>
            <a:pathLst>
              <a:path w="485775">
                <a:moveTo>
                  <a:pt x="0" y="0"/>
                </a:moveTo>
                <a:lnTo>
                  <a:pt x="485521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4697755" y="4817097"/>
            <a:ext cx="60325" cy="0"/>
          </a:xfrm>
          <a:custGeom>
            <a:avLst/>
            <a:gdLst/>
            <a:ahLst/>
            <a:cxnLst/>
            <a:rect l="l" t="t" r="r" b="b"/>
            <a:pathLst>
              <a:path w="60325">
                <a:moveTo>
                  <a:pt x="0" y="0"/>
                </a:moveTo>
                <a:lnTo>
                  <a:pt x="59855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4233290" y="4817097"/>
            <a:ext cx="243204" cy="0"/>
          </a:xfrm>
          <a:custGeom>
            <a:avLst/>
            <a:gdLst/>
            <a:ahLst/>
            <a:cxnLst/>
            <a:rect l="l" t="t" r="r" b="b"/>
            <a:pathLst>
              <a:path w="243204">
                <a:moveTo>
                  <a:pt x="0" y="0"/>
                </a:moveTo>
                <a:lnTo>
                  <a:pt x="242760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6675310" y="4605959"/>
            <a:ext cx="524510" cy="0"/>
          </a:xfrm>
          <a:custGeom>
            <a:avLst/>
            <a:gdLst/>
            <a:ahLst/>
            <a:cxnLst/>
            <a:rect l="l" t="t" r="r" b="b"/>
            <a:pathLst>
              <a:path w="524509">
                <a:moveTo>
                  <a:pt x="0" y="0"/>
                </a:moveTo>
                <a:lnTo>
                  <a:pt x="524319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5686539" y="4605959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>
                <a:moveTo>
                  <a:pt x="0" y="0"/>
                </a:moveTo>
                <a:lnTo>
                  <a:pt x="767067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4697755" y="4605959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>
                <a:moveTo>
                  <a:pt x="0" y="0"/>
                </a:moveTo>
                <a:lnTo>
                  <a:pt x="767080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4233290" y="4605959"/>
            <a:ext cx="243204" cy="0"/>
          </a:xfrm>
          <a:custGeom>
            <a:avLst/>
            <a:gdLst/>
            <a:ahLst/>
            <a:cxnLst/>
            <a:rect l="l" t="t" r="r" b="b"/>
            <a:pathLst>
              <a:path w="243204">
                <a:moveTo>
                  <a:pt x="0" y="0"/>
                </a:moveTo>
                <a:lnTo>
                  <a:pt x="242760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4233290" y="4394834"/>
            <a:ext cx="2966720" cy="0"/>
          </a:xfrm>
          <a:custGeom>
            <a:avLst/>
            <a:gdLst/>
            <a:ahLst/>
            <a:cxnLst/>
            <a:rect l="l" t="t" r="r" b="b"/>
            <a:pathLst>
              <a:path w="2966720">
                <a:moveTo>
                  <a:pt x="0" y="0"/>
                </a:moveTo>
                <a:lnTo>
                  <a:pt x="2966339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4476051" y="4458169"/>
            <a:ext cx="222250" cy="1414780"/>
          </a:xfrm>
          <a:custGeom>
            <a:avLst/>
            <a:gdLst/>
            <a:ahLst/>
            <a:cxnLst/>
            <a:rect l="l" t="t" r="r" b="b"/>
            <a:pathLst>
              <a:path w="222250" h="1414779">
                <a:moveTo>
                  <a:pt x="0" y="0"/>
                </a:moveTo>
                <a:lnTo>
                  <a:pt x="221703" y="0"/>
                </a:lnTo>
                <a:lnTo>
                  <a:pt x="221703" y="1414564"/>
                </a:lnTo>
                <a:lnTo>
                  <a:pt x="0" y="1414564"/>
                </a:lnTo>
                <a:lnTo>
                  <a:pt x="0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5464835" y="4540516"/>
            <a:ext cx="222250" cy="1332230"/>
          </a:xfrm>
          <a:custGeom>
            <a:avLst/>
            <a:gdLst/>
            <a:ahLst/>
            <a:cxnLst/>
            <a:rect l="l" t="t" r="r" b="b"/>
            <a:pathLst>
              <a:path w="222250" h="1332229">
                <a:moveTo>
                  <a:pt x="0" y="0"/>
                </a:moveTo>
                <a:lnTo>
                  <a:pt x="221703" y="0"/>
                </a:lnTo>
                <a:lnTo>
                  <a:pt x="221703" y="1332217"/>
                </a:lnTo>
                <a:lnTo>
                  <a:pt x="0" y="1332217"/>
                </a:lnTo>
                <a:lnTo>
                  <a:pt x="0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6453606" y="4546841"/>
            <a:ext cx="222250" cy="1326515"/>
          </a:xfrm>
          <a:custGeom>
            <a:avLst/>
            <a:gdLst/>
            <a:ahLst/>
            <a:cxnLst/>
            <a:rect l="l" t="t" r="r" b="b"/>
            <a:pathLst>
              <a:path w="222250" h="1326514">
                <a:moveTo>
                  <a:pt x="0" y="0"/>
                </a:moveTo>
                <a:lnTo>
                  <a:pt x="221703" y="0"/>
                </a:lnTo>
                <a:lnTo>
                  <a:pt x="221703" y="1325892"/>
                </a:lnTo>
                <a:lnTo>
                  <a:pt x="0" y="1325892"/>
                </a:lnTo>
                <a:lnTo>
                  <a:pt x="0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4757610" y="4795977"/>
            <a:ext cx="222250" cy="1076960"/>
          </a:xfrm>
          <a:custGeom>
            <a:avLst/>
            <a:gdLst/>
            <a:ahLst/>
            <a:cxnLst/>
            <a:rect l="l" t="t" r="r" b="b"/>
            <a:pathLst>
              <a:path w="222250" h="1076960">
                <a:moveTo>
                  <a:pt x="0" y="0"/>
                </a:moveTo>
                <a:lnTo>
                  <a:pt x="221703" y="0"/>
                </a:lnTo>
                <a:lnTo>
                  <a:pt x="221703" y="1076756"/>
                </a:lnTo>
                <a:lnTo>
                  <a:pt x="0" y="1076756"/>
                </a:lnTo>
                <a:lnTo>
                  <a:pt x="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5746394" y="5323801"/>
            <a:ext cx="222250" cy="549275"/>
          </a:xfrm>
          <a:custGeom>
            <a:avLst/>
            <a:gdLst/>
            <a:ahLst/>
            <a:cxnLst/>
            <a:rect l="l" t="t" r="r" b="b"/>
            <a:pathLst>
              <a:path w="222250" h="549275">
                <a:moveTo>
                  <a:pt x="0" y="0"/>
                </a:moveTo>
                <a:lnTo>
                  <a:pt x="221703" y="0"/>
                </a:lnTo>
                <a:lnTo>
                  <a:pt x="221703" y="548932"/>
                </a:lnTo>
                <a:lnTo>
                  <a:pt x="0" y="548932"/>
                </a:lnTo>
                <a:lnTo>
                  <a:pt x="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6735165" y="5323801"/>
            <a:ext cx="222250" cy="549275"/>
          </a:xfrm>
          <a:custGeom>
            <a:avLst/>
            <a:gdLst/>
            <a:ahLst/>
            <a:cxnLst/>
            <a:rect l="l" t="t" r="r" b="b"/>
            <a:pathLst>
              <a:path w="222250" h="549275">
                <a:moveTo>
                  <a:pt x="0" y="0"/>
                </a:moveTo>
                <a:lnTo>
                  <a:pt x="221703" y="0"/>
                </a:lnTo>
                <a:lnTo>
                  <a:pt x="221703" y="548932"/>
                </a:lnTo>
                <a:lnTo>
                  <a:pt x="0" y="548932"/>
                </a:lnTo>
                <a:lnTo>
                  <a:pt x="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4233290" y="5872734"/>
            <a:ext cx="2966720" cy="0"/>
          </a:xfrm>
          <a:custGeom>
            <a:avLst/>
            <a:gdLst/>
            <a:ahLst/>
            <a:cxnLst/>
            <a:rect l="l" t="t" r="r" b="b"/>
            <a:pathLst>
              <a:path w="2966720">
                <a:moveTo>
                  <a:pt x="0" y="0"/>
                </a:moveTo>
                <a:lnTo>
                  <a:pt x="2966339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 txBox="1"/>
          <p:nvPr/>
        </p:nvSpPr>
        <p:spPr>
          <a:xfrm>
            <a:off x="5432805" y="4321416"/>
            <a:ext cx="12877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988060" algn="l"/>
              </a:tabLst>
            </a:pPr>
            <a:r>
              <a:rPr sz="1350" baseline="3000" dirty="0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99.31	</a:t>
            </a:r>
            <a:r>
              <a:rPr sz="900" dirty="0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99.28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9" name="object 159"/>
          <p:cNvSpPr txBox="1"/>
          <p:nvPr/>
        </p:nvSpPr>
        <p:spPr>
          <a:xfrm>
            <a:off x="4725580" y="4570552"/>
            <a:ext cx="2984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98.10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0" name="object 160"/>
          <p:cNvSpPr txBox="1"/>
          <p:nvPr/>
        </p:nvSpPr>
        <p:spPr>
          <a:xfrm>
            <a:off x="5714365" y="5098377"/>
            <a:ext cx="2984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95.60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6703148" y="5098377"/>
            <a:ext cx="2984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95.60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2" name="object 162"/>
          <p:cNvSpPr txBox="1"/>
          <p:nvPr/>
        </p:nvSpPr>
        <p:spPr>
          <a:xfrm>
            <a:off x="4044315" y="5289550"/>
            <a:ext cx="127000" cy="65849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80"/>
              </a:spcBef>
            </a:pPr>
            <a:r>
              <a:rPr sz="900" dirty="0">
                <a:solidFill>
                  <a:srgbClr val="58585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95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r>
              <a:rPr sz="900" dirty="0">
                <a:solidFill>
                  <a:srgbClr val="58585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94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r>
              <a:rPr sz="900" dirty="0">
                <a:solidFill>
                  <a:srgbClr val="58585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93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3" name="object 163"/>
          <p:cNvSpPr txBox="1"/>
          <p:nvPr/>
        </p:nvSpPr>
        <p:spPr>
          <a:xfrm>
            <a:off x="4044315" y="4655184"/>
            <a:ext cx="127000" cy="65913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85"/>
              </a:spcBef>
            </a:pPr>
            <a:r>
              <a:rPr sz="900" dirty="0">
                <a:solidFill>
                  <a:srgbClr val="58585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98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r>
              <a:rPr sz="900" dirty="0">
                <a:solidFill>
                  <a:srgbClr val="58585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97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r>
              <a:rPr sz="900" dirty="0">
                <a:solidFill>
                  <a:srgbClr val="58585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96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4" name="object 164"/>
          <p:cNvSpPr txBox="1"/>
          <p:nvPr/>
        </p:nvSpPr>
        <p:spPr>
          <a:xfrm>
            <a:off x="3987165" y="4234179"/>
            <a:ext cx="184150" cy="44704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80"/>
              </a:spcBef>
            </a:pPr>
            <a:r>
              <a:rPr sz="900" dirty="0">
                <a:solidFill>
                  <a:srgbClr val="58585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100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57150">
              <a:lnSpc>
                <a:spcPct val="100000"/>
              </a:lnSpc>
              <a:spcBef>
                <a:spcPts val="580"/>
              </a:spcBef>
            </a:pPr>
            <a:r>
              <a:rPr sz="900" dirty="0">
                <a:solidFill>
                  <a:srgbClr val="58585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99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5" name="object 165"/>
          <p:cNvSpPr txBox="1"/>
          <p:nvPr/>
        </p:nvSpPr>
        <p:spPr>
          <a:xfrm>
            <a:off x="4555871" y="5928614"/>
            <a:ext cx="355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58585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2018年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6" name="object 166"/>
          <p:cNvSpPr txBox="1"/>
          <p:nvPr/>
        </p:nvSpPr>
        <p:spPr>
          <a:xfrm>
            <a:off x="5544565" y="5928614"/>
            <a:ext cx="355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58585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2017年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7" name="object 167"/>
          <p:cNvSpPr txBox="1"/>
          <p:nvPr/>
        </p:nvSpPr>
        <p:spPr>
          <a:xfrm>
            <a:off x="6533260" y="5928614"/>
            <a:ext cx="355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58585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2016年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8" name="object 168"/>
          <p:cNvSpPr txBox="1"/>
          <p:nvPr/>
        </p:nvSpPr>
        <p:spPr>
          <a:xfrm>
            <a:off x="4403725" y="4012022"/>
            <a:ext cx="2616835" cy="38354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70"/>
              </a:spcBef>
            </a:pPr>
            <a:r>
              <a:rPr sz="1200" b="1" dirty="0">
                <a:solidFill>
                  <a:srgbClr val="58585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2016-2018年护师资格考试通过率（%</a:t>
            </a:r>
            <a:r>
              <a:rPr sz="1200" b="1" spc="-5" dirty="0">
                <a:solidFill>
                  <a:srgbClr val="58585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sz="12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68580">
              <a:lnSpc>
                <a:spcPct val="100000"/>
              </a:lnSpc>
              <a:spcBef>
                <a:spcPts val="125"/>
              </a:spcBef>
            </a:pPr>
            <a:r>
              <a:rPr sz="900" dirty="0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99.7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9" name="object 169"/>
          <p:cNvSpPr/>
          <p:nvPr/>
        </p:nvSpPr>
        <p:spPr>
          <a:xfrm>
            <a:off x="5257165" y="6246812"/>
            <a:ext cx="74295" cy="74295"/>
          </a:xfrm>
          <a:custGeom>
            <a:avLst/>
            <a:gdLst/>
            <a:ahLst/>
            <a:cxnLst/>
            <a:rect l="l" t="t" r="r" b="b"/>
            <a:pathLst>
              <a:path w="74295" h="74295">
                <a:moveTo>
                  <a:pt x="0" y="0"/>
                </a:moveTo>
                <a:lnTo>
                  <a:pt x="74295" y="0"/>
                </a:lnTo>
                <a:lnTo>
                  <a:pt x="74295" y="74295"/>
                </a:lnTo>
                <a:lnTo>
                  <a:pt x="0" y="74295"/>
                </a:lnTo>
                <a:lnTo>
                  <a:pt x="0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5634990" y="6246812"/>
            <a:ext cx="74295" cy="74295"/>
          </a:xfrm>
          <a:custGeom>
            <a:avLst/>
            <a:gdLst/>
            <a:ahLst/>
            <a:cxnLst/>
            <a:rect l="l" t="t" r="r" b="b"/>
            <a:pathLst>
              <a:path w="74295" h="74295">
                <a:moveTo>
                  <a:pt x="0" y="0"/>
                </a:moveTo>
                <a:lnTo>
                  <a:pt x="74295" y="0"/>
                </a:lnTo>
                <a:lnTo>
                  <a:pt x="74295" y="74295"/>
                </a:lnTo>
                <a:lnTo>
                  <a:pt x="0" y="74295"/>
                </a:lnTo>
                <a:lnTo>
                  <a:pt x="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 txBox="1"/>
          <p:nvPr/>
        </p:nvSpPr>
        <p:spPr>
          <a:xfrm>
            <a:off x="5368925" y="6196965"/>
            <a:ext cx="6191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377190" algn="l"/>
              </a:tabLst>
            </a:pPr>
            <a:r>
              <a:rPr sz="900" dirty="0">
                <a:solidFill>
                  <a:srgbClr val="58585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福医	全国</a:t>
            </a:r>
            <a:endParaRPr sz="9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2" name="object 172"/>
          <p:cNvSpPr/>
          <p:nvPr/>
        </p:nvSpPr>
        <p:spPr>
          <a:xfrm>
            <a:off x="3888422" y="3936682"/>
            <a:ext cx="3455670" cy="2534285"/>
          </a:xfrm>
          <a:custGeom>
            <a:avLst/>
            <a:gdLst/>
            <a:ahLst/>
            <a:cxnLst/>
            <a:rect l="l" t="t" r="r" b="b"/>
            <a:pathLst>
              <a:path w="3455670" h="2534285">
                <a:moveTo>
                  <a:pt x="3450907" y="2534284"/>
                </a:moveTo>
                <a:lnTo>
                  <a:pt x="4762" y="2534284"/>
                </a:lnTo>
                <a:lnTo>
                  <a:pt x="3289" y="2534056"/>
                </a:lnTo>
                <a:lnTo>
                  <a:pt x="1968" y="2533370"/>
                </a:lnTo>
                <a:lnTo>
                  <a:pt x="914" y="2532316"/>
                </a:lnTo>
                <a:lnTo>
                  <a:pt x="228" y="2530995"/>
                </a:lnTo>
                <a:lnTo>
                  <a:pt x="0" y="2529522"/>
                </a:lnTo>
                <a:lnTo>
                  <a:pt x="0" y="4762"/>
                </a:lnTo>
                <a:lnTo>
                  <a:pt x="4762" y="0"/>
                </a:lnTo>
                <a:lnTo>
                  <a:pt x="3450907" y="0"/>
                </a:lnTo>
                <a:lnTo>
                  <a:pt x="3455669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524759"/>
                </a:lnTo>
                <a:lnTo>
                  <a:pt x="4762" y="2524759"/>
                </a:lnTo>
                <a:lnTo>
                  <a:pt x="9525" y="2529522"/>
                </a:lnTo>
                <a:lnTo>
                  <a:pt x="3455669" y="2529522"/>
                </a:lnTo>
                <a:lnTo>
                  <a:pt x="3455441" y="2530995"/>
                </a:lnTo>
                <a:lnTo>
                  <a:pt x="3454755" y="2532316"/>
                </a:lnTo>
                <a:lnTo>
                  <a:pt x="3453701" y="2533370"/>
                </a:lnTo>
                <a:lnTo>
                  <a:pt x="3452380" y="2534056"/>
                </a:lnTo>
                <a:lnTo>
                  <a:pt x="3450907" y="2534284"/>
                </a:lnTo>
                <a:close/>
              </a:path>
              <a:path w="3455670" h="253428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455670" h="2534285">
                <a:moveTo>
                  <a:pt x="3446144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446144" y="4762"/>
                </a:lnTo>
                <a:lnTo>
                  <a:pt x="3446144" y="9525"/>
                </a:lnTo>
                <a:close/>
              </a:path>
              <a:path w="3455670" h="2534285">
                <a:moveTo>
                  <a:pt x="3446144" y="2529522"/>
                </a:moveTo>
                <a:lnTo>
                  <a:pt x="3446144" y="4762"/>
                </a:lnTo>
                <a:lnTo>
                  <a:pt x="3450907" y="9525"/>
                </a:lnTo>
                <a:lnTo>
                  <a:pt x="3455669" y="9525"/>
                </a:lnTo>
                <a:lnTo>
                  <a:pt x="3455669" y="2524759"/>
                </a:lnTo>
                <a:lnTo>
                  <a:pt x="3450907" y="2524759"/>
                </a:lnTo>
                <a:lnTo>
                  <a:pt x="3446144" y="2529522"/>
                </a:lnTo>
                <a:close/>
              </a:path>
              <a:path w="3455670" h="2534285">
                <a:moveTo>
                  <a:pt x="3455669" y="9525"/>
                </a:moveTo>
                <a:lnTo>
                  <a:pt x="3450907" y="9525"/>
                </a:lnTo>
                <a:lnTo>
                  <a:pt x="3446144" y="4762"/>
                </a:lnTo>
                <a:lnTo>
                  <a:pt x="3455669" y="4762"/>
                </a:lnTo>
                <a:lnTo>
                  <a:pt x="3455669" y="9525"/>
                </a:lnTo>
                <a:close/>
              </a:path>
              <a:path w="3455670" h="2534285">
                <a:moveTo>
                  <a:pt x="9525" y="2529522"/>
                </a:moveTo>
                <a:lnTo>
                  <a:pt x="4762" y="2524759"/>
                </a:lnTo>
                <a:lnTo>
                  <a:pt x="9525" y="2524759"/>
                </a:lnTo>
                <a:lnTo>
                  <a:pt x="9525" y="2529522"/>
                </a:lnTo>
                <a:close/>
              </a:path>
              <a:path w="3455670" h="2534285">
                <a:moveTo>
                  <a:pt x="3446144" y="2529522"/>
                </a:moveTo>
                <a:lnTo>
                  <a:pt x="9525" y="2529522"/>
                </a:lnTo>
                <a:lnTo>
                  <a:pt x="9525" y="2524759"/>
                </a:lnTo>
                <a:lnTo>
                  <a:pt x="3446144" y="2524759"/>
                </a:lnTo>
                <a:lnTo>
                  <a:pt x="3446144" y="2529522"/>
                </a:lnTo>
                <a:close/>
              </a:path>
              <a:path w="3455670" h="2534285">
                <a:moveTo>
                  <a:pt x="3455669" y="2529522"/>
                </a:moveTo>
                <a:lnTo>
                  <a:pt x="3446144" y="2529522"/>
                </a:lnTo>
                <a:lnTo>
                  <a:pt x="3450907" y="2524759"/>
                </a:lnTo>
                <a:lnTo>
                  <a:pt x="3455669" y="2524759"/>
                </a:lnTo>
                <a:lnTo>
                  <a:pt x="3455669" y="2529522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音频 1">
            <a:hlinkClick r:id="" action="ppaction://media"/>
            <a:extLst>
              <a:ext uri="{FF2B5EF4-FFF2-40B4-BE49-F238E27FC236}">
                <a16:creationId xmlns:a16="http://schemas.microsoft.com/office/drawing/2014/main" id="{177F2CAE-A549-4273-85EC-6674EA1312C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4519"/>
    </mc:Choice>
    <mc:Fallback>
      <p:transition spd="slow" advTm="4451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87552" y="3906011"/>
            <a:ext cx="10183495" cy="628015"/>
          </a:xfrm>
          <a:custGeom>
            <a:avLst/>
            <a:gdLst/>
            <a:ahLst/>
            <a:cxnLst/>
            <a:rect l="l" t="t" r="r" b="b"/>
            <a:pathLst>
              <a:path w="10183495" h="628014">
                <a:moveTo>
                  <a:pt x="0" y="0"/>
                </a:moveTo>
                <a:lnTo>
                  <a:pt x="10183368" y="0"/>
                </a:lnTo>
                <a:lnTo>
                  <a:pt x="10183368" y="627888"/>
                </a:lnTo>
                <a:lnTo>
                  <a:pt x="0" y="627888"/>
                </a:lnTo>
                <a:lnTo>
                  <a:pt x="0" y="0"/>
                </a:lnTo>
                <a:close/>
              </a:path>
            </a:pathLst>
          </a:custGeom>
          <a:solidFill>
            <a:srgbClr val="1B43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65796" y="4049826"/>
            <a:ext cx="10216515" cy="1163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b="1" spc="119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“</a:t>
            </a:r>
            <a:r>
              <a:rPr sz="19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健康中国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战</a:t>
            </a:r>
            <a:r>
              <a:rPr sz="19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略</a:t>
            </a:r>
            <a:r>
              <a:rPr sz="1900" b="1" spc="119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”</a:t>
            </a:r>
            <a:r>
              <a:rPr sz="19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是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习</a:t>
            </a:r>
            <a:r>
              <a:rPr sz="19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近平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总书记</a:t>
            </a:r>
            <a:r>
              <a:rPr sz="19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于</a:t>
            </a:r>
            <a:r>
              <a:rPr sz="1900" b="1" spc="-235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2017</a:t>
            </a:r>
            <a:r>
              <a:rPr sz="19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年</a:t>
            </a:r>
            <a:r>
              <a:rPr sz="1900" b="1" spc="-235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10</a:t>
            </a:r>
            <a:r>
              <a:rPr sz="19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月</a:t>
            </a:r>
            <a:r>
              <a:rPr sz="1900" b="1" spc="-235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18</a:t>
            </a:r>
            <a:r>
              <a:rPr sz="19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日在十九大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报</a:t>
            </a:r>
            <a:r>
              <a:rPr sz="19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告中提出的治国理政方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针</a:t>
            </a:r>
            <a:r>
              <a:rPr sz="19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理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论</a:t>
            </a:r>
            <a:r>
              <a:rPr sz="1900" b="1" spc="-5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。</a:t>
            </a:r>
            <a:endParaRPr sz="1900">
              <a:latin typeface="Kozuka Mincho Pr6N B" panose="02020800000000000000" charset="-128"/>
              <a:cs typeface="Kozuka Mincho Pr6N B" panose="02020800000000000000" charset="-128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350">
              <a:latin typeface="Times New Roman" panose="02020603050405020304"/>
              <a:cs typeface="Times New Roman" panose="02020603050405020304"/>
            </a:endParaRPr>
          </a:p>
          <a:p>
            <a:pPr marL="12700" marR="253365">
              <a:lnSpc>
                <a:spcPts val="2000"/>
              </a:lnSpc>
            </a:pPr>
            <a:r>
              <a:rPr sz="1900" b="1" spc="10" dirty="0">
                <a:solidFill>
                  <a:srgbClr val="40404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理念升</a:t>
            </a:r>
            <a:r>
              <a:rPr sz="1900" b="1" dirty="0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级</a:t>
            </a:r>
            <a:r>
              <a:rPr sz="1900" b="1" spc="10" dirty="0">
                <a:solidFill>
                  <a:srgbClr val="40404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：以治病</a:t>
            </a:r>
            <a:r>
              <a:rPr sz="1900" b="1" dirty="0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为</a:t>
            </a:r>
            <a:r>
              <a:rPr sz="1900" b="1" spc="10" dirty="0">
                <a:solidFill>
                  <a:srgbClr val="40404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中心，到以人民健康</a:t>
            </a:r>
            <a:r>
              <a:rPr sz="1900" b="1" dirty="0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为</a:t>
            </a:r>
            <a:r>
              <a:rPr sz="1900" b="1" spc="10" dirty="0">
                <a:solidFill>
                  <a:srgbClr val="40404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中心的理念升</a:t>
            </a:r>
            <a:r>
              <a:rPr sz="1900" b="1" dirty="0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级</a:t>
            </a:r>
            <a:r>
              <a:rPr sz="1900" b="1" spc="10" dirty="0">
                <a:solidFill>
                  <a:srgbClr val="40404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，</a:t>
            </a:r>
            <a:r>
              <a:rPr sz="1900" b="1" dirty="0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让</a:t>
            </a:r>
            <a:r>
              <a:rPr sz="1900" b="1" spc="10" dirty="0">
                <a:solidFill>
                  <a:srgbClr val="40404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以</a:t>
            </a:r>
            <a:r>
              <a:rPr sz="1900" b="1" dirty="0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预</a:t>
            </a:r>
            <a:r>
              <a:rPr sz="1900" b="1" spc="10" dirty="0">
                <a:solidFill>
                  <a:srgbClr val="40404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防医学</a:t>
            </a:r>
            <a:r>
              <a:rPr sz="1900" b="1" dirty="0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为</a:t>
            </a:r>
            <a:r>
              <a:rPr sz="1900" b="1" spc="10" dirty="0">
                <a:solidFill>
                  <a:srgbClr val="40404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核心的健康抗</a:t>
            </a:r>
            <a:r>
              <a:rPr sz="1900" b="1" spc="-5" dirty="0">
                <a:solidFill>
                  <a:srgbClr val="40404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衰 </a:t>
            </a:r>
            <a:r>
              <a:rPr sz="1900" b="1" spc="10" dirty="0">
                <a:solidFill>
                  <a:srgbClr val="40404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老成</a:t>
            </a:r>
            <a:r>
              <a:rPr sz="1900" b="1" dirty="0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为</a:t>
            </a:r>
            <a:r>
              <a:rPr sz="1900" b="1" spc="10" dirty="0">
                <a:solidFill>
                  <a:srgbClr val="40404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大健康</a:t>
            </a:r>
            <a:r>
              <a:rPr sz="1900" b="1" dirty="0">
                <a:solidFill>
                  <a:srgbClr val="40404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产业发</a:t>
            </a:r>
            <a:r>
              <a:rPr sz="1900" b="1" spc="10" dirty="0">
                <a:solidFill>
                  <a:srgbClr val="40404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展的主旋律</a:t>
            </a:r>
            <a:r>
              <a:rPr sz="1900" b="1" spc="-5" dirty="0">
                <a:solidFill>
                  <a:srgbClr val="404040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。</a:t>
            </a:r>
            <a:endParaRPr sz="1900">
              <a:latin typeface="Kozuka Mincho Pr6N B" panose="02020800000000000000" charset="-128"/>
              <a:cs typeface="Kozuka Mincho Pr6N B" panose="02020800000000000000" charset="-128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01267" y="5364479"/>
            <a:ext cx="10183495" cy="628015"/>
          </a:xfrm>
          <a:prstGeom prst="rect">
            <a:avLst/>
          </a:prstGeom>
          <a:solidFill>
            <a:srgbClr val="1B4367"/>
          </a:solidFill>
        </p:spPr>
        <p:txBody>
          <a:bodyPr vert="horz" wrap="square" lIns="0" tIns="15557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225"/>
              </a:spcBef>
            </a:pPr>
            <a:r>
              <a:rPr sz="1900" b="1" spc="119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“</a:t>
            </a:r>
            <a:r>
              <a:rPr sz="19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大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卫</a:t>
            </a:r>
            <a:r>
              <a:rPr sz="19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生、大健康</a:t>
            </a:r>
            <a:r>
              <a:rPr sz="1900" b="1" spc="119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”</a:t>
            </a:r>
            <a:r>
              <a:rPr sz="19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理念是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实</a:t>
            </a:r>
            <a:r>
              <a:rPr sz="19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施健康中国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战</a:t>
            </a:r>
            <a:r>
              <a:rPr sz="19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略的行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动</a:t>
            </a:r>
            <a:r>
              <a:rPr sz="1900" b="1" spc="10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引</a:t>
            </a:r>
            <a:r>
              <a:rPr sz="19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领</a:t>
            </a:r>
            <a:r>
              <a:rPr sz="1900" b="1" spc="-5" dirty="0">
                <a:solidFill>
                  <a:srgbClr val="FFFFFF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。</a:t>
            </a:r>
            <a:endParaRPr sz="1900">
              <a:latin typeface="Kozuka Mincho Pr6N B" panose="02020800000000000000" charset="-128"/>
              <a:cs typeface="Kozuka Mincho Pr6N B" panose="02020800000000000000" charset="-128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7724" y="458800"/>
            <a:ext cx="50406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7670" indent="-394970">
              <a:lnSpc>
                <a:spcPct val="100000"/>
              </a:lnSpc>
              <a:spcBef>
                <a:spcPts val="100"/>
              </a:spcBef>
              <a:buFont typeface="MS UI Gothic" panose="020B0600070205080204" charset="-128"/>
              <a:buChar char="◉"/>
              <a:tabLst>
                <a:tab pos="406400" algn="l"/>
                <a:tab pos="407670" algn="l"/>
              </a:tabLst>
            </a:pPr>
            <a:r>
              <a:rPr sz="2400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医药卫生行业的机遇</a:t>
            </a:r>
            <a:r>
              <a:rPr sz="2400" spc="-5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——</a:t>
            </a:r>
            <a:r>
              <a:rPr sz="2400" dirty="0">
                <a:solidFill>
                  <a:srgbClr val="004578"/>
                </a:solidFill>
                <a:latin typeface="微软雅黑" panose="020B0503020204020204" charset="-122"/>
                <a:cs typeface="微软雅黑" panose="020B0503020204020204" charset="-122"/>
              </a:rPr>
              <a:t>健康中国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009376" y="172212"/>
            <a:ext cx="1014983" cy="9845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29144" y="973785"/>
            <a:ext cx="10045065" cy="0"/>
          </a:xfrm>
          <a:custGeom>
            <a:avLst/>
            <a:gdLst/>
            <a:ahLst/>
            <a:cxnLst/>
            <a:rect l="l" t="t" r="r" b="b"/>
            <a:pathLst>
              <a:path w="10045065">
                <a:moveTo>
                  <a:pt x="0" y="0"/>
                </a:moveTo>
                <a:lnTo>
                  <a:pt x="10044468" y="0"/>
                </a:lnTo>
              </a:path>
            </a:pathLst>
          </a:custGeom>
          <a:ln w="28575">
            <a:solidFill>
              <a:srgbClr val="0045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87552" y="1583436"/>
            <a:ext cx="2180844" cy="21366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712921" y="1584960"/>
            <a:ext cx="2151430" cy="21351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335395" y="1598675"/>
            <a:ext cx="2070988" cy="210007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15666" y="1552727"/>
            <a:ext cx="2439593" cy="221670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音频 11">
            <a:hlinkClick r:id="" action="ppaction://media"/>
            <a:extLst>
              <a:ext uri="{FF2B5EF4-FFF2-40B4-BE49-F238E27FC236}">
                <a16:creationId xmlns:a16="http://schemas.microsoft.com/office/drawing/2014/main" id="{F175F1D2-A14D-4431-9D6F-5ECA4BB7697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615"/>
    </mc:Choice>
    <mc:Fallback>
      <p:transition spd="slow" advTm="1061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26308" y="2473985"/>
            <a:ext cx="6270625" cy="0"/>
          </a:xfrm>
          <a:custGeom>
            <a:avLst/>
            <a:gdLst/>
            <a:ahLst/>
            <a:cxnLst/>
            <a:rect l="l" t="t" r="r" b="b"/>
            <a:pathLst>
              <a:path w="6270625">
                <a:moveTo>
                  <a:pt x="0" y="0"/>
                </a:moveTo>
                <a:lnTo>
                  <a:pt x="6270091" y="0"/>
                </a:lnTo>
              </a:path>
            </a:pathLst>
          </a:custGeom>
          <a:ln w="19050">
            <a:solidFill>
              <a:srgbClr val="00409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89262" y="2596179"/>
            <a:ext cx="6361430" cy="3600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29965" algn="l"/>
                <a:tab pos="4939665" algn="l"/>
              </a:tabLst>
            </a:pPr>
            <a:r>
              <a:rPr spc="10" dirty="0"/>
              <a:t>咨</a:t>
            </a:r>
            <a:r>
              <a:rPr dirty="0">
                <a:latin typeface="宋体" panose="02010600030101010101" pitchFamily="2" charset="-122"/>
                <a:cs typeface="宋体" panose="02010600030101010101" pitchFamily="2" charset="-122"/>
              </a:rPr>
              <a:t>询电话</a:t>
            </a:r>
            <a:r>
              <a:rPr spc="-200" dirty="0"/>
              <a:t>：0591-22862773	</a:t>
            </a:r>
            <a:r>
              <a:rPr spc="-275" dirty="0"/>
              <a:t>22860673	4009180081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989262" y="2989153"/>
            <a:ext cx="13494614" cy="1397177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10" dirty="0">
                <a:solidFill>
                  <a:srgbClr val="004578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学校网址：</a:t>
            </a:r>
            <a:r>
              <a:rPr lang="en-US" sz="2200" b="1" spc="-610" dirty="0">
                <a:solidFill>
                  <a:srgbClr val="004578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www</a:t>
            </a:r>
            <a:r>
              <a:rPr lang="en-US" altLang="zh-CN" sz="2200" b="1" spc="615" dirty="0">
                <a:solidFill>
                  <a:srgbClr val="004578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.</a:t>
            </a:r>
            <a:r>
              <a:rPr lang="en-US" sz="2200" b="1" spc="330" dirty="0">
                <a:solidFill>
                  <a:srgbClr val="004578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f</a:t>
            </a:r>
            <a:r>
              <a:rPr lang="en-US" sz="2200" b="1" spc="459" dirty="0">
                <a:solidFill>
                  <a:srgbClr val="004578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jmu.edu.cn</a:t>
            </a:r>
            <a:endParaRPr sz="2200" dirty="0">
              <a:latin typeface="Kozuka Mincho Pr6N B" panose="02020800000000000000" charset="-128"/>
              <a:cs typeface="Kozuka Mincho Pr6N B" panose="02020800000000000000" charset="-128"/>
            </a:endParaRPr>
          </a:p>
          <a:p>
            <a:pPr marL="12700" marR="2660015">
              <a:lnSpc>
                <a:spcPct val="100000"/>
              </a:lnSpc>
            </a:pPr>
            <a:r>
              <a:rPr sz="2200" b="1" spc="10" dirty="0">
                <a:solidFill>
                  <a:srgbClr val="004578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招</a:t>
            </a:r>
            <a:r>
              <a:rPr sz="2200" b="1" dirty="0">
                <a:solidFill>
                  <a:srgbClr val="00457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办</a:t>
            </a:r>
            <a:r>
              <a:rPr sz="2200" b="1" spc="10" dirty="0">
                <a:solidFill>
                  <a:srgbClr val="004578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网址</a:t>
            </a:r>
            <a:r>
              <a:rPr sz="2200" b="1" spc="-610" dirty="0">
                <a:solidFill>
                  <a:srgbClr val="004578"/>
                </a:solidFill>
                <a:latin typeface="Kozuka Mincho Pr6N B" panose="02020800000000000000" charset="-128"/>
                <a:cs typeface="Kozuka Mincho Pr6N B" panose="02020800000000000000" charset="-128"/>
                <a:hlinkClick r:id="rId4"/>
              </a:rPr>
              <a:t>www</a:t>
            </a:r>
            <a:r>
              <a:rPr sz="2200" b="1" spc="615" dirty="0">
                <a:solidFill>
                  <a:srgbClr val="004578"/>
                </a:solidFill>
                <a:latin typeface="Kozuka Mincho Pr6N B" panose="02020800000000000000" charset="-128"/>
                <a:cs typeface="Kozuka Mincho Pr6N B" panose="02020800000000000000" charset="-128"/>
                <a:hlinkClick r:id="rId4"/>
              </a:rPr>
              <a:t>.</a:t>
            </a:r>
            <a:r>
              <a:rPr sz="2200" b="1" spc="330" dirty="0">
                <a:solidFill>
                  <a:srgbClr val="004578"/>
                </a:solidFill>
                <a:latin typeface="Kozuka Mincho Pr6N B" panose="02020800000000000000" charset="-128"/>
                <a:cs typeface="Kozuka Mincho Pr6N B" panose="02020800000000000000" charset="-128"/>
                <a:hlinkClick r:id="rId4"/>
              </a:rPr>
              <a:t>f</a:t>
            </a:r>
            <a:r>
              <a:rPr sz="2200" b="1" spc="459" dirty="0">
                <a:solidFill>
                  <a:srgbClr val="004578"/>
                </a:solidFill>
                <a:latin typeface="Kozuka Mincho Pr6N B" panose="02020800000000000000" charset="-128"/>
                <a:cs typeface="Kozuka Mincho Pr6N B" panose="02020800000000000000" charset="-128"/>
                <a:hlinkClick r:id="rId4"/>
              </a:rPr>
              <a:t>j</a:t>
            </a:r>
            <a:r>
              <a:rPr sz="2200" b="1" spc="-840" dirty="0">
                <a:solidFill>
                  <a:srgbClr val="004578"/>
                </a:solidFill>
                <a:latin typeface="Kozuka Mincho Pr6N B" panose="02020800000000000000" charset="-128"/>
                <a:cs typeface="Kozuka Mincho Pr6N B" panose="02020800000000000000" charset="-128"/>
                <a:hlinkClick r:id="rId4"/>
              </a:rPr>
              <a:t>m</a:t>
            </a:r>
            <a:r>
              <a:rPr sz="2200" b="1" spc="-215" dirty="0">
                <a:solidFill>
                  <a:srgbClr val="004578"/>
                </a:solidFill>
                <a:latin typeface="Kozuka Mincho Pr6N B" panose="02020800000000000000" charset="-128"/>
                <a:cs typeface="Kozuka Mincho Pr6N B" panose="02020800000000000000" charset="-128"/>
                <a:hlinkClick r:id="rId4"/>
              </a:rPr>
              <a:t>u</a:t>
            </a:r>
            <a:r>
              <a:rPr sz="2200" b="1" spc="615" dirty="0">
                <a:solidFill>
                  <a:srgbClr val="004578"/>
                </a:solidFill>
                <a:latin typeface="Kozuka Mincho Pr6N B" panose="02020800000000000000" charset="-128"/>
                <a:cs typeface="Kozuka Mincho Pr6N B" panose="02020800000000000000" charset="-128"/>
                <a:hlinkClick r:id="rId4"/>
              </a:rPr>
              <a:t>.</a:t>
            </a:r>
            <a:r>
              <a:rPr sz="2200" b="1" spc="-45" dirty="0">
                <a:solidFill>
                  <a:srgbClr val="004578"/>
                </a:solidFill>
                <a:latin typeface="Kozuka Mincho Pr6N B" panose="02020800000000000000" charset="-128"/>
                <a:cs typeface="Kozuka Mincho Pr6N B" panose="02020800000000000000" charset="-128"/>
                <a:hlinkClick r:id="rId4"/>
              </a:rPr>
              <a:t>e</a:t>
            </a:r>
            <a:r>
              <a:rPr sz="2200" b="1" spc="-180" dirty="0">
                <a:solidFill>
                  <a:srgbClr val="004578"/>
                </a:solidFill>
                <a:latin typeface="Kozuka Mincho Pr6N B" panose="02020800000000000000" charset="-128"/>
                <a:cs typeface="Kozuka Mincho Pr6N B" panose="02020800000000000000" charset="-128"/>
                <a:hlinkClick r:id="rId4"/>
              </a:rPr>
              <a:t>d</a:t>
            </a:r>
            <a:r>
              <a:rPr sz="2200" b="1" spc="-215" dirty="0">
                <a:solidFill>
                  <a:srgbClr val="004578"/>
                </a:solidFill>
                <a:latin typeface="Kozuka Mincho Pr6N B" panose="02020800000000000000" charset="-128"/>
                <a:cs typeface="Kozuka Mincho Pr6N B" panose="02020800000000000000" charset="-128"/>
                <a:hlinkClick r:id="rId4"/>
              </a:rPr>
              <a:t>u</a:t>
            </a:r>
            <a:r>
              <a:rPr sz="2200" b="1" spc="615" dirty="0">
                <a:solidFill>
                  <a:srgbClr val="004578"/>
                </a:solidFill>
                <a:latin typeface="Kozuka Mincho Pr6N B" panose="02020800000000000000" charset="-128"/>
                <a:cs typeface="Kozuka Mincho Pr6N B" panose="02020800000000000000" charset="-128"/>
                <a:hlinkClick r:id="rId4"/>
              </a:rPr>
              <a:t>.</a:t>
            </a:r>
            <a:r>
              <a:rPr sz="2200" b="1" spc="30" dirty="0">
                <a:solidFill>
                  <a:srgbClr val="004578"/>
                </a:solidFill>
                <a:latin typeface="Kozuka Mincho Pr6N B" panose="02020800000000000000" charset="-128"/>
                <a:cs typeface="Kozuka Mincho Pr6N B" panose="02020800000000000000" charset="-128"/>
                <a:hlinkClick r:id="rId4"/>
              </a:rPr>
              <a:t>c</a:t>
            </a:r>
            <a:r>
              <a:rPr sz="2200" b="1" spc="-225" dirty="0">
                <a:solidFill>
                  <a:srgbClr val="004578"/>
                </a:solidFill>
                <a:latin typeface="Kozuka Mincho Pr6N B" panose="02020800000000000000" charset="-128"/>
                <a:cs typeface="Kozuka Mincho Pr6N B" panose="02020800000000000000" charset="-128"/>
                <a:hlinkClick r:id="rId4"/>
              </a:rPr>
              <a:t>n</a:t>
            </a:r>
            <a:r>
              <a:rPr sz="2200" b="1" spc="204" dirty="0">
                <a:solidFill>
                  <a:srgbClr val="004578"/>
                </a:solidFill>
                <a:latin typeface="Kozuka Mincho Pr6N B" panose="02020800000000000000" charset="-128"/>
                <a:cs typeface="Kozuka Mincho Pr6N B" panose="02020800000000000000" charset="-128"/>
                <a:hlinkClick r:id="rId4"/>
              </a:rPr>
              <a:t>/</a:t>
            </a:r>
            <a:r>
              <a:rPr sz="2200" b="1" spc="80" dirty="0" err="1">
                <a:solidFill>
                  <a:srgbClr val="004578"/>
                </a:solidFill>
                <a:latin typeface="Kozuka Mincho Pr6N B" panose="02020800000000000000" charset="-128"/>
                <a:cs typeface="Kozuka Mincho Pr6N B" panose="02020800000000000000" charset="-128"/>
                <a:hlinkClick r:id="rId4"/>
              </a:rPr>
              <a:t>z</a:t>
            </a:r>
            <a:r>
              <a:rPr sz="2200" b="1" spc="75" dirty="0" err="1">
                <a:solidFill>
                  <a:srgbClr val="004578"/>
                </a:solidFill>
                <a:latin typeface="Kozuka Mincho Pr6N B" panose="02020800000000000000" charset="-128"/>
                <a:cs typeface="Kozuka Mincho Pr6N B" panose="02020800000000000000" charset="-128"/>
                <a:hlinkClick r:id="rId4"/>
              </a:rPr>
              <a:t>s</a:t>
            </a:r>
            <a:r>
              <a:rPr sz="2200" b="1" spc="75" dirty="0">
                <a:solidFill>
                  <a:srgbClr val="004578"/>
                </a:solidFill>
                <a:latin typeface="Kozuka Mincho Pr6N B" panose="02020800000000000000" charset="-128"/>
                <a:cs typeface="Kozuka Mincho Pr6N B" panose="02020800000000000000" charset="-128"/>
                <a:hlinkClick r:id="rId4"/>
              </a:rPr>
              <a:t> </a:t>
            </a:r>
            <a:endParaRPr lang="en-US" sz="2200" b="1" spc="75" dirty="0">
              <a:solidFill>
                <a:srgbClr val="004578"/>
              </a:solidFill>
              <a:latin typeface="Kozuka Mincho Pr6N B" panose="02020800000000000000" charset="-128"/>
              <a:cs typeface="Kozuka Mincho Pr6N B" panose="02020800000000000000" charset="-128"/>
            </a:endParaRPr>
          </a:p>
          <a:p>
            <a:pPr marL="12700" marR="2660015">
              <a:lnSpc>
                <a:spcPct val="100000"/>
              </a:lnSpc>
            </a:pPr>
            <a:r>
              <a:rPr sz="2200" b="1" spc="10" dirty="0">
                <a:solidFill>
                  <a:srgbClr val="004578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招生</a:t>
            </a:r>
            <a:r>
              <a:rPr sz="2200" b="1" dirty="0">
                <a:solidFill>
                  <a:srgbClr val="00457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邮</a:t>
            </a:r>
            <a:r>
              <a:rPr sz="2200" b="1" spc="10" dirty="0">
                <a:solidFill>
                  <a:srgbClr val="004578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箱</a:t>
            </a:r>
            <a:r>
              <a:rPr sz="2200" b="1" spc="-10" dirty="0">
                <a:solidFill>
                  <a:srgbClr val="004578"/>
                </a:solidFill>
                <a:latin typeface="Kozuka Mincho Pr6N B" panose="02020800000000000000" charset="-128"/>
                <a:cs typeface="Kozuka Mincho Pr6N B" panose="02020800000000000000" charset="-128"/>
              </a:rPr>
              <a:t>：</a:t>
            </a:r>
            <a:r>
              <a:rPr sz="2200" b="1" spc="-10" dirty="0">
                <a:solidFill>
                  <a:srgbClr val="004578"/>
                </a:solidFill>
                <a:latin typeface="Kozuka Mincho Pr6N B" panose="02020800000000000000" charset="-128"/>
                <a:cs typeface="Kozuka Mincho Pr6N B" panose="02020800000000000000" charset="-128"/>
                <a:hlinkClick r:id="rId5"/>
              </a:rPr>
              <a:t>zsb@fjmu.edu.cn</a:t>
            </a:r>
            <a:endParaRPr lang="en-US" sz="2200" b="1" spc="-10" dirty="0">
              <a:solidFill>
                <a:srgbClr val="004578"/>
              </a:solidFill>
              <a:latin typeface="Kozuka Mincho Pr6N B" panose="02020800000000000000" charset="-128"/>
              <a:cs typeface="Kozuka Mincho Pr6N B" panose="02020800000000000000" charset="-128"/>
            </a:endParaRPr>
          </a:p>
          <a:p>
            <a:pPr marL="12700" marR="2660015">
              <a:lnSpc>
                <a:spcPct val="100000"/>
              </a:lnSpc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学校地址：</a:t>
            </a:r>
            <a:r>
              <a:rPr lang="zh-CN" altLang="en-US" sz="2400" b="0" i="0" dirty="0">
                <a:solidFill>
                  <a:schemeClr val="tx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福州市大学新区学府北路</a:t>
            </a:r>
            <a:r>
              <a:rPr lang="en-US" altLang="zh-CN" sz="2400" b="0" i="0" dirty="0">
                <a:solidFill>
                  <a:schemeClr val="tx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0" i="0" dirty="0">
                <a:solidFill>
                  <a:schemeClr val="tx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号（</a:t>
            </a:r>
            <a:r>
              <a:rPr lang="en-US" altLang="zh-CN" sz="2400" b="0" i="0" dirty="0">
                <a:solidFill>
                  <a:schemeClr val="tx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350122</a:t>
            </a:r>
            <a:r>
              <a:rPr lang="zh-CN" altLang="en-US" sz="2400" b="0" i="0" dirty="0">
                <a:solidFill>
                  <a:schemeClr val="tx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400" b="0" i="0" dirty="0"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sz="2200" b="1" spc="-10" dirty="0">
              <a:solidFill>
                <a:srgbClr val="004578"/>
              </a:solidFill>
              <a:latin typeface="Kozuka Mincho Pr6N B" panose="02020800000000000000" charset="-128"/>
              <a:cs typeface="Kozuka Mincho Pr6N B" panose="02020800000000000000" charset="-128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43237" y="4408436"/>
            <a:ext cx="6253480" cy="0"/>
          </a:xfrm>
          <a:custGeom>
            <a:avLst/>
            <a:gdLst/>
            <a:ahLst/>
            <a:cxnLst/>
            <a:rect l="l" t="t" r="r" b="b"/>
            <a:pathLst>
              <a:path w="6253480">
                <a:moveTo>
                  <a:pt x="0" y="0"/>
                </a:moveTo>
                <a:lnTo>
                  <a:pt x="6253162" y="0"/>
                </a:lnTo>
              </a:path>
            </a:pathLst>
          </a:custGeom>
          <a:ln w="19050">
            <a:solidFill>
              <a:srgbClr val="00409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419344" y="976883"/>
            <a:ext cx="1421892" cy="137922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02386" y="6293649"/>
            <a:ext cx="2433320" cy="3600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5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以人为本</a:t>
            </a:r>
            <a:r>
              <a:rPr sz="2200" b="1" spc="4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•</a:t>
            </a:r>
            <a:r>
              <a:rPr sz="2200" b="1" spc="5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求是至</a:t>
            </a:r>
            <a:r>
              <a:rPr sz="2200" b="1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臻</a:t>
            </a:r>
            <a:endParaRPr sz="2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82544" y="6293802"/>
            <a:ext cx="2691130" cy="3600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5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勤奋</a:t>
            </a:r>
            <a:r>
              <a:rPr sz="2200" b="1" spc="4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•</a:t>
            </a:r>
            <a:r>
              <a:rPr sz="2200" b="1" spc="5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严谨</a:t>
            </a:r>
            <a:r>
              <a:rPr sz="2200" b="1" spc="4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•</a:t>
            </a:r>
            <a:r>
              <a:rPr sz="2200" b="1" spc="5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求实</a:t>
            </a:r>
            <a:r>
              <a:rPr sz="2200" b="1" spc="4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•</a:t>
            </a:r>
            <a:r>
              <a:rPr sz="2200" b="1" spc="5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创</a:t>
            </a:r>
            <a:r>
              <a:rPr sz="2200" b="1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新</a:t>
            </a:r>
            <a:endParaRPr sz="2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66972" y="4684153"/>
            <a:ext cx="51257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spc="20" dirty="0">
                <a:solidFill>
                  <a:srgbClr val="004578"/>
                </a:solidFill>
                <a:latin typeface="Microsoft JhengHei" panose="020B0604030504040204" charset="-120"/>
                <a:cs typeface="Microsoft JhengHei" panose="020B0604030504040204" charset="-120"/>
              </a:rPr>
              <a:t>梦想，从这里起航</a:t>
            </a:r>
            <a:r>
              <a:rPr sz="4800" dirty="0">
                <a:solidFill>
                  <a:srgbClr val="00457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！</a:t>
            </a:r>
            <a:endParaRPr sz="48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0" name="音频 9">
            <a:hlinkClick r:id="" action="ppaction://media"/>
            <a:extLst>
              <a:ext uri="{FF2B5EF4-FFF2-40B4-BE49-F238E27FC236}">
                <a16:creationId xmlns:a16="http://schemas.microsoft.com/office/drawing/2014/main" id="{3038CD84-8DC5-4488-B1C0-9EE945FB7AE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031"/>
    </mc:Choice>
    <mc:Fallback>
      <p:transition spd="slow" advTm="1203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0045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06476" y="382676"/>
            <a:ext cx="11688965" cy="614770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26308" y="2473985"/>
            <a:ext cx="6270625" cy="0"/>
          </a:xfrm>
          <a:custGeom>
            <a:avLst/>
            <a:gdLst/>
            <a:ahLst/>
            <a:cxnLst/>
            <a:rect l="l" t="t" r="r" b="b"/>
            <a:pathLst>
              <a:path w="6270625">
                <a:moveTo>
                  <a:pt x="0" y="0"/>
                </a:moveTo>
                <a:lnTo>
                  <a:pt x="6270091" y="0"/>
                </a:lnTo>
              </a:path>
            </a:pathLst>
          </a:custGeom>
          <a:ln w="22225">
            <a:solidFill>
              <a:srgbClr val="00409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043237" y="5610707"/>
            <a:ext cx="6253480" cy="0"/>
          </a:xfrm>
          <a:custGeom>
            <a:avLst/>
            <a:gdLst/>
            <a:ahLst/>
            <a:cxnLst/>
            <a:rect l="l" t="t" r="r" b="b"/>
            <a:pathLst>
              <a:path w="6253480">
                <a:moveTo>
                  <a:pt x="0" y="0"/>
                </a:moveTo>
                <a:lnTo>
                  <a:pt x="6253162" y="0"/>
                </a:lnTo>
              </a:path>
            </a:pathLst>
          </a:custGeom>
          <a:ln w="22225">
            <a:solidFill>
              <a:srgbClr val="00409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419344" y="976883"/>
            <a:ext cx="1421892" cy="137922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331464" y="2651760"/>
            <a:ext cx="2133600" cy="21336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233927" y="4978908"/>
            <a:ext cx="2400300" cy="35052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233927" y="5006911"/>
            <a:ext cx="2400300" cy="281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30"/>
              </a:spcBef>
            </a:pPr>
            <a:r>
              <a:rPr sz="1650" b="1" spc="30" dirty="0">
                <a:solidFill>
                  <a:srgbClr val="1F4E79"/>
                </a:solidFill>
                <a:latin typeface="微软雅黑" panose="020B0503020204020204" charset="-122"/>
                <a:cs typeface="微软雅黑" panose="020B0503020204020204" charset="-122"/>
              </a:rPr>
              <a:t>福建医科大学本科招生</a:t>
            </a:r>
            <a:endParaRPr sz="16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2386" y="6293649"/>
            <a:ext cx="2433320" cy="3600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5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以人为本</a:t>
            </a:r>
            <a:r>
              <a:rPr sz="2200" b="1" spc="4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•</a:t>
            </a:r>
            <a:r>
              <a:rPr sz="2200" b="1" spc="5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求是至</a:t>
            </a:r>
            <a:r>
              <a:rPr sz="2200" b="1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臻</a:t>
            </a:r>
            <a:endParaRPr sz="2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982544" y="6293802"/>
            <a:ext cx="2691130" cy="3600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5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勤奋</a:t>
            </a:r>
            <a:r>
              <a:rPr sz="2200" b="1" spc="4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•</a:t>
            </a:r>
            <a:r>
              <a:rPr sz="2200" b="1" spc="5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严谨</a:t>
            </a:r>
            <a:r>
              <a:rPr sz="2200" b="1" spc="4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•</a:t>
            </a:r>
            <a:r>
              <a:rPr sz="2200" b="1" spc="5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求实</a:t>
            </a:r>
            <a:r>
              <a:rPr sz="2200" b="1" spc="4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•</a:t>
            </a:r>
            <a:r>
              <a:rPr sz="2200" b="1" spc="5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创</a:t>
            </a:r>
            <a:r>
              <a:rPr sz="2200" b="1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新</a:t>
            </a:r>
            <a:endParaRPr sz="2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766559" y="2778251"/>
            <a:ext cx="2133600" cy="200710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620256" y="4978908"/>
            <a:ext cx="2676144" cy="35052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620256" y="5006911"/>
            <a:ext cx="2676525" cy="281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30"/>
              </a:spcBef>
            </a:pPr>
            <a:r>
              <a:rPr sz="1650" b="1" spc="30" dirty="0">
                <a:solidFill>
                  <a:srgbClr val="1F4E79"/>
                </a:solidFill>
                <a:latin typeface="微软雅黑" panose="020B0503020204020204" charset="-122"/>
                <a:cs typeface="微软雅黑" panose="020B0503020204020204" charset="-122"/>
              </a:rPr>
              <a:t>福建医科大学学生工作处</a:t>
            </a:r>
            <a:endParaRPr sz="1650"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音频 14">
            <a:hlinkClick r:id="" action="ppaction://media"/>
            <a:extLst>
              <a:ext uri="{FF2B5EF4-FFF2-40B4-BE49-F238E27FC236}">
                <a16:creationId xmlns:a16="http://schemas.microsoft.com/office/drawing/2014/main" id="{9FFB9670-899A-434E-9B59-FE68EBE143A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3469"/>
    </mc:Choice>
    <mc:Fallback>
      <p:transition spd="slow" advTm="434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4578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4578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4578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4578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3028</Words>
  <Application>Microsoft Office PowerPoint</Application>
  <PresentationFormat>宽屏</PresentationFormat>
  <Paragraphs>617</Paragraphs>
  <Slides>53</Slides>
  <Notes>0</Notes>
  <HiddenSlides>0</HiddenSlides>
  <MMClips>52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53</vt:i4>
      </vt:variant>
    </vt:vector>
  </HeadingPairs>
  <TitlesOfParts>
    <vt:vector size="67" baseType="lpstr">
      <vt:lpstr>Kozuka Mincho Pr6N B</vt:lpstr>
      <vt:lpstr>Microsoft JhengHei</vt:lpstr>
      <vt:lpstr>MS UI Gothic</vt:lpstr>
      <vt:lpstr>黑体</vt:lpstr>
      <vt:lpstr>楷体</vt:lpstr>
      <vt:lpstr>宋体</vt:lpstr>
      <vt:lpstr>微软雅黑</vt:lpstr>
      <vt:lpstr>Arial</vt:lpstr>
      <vt:lpstr>Calibri</vt:lpstr>
      <vt:lpstr>Times New Roman</vt:lpstr>
      <vt:lpstr>Office Theme</vt:lpstr>
      <vt:lpstr>1_Office Theme</vt:lpstr>
      <vt:lpstr>2_Office Theme</vt:lpstr>
      <vt:lpstr>3_Office Theme</vt:lpstr>
      <vt:lpstr>福建医科大学 2 0 2 1 年寒假招生宣传</vt:lpstr>
      <vt:lpstr>PowerPoint 演示文稿</vt:lpstr>
      <vt:lpstr>01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02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03</vt:lpstr>
      <vt:lpstr>PowerPoint 演示文稿</vt:lpstr>
      <vt:lpstr>PowerPoint 演示文稿</vt:lpstr>
      <vt:lpstr>PowerPoint 演示文稿</vt:lpstr>
      <vt:lpstr>04</vt:lpstr>
      <vt:lpstr>PowerPoint 演示文稿</vt:lpstr>
      <vt:lpstr>PowerPoint 演示文稿</vt:lpstr>
      <vt:lpstr>05</vt:lpstr>
      <vt:lpstr>PowerPoint 演示文稿</vt:lpstr>
      <vt:lpstr>PowerPoint 演示文稿</vt:lpstr>
      <vt:lpstr>PowerPoint 演示文稿</vt:lpstr>
      <vt:lpstr>咨询电话：0591-22862773 22860673 4009180081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 0 2 0 年寒假招生宣传培训</dc:title>
  <dc:creator>Windows10</dc:creator>
  <cp:lastModifiedBy>Smith Andesi</cp:lastModifiedBy>
  <cp:revision>52</cp:revision>
  <dcterms:created xsi:type="dcterms:W3CDTF">2019-12-06T14:21:33Z</dcterms:created>
  <dcterms:modified xsi:type="dcterms:W3CDTF">2021-01-18T05:53:02Z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2019-12-05T00:00:00Z</vt:filetime>
  </property>
  <property fmtid="{D5CDD505-2E9C-101B-9397-08002B2CF9AE}" pid="3" name="Creator">
    <vt:lpwstr>   W P S  o  y:</vt:lpwstr>
  </property>
  <property fmtid="{D5CDD505-2E9C-101B-9397-08002B2CF9AE}" pid="4" name="LastSaved">
    <vt:filetime>2019-12-06T00:00:00Z</vt:filetime>
  </property>
  <property fmtid="{D5CDD505-2E9C-101B-9397-08002B2CF9AE}" pid="5" name="KSOProductBuildVer">
    <vt:lpwstr>2052-11.3.0.8775</vt:lpwstr>
  </property>
</Properties>
</file>